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2" r:id="rId4"/>
    <p:sldMasterId id="214748368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Lst>
  <p:sldSz cy="5143500" cx="9144000"/>
  <p:notesSz cx="6858000" cy="9144000"/>
  <p:embeddedFontLst>
    <p:embeddedFont>
      <p:font typeface="Proxima Nova"/>
      <p:regular r:id="rId62"/>
      <p:bold r:id="rId63"/>
      <p:italic r:id="rId64"/>
      <p:boldItalic r:id="rId65"/>
    </p:embeddedFont>
    <p:embeddedFont>
      <p:font typeface="Roboto Medium"/>
      <p:regular r:id="rId66"/>
      <p:bold r:id="rId67"/>
      <p:italic r:id="rId68"/>
      <p:boldItalic r:id="rId69"/>
    </p:embeddedFont>
    <p:embeddedFont>
      <p:font typeface="Amatic SC"/>
      <p:regular r:id="rId70"/>
      <p:bold r:id="rId71"/>
    </p:embeddedFont>
    <p:embeddedFont>
      <p:font typeface="Anaheim"/>
      <p:regular r:id="rId72"/>
      <p:bold r:id="rId73"/>
    </p:embeddedFont>
    <p:embeddedFont>
      <p:font typeface="Bebas Neue"/>
      <p:regular r:id="rId74"/>
    </p:embeddedFont>
    <p:embeddedFont>
      <p:font typeface="Actor"/>
      <p:regular r:id="rId75"/>
    </p:embeddedFont>
    <p:embeddedFont>
      <p:font typeface="Shadows Into Light Two"/>
      <p:regular r:id="rId7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A68DBA2-0CB2-4894-8F4E-6A35C30B4BCD}">
  <a:tblStyle styleId="{8A68DBA2-0CB2-4894-8F4E-6A35C30B4BC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naheim-bold.fntdata"/><Relationship Id="rId72" Type="http://schemas.openxmlformats.org/officeDocument/2006/relationships/font" Target="fonts/Anaheim-regular.fntdata"/><Relationship Id="rId31" Type="http://schemas.openxmlformats.org/officeDocument/2006/relationships/slide" Target="slides/slide25.xml"/><Relationship Id="rId75" Type="http://schemas.openxmlformats.org/officeDocument/2006/relationships/font" Target="fonts/Actor-regular.fntdata"/><Relationship Id="rId30" Type="http://schemas.openxmlformats.org/officeDocument/2006/relationships/slide" Target="slides/slide24.xml"/><Relationship Id="rId74" Type="http://schemas.openxmlformats.org/officeDocument/2006/relationships/font" Target="fonts/BebasNeue-regular.fntdata"/><Relationship Id="rId33" Type="http://schemas.openxmlformats.org/officeDocument/2006/relationships/slide" Target="slides/slide27.xml"/><Relationship Id="rId32" Type="http://schemas.openxmlformats.org/officeDocument/2006/relationships/slide" Target="slides/slide26.xml"/><Relationship Id="rId76" Type="http://schemas.openxmlformats.org/officeDocument/2006/relationships/font" Target="fonts/ShadowsIntoLightTwo-regular.fntdata"/><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AmaticSC-bold.fntdata"/><Relationship Id="rId70" Type="http://schemas.openxmlformats.org/officeDocument/2006/relationships/font" Target="fonts/AmaticSC-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regular.fntdata"/><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ProximaNova-italic.fntdata"/><Relationship Id="rId63" Type="http://schemas.openxmlformats.org/officeDocument/2006/relationships/font" Target="fonts/ProximaNova-bold.fntdata"/><Relationship Id="rId22" Type="http://schemas.openxmlformats.org/officeDocument/2006/relationships/slide" Target="slides/slide16.xml"/><Relationship Id="rId66" Type="http://schemas.openxmlformats.org/officeDocument/2006/relationships/font" Target="fonts/RobotoMedium-regular.fntdata"/><Relationship Id="rId21" Type="http://schemas.openxmlformats.org/officeDocument/2006/relationships/slide" Target="slides/slide15.xml"/><Relationship Id="rId65" Type="http://schemas.openxmlformats.org/officeDocument/2006/relationships/font" Target="fonts/ProximaNova-boldItalic.fntdata"/><Relationship Id="rId24" Type="http://schemas.openxmlformats.org/officeDocument/2006/relationships/slide" Target="slides/slide18.xml"/><Relationship Id="rId68" Type="http://schemas.openxmlformats.org/officeDocument/2006/relationships/font" Target="fonts/RobotoMedium-italic.fntdata"/><Relationship Id="rId23" Type="http://schemas.openxmlformats.org/officeDocument/2006/relationships/slide" Target="slides/slide17.xml"/><Relationship Id="rId67" Type="http://schemas.openxmlformats.org/officeDocument/2006/relationships/font" Target="fonts/RobotoMedium-bold.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2" name="Shape 532"/>
        <p:cNvGrpSpPr/>
        <p:nvPr/>
      </p:nvGrpSpPr>
      <p:grpSpPr>
        <a:xfrm>
          <a:off x="0" y="0"/>
          <a:ext cx="0" cy="0"/>
          <a:chOff x="0" y="0"/>
          <a:chExt cx="0" cy="0"/>
        </a:xfrm>
      </p:grpSpPr>
      <p:sp>
        <p:nvSpPr>
          <p:cNvPr id="533" name="Google Shape;533;g29305e0d80c_0_1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4" name="Google Shape;534;g29305e0d80c_0_1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 name="Shape 639"/>
        <p:cNvGrpSpPr/>
        <p:nvPr/>
      </p:nvGrpSpPr>
      <p:grpSpPr>
        <a:xfrm>
          <a:off x="0" y="0"/>
          <a:ext cx="0" cy="0"/>
          <a:chOff x="0" y="0"/>
          <a:chExt cx="0" cy="0"/>
        </a:xfrm>
      </p:grpSpPr>
      <p:sp>
        <p:nvSpPr>
          <p:cNvPr id="640" name="Google Shape;640;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1" name="Google Shape;641;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 name="Shape 650"/>
        <p:cNvGrpSpPr/>
        <p:nvPr/>
      </p:nvGrpSpPr>
      <p:grpSpPr>
        <a:xfrm>
          <a:off x="0" y="0"/>
          <a:ext cx="0" cy="0"/>
          <a:chOff x="0" y="0"/>
          <a:chExt cx="0" cy="0"/>
        </a:xfrm>
      </p:grpSpPr>
      <p:sp>
        <p:nvSpPr>
          <p:cNvPr id="651" name="Google Shape;651;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2" name="Google Shape;652;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3" name="Shape 683"/>
        <p:cNvGrpSpPr/>
        <p:nvPr/>
      </p:nvGrpSpPr>
      <p:grpSpPr>
        <a:xfrm>
          <a:off x="0" y="0"/>
          <a:ext cx="0" cy="0"/>
          <a:chOff x="0" y="0"/>
          <a:chExt cx="0" cy="0"/>
        </a:xfrm>
      </p:grpSpPr>
      <p:sp>
        <p:nvSpPr>
          <p:cNvPr id="684" name="Google Shape;684;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5" name="Google Shape;685;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 name="Shape 759"/>
        <p:cNvGrpSpPr/>
        <p:nvPr/>
      </p:nvGrpSpPr>
      <p:grpSpPr>
        <a:xfrm>
          <a:off x="0" y="0"/>
          <a:ext cx="0" cy="0"/>
          <a:chOff x="0" y="0"/>
          <a:chExt cx="0" cy="0"/>
        </a:xfrm>
      </p:grpSpPr>
      <p:sp>
        <p:nvSpPr>
          <p:cNvPr id="760" name="Google Shape;760;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1" name="Google Shape;761;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 name="Shape 884"/>
        <p:cNvGrpSpPr/>
        <p:nvPr/>
      </p:nvGrpSpPr>
      <p:grpSpPr>
        <a:xfrm>
          <a:off x="0" y="0"/>
          <a:ext cx="0" cy="0"/>
          <a:chOff x="0" y="0"/>
          <a:chExt cx="0" cy="0"/>
        </a:xfrm>
      </p:grpSpPr>
      <p:sp>
        <p:nvSpPr>
          <p:cNvPr id="885" name="Google Shape;885;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 name="Google Shape;886;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 name="Shape 985"/>
        <p:cNvGrpSpPr/>
        <p:nvPr/>
      </p:nvGrpSpPr>
      <p:grpSpPr>
        <a:xfrm>
          <a:off x="0" y="0"/>
          <a:ext cx="0" cy="0"/>
          <a:chOff x="0" y="0"/>
          <a:chExt cx="0" cy="0"/>
        </a:xfrm>
      </p:grpSpPr>
      <p:sp>
        <p:nvSpPr>
          <p:cNvPr id="986" name="Google Shape;986;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 name="Google Shape;987;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4" name="Shape 1064"/>
        <p:cNvGrpSpPr/>
        <p:nvPr/>
      </p:nvGrpSpPr>
      <p:grpSpPr>
        <a:xfrm>
          <a:off x="0" y="0"/>
          <a:ext cx="0" cy="0"/>
          <a:chOff x="0" y="0"/>
          <a:chExt cx="0" cy="0"/>
        </a:xfrm>
      </p:grpSpPr>
      <p:sp>
        <p:nvSpPr>
          <p:cNvPr id="1065" name="Google Shape;1065;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6" name="Google Shape;1066;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4" name="Shape 1104"/>
        <p:cNvGrpSpPr/>
        <p:nvPr/>
      </p:nvGrpSpPr>
      <p:grpSpPr>
        <a:xfrm>
          <a:off x="0" y="0"/>
          <a:ext cx="0" cy="0"/>
          <a:chOff x="0" y="0"/>
          <a:chExt cx="0" cy="0"/>
        </a:xfrm>
      </p:grpSpPr>
      <p:sp>
        <p:nvSpPr>
          <p:cNvPr id="1105" name="Google Shape;1105;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6" name="Google Shape;1106;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 name="Shape 1124"/>
        <p:cNvGrpSpPr/>
        <p:nvPr/>
      </p:nvGrpSpPr>
      <p:grpSpPr>
        <a:xfrm>
          <a:off x="0" y="0"/>
          <a:ext cx="0" cy="0"/>
          <a:chOff x="0" y="0"/>
          <a:chExt cx="0" cy="0"/>
        </a:xfrm>
      </p:grpSpPr>
      <p:sp>
        <p:nvSpPr>
          <p:cNvPr id="1125" name="Google Shape;1125;g1ea53bee0a9_0_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6" name="Google Shape;1126;g1ea53bee0a9_0_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5" name="Shape 1155"/>
        <p:cNvGrpSpPr/>
        <p:nvPr/>
      </p:nvGrpSpPr>
      <p:grpSpPr>
        <a:xfrm>
          <a:off x="0" y="0"/>
          <a:ext cx="0" cy="0"/>
          <a:chOff x="0" y="0"/>
          <a:chExt cx="0" cy="0"/>
        </a:xfrm>
      </p:grpSpPr>
      <p:sp>
        <p:nvSpPr>
          <p:cNvPr id="1156" name="Google Shape;1156;g294d1ab419d_1_1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7" name="Google Shape;1157;g294d1ab419d_1_1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0" name="Shape 1290"/>
        <p:cNvGrpSpPr/>
        <p:nvPr/>
      </p:nvGrpSpPr>
      <p:grpSpPr>
        <a:xfrm>
          <a:off x="0" y="0"/>
          <a:ext cx="0" cy="0"/>
          <a:chOff x="0" y="0"/>
          <a:chExt cx="0" cy="0"/>
        </a:xfrm>
      </p:grpSpPr>
      <p:sp>
        <p:nvSpPr>
          <p:cNvPr id="1291" name="Google Shape;1291;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2" name="Google Shape;1292;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6" name="Shape 1326"/>
        <p:cNvGrpSpPr/>
        <p:nvPr/>
      </p:nvGrpSpPr>
      <p:grpSpPr>
        <a:xfrm>
          <a:off x="0" y="0"/>
          <a:ext cx="0" cy="0"/>
          <a:chOff x="0" y="0"/>
          <a:chExt cx="0" cy="0"/>
        </a:xfrm>
      </p:grpSpPr>
      <p:sp>
        <p:nvSpPr>
          <p:cNvPr id="1327" name="Google Shape;1327;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8" name="Google Shape;1328;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1" name="Shape 1351"/>
        <p:cNvGrpSpPr/>
        <p:nvPr/>
      </p:nvGrpSpPr>
      <p:grpSpPr>
        <a:xfrm>
          <a:off x="0" y="0"/>
          <a:ext cx="0" cy="0"/>
          <a:chOff x="0" y="0"/>
          <a:chExt cx="0" cy="0"/>
        </a:xfrm>
      </p:grpSpPr>
      <p:sp>
        <p:nvSpPr>
          <p:cNvPr id="1352" name="Google Shape;1352;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3" name="Google Shape;1353;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0" name="Shape 1360"/>
        <p:cNvGrpSpPr/>
        <p:nvPr/>
      </p:nvGrpSpPr>
      <p:grpSpPr>
        <a:xfrm>
          <a:off x="0" y="0"/>
          <a:ext cx="0" cy="0"/>
          <a:chOff x="0" y="0"/>
          <a:chExt cx="0" cy="0"/>
        </a:xfrm>
      </p:grpSpPr>
      <p:sp>
        <p:nvSpPr>
          <p:cNvPr id="1361" name="Google Shape;1361;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2" name="Google Shape;1362;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4" name="Shape 1374"/>
        <p:cNvGrpSpPr/>
        <p:nvPr/>
      </p:nvGrpSpPr>
      <p:grpSpPr>
        <a:xfrm>
          <a:off x="0" y="0"/>
          <a:ext cx="0" cy="0"/>
          <a:chOff x="0" y="0"/>
          <a:chExt cx="0" cy="0"/>
        </a:xfrm>
      </p:grpSpPr>
      <p:sp>
        <p:nvSpPr>
          <p:cNvPr id="1375" name="Google Shape;1375;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6" name="Google Shape;1376;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4" name="Shape 1384"/>
        <p:cNvGrpSpPr/>
        <p:nvPr/>
      </p:nvGrpSpPr>
      <p:grpSpPr>
        <a:xfrm>
          <a:off x="0" y="0"/>
          <a:ext cx="0" cy="0"/>
          <a:chOff x="0" y="0"/>
          <a:chExt cx="0" cy="0"/>
        </a:xfrm>
      </p:grpSpPr>
      <p:sp>
        <p:nvSpPr>
          <p:cNvPr id="1385" name="Google Shape;1385;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6" name="Google Shape;1386;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0" name="Shape 1470"/>
        <p:cNvGrpSpPr/>
        <p:nvPr/>
      </p:nvGrpSpPr>
      <p:grpSpPr>
        <a:xfrm>
          <a:off x="0" y="0"/>
          <a:ext cx="0" cy="0"/>
          <a:chOff x="0" y="0"/>
          <a:chExt cx="0" cy="0"/>
        </a:xfrm>
      </p:grpSpPr>
      <p:sp>
        <p:nvSpPr>
          <p:cNvPr id="1471" name="Google Shape;1471;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2" name="Google Shape;1472;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2" name="Shape 1512"/>
        <p:cNvGrpSpPr/>
        <p:nvPr/>
      </p:nvGrpSpPr>
      <p:grpSpPr>
        <a:xfrm>
          <a:off x="0" y="0"/>
          <a:ext cx="0" cy="0"/>
          <a:chOff x="0" y="0"/>
          <a:chExt cx="0" cy="0"/>
        </a:xfrm>
      </p:grpSpPr>
      <p:sp>
        <p:nvSpPr>
          <p:cNvPr id="1513" name="Google Shape;1513;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4" name="Google Shape;1514;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4" name="Shape 1574"/>
        <p:cNvGrpSpPr/>
        <p:nvPr/>
      </p:nvGrpSpPr>
      <p:grpSpPr>
        <a:xfrm>
          <a:off x="0" y="0"/>
          <a:ext cx="0" cy="0"/>
          <a:chOff x="0" y="0"/>
          <a:chExt cx="0" cy="0"/>
        </a:xfrm>
      </p:grpSpPr>
      <p:sp>
        <p:nvSpPr>
          <p:cNvPr id="1575" name="Google Shape;1575;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6" name="Google Shape;1576;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8" name="Shape 1598"/>
        <p:cNvGrpSpPr/>
        <p:nvPr/>
      </p:nvGrpSpPr>
      <p:grpSpPr>
        <a:xfrm>
          <a:off x="0" y="0"/>
          <a:ext cx="0" cy="0"/>
          <a:chOff x="0" y="0"/>
          <a:chExt cx="0" cy="0"/>
        </a:xfrm>
      </p:grpSpPr>
      <p:sp>
        <p:nvSpPr>
          <p:cNvPr id="1599" name="Google Shape;1599;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0" name="Google Shape;1600;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2" name="Shape 1692"/>
        <p:cNvGrpSpPr/>
        <p:nvPr/>
      </p:nvGrpSpPr>
      <p:grpSpPr>
        <a:xfrm>
          <a:off x="0" y="0"/>
          <a:ext cx="0" cy="0"/>
          <a:chOff x="0" y="0"/>
          <a:chExt cx="0" cy="0"/>
        </a:xfrm>
      </p:grpSpPr>
      <p:sp>
        <p:nvSpPr>
          <p:cNvPr id="1693" name="Google Shape;1693;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4" name="Google Shape;1694;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5" name="Shape 1705"/>
        <p:cNvGrpSpPr/>
        <p:nvPr/>
      </p:nvGrpSpPr>
      <p:grpSpPr>
        <a:xfrm>
          <a:off x="0" y="0"/>
          <a:ext cx="0" cy="0"/>
          <a:chOff x="0" y="0"/>
          <a:chExt cx="0" cy="0"/>
        </a:xfrm>
      </p:grpSpPr>
      <p:sp>
        <p:nvSpPr>
          <p:cNvPr id="1706" name="Google Shape;1706;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7" name="Google Shape;1707;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2" name="Shape 1742"/>
        <p:cNvGrpSpPr/>
        <p:nvPr/>
      </p:nvGrpSpPr>
      <p:grpSpPr>
        <a:xfrm>
          <a:off x="0" y="0"/>
          <a:ext cx="0" cy="0"/>
          <a:chOff x="0" y="0"/>
          <a:chExt cx="0" cy="0"/>
        </a:xfrm>
      </p:grpSpPr>
      <p:sp>
        <p:nvSpPr>
          <p:cNvPr id="1743" name="Google Shape;1743;g294d1ab419d_1_1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4" name="Google Shape;1744;g294d1ab419d_1_1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6" name="Shape 1766"/>
        <p:cNvGrpSpPr/>
        <p:nvPr/>
      </p:nvGrpSpPr>
      <p:grpSpPr>
        <a:xfrm>
          <a:off x="0" y="0"/>
          <a:ext cx="0" cy="0"/>
          <a:chOff x="0" y="0"/>
          <a:chExt cx="0" cy="0"/>
        </a:xfrm>
      </p:grpSpPr>
      <p:sp>
        <p:nvSpPr>
          <p:cNvPr id="1767" name="Google Shape;1767;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8" name="Google Shape;1768;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1" name="Shape 1841"/>
        <p:cNvGrpSpPr/>
        <p:nvPr/>
      </p:nvGrpSpPr>
      <p:grpSpPr>
        <a:xfrm>
          <a:off x="0" y="0"/>
          <a:ext cx="0" cy="0"/>
          <a:chOff x="0" y="0"/>
          <a:chExt cx="0" cy="0"/>
        </a:xfrm>
      </p:grpSpPr>
      <p:sp>
        <p:nvSpPr>
          <p:cNvPr id="1842" name="Google Shape;1842;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3" name="Google Shape;1843;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2" name="Shape 1892"/>
        <p:cNvGrpSpPr/>
        <p:nvPr/>
      </p:nvGrpSpPr>
      <p:grpSpPr>
        <a:xfrm>
          <a:off x="0" y="0"/>
          <a:ext cx="0" cy="0"/>
          <a:chOff x="0" y="0"/>
          <a:chExt cx="0" cy="0"/>
        </a:xfrm>
      </p:grpSpPr>
      <p:sp>
        <p:nvSpPr>
          <p:cNvPr id="1893" name="Google Shape;1893;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4" name="Google Shape;1894;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7" name="Shape 1917"/>
        <p:cNvGrpSpPr/>
        <p:nvPr/>
      </p:nvGrpSpPr>
      <p:grpSpPr>
        <a:xfrm>
          <a:off x="0" y="0"/>
          <a:ext cx="0" cy="0"/>
          <a:chOff x="0" y="0"/>
          <a:chExt cx="0" cy="0"/>
        </a:xfrm>
      </p:grpSpPr>
      <p:sp>
        <p:nvSpPr>
          <p:cNvPr id="1918" name="Google Shape;1918;g1ea53bee0a9_0_2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9" name="Google Shape;1919;g1ea53bee0a9_0_2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4" name="Shape 1934"/>
        <p:cNvGrpSpPr/>
        <p:nvPr/>
      </p:nvGrpSpPr>
      <p:grpSpPr>
        <a:xfrm>
          <a:off x="0" y="0"/>
          <a:ext cx="0" cy="0"/>
          <a:chOff x="0" y="0"/>
          <a:chExt cx="0" cy="0"/>
        </a:xfrm>
      </p:grpSpPr>
      <p:sp>
        <p:nvSpPr>
          <p:cNvPr id="1935" name="Google Shape;1935;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6" name="Google Shape;1936;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8" name="Shape 1958"/>
        <p:cNvGrpSpPr/>
        <p:nvPr/>
      </p:nvGrpSpPr>
      <p:grpSpPr>
        <a:xfrm>
          <a:off x="0" y="0"/>
          <a:ext cx="0" cy="0"/>
          <a:chOff x="0" y="0"/>
          <a:chExt cx="0" cy="0"/>
        </a:xfrm>
      </p:grpSpPr>
      <p:sp>
        <p:nvSpPr>
          <p:cNvPr id="1959" name="Google Shape;1959;g294d1ab419d_1_11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0" name="Google Shape;1960;g294d1ab419d_1_11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4" name="Shape 1974"/>
        <p:cNvGrpSpPr/>
        <p:nvPr/>
      </p:nvGrpSpPr>
      <p:grpSpPr>
        <a:xfrm>
          <a:off x="0" y="0"/>
          <a:ext cx="0" cy="0"/>
          <a:chOff x="0" y="0"/>
          <a:chExt cx="0" cy="0"/>
        </a:xfrm>
      </p:grpSpPr>
      <p:sp>
        <p:nvSpPr>
          <p:cNvPr id="1975" name="Google Shape;1975;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6" name="Google Shape;1976;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8" name="Shape 1998"/>
        <p:cNvGrpSpPr/>
        <p:nvPr/>
      </p:nvGrpSpPr>
      <p:grpSpPr>
        <a:xfrm>
          <a:off x="0" y="0"/>
          <a:ext cx="0" cy="0"/>
          <a:chOff x="0" y="0"/>
          <a:chExt cx="0" cy="0"/>
        </a:xfrm>
      </p:grpSpPr>
      <p:sp>
        <p:nvSpPr>
          <p:cNvPr id="1999" name="Google Shape;1999;g1ea53bee0a9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0" name="Google Shape;2000;g1ea53bee0a9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1" name="Shape 2011"/>
        <p:cNvGrpSpPr/>
        <p:nvPr/>
      </p:nvGrpSpPr>
      <p:grpSpPr>
        <a:xfrm>
          <a:off x="0" y="0"/>
          <a:ext cx="0" cy="0"/>
          <a:chOff x="0" y="0"/>
          <a:chExt cx="0" cy="0"/>
        </a:xfrm>
      </p:grpSpPr>
      <p:sp>
        <p:nvSpPr>
          <p:cNvPr id="2012" name="Google Shape;2012;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3" name="Google Shape;2013;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1" name="Shape 2051"/>
        <p:cNvGrpSpPr/>
        <p:nvPr/>
      </p:nvGrpSpPr>
      <p:grpSpPr>
        <a:xfrm>
          <a:off x="0" y="0"/>
          <a:ext cx="0" cy="0"/>
          <a:chOff x="0" y="0"/>
          <a:chExt cx="0" cy="0"/>
        </a:xfrm>
      </p:grpSpPr>
      <p:sp>
        <p:nvSpPr>
          <p:cNvPr id="2052" name="Google Shape;2052;g294d1ab419d_1_12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3" name="Google Shape;2053;g294d1ab419d_1_12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9" name="Shape 2069"/>
        <p:cNvGrpSpPr/>
        <p:nvPr/>
      </p:nvGrpSpPr>
      <p:grpSpPr>
        <a:xfrm>
          <a:off x="0" y="0"/>
          <a:ext cx="0" cy="0"/>
          <a:chOff x="0" y="0"/>
          <a:chExt cx="0" cy="0"/>
        </a:xfrm>
      </p:grpSpPr>
      <p:sp>
        <p:nvSpPr>
          <p:cNvPr id="2070" name="Google Shape;2070;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1" name="Google Shape;2071;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0" name="Shape 2230"/>
        <p:cNvGrpSpPr/>
        <p:nvPr/>
      </p:nvGrpSpPr>
      <p:grpSpPr>
        <a:xfrm>
          <a:off x="0" y="0"/>
          <a:ext cx="0" cy="0"/>
          <a:chOff x="0" y="0"/>
          <a:chExt cx="0" cy="0"/>
        </a:xfrm>
      </p:grpSpPr>
      <p:sp>
        <p:nvSpPr>
          <p:cNvPr id="2231" name="Google Shape;2231;g1ea53bee0a9_0_3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2" name="Google Shape;2232;g1ea53bee0a9_0_3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0" name="Shape 2440"/>
        <p:cNvGrpSpPr/>
        <p:nvPr/>
      </p:nvGrpSpPr>
      <p:grpSpPr>
        <a:xfrm>
          <a:off x="0" y="0"/>
          <a:ext cx="0" cy="0"/>
          <a:chOff x="0" y="0"/>
          <a:chExt cx="0" cy="0"/>
        </a:xfrm>
      </p:grpSpPr>
      <p:sp>
        <p:nvSpPr>
          <p:cNvPr id="2441" name="Google Shape;2441;g1ea53bee0a9_0_3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2" name="Google Shape;2442;g1ea53bee0a9_0_3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8" name="Shape 2448"/>
        <p:cNvGrpSpPr/>
        <p:nvPr/>
      </p:nvGrpSpPr>
      <p:grpSpPr>
        <a:xfrm>
          <a:off x="0" y="0"/>
          <a:ext cx="0" cy="0"/>
          <a:chOff x="0" y="0"/>
          <a:chExt cx="0" cy="0"/>
        </a:xfrm>
      </p:grpSpPr>
      <p:sp>
        <p:nvSpPr>
          <p:cNvPr id="2449" name="Google Shape;2449;g1ea53bee0a9_0_119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50" name="Google Shape;2450;g1ea53bee0a9_0_119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4" name="Shape 2454"/>
        <p:cNvGrpSpPr/>
        <p:nvPr/>
      </p:nvGrpSpPr>
      <p:grpSpPr>
        <a:xfrm>
          <a:off x="0" y="0"/>
          <a:ext cx="0" cy="0"/>
          <a:chOff x="0" y="0"/>
          <a:chExt cx="0" cy="0"/>
        </a:xfrm>
      </p:grpSpPr>
      <p:sp>
        <p:nvSpPr>
          <p:cNvPr id="2455" name="Google Shape;2455;g1ea53bee0a9_0_119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56" name="Google Shape;2456;g1ea53bee0a9_0_119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0" name="Shape 2460"/>
        <p:cNvGrpSpPr/>
        <p:nvPr/>
      </p:nvGrpSpPr>
      <p:grpSpPr>
        <a:xfrm>
          <a:off x="0" y="0"/>
          <a:ext cx="0" cy="0"/>
          <a:chOff x="0" y="0"/>
          <a:chExt cx="0" cy="0"/>
        </a:xfrm>
      </p:grpSpPr>
      <p:sp>
        <p:nvSpPr>
          <p:cNvPr id="2461" name="Google Shape;2461;g1ea53bee0a9_0_119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2" name="Google Shape;2462;g1ea53bee0a9_0_119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6" name="Shape 2476"/>
        <p:cNvGrpSpPr/>
        <p:nvPr/>
      </p:nvGrpSpPr>
      <p:grpSpPr>
        <a:xfrm>
          <a:off x="0" y="0"/>
          <a:ext cx="0" cy="0"/>
          <a:chOff x="0" y="0"/>
          <a:chExt cx="0" cy="0"/>
        </a:xfrm>
      </p:grpSpPr>
      <p:sp>
        <p:nvSpPr>
          <p:cNvPr id="2477" name="Google Shape;2477;g1ea53bee0a9_0_120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8" name="Google Shape;2478;g1ea53bee0a9_0_120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2" name="Shape 2492"/>
        <p:cNvGrpSpPr/>
        <p:nvPr/>
      </p:nvGrpSpPr>
      <p:grpSpPr>
        <a:xfrm>
          <a:off x="0" y="0"/>
          <a:ext cx="0" cy="0"/>
          <a:chOff x="0" y="0"/>
          <a:chExt cx="0" cy="0"/>
        </a:xfrm>
      </p:grpSpPr>
      <p:sp>
        <p:nvSpPr>
          <p:cNvPr id="2493" name="Google Shape;2493;g1ea53bee0a9_0_120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4" name="Google Shape;2494;g1ea53bee0a9_0_120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9" name="Shape 2829"/>
        <p:cNvGrpSpPr/>
        <p:nvPr/>
      </p:nvGrpSpPr>
      <p:grpSpPr>
        <a:xfrm>
          <a:off x="0" y="0"/>
          <a:ext cx="0" cy="0"/>
          <a:chOff x="0" y="0"/>
          <a:chExt cx="0" cy="0"/>
        </a:xfrm>
      </p:grpSpPr>
      <p:sp>
        <p:nvSpPr>
          <p:cNvPr id="2830" name="Google Shape;2830;g1ea53bee0a9_0_123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31" name="Google Shape;2831;g1ea53bee0a9_0_123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3" name="Shape 8743"/>
        <p:cNvGrpSpPr/>
        <p:nvPr/>
      </p:nvGrpSpPr>
      <p:grpSpPr>
        <a:xfrm>
          <a:off x="0" y="0"/>
          <a:ext cx="0" cy="0"/>
          <a:chOff x="0" y="0"/>
          <a:chExt cx="0" cy="0"/>
        </a:xfrm>
      </p:grpSpPr>
      <p:sp>
        <p:nvSpPr>
          <p:cNvPr id="8744" name="Google Shape;8744;g1ea53bee0a9_0_182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45" name="Google Shape;8745;g1ea53bee0a9_0_182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0" name="Shape 9170"/>
        <p:cNvGrpSpPr/>
        <p:nvPr/>
      </p:nvGrpSpPr>
      <p:grpSpPr>
        <a:xfrm>
          <a:off x="0" y="0"/>
          <a:ext cx="0" cy="0"/>
          <a:chOff x="0" y="0"/>
          <a:chExt cx="0" cy="0"/>
        </a:xfrm>
      </p:grpSpPr>
      <p:sp>
        <p:nvSpPr>
          <p:cNvPr id="9171" name="Google Shape;9171;g1ea53bee0a9_0_186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72" name="Google Shape;9172;g1ea53bee0a9_0_186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33" name="Shape 9333"/>
        <p:cNvGrpSpPr/>
        <p:nvPr/>
      </p:nvGrpSpPr>
      <p:grpSpPr>
        <a:xfrm>
          <a:off x="0" y="0"/>
          <a:ext cx="0" cy="0"/>
          <a:chOff x="0" y="0"/>
          <a:chExt cx="0" cy="0"/>
        </a:xfrm>
      </p:grpSpPr>
      <p:sp>
        <p:nvSpPr>
          <p:cNvPr id="9334" name="Google Shape;9334;g1ea53bee0a9_0_188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35" name="Google Shape;9335;g1ea53bee0a9_0_188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5" name="Shape 9735"/>
        <p:cNvGrpSpPr/>
        <p:nvPr/>
      </p:nvGrpSpPr>
      <p:grpSpPr>
        <a:xfrm>
          <a:off x="0" y="0"/>
          <a:ext cx="0" cy="0"/>
          <a:chOff x="0" y="0"/>
          <a:chExt cx="0" cy="0"/>
        </a:xfrm>
      </p:grpSpPr>
      <p:sp>
        <p:nvSpPr>
          <p:cNvPr id="9736" name="Google Shape;9736;g1ea53bee0a9_0_19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37" name="Google Shape;9737;g1ea53bee0a9_0_19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06" name="Shape 10106"/>
        <p:cNvGrpSpPr/>
        <p:nvPr/>
      </p:nvGrpSpPr>
      <p:grpSpPr>
        <a:xfrm>
          <a:off x="0" y="0"/>
          <a:ext cx="0" cy="0"/>
          <a:chOff x="0" y="0"/>
          <a:chExt cx="0" cy="0"/>
        </a:xfrm>
      </p:grpSpPr>
      <p:sp>
        <p:nvSpPr>
          <p:cNvPr id="10107" name="Google Shape;10107;g1ea53bee0a9_0_196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8" name="Google Shape;10108;g1ea53bee0a9_0_196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95" name="Shape 10495"/>
        <p:cNvGrpSpPr/>
        <p:nvPr/>
      </p:nvGrpSpPr>
      <p:grpSpPr>
        <a:xfrm>
          <a:off x="0" y="0"/>
          <a:ext cx="0" cy="0"/>
          <a:chOff x="0" y="0"/>
          <a:chExt cx="0" cy="0"/>
        </a:xfrm>
      </p:grpSpPr>
      <p:sp>
        <p:nvSpPr>
          <p:cNvPr id="10496" name="Google Shape;10496;g1ea53bee0a9_0_200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97" name="Google Shape;10497;g1ea53bee0a9_0_200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26" name="Shape 10926"/>
        <p:cNvGrpSpPr/>
        <p:nvPr/>
      </p:nvGrpSpPr>
      <p:grpSpPr>
        <a:xfrm>
          <a:off x="0" y="0"/>
          <a:ext cx="0" cy="0"/>
          <a:chOff x="0" y="0"/>
          <a:chExt cx="0" cy="0"/>
        </a:xfrm>
      </p:grpSpPr>
      <p:sp>
        <p:nvSpPr>
          <p:cNvPr id="10927" name="Google Shape;10927;g1ea53bee0a9_0_204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28" name="Google Shape;10928;g1ea53bee0a9_0_204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9" name="Shape 11719"/>
        <p:cNvGrpSpPr/>
        <p:nvPr/>
      </p:nvGrpSpPr>
      <p:grpSpPr>
        <a:xfrm>
          <a:off x="0" y="0"/>
          <a:ext cx="0" cy="0"/>
          <a:chOff x="0" y="0"/>
          <a:chExt cx="0" cy="0"/>
        </a:xfrm>
      </p:grpSpPr>
      <p:sp>
        <p:nvSpPr>
          <p:cNvPr id="11720" name="Google Shape;11720;g1ea53bee0a9_0_21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21" name="Google Shape;11721;g1ea53bee0a9_0_21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60" name="Shape 12460"/>
        <p:cNvGrpSpPr/>
        <p:nvPr/>
      </p:nvGrpSpPr>
      <p:grpSpPr>
        <a:xfrm>
          <a:off x="0" y="0"/>
          <a:ext cx="0" cy="0"/>
          <a:chOff x="0" y="0"/>
          <a:chExt cx="0" cy="0"/>
        </a:xfrm>
      </p:grpSpPr>
      <p:sp>
        <p:nvSpPr>
          <p:cNvPr id="12461" name="Google Shape;12461;g1ea53bee0a9_0_219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62" name="Google Shape;12462;g1ea53bee0a9_0_219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53" name="Shape 13153"/>
        <p:cNvGrpSpPr/>
        <p:nvPr/>
      </p:nvGrpSpPr>
      <p:grpSpPr>
        <a:xfrm>
          <a:off x="0" y="0"/>
          <a:ext cx="0" cy="0"/>
          <a:chOff x="0" y="0"/>
          <a:chExt cx="0" cy="0"/>
        </a:xfrm>
      </p:grpSpPr>
      <p:sp>
        <p:nvSpPr>
          <p:cNvPr id="13154" name="Google Shape;13154;g1ea53bee0a9_0_226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55" name="Google Shape;13155;g1ea53bee0a9_0_226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55" name="Shape 13455"/>
        <p:cNvGrpSpPr/>
        <p:nvPr/>
      </p:nvGrpSpPr>
      <p:grpSpPr>
        <a:xfrm>
          <a:off x="0" y="0"/>
          <a:ext cx="0" cy="0"/>
          <a:chOff x="0" y="0"/>
          <a:chExt cx="0" cy="0"/>
        </a:xfrm>
      </p:grpSpPr>
      <p:sp>
        <p:nvSpPr>
          <p:cNvPr id="13456" name="Google Shape;13456;g1ea53bee0a9_0_229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57" name="Google Shape;13457;g1ea53bee0a9_0_229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95" name="Shape 14095"/>
        <p:cNvGrpSpPr/>
        <p:nvPr/>
      </p:nvGrpSpPr>
      <p:grpSpPr>
        <a:xfrm>
          <a:off x="0" y="0"/>
          <a:ext cx="0" cy="0"/>
          <a:chOff x="0" y="0"/>
          <a:chExt cx="0" cy="0"/>
        </a:xfrm>
      </p:grpSpPr>
      <p:sp>
        <p:nvSpPr>
          <p:cNvPr id="14096" name="Google Shape;14096;g1ea53bee0a9_0_256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97" name="Google Shape;14097;g1ea53bee0a9_0_256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214099" y="-184351"/>
            <a:ext cx="9464336" cy="5327841"/>
            <a:chOff x="214099" y="-184351"/>
            <a:chExt cx="9464336" cy="5327841"/>
          </a:xfrm>
        </p:grpSpPr>
        <p:sp>
          <p:nvSpPr>
            <p:cNvPr id="10" name="Google Shape;10;p2"/>
            <p:cNvSpPr/>
            <p:nvPr/>
          </p:nvSpPr>
          <p:spPr>
            <a:xfrm flipH="1" rot="10800000">
              <a:off x="7183114" y="3"/>
              <a:ext cx="2495321" cy="1335085"/>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lt2"/>
            </a:solidFill>
            <a:ln>
              <a:noFill/>
            </a:ln>
            <a:effectLst>
              <a:outerShdw rotWithShape="0" algn="bl" dir="5400000" dist="57150">
                <a:srgbClr val="260D03">
                  <a:alpha val="8000"/>
                </a:srgbClr>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sp>
          <p:nvSpPr>
            <p:cNvPr id="11" name="Google Shape;11;p2"/>
            <p:cNvSpPr/>
            <p:nvPr/>
          </p:nvSpPr>
          <p:spPr>
            <a:xfrm rot="-794431">
              <a:off x="298084" y="265900"/>
              <a:ext cx="4071612" cy="1205930"/>
            </a:xfrm>
            <a:custGeom>
              <a:rect b="b" l="l" r="r" t="t"/>
              <a:pathLst>
                <a:path extrusionOk="0" h="613790" w="2072354">
                  <a:moveTo>
                    <a:pt x="2068449" y="515398"/>
                  </a:moveTo>
                  <a:lnTo>
                    <a:pt x="2043589" y="489299"/>
                  </a:lnTo>
                  <a:lnTo>
                    <a:pt x="2072354" y="463201"/>
                  </a:lnTo>
                  <a:lnTo>
                    <a:pt x="2045970" y="437102"/>
                  </a:lnTo>
                  <a:lnTo>
                    <a:pt x="2036921" y="411004"/>
                  </a:lnTo>
                  <a:lnTo>
                    <a:pt x="2055685" y="384905"/>
                  </a:lnTo>
                  <a:lnTo>
                    <a:pt x="2036731" y="358807"/>
                  </a:lnTo>
                  <a:lnTo>
                    <a:pt x="2039017" y="332708"/>
                  </a:lnTo>
                  <a:lnTo>
                    <a:pt x="2048066" y="306610"/>
                  </a:lnTo>
                  <a:lnTo>
                    <a:pt x="2050161" y="280511"/>
                  </a:lnTo>
                  <a:lnTo>
                    <a:pt x="2063972" y="254413"/>
                  </a:lnTo>
                  <a:lnTo>
                    <a:pt x="2048351" y="228314"/>
                  </a:lnTo>
                  <a:lnTo>
                    <a:pt x="2041588" y="202216"/>
                  </a:lnTo>
                  <a:lnTo>
                    <a:pt x="2038921" y="176117"/>
                  </a:lnTo>
                  <a:lnTo>
                    <a:pt x="2056543" y="150019"/>
                  </a:lnTo>
                  <a:lnTo>
                    <a:pt x="2063401" y="123920"/>
                  </a:lnTo>
                  <a:lnTo>
                    <a:pt x="2065973" y="97822"/>
                  </a:lnTo>
                  <a:lnTo>
                    <a:pt x="2060924" y="71819"/>
                  </a:lnTo>
                  <a:lnTo>
                    <a:pt x="2051018" y="45720"/>
                  </a:lnTo>
                  <a:lnTo>
                    <a:pt x="2063686" y="9049"/>
                  </a:lnTo>
                  <a:lnTo>
                    <a:pt x="2026920" y="15526"/>
                  </a:lnTo>
                  <a:lnTo>
                    <a:pt x="2000631" y="11906"/>
                  </a:lnTo>
                  <a:lnTo>
                    <a:pt x="1974342" y="22669"/>
                  </a:lnTo>
                  <a:lnTo>
                    <a:pt x="1948053" y="37243"/>
                  </a:lnTo>
                  <a:lnTo>
                    <a:pt x="1921764" y="38005"/>
                  </a:lnTo>
                  <a:lnTo>
                    <a:pt x="1895570" y="24670"/>
                  </a:lnTo>
                  <a:lnTo>
                    <a:pt x="1869281" y="17050"/>
                  </a:lnTo>
                  <a:lnTo>
                    <a:pt x="1842992" y="26765"/>
                  </a:lnTo>
                  <a:lnTo>
                    <a:pt x="1816703" y="11049"/>
                  </a:lnTo>
                  <a:lnTo>
                    <a:pt x="1790414" y="8953"/>
                  </a:lnTo>
                  <a:lnTo>
                    <a:pt x="1764125" y="1238"/>
                  </a:lnTo>
                  <a:lnTo>
                    <a:pt x="1737932" y="5715"/>
                  </a:lnTo>
                  <a:lnTo>
                    <a:pt x="1711643" y="34861"/>
                  </a:lnTo>
                  <a:lnTo>
                    <a:pt x="1685449" y="35909"/>
                  </a:lnTo>
                  <a:lnTo>
                    <a:pt x="1659160" y="3238"/>
                  </a:lnTo>
                  <a:lnTo>
                    <a:pt x="1632966" y="13621"/>
                  </a:lnTo>
                  <a:lnTo>
                    <a:pt x="1606772" y="9811"/>
                  </a:lnTo>
                  <a:lnTo>
                    <a:pt x="1580578" y="33814"/>
                  </a:lnTo>
                  <a:lnTo>
                    <a:pt x="1554385" y="17145"/>
                  </a:lnTo>
                  <a:lnTo>
                    <a:pt x="1528191" y="5144"/>
                  </a:lnTo>
                  <a:lnTo>
                    <a:pt x="1501997" y="27813"/>
                  </a:lnTo>
                  <a:lnTo>
                    <a:pt x="1475803" y="35623"/>
                  </a:lnTo>
                  <a:lnTo>
                    <a:pt x="1449610" y="6286"/>
                  </a:lnTo>
                  <a:lnTo>
                    <a:pt x="1423416" y="7620"/>
                  </a:lnTo>
                  <a:lnTo>
                    <a:pt x="1397222" y="0"/>
                  </a:lnTo>
                  <a:lnTo>
                    <a:pt x="1371028" y="9430"/>
                  </a:lnTo>
                  <a:lnTo>
                    <a:pt x="1344835" y="3905"/>
                  </a:lnTo>
                  <a:lnTo>
                    <a:pt x="1318641" y="8192"/>
                  </a:lnTo>
                  <a:lnTo>
                    <a:pt x="1292447" y="11335"/>
                  </a:lnTo>
                  <a:lnTo>
                    <a:pt x="1266253" y="9811"/>
                  </a:lnTo>
                  <a:lnTo>
                    <a:pt x="1240060" y="30575"/>
                  </a:lnTo>
                  <a:lnTo>
                    <a:pt x="1213866" y="12002"/>
                  </a:lnTo>
                  <a:lnTo>
                    <a:pt x="1187672" y="7239"/>
                  </a:lnTo>
                  <a:lnTo>
                    <a:pt x="1161478" y="17145"/>
                  </a:lnTo>
                  <a:lnTo>
                    <a:pt x="1135285" y="18383"/>
                  </a:lnTo>
                  <a:lnTo>
                    <a:pt x="1109091" y="36195"/>
                  </a:lnTo>
                  <a:lnTo>
                    <a:pt x="1082897" y="13525"/>
                  </a:lnTo>
                  <a:lnTo>
                    <a:pt x="1056703" y="39052"/>
                  </a:lnTo>
                  <a:lnTo>
                    <a:pt x="1030510" y="35909"/>
                  </a:lnTo>
                  <a:lnTo>
                    <a:pt x="1004316" y="32575"/>
                  </a:lnTo>
                  <a:lnTo>
                    <a:pt x="978122" y="29623"/>
                  </a:lnTo>
                  <a:lnTo>
                    <a:pt x="951928" y="4477"/>
                  </a:lnTo>
                  <a:lnTo>
                    <a:pt x="925735" y="20955"/>
                  </a:lnTo>
                  <a:lnTo>
                    <a:pt x="899541" y="34576"/>
                  </a:lnTo>
                  <a:lnTo>
                    <a:pt x="873347" y="17907"/>
                  </a:lnTo>
                  <a:lnTo>
                    <a:pt x="847153" y="24289"/>
                  </a:lnTo>
                  <a:lnTo>
                    <a:pt x="820960" y="10954"/>
                  </a:lnTo>
                  <a:lnTo>
                    <a:pt x="794766" y="31432"/>
                  </a:lnTo>
                  <a:lnTo>
                    <a:pt x="768572" y="28099"/>
                  </a:lnTo>
                  <a:lnTo>
                    <a:pt x="742378" y="18859"/>
                  </a:lnTo>
                  <a:lnTo>
                    <a:pt x="716185" y="37909"/>
                  </a:lnTo>
                  <a:lnTo>
                    <a:pt x="689991" y="28194"/>
                  </a:lnTo>
                  <a:lnTo>
                    <a:pt x="663797" y="22765"/>
                  </a:lnTo>
                  <a:lnTo>
                    <a:pt x="637603" y="20002"/>
                  </a:lnTo>
                  <a:lnTo>
                    <a:pt x="611410" y="21050"/>
                  </a:lnTo>
                  <a:lnTo>
                    <a:pt x="585216" y="39338"/>
                  </a:lnTo>
                  <a:lnTo>
                    <a:pt x="559022" y="13525"/>
                  </a:lnTo>
                  <a:lnTo>
                    <a:pt x="532828" y="27432"/>
                  </a:lnTo>
                  <a:lnTo>
                    <a:pt x="506635" y="13049"/>
                  </a:lnTo>
                  <a:lnTo>
                    <a:pt x="480441" y="26956"/>
                  </a:lnTo>
                  <a:lnTo>
                    <a:pt x="454247" y="34195"/>
                  </a:lnTo>
                  <a:lnTo>
                    <a:pt x="428053" y="31147"/>
                  </a:lnTo>
                  <a:lnTo>
                    <a:pt x="401860" y="26575"/>
                  </a:lnTo>
                  <a:lnTo>
                    <a:pt x="375666" y="18574"/>
                  </a:lnTo>
                  <a:lnTo>
                    <a:pt x="349472" y="28003"/>
                  </a:lnTo>
                  <a:lnTo>
                    <a:pt x="323278" y="18955"/>
                  </a:lnTo>
                  <a:lnTo>
                    <a:pt x="297085" y="2000"/>
                  </a:lnTo>
                  <a:lnTo>
                    <a:pt x="270891" y="9239"/>
                  </a:lnTo>
                  <a:lnTo>
                    <a:pt x="244697" y="34385"/>
                  </a:lnTo>
                  <a:lnTo>
                    <a:pt x="218503" y="10287"/>
                  </a:lnTo>
                  <a:lnTo>
                    <a:pt x="192310" y="2667"/>
                  </a:lnTo>
                  <a:lnTo>
                    <a:pt x="166116" y="5620"/>
                  </a:lnTo>
                  <a:lnTo>
                    <a:pt x="139922" y="17240"/>
                  </a:lnTo>
                  <a:lnTo>
                    <a:pt x="113728" y="17050"/>
                  </a:lnTo>
                  <a:lnTo>
                    <a:pt x="87535" y="12192"/>
                  </a:lnTo>
                  <a:lnTo>
                    <a:pt x="61341" y="20002"/>
                  </a:lnTo>
                  <a:lnTo>
                    <a:pt x="6572" y="4477"/>
                  </a:lnTo>
                  <a:lnTo>
                    <a:pt x="476" y="6286"/>
                  </a:lnTo>
                  <a:lnTo>
                    <a:pt x="476" y="72580"/>
                  </a:lnTo>
                  <a:lnTo>
                    <a:pt x="39815" y="76295"/>
                  </a:lnTo>
                  <a:cubicBezTo>
                    <a:pt x="43434" y="64579"/>
                    <a:pt x="54292" y="56102"/>
                    <a:pt x="67151" y="56102"/>
                  </a:cubicBezTo>
                  <a:cubicBezTo>
                    <a:pt x="83058" y="56102"/>
                    <a:pt x="95917" y="68961"/>
                    <a:pt x="95917" y="84868"/>
                  </a:cubicBezTo>
                  <a:cubicBezTo>
                    <a:pt x="95917" y="100775"/>
                    <a:pt x="83058" y="113633"/>
                    <a:pt x="67151" y="113633"/>
                  </a:cubicBezTo>
                  <a:cubicBezTo>
                    <a:pt x="56864" y="113633"/>
                    <a:pt x="47911" y="108204"/>
                    <a:pt x="42767" y="100013"/>
                  </a:cubicBezTo>
                  <a:lnTo>
                    <a:pt x="18193" y="100584"/>
                  </a:lnTo>
                  <a:lnTo>
                    <a:pt x="381" y="104489"/>
                  </a:lnTo>
                  <a:lnTo>
                    <a:pt x="381" y="179737"/>
                  </a:lnTo>
                  <a:lnTo>
                    <a:pt x="39719" y="183452"/>
                  </a:lnTo>
                  <a:cubicBezTo>
                    <a:pt x="43339" y="171736"/>
                    <a:pt x="54197" y="163259"/>
                    <a:pt x="67056" y="163259"/>
                  </a:cubicBezTo>
                  <a:cubicBezTo>
                    <a:pt x="82963" y="163259"/>
                    <a:pt x="95821" y="176117"/>
                    <a:pt x="95821" y="192024"/>
                  </a:cubicBezTo>
                  <a:cubicBezTo>
                    <a:pt x="95821" y="207931"/>
                    <a:pt x="82963" y="220790"/>
                    <a:pt x="67056" y="220790"/>
                  </a:cubicBezTo>
                  <a:cubicBezTo>
                    <a:pt x="56769" y="220790"/>
                    <a:pt x="47816" y="215360"/>
                    <a:pt x="42672" y="207169"/>
                  </a:cubicBezTo>
                  <a:lnTo>
                    <a:pt x="18098" y="207740"/>
                  </a:lnTo>
                  <a:lnTo>
                    <a:pt x="286" y="211645"/>
                  </a:lnTo>
                  <a:lnTo>
                    <a:pt x="286" y="286893"/>
                  </a:lnTo>
                  <a:lnTo>
                    <a:pt x="39624" y="290608"/>
                  </a:lnTo>
                  <a:cubicBezTo>
                    <a:pt x="43243" y="278892"/>
                    <a:pt x="54102" y="270415"/>
                    <a:pt x="66961" y="270415"/>
                  </a:cubicBezTo>
                  <a:cubicBezTo>
                    <a:pt x="82867" y="270415"/>
                    <a:pt x="95726" y="283273"/>
                    <a:pt x="95726" y="299180"/>
                  </a:cubicBezTo>
                  <a:cubicBezTo>
                    <a:pt x="95726" y="315087"/>
                    <a:pt x="82867" y="327946"/>
                    <a:pt x="66961" y="327946"/>
                  </a:cubicBezTo>
                  <a:cubicBezTo>
                    <a:pt x="56674" y="327946"/>
                    <a:pt x="47720" y="322516"/>
                    <a:pt x="42577" y="314325"/>
                  </a:cubicBezTo>
                  <a:lnTo>
                    <a:pt x="18002" y="314897"/>
                  </a:lnTo>
                  <a:lnTo>
                    <a:pt x="190" y="318802"/>
                  </a:lnTo>
                  <a:lnTo>
                    <a:pt x="190" y="394049"/>
                  </a:lnTo>
                  <a:lnTo>
                    <a:pt x="39529" y="397764"/>
                  </a:lnTo>
                  <a:cubicBezTo>
                    <a:pt x="43148" y="386048"/>
                    <a:pt x="54007" y="377571"/>
                    <a:pt x="66866" y="377571"/>
                  </a:cubicBezTo>
                  <a:cubicBezTo>
                    <a:pt x="82772" y="377571"/>
                    <a:pt x="95631" y="390430"/>
                    <a:pt x="95631" y="406336"/>
                  </a:cubicBezTo>
                  <a:cubicBezTo>
                    <a:pt x="95631" y="422243"/>
                    <a:pt x="82772" y="435102"/>
                    <a:pt x="66866" y="435102"/>
                  </a:cubicBezTo>
                  <a:cubicBezTo>
                    <a:pt x="56578" y="435102"/>
                    <a:pt x="47625" y="429673"/>
                    <a:pt x="42482" y="421481"/>
                  </a:cubicBezTo>
                  <a:lnTo>
                    <a:pt x="17907" y="422053"/>
                  </a:lnTo>
                  <a:lnTo>
                    <a:pt x="95" y="425958"/>
                  </a:lnTo>
                  <a:lnTo>
                    <a:pt x="95" y="501206"/>
                  </a:lnTo>
                  <a:lnTo>
                    <a:pt x="39433" y="504920"/>
                  </a:lnTo>
                  <a:cubicBezTo>
                    <a:pt x="43053" y="493204"/>
                    <a:pt x="53911" y="484727"/>
                    <a:pt x="66770" y="484727"/>
                  </a:cubicBezTo>
                  <a:cubicBezTo>
                    <a:pt x="82677" y="484727"/>
                    <a:pt x="95536" y="497586"/>
                    <a:pt x="95536" y="513493"/>
                  </a:cubicBezTo>
                  <a:cubicBezTo>
                    <a:pt x="95536" y="529399"/>
                    <a:pt x="82677" y="542258"/>
                    <a:pt x="66770" y="542258"/>
                  </a:cubicBezTo>
                  <a:cubicBezTo>
                    <a:pt x="56483" y="542258"/>
                    <a:pt x="47530" y="536829"/>
                    <a:pt x="42386" y="528637"/>
                  </a:cubicBezTo>
                  <a:lnTo>
                    <a:pt x="17812" y="529209"/>
                  </a:lnTo>
                  <a:lnTo>
                    <a:pt x="0" y="533114"/>
                  </a:lnTo>
                  <a:lnTo>
                    <a:pt x="0" y="598837"/>
                  </a:lnTo>
                  <a:lnTo>
                    <a:pt x="6191" y="597408"/>
                  </a:lnTo>
                  <a:lnTo>
                    <a:pt x="61150" y="608362"/>
                  </a:lnTo>
                  <a:lnTo>
                    <a:pt x="87440" y="610172"/>
                  </a:lnTo>
                  <a:lnTo>
                    <a:pt x="113728" y="573786"/>
                  </a:lnTo>
                  <a:lnTo>
                    <a:pt x="140017" y="579501"/>
                  </a:lnTo>
                  <a:lnTo>
                    <a:pt x="166211" y="588645"/>
                  </a:lnTo>
                  <a:lnTo>
                    <a:pt x="192500" y="600837"/>
                  </a:lnTo>
                  <a:lnTo>
                    <a:pt x="218789" y="588740"/>
                  </a:lnTo>
                  <a:lnTo>
                    <a:pt x="245078" y="605504"/>
                  </a:lnTo>
                  <a:lnTo>
                    <a:pt x="271367" y="580739"/>
                  </a:lnTo>
                  <a:lnTo>
                    <a:pt x="297656" y="603409"/>
                  </a:lnTo>
                  <a:lnTo>
                    <a:pt x="323850" y="606457"/>
                  </a:lnTo>
                  <a:lnTo>
                    <a:pt x="350139" y="611124"/>
                  </a:lnTo>
                  <a:lnTo>
                    <a:pt x="376333" y="577882"/>
                  </a:lnTo>
                  <a:lnTo>
                    <a:pt x="402622" y="597694"/>
                  </a:lnTo>
                  <a:lnTo>
                    <a:pt x="428816" y="578834"/>
                  </a:lnTo>
                  <a:lnTo>
                    <a:pt x="455009" y="598646"/>
                  </a:lnTo>
                  <a:lnTo>
                    <a:pt x="481203" y="584549"/>
                  </a:lnTo>
                  <a:lnTo>
                    <a:pt x="507397" y="588740"/>
                  </a:lnTo>
                  <a:lnTo>
                    <a:pt x="533591" y="589598"/>
                  </a:lnTo>
                  <a:lnTo>
                    <a:pt x="559784" y="588074"/>
                  </a:lnTo>
                  <a:lnTo>
                    <a:pt x="585978" y="588074"/>
                  </a:lnTo>
                  <a:cubicBezTo>
                    <a:pt x="585978" y="588074"/>
                    <a:pt x="612172" y="603599"/>
                    <a:pt x="612172" y="603599"/>
                  </a:cubicBezTo>
                  <a:lnTo>
                    <a:pt x="638366" y="611886"/>
                  </a:lnTo>
                  <a:lnTo>
                    <a:pt x="664559" y="590169"/>
                  </a:lnTo>
                  <a:lnTo>
                    <a:pt x="690753" y="589026"/>
                  </a:lnTo>
                  <a:lnTo>
                    <a:pt x="716947" y="594360"/>
                  </a:lnTo>
                  <a:lnTo>
                    <a:pt x="743141" y="595217"/>
                  </a:lnTo>
                  <a:lnTo>
                    <a:pt x="769334" y="602361"/>
                  </a:lnTo>
                  <a:lnTo>
                    <a:pt x="795623" y="584168"/>
                  </a:lnTo>
                  <a:lnTo>
                    <a:pt x="821817" y="589693"/>
                  </a:lnTo>
                  <a:lnTo>
                    <a:pt x="848011" y="585311"/>
                  </a:lnTo>
                  <a:lnTo>
                    <a:pt x="874204" y="611791"/>
                  </a:lnTo>
                  <a:lnTo>
                    <a:pt x="900398" y="584645"/>
                  </a:lnTo>
                  <a:lnTo>
                    <a:pt x="926592" y="597122"/>
                  </a:lnTo>
                  <a:lnTo>
                    <a:pt x="952786" y="599408"/>
                  </a:lnTo>
                  <a:lnTo>
                    <a:pt x="978979" y="610933"/>
                  </a:lnTo>
                  <a:lnTo>
                    <a:pt x="1005173" y="606647"/>
                  </a:lnTo>
                  <a:lnTo>
                    <a:pt x="1031367" y="598837"/>
                  </a:lnTo>
                  <a:lnTo>
                    <a:pt x="1057561" y="613791"/>
                  </a:lnTo>
                  <a:lnTo>
                    <a:pt x="1083754" y="607124"/>
                  </a:lnTo>
                  <a:lnTo>
                    <a:pt x="1109948" y="591312"/>
                  </a:lnTo>
                  <a:lnTo>
                    <a:pt x="1136142" y="591312"/>
                  </a:lnTo>
                  <a:cubicBezTo>
                    <a:pt x="1136142" y="591312"/>
                    <a:pt x="1162336" y="589407"/>
                    <a:pt x="1162336" y="589407"/>
                  </a:cubicBezTo>
                  <a:lnTo>
                    <a:pt x="1188529" y="588740"/>
                  </a:lnTo>
                  <a:lnTo>
                    <a:pt x="1214723" y="600075"/>
                  </a:lnTo>
                  <a:lnTo>
                    <a:pt x="1240917" y="603599"/>
                  </a:lnTo>
                  <a:lnTo>
                    <a:pt x="1267111" y="607886"/>
                  </a:lnTo>
                  <a:lnTo>
                    <a:pt x="1293304" y="597884"/>
                  </a:lnTo>
                  <a:lnTo>
                    <a:pt x="1319498" y="591217"/>
                  </a:lnTo>
                  <a:lnTo>
                    <a:pt x="1345692" y="603028"/>
                  </a:lnTo>
                  <a:lnTo>
                    <a:pt x="1371886" y="593789"/>
                  </a:lnTo>
                  <a:lnTo>
                    <a:pt x="1398079" y="583025"/>
                  </a:lnTo>
                  <a:lnTo>
                    <a:pt x="1424273" y="611981"/>
                  </a:lnTo>
                  <a:lnTo>
                    <a:pt x="1450467" y="592836"/>
                  </a:lnTo>
                  <a:lnTo>
                    <a:pt x="1476661" y="593122"/>
                  </a:lnTo>
                  <a:lnTo>
                    <a:pt x="1502854" y="588359"/>
                  </a:lnTo>
                  <a:lnTo>
                    <a:pt x="1529048" y="588169"/>
                  </a:lnTo>
                  <a:lnTo>
                    <a:pt x="1555242" y="604647"/>
                  </a:lnTo>
                  <a:lnTo>
                    <a:pt x="1581436" y="595694"/>
                  </a:lnTo>
                  <a:lnTo>
                    <a:pt x="1607629" y="590550"/>
                  </a:lnTo>
                  <a:lnTo>
                    <a:pt x="1633823" y="590169"/>
                  </a:lnTo>
                  <a:lnTo>
                    <a:pt x="1660017" y="603028"/>
                  </a:lnTo>
                  <a:lnTo>
                    <a:pt x="1686211" y="584264"/>
                  </a:lnTo>
                  <a:lnTo>
                    <a:pt x="1712404" y="576644"/>
                  </a:lnTo>
                  <a:lnTo>
                    <a:pt x="1738598" y="590740"/>
                  </a:lnTo>
                  <a:lnTo>
                    <a:pt x="1764792" y="580549"/>
                  </a:lnTo>
                  <a:lnTo>
                    <a:pt x="1790986" y="573595"/>
                  </a:lnTo>
                  <a:lnTo>
                    <a:pt x="1817179" y="582549"/>
                  </a:lnTo>
                  <a:lnTo>
                    <a:pt x="1843373" y="593884"/>
                  </a:lnTo>
                  <a:lnTo>
                    <a:pt x="1869567" y="611981"/>
                  </a:lnTo>
                  <a:lnTo>
                    <a:pt x="1895761" y="588359"/>
                  </a:lnTo>
                  <a:lnTo>
                    <a:pt x="1921954" y="593217"/>
                  </a:lnTo>
                  <a:lnTo>
                    <a:pt x="1948148" y="601218"/>
                  </a:lnTo>
                  <a:lnTo>
                    <a:pt x="1974342" y="575882"/>
                  </a:lnTo>
                  <a:lnTo>
                    <a:pt x="2000536" y="587788"/>
                  </a:lnTo>
                  <a:lnTo>
                    <a:pt x="2026729" y="595217"/>
                  </a:lnTo>
                  <a:lnTo>
                    <a:pt x="2057210" y="598075"/>
                  </a:lnTo>
                  <a:lnTo>
                    <a:pt x="2041493" y="568547"/>
                  </a:lnTo>
                  <a:lnTo>
                    <a:pt x="2070926" y="541496"/>
                  </a:lnTo>
                  <a:lnTo>
                    <a:pt x="2068259" y="515398"/>
                  </a:lnTo>
                  <a:close/>
                </a:path>
              </a:pathLst>
            </a:custGeom>
            <a:solidFill>
              <a:schemeClr val="dk2"/>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sp>
          <p:nvSpPr>
            <p:cNvPr id="12" name="Google Shape;12;p2"/>
            <p:cNvSpPr/>
            <p:nvPr/>
          </p:nvSpPr>
          <p:spPr>
            <a:xfrm>
              <a:off x="1103246" y="792605"/>
              <a:ext cx="6937508" cy="3710691"/>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 name="Google Shape;13;p2"/>
            <p:cNvSpPr/>
            <p:nvPr/>
          </p:nvSpPr>
          <p:spPr>
            <a:xfrm flipH="1">
              <a:off x="5764122" y="4624126"/>
              <a:ext cx="3379889" cy="519364"/>
            </a:xfrm>
            <a:custGeom>
              <a:rect b="b" l="l" r="r" t="t"/>
              <a:pathLst>
                <a:path extrusionOk="0" h="308228" w="2005869">
                  <a:moveTo>
                    <a:pt x="1999679" y="286893"/>
                  </a:moveTo>
                  <a:lnTo>
                    <a:pt x="2005870" y="308229"/>
                  </a:lnTo>
                  <a:lnTo>
                    <a:pt x="0" y="308229"/>
                  </a:lnTo>
                  <a:lnTo>
                    <a:pt x="0" y="0"/>
                  </a:lnTo>
                  <a:lnTo>
                    <a:pt x="1402937" y="0"/>
                  </a:lnTo>
                  <a:cubicBezTo>
                    <a:pt x="1402747" y="2476"/>
                    <a:pt x="1402747" y="4763"/>
                    <a:pt x="1403223" y="6287"/>
                  </a:cubicBezTo>
                  <a:cubicBezTo>
                    <a:pt x="1406081" y="6477"/>
                    <a:pt x="1407890" y="7239"/>
                    <a:pt x="1410653" y="7906"/>
                  </a:cubicBezTo>
                  <a:cubicBezTo>
                    <a:pt x="1413986" y="8763"/>
                    <a:pt x="1418177" y="7239"/>
                    <a:pt x="1421130" y="8572"/>
                  </a:cubicBezTo>
                  <a:cubicBezTo>
                    <a:pt x="1421702" y="16097"/>
                    <a:pt x="1425893" y="16192"/>
                    <a:pt x="1432655" y="18955"/>
                  </a:cubicBezTo>
                  <a:cubicBezTo>
                    <a:pt x="1437894" y="21146"/>
                    <a:pt x="1434846" y="30766"/>
                    <a:pt x="1440847" y="30289"/>
                  </a:cubicBezTo>
                  <a:cubicBezTo>
                    <a:pt x="1448372" y="29813"/>
                    <a:pt x="1450372" y="25527"/>
                    <a:pt x="1453325" y="34290"/>
                  </a:cubicBezTo>
                  <a:cubicBezTo>
                    <a:pt x="1454468" y="37624"/>
                    <a:pt x="1454753" y="40386"/>
                    <a:pt x="1456373" y="43434"/>
                  </a:cubicBezTo>
                  <a:cubicBezTo>
                    <a:pt x="1457897" y="46291"/>
                    <a:pt x="1459897" y="49339"/>
                    <a:pt x="1461707" y="52006"/>
                  </a:cubicBezTo>
                  <a:cubicBezTo>
                    <a:pt x="1465040" y="57055"/>
                    <a:pt x="1466279" y="54578"/>
                    <a:pt x="1471327" y="55912"/>
                  </a:cubicBezTo>
                  <a:cubicBezTo>
                    <a:pt x="1473327" y="56388"/>
                    <a:pt x="1474851" y="58483"/>
                    <a:pt x="1476661" y="59626"/>
                  </a:cubicBezTo>
                  <a:cubicBezTo>
                    <a:pt x="1480280" y="62008"/>
                    <a:pt x="1484471" y="63151"/>
                    <a:pt x="1488472" y="65246"/>
                  </a:cubicBezTo>
                  <a:cubicBezTo>
                    <a:pt x="1490472" y="66294"/>
                    <a:pt x="1492663" y="66580"/>
                    <a:pt x="1493520" y="68675"/>
                  </a:cubicBezTo>
                  <a:cubicBezTo>
                    <a:pt x="1494377" y="70961"/>
                    <a:pt x="1496949" y="71056"/>
                    <a:pt x="1496949" y="73533"/>
                  </a:cubicBezTo>
                  <a:cubicBezTo>
                    <a:pt x="1496949" y="80391"/>
                    <a:pt x="1500283" y="82772"/>
                    <a:pt x="1501997" y="89249"/>
                  </a:cubicBezTo>
                  <a:cubicBezTo>
                    <a:pt x="1502855" y="92107"/>
                    <a:pt x="1501712" y="95059"/>
                    <a:pt x="1502378" y="97822"/>
                  </a:cubicBezTo>
                  <a:cubicBezTo>
                    <a:pt x="1502759" y="99727"/>
                    <a:pt x="1503807" y="100298"/>
                    <a:pt x="1504379" y="102013"/>
                  </a:cubicBezTo>
                  <a:cubicBezTo>
                    <a:pt x="1505426" y="105346"/>
                    <a:pt x="1503045" y="109633"/>
                    <a:pt x="1504569" y="113062"/>
                  </a:cubicBezTo>
                  <a:cubicBezTo>
                    <a:pt x="1504950" y="113919"/>
                    <a:pt x="1507808" y="115729"/>
                    <a:pt x="1508474" y="117062"/>
                  </a:cubicBezTo>
                  <a:cubicBezTo>
                    <a:pt x="1509713" y="119539"/>
                    <a:pt x="1509713" y="121729"/>
                    <a:pt x="1510189" y="124301"/>
                  </a:cubicBezTo>
                  <a:cubicBezTo>
                    <a:pt x="1511332" y="126206"/>
                    <a:pt x="1511808" y="128206"/>
                    <a:pt x="1511618" y="130397"/>
                  </a:cubicBezTo>
                  <a:cubicBezTo>
                    <a:pt x="1511332" y="132302"/>
                    <a:pt x="1511427" y="134112"/>
                    <a:pt x="1511808" y="136017"/>
                  </a:cubicBezTo>
                  <a:cubicBezTo>
                    <a:pt x="1513713" y="140875"/>
                    <a:pt x="1520095" y="146495"/>
                    <a:pt x="1524762" y="146495"/>
                  </a:cubicBezTo>
                  <a:cubicBezTo>
                    <a:pt x="1530763" y="146495"/>
                    <a:pt x="1536954" y="145923"/>
                    <a:pt x="1542955" y="146495"/>
                  </a:cubicBezTo>
                  <a:cubicBezTo>
                    <a:pt x="1547146" y="146780"/>
                    <a:pt x="1549622" y="149352"/>
                    <a:pt x="1554290" y="148399"/>
                  </a:cubicBezTo>
                  <a:cubicBezTo>
                    <a:pt x="1561529" y="147066"/>
                    <a:pt x="1570768" y="150781"/>
                    <a:pt x="1577435" y="147447"/>
                  </a:cubicBezTo>
                  <a:cubicBezTo>
                    <a:pt x="1580864" y="145732"/>
                    <a:pt x="1582865" y="145828"/>
                    <a:pt x="1584960" y="142970"/>
                  </a:cubicBezTo>
                  <a:cubicBezTo>
                    <a:pt x="1588580" y="137922"/>
                    <a:pt x="1589246" y="130207"/>
                    <a:pt x="1594104" y="125825"/>
                  </a:cubicBezTo>
                  <a:cubicBezTo>
                    <a:pt x="1599914" y="128968"/>
                    <a:pt x="1619822" y="130969"/>
                    <a:pt x="1624870" y="125825"/>
                  </a:cubicBezTo>
                  <a:cubicBezTo>
                    <a:pt x="1625156" y="124396"/>
                    <a:pt x="1625822" y="123158"/>
                    <a:pt x="1626775" y="122015"/>
                  </a:cubicBezTo>
                  <a:cubicBezTo>
                    <a:pt x="1627918" y="120777"/>
                    <a:pt x="1629251" y="119729"/>
                    <a:pt x="1630680" y="118777"/>
                  </a:cubicBezTo>
                  <a:cubicBezTo>
                    <a:pt x="1632204" y="117253"/>
                    <a:pt x="1633157" y="116681"/>
                    <a:pt x="1634300" y="114395"/>
                  </a:cubicBezTo>
                  <a:cubicBezTo>
                    <a:pt x="1636490" y="110109"/>
                    <a:pt x="1635633" y="107442"/>
                    <a:pt x="1639729" y="105442"/>
                  </a:cubicBezTo>
                  <a:cubicBezTo>
                    <a:pt x="1642491" y="104013"/>
                    <a:pt x="1646301" y="102679"/>
                    <a:pt x="1649159" y="101441"/>
                  </a:cubicBezTo>
                  <a:cubicBezTo>
                    <a:pt x="1653445" y="99536"/>
                    <a:pt x="1655445" y="91726"/>
                    <a:pt x="1658874" y="88582"/>
                  </a:cubicBezTo>
                  <a:cubicBezTo>
                    <a:pt x="1660493" y="87058"/>
                    <a:pt x="1663351" y="89059"/>
                    <a:pt x="1664399" y="86868"/>
                  </a:cubicBezTo>
                  <a:cubicBezTo>
                    <a:pt x="1665256" y="84963"/>
                    <a:pt x="1667447" y="74676"/>
                    <a:pt x="1669542" y="73723"/>
                  </a:cubicBezTo>
                  <a:cubicBezTo>
                    <a:pt x="1672304" y="72485"/>
                    <a:pt x="1673924" y="74581"/>
                    <a:pt x="1676686" y="75629"/>
                  </a:cubicBezTo>
                  <a:cubicBezTo>
                    <a:pt x="1679734" y="76676"/>
                    <a:pt x="1682591" y="76962"/>
                    <a:pt x="1685735" y="76962"/>
                  </a:cubicBezTo>
                  <a:cubicBezTo>
                    <a:pt x="1689926" y="76962"/>
                    <a:pt x="1681829" y="66008"/>
                    <a:pt x="1685735" y="64579"/>
                  </a:cubicBezTo>
                  <a:cubicBezTo>
                    <a:pt x="1690211" y="62960"/>
                    <a:pt x="1693736" y="64389"/>
                    <a:pt x="1698117" y="64770"/>
                  </a:cubicBezTo>
                  <a:cubicBezTo>
                    <a:pt x="1701070" y="65056"/>
                    <a:pt x="1703261" y="64770"/>
                    <a:pt x="1706499" y="63437"/>
                  </a:cubicBezTo>
                  <a:cubicBezTo>
                    <a:pt x="1711166" y="61246"/>
                    <a:pt x="1712976" y="60198"/>
                    <a:pt x="1718215" y="60103"/>
                  </a:cubicBezTo>
                  <a:cubicBezTo>
                    <a:pt x="1723073" y="59912"/>
                    <a:pt x="1735455" y="57817"/>
                    <a:pt x="1739646" y="61436"/>
                  </a:cubicBezTo>
                  <a:cubicBezTo>
                    <a:pt x="1742123" y="63722"/>
                    <a:pt x="1740408" y="63341"/>
                    <a:pt x="1741456" y="65722"/>
                  </a:cubicBezTo>
                  <a:cubicBezTo>
                    <a:pt x="1742980" y="69151"/>
                    <a:pt x="1740503" y="68866"/>
                    <a:pt x="1745171" y="69437"/>
                  </a:cubicBezTo>
                  <a:cubicBezTo>
                    <a:pt x="1746599" y="69628"/>
                    <a:pt x="1749076" y="68580"/>
                    <a:pt x="1750314" y="69628"/>
                  </a:cubicBezTo>
                  <a:cubicBezTo>
                    <a:pt x="1752505" y="71247"/>
                    <a:pt x="1752695" y="78867"/>
                    <a:pt x="1755077" y="80391"/>
                  </a:cubicBezTo>
                  <a:cubicBezTo>
                    <a:pt x="1756886" y="81439"/>
                    <a:pt x="1760315" y="80677"/>
                    <a:pt x="1762220" y="80581"/>
                  </a:cubicBezTo>
                  <a:cubicBezTo>
                    <a:pt x="1767554" y="80581"/>
                    <a:pt x="1772888" y="80581"/>
                    <a:pt x="1778127" y="80581"/>
                  </a:cubicBezTo>
                  <a:cubicBezTo>
                    <a:pt x="1781556" y="80581"/>
                    <a:pt x="1784795" y="80296"/>
                    <a:pt x="1788033" y="80963"/>
                  </a:cubicBezTo>
                  <a:cubicBezTo>
                    <a:pt x="1788319" y="81820"/>
                    <a:pt x="1788890" y="82391"/>
                    <a:pt x="1789938" y="82582"/>
                  </a:cubicBezTo>
                  <a:cubicBezTo>
                    <a:pt x="1791748" y="82391"/>
                    <a:pt x="1793558" y="82391"/>
                    <a:pt x="1795367" y="82391"/>
                  </a:cubicBezTo>
                  <a:cubicBezTo>
                    <a:pt x="1797177" y="82963"/>
                    <a:pt x="1797558" y="84010"/>
                    <a:pt x="1799177" y="84391"/>
                  </a:cubicBezTo>
                  <a:cubicBezTo>
                    <a:pt x="1802130" y="85154"/>
                    <a:pt x="1805273" y="83439"/>
                    <a:pt x="1808226" y="84582"/>
                  </a:cubicBezTo>
                  <a:cubicBezTo>
                    <a:pt x="1808417" y="85439"/>
                    <a:pt x="1808893" y="86201"/>
                    <a:pt x="1809560" y="86868"/>
                  </a:cubicBezTo>
                  <a:cubicBezTo>
                    <a:pt x="1810131" y="87916"/>
                    <a:pt x="1811084" y="88297"/>
                    <a:pt x="1812417" y="88011"/>
                  </a:cubicBezTo>
                  <a:cubicBezTo>
                    <a:pt x="1816799" y="89725"/>
                    <a:pt x="1820228" y="87535"/>
                    <a:pt x="1824228" y="90297"/>
                  </a:cubicBezTo>
                  <a:cubicBezTo>
                    <a:pt x="1826705" y="92012"/>
                    <a:pt x="1827562" y="94202"/>
                    <a:pt x="1830610" y="95536"/>
                  </a:cubicBezTo>
                  <a:cubicBezTo>
                    <a:pt x="1836325" y="98203"/>
                    <a:pt x="1842135" y="96107"/>
                    <a:pt x="1847945" y="97536"/>
                  </a:cubicBezTo>
                  <a:cubicBezTo>
                    <a:pt x="1847945" y="98584"/>
                    <a:pt x="1848136" y="99536"/>
                    <a:pt x="1848326" y="100584"/>
                  </a:cubicBezTo>
                  <a:cubicBezTo>
                    <a:pt x="1849946" y="100774"/>
                    <a:pt x="1851565" y="100965"/>
                    <a:pt x="1853279" y="101155"/>
                  </a:cubicBezTo>
                  <a:cubicBezTo>
                    <a:pt x="1852994" y="108871"/>
                    <a:pt x="1862709" y="114490"/>
                    <a:pt x="1868805" y="114586"/>
                  </a:cubicBezTo>
                  <a:cubicBezTo>
                    <a:pt x="1875282" y="114776"/>
                    <a:pt x="1871377" y="115919"/>
                    <a:pt x="1873663" y="120205"/>
                  </a:cubicBezTo>
                  <a:cubicBezTo>
                    <a:pt x="1876235" y="125063"/>
                    <a:pt x="1880616" y="125635"/>
                    <a:pt x="1884617" y="126778"/>
                  </a:cubicBezTo>
                  <a:cubicBezTo>
                    <a:pt x="1884998" y="128968"/>
                    <a:pt x="1886712" y="133159"/>
                    <a:pt x="1888331" y="134588"/>
                  </a:cubicBezTo>
                  <a:cubicBezTo>
                    <a:pt x="1891379" y="137255"/>
                    <a:pt x="1895285" y="140017"/>
                    <a:pt x="1898999" y="141637"/>
                  </a:cubicBezTo>
                  <a:cubicBezTo>
                    <a:pt x="1897666" y="162877"/>
                    <a:pt x="1914144" y="169545"/>
                    <a:pt x="1915192" y="159163"/>
                  </a:cubicBezTo>
                  <a:cubicBezTo>
                    <a:pt x="1919573" y="160687"/>
                    <a:pt x="1921764" y="157448"/>
                    <a:pt x="1925384" y="161163"/>
                  </a:cubicBezTo>
                  <a:cubicBezTo>
                    <a:pt x="1927574" y="163449"/>
                    <a:pt x="1927574" y="172021"/>
                    <a:pt x="1927670" y="173546"/>
                  </a:cubicBezTo>
                  <a:cubicBezTo>
                    <a:pt x="1928241" y="180022"/>
                    <a:pt x="1926336" y="180213"/>
                    <a:pt x="1929003" y="186214"/>
                  </a:cubicBezTo>
                  <a:cubicBezTo>
                    <a:pt x="1931480" y="185547"/>
                    <a:pt x="1933194" y="187833"/>
                    <a:pt x="1935099" y="189071"/>
                  </a:cubicBezTo>
                  <a:cubicBezTo>
                    <a:pt x="1938433" y="191452"/>
                    <a:pt x="1946624" y="193834"/>
                    <a:pt x="1949291" y="197263"/>
                  </a:cubicBezTo>
                  <a:cubicBezTo>
                    <a:pt x="1951958" y="200692"/>
                    <a:pt x="1950720" y="207931"/>
                    <a:pt x="1950720" y="212122"/>
                  </a:cubicBezTo>
                  <a:cubicBezTo>
                    <a:pt x="1950720" y="219361"/>
                    <a:pt x="1949863" y="227171"/>
                    <a:pt x="1951101" y="234315"/>
                  </a:cubicBezTo>
                  <a:cubicBezTo>
                    <a:pt x="1952244" y="240982"/>
                    <a:pt x="1961198" y="237268"/>
                    <a:pt x="1962341" y="243745"/>
                  </a:cubicBezTo>
                  <a:cubicBezTo>
                    <a:pt x="1962912" y="247174"/>
                    <a:pt x="1962341" y="246793"/>
                    <a:pt x="1965008" y="249364"/>
                  </a:cubicBezTo>
                  <a:cubicBezTo>
                    <a:pt x="1969389" y="253460"/>
                    <a:pt x="1979771" y="254794"/>
                    <a:pt x="1981010" y="261747"/>
                  </a:cubicBezTo>
                  <a:cubicBezTo>
                    <a:pt x="1982343" y="268700"/>
                    <a:pt x="1976723" y="278987"/>
                    <a:pt x="1984343" y="282892"/>
                  </a:cubicBezTo>
                  <a:cubicBezTo>
                    <a:pt x="1986820" y="284131"/>
                    <a:pt x="1988344" y="284131"/>
                    <a:pt x="1991106" y="284702"/>
                  </a:cubicBezTo>
                  <a:cubicBezTo>
                    <a:pt x="1993773" y="285179"/>
                    <a:pt x="1996916" y="286226"/>
                    <a:pt x="1999393" y="286988"/>
                  </a:cubicBezTo>
                  <a:close/>
                </a:path>
              </a:pathLst>
            </a:custGeom>
            <a:solidFill>
              <a:schemeClr val="accen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grpSp>
      <p:sp>
        <p:nvSpPr>
          <p:cNvPr id="14" name="Google Shape;14;p2"/>
          <p:cNvSpPr txBox="1"/>
          <p:nvPr>
            <p:ph type="ctrTitle"/>
          </p:nvPr>
        </p:nvSpPr>
        <p:spPr>
          <a:xfrm>
            <a:off x="1823700" y="1320988"/>
            <a:ext cx="5496600" cy="16911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5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5" name="Google Shape;15;p2"/>
          <p:cNvSpPr txBox="1"/>
          <p:nvPr>
            <p:ph idx="1" type="subTitle"/>
          </p:nvPr>
        </p:nvSpPr>
        <p:spPr>
          <a:xfrm>
            <a:off x="2307600" y="3201425"/>
            <a:ext cx="4528800" cy="475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6" name="Shape 16"/>
        <p:cNvGrpSpPr/>
        <p:nvPr/>
      </p:nvGrpSpPr>
      <p:grpSpPr>
        <a:xfrm>
          <a:off x="0" y="0"/>
          <a:ext cx="0" cy="0"/>
          <a:chOff x="0" y="0"/>
          <a:chExt cx="0" cy="0"/>
        </a:xfrm>
      </p:grpSpPr>
      <p:grpSp>
        <p:nvGrpSpPr>
          <p:cNvPr id="17" name="Google Shape;17;p3"/>
          <p:cNvGrpSpPr/>
          <p:nvPr/>
        </p:nvGrpSpPr>
        <p:grpSpPr>
          <a:xfrm>
            <a:off x="-941722" y="839600"/>
            <a:ext cx="9370772" cy="5870250"/>
            <a:chOff x="-941722" y="839600"/>
            <a:chExt cx="9370772" cy="5870250"/>
          </a:xfrm>
        </p:grpSpPr>
        <p:sp>
          <p:nvSpPr>
            <p:cNvPr id="18" name="Google Shape;18;p3"/>
            <p:cNvSpPr/>
            <p:nvPr/>
          </p:nvSpPr>
          <p:spPr>
            <a:xfrm>
              <a:off x="711775" y="839600"/>
              <a:ext cx="7717275" cy="3696291"/>
            </a:xfrm>
            <a:custGeom>
              <a:rect b="b" l="l" r="r" t="t"/>
              <a:pathLst>
                <a:path extrusionOk="0" h="1027461" w="1648110">
                  <a:moveTo>
                    <a:pt x="1648111" y="0"/>
                  </a:moveTo>
                  <a:lnTo>
                    <a:pt x="1648111" y="1027462"/>
                  </a:lnTo>
                  <a:cubicBezTo>
                    <a:pt x="1646206" y="1026986"/>
                    <a:pt x="1644396" y="1026890"/>
                    <a:pt x="1642396" y="1026890"/>
                  </a:cubicBezTo>
                  <a:cubicBezTo>
                    <a:pt x="1631537" y="1027271"/>
                    <a:pt x="1621727" y="1023461"/>
                    <a:pt x="1612678" y="1018984"/>
                  </a:cubicBezTo>
                  <a:cubicBezTo>
                    <a:pt x="1598581" y="1011936"/>
                    <a:pt x="1585722" y="983075"/>
                    <a:pt x="1571435" y="976408"/>
                  </a:cubicBezTo>
                  <a:cubicBezTo>
                    <a:pt x="1560767" y="971359"/>
                    <a:pt x="1550003" y="967264"/>
                    <a:pt x="1537240" y="966216"/>
                  </a:cubicBezTo>
                  <a:cubicBezTo>
                    <a:pt x="1527905" y="965549"/>
                    <a:pt x="1516856" y="957834"/>
                    <a:pt x="1508284" y="950690"/>
                  </a:cubicBezTo>
                  <a:cubicBezTo>
                    <a:pt x="1501616" y="945071"/>
                    <a:pt x="1494663" y="942404"/>
                    <a:pt x="1486662" y="941737"/>
                  </a:cubicBezTo>
                  <a:cubicBezTo>
                    <a:pt x="1480376" y="941165"/>
                    <a:pt x="1474184" y="941642"/>
                    <a:pt x="1468374" y="937546"/>
                  </a:cubicBezTo>
                  <a:cubicBezTo>
                    <a:pt x="1465326" y="935450"/>
                    <a:pt x="1460659" y="954881"/>
                    <a:pt x="1456658" y="956691"/>
                  </a:cubicBezTo>
                  <a:cubicBezTo>
                    <a:pt x="1445705" y="961263"/>
                    <a:pt x="1434560" y="964883"/>
                    <a:pt x="1422464" y="961549"/>
                  </a:cubicBezTo>
                  <a:cubicBezTo>
                    <a:pt x="1419701" y="960692"/>
                    <a:pt x="1416749" y="961454"/>
                    <a:pt x="1414367" y="962787"/>
                  </a:cubicBezTo>
                  <a:cubicBezTo>
                    <a:pt x="1404080" y="968883"/>
                    <a:pt x="1391698" y="993838"/>
                    <a:pt x="1381125" y="992410"/>
                  </a:cubicBezTo>
                  <a:cubicBezTo>
                    <a:pt x="1363980" y="990029"/>
                    <a:pt x="1348169" y="996696"/>
                    <a:pt x="1331214" y="995458"/>
                  </a:cubicBezTo>
                  <a:cubicBezTo>
                    <a:pt x="1315022" y="994220"/>
                    <a:pt x="1298448" y="987838"/>
                    <a:pt x="1282351" y="991362"/>
                  </a:cubicBezTo>
                  <a:cubicBezTo>
                    <a:pt x="1267015" y="994791"/>
                    <a:pt x="1253490" y="1003745"/>
                    <a:pt x="1239774" y="1000601"/>
                  </a:cubicBezTo>
                  <a:cubicBezTo>
                    <a:pt x="1230249" y="998506"/>
                    <a:pt x="1221200" y="1002316"/>
                    <a:pt x="1211390" y="999649"/>
                  </a:cubicBezTo>
                  <a:cubicBezTo>
                    <a:pt x="1204151" y="997744"/>
                    <a:pt x="1195483" y="1001173"/>
                    <a:pt x="1187958" y="1004983"/>
                  </a:cubicBezTo>
                  <a:cubicBezTo>
                    <a:pt x="1181195" y="1008221"/>
                    <a:pt x="1173385" y="1007936"/>
                    <a:pt x="1165860" y="1004125"/>
                  </a:cubicBezTo>
                  <a:cubicBezTo>
                    <a:pt x="1160145" y="1001458"/>
                    <a:pt x="1153763" y="993077"/>
                    <a:pt x="1147191" y="992219"/>
                  </a:cubicBezTo>
                  <a:cubicBezTo>
                    <a:pt x="1141095" y="991362"/>
                    <a:pt x="1133189" y="993743"/>
                    <a:pt x="1128903" y="988409"/>
                  </a:cubicBezTo>
                  <a:cubicBezTo>
                    <a:pt x="1118521" y="975836"/>
                    <a:pt x="1099471" y="984123"/>
                    <a:pt x="1089470" y="971359"/>
                  </a:cubicBezTo>
                  <a:cubicBezTo>
                    <a:pt x="1088517" y="970312"/>
                    <a:pt x="1085279" y="971264"/>
                    <a:pt x="1083088" y="971169"/>
                  </a:cubicBezTo>
                  <a:cubicBezTo>
                    <a:pt x="1080611" y="971074"/>
                    <a:pt x="1078040" y="971264"/>
                    <a:pt x="1075849" y="970502"/>
                  </a:cubicBezTo>
                  <a:cubicBezTo>
                    <a:pt x="1064609" y="966692"/>
                    <a:pt x="1053941" y="968788"/>
                    <a:pt x="1045845" y="976217"/>
                  </a:cubicBezTo>
                  <a:cubicBezTo>
                    <a:pt x="1032986" y="988219"/>
                    <a:pt x="1021366" y="985933"/>
                    <a:pt x="1007364" y="978313"/>
                  </a:cubicBezTo>
                  <a:cubicBezTo>
                    <a:pt x="995648" y="972026"/>
                    <a:pt x="982599" y="956786"/>
                    <a:pt x="968693" y="958882"/>
                  </a:cubicBezTo>
                  <a:cubicBezTo>
                    <a:pt x="946214" y="962120"/>
                    <a:pt x="923735" y="952024"/>
                    <a:pt x="901732" y="957739"/>
                  </a:cubicBezTo>
                  <a:cubicBezTo>
                    <a:pt x="893445" y="959929"/>
                    <a:pt x="884206" y="961168"/>
                    <a:pt x="876205" y="963454"/>
                  </a:cubicBezTo>
                  <a:cubicBezTo>
                    <a:pt x="860679" y="967931"/>
                    <a:pt x="847725" y="960787"/>
                    <a:pt x="833914" y="958215"/>
                  </a:cubicBezTo>
                  <a:cubicBezTo>
                    <a:pt x="826198" y="956786"/>
                    <a:pt x="819531" y="964883"/>
                    <a:pt x="810577" y="966597"/>
                  </a:cubicBezTo>
                  <a:cubicBezTo>
                    <a:pt x="805815" y="967454"/>
                    <a:pt x="800672" y="970121"/>
                    <a:pt x="795242" y="968121"/>
                  </a:cubicBezTo>
                  <a:cubicBezTo>
                    <a:pt x="789337" y="965740"/>
                    <a:pt x="783812" y="966502"/>
                    <a:pt x="777716" y="968978"/>
                  </a:cubicBezTo>
                  <a:cubicBezTo>
                    <a:pt x="769906" y="972121"/>
                    <a:pt x="761238" y="973646"/>
                    <a:pt x="752856" y="972788"/>
                  </a:cubicBezTo>
                  <a:cubicBezTo>
                    <a:pt x="745046" y="972121"/>
                    <a:pt x="737521" y="974884"/>
                    <a:pt x="732092" y="977932"/>
                  </a:cubicBezTo>
                  <a:cubicBezTo>
                    <a:pt x="722186" y="983647"/>
                    <a:pt x="713423" y="984599"/>
                    <a:pt x="703993" y="979361"/>
                  </a:cubicBezTo>
                  <a:cubicBezTo>
                    <a:pt x="687991" y="970598"/>
                    <a:pt x="673418" y="976694"/>
                    <a:pt x="659892" y="988504"/>
                  </a:cubicBezTo>
                  <a:cubicBezTo>
                    <a:pt x="657987" y="990124"/>
                    <a:pt x="656463" y="991457"/>
                    <a:pt x="653510" y="990600"/>
                  </a:cubicBezTo>
                  <a:cubicBezTo>
                    <a:pt x="641509" y="987076"/>
                    <a:pt x="629507" y="983456"/>
                    <a:pt x="616744" y="983456"/>
                  </a:cubicBezTo>
                  <a:cubicBezTo>
                    <a:pt x="598742" y="983552"/>
                    <a:pt x="580168" y="973455"/>
                    <a:pt x="562547" y="985552"/>
                  </a:cubicBezTo>
                  <a:cubicBezTo>
                    <a:pt x="561975" y="986028"/>
                    <a:pt x="560832" y="986028"/>
                    <a:pt x="559880" y="985933"/>
                  </a:cubicBezTo>
                  <a:cubicBezTo>
                    <a:pt x="541211" y="985552"/>
                    <a:pt x="522637" y="984790"/>
                    <a:pt x="503872" y="986981"/>
                  </a:cubicBezTo>
                  <a:cubicBezTo>
                    <a:pt x="487204" y="989076"/>
                    <a:pt x="470916" y="997649"/>
                    <a:pt x="456343" y="990886"/>
                  </a:cubicBezTo>
                  <a:cubicBezTo>
                    <a:pt x="439674" y="983075"/>
                    <a:pt x="425101" y="982504"/>
                    <a:pt x="409670" y="991076"/>
                  </a:cubicBezTo>
                  <a:cubicBezTo>
                    <a:pt x="405098" y="993553"/>
                    <a:pt x="401384" y="992600"/>
                    <a:pt x="397669" y="990124"/>
                  </a:cubicBezTo>
                  <a:cubicBezTo>
                    <a:pt x="391287" y="985933"/>
                    <a:pt x="384143" y="984504"/>
                    <a:pt x="376523" y="984409"/>
                  </a:cubicBezTo>
                  <a:cubicBezTo>
                    <a:pt x="363569" y="984218"/>
                    <a:pt x="348710" y="986409"/>
                    <a:pt x="336042" y="984409"/>
                  </a:cubicBezTo>
                  <a:cubicBezTo>
                    <a:pt x="318326" y="981266"/>
                    <a:pt x="307372" y="951833"/>
                    <a:pt x="288608" y="956024"/>
                  </a:cubicBezTo>
                  <a:cubicBezTo>
                    <a:pt x="287179" y="956215"/>
                    <a:pt x="285655" y="955072"/>
                    <a:pt x="284131" y="954881"/>
                  </a:cubicBezTo>
                  <a:cubicBezTo>
                    <a:pt x="264319" y="950881"/>
                    <a:pt x="244697" y="942499"/>
                    <a:pt x="224123" y="951929"/>
                  </a:cubicBezTo>
                  <a:cubicBezTo>
                    <a:pt x="220694" y="953453"/>
                    <a:pt x="216884" y="952119"/>
                    <a:pt x="213455" y="950309"/>
                  </a:cubicBezTo>
                  <a:cubicBezTo>
                    <a:pt x="188786" y="936974"/>
                    <a:pt x="159639" y="956500"/>
                    <a:pt x="134874" y="964692"/>
                  </a:cubicBezTo>
                  <a:cubicBezTo>
                    <a:pt x="126968" y="967264"/>
                    <a:pt x="117729" y="968312"/>
                    <a:pt x="111633" y="963740"/>
                  </a:cubicBezTo>
                  <a:cubicBezTo>
                    <a:pt x="99727" y="954881"/>
                    <a:pt x="87249" y="949262"/>
                    <a:pt x="72485" y="948404"/>
                  </a:cubicBezTo>
                  <a:cubicBezTo>
                    <a:pt x="71628" y="948404"/>
                    <a:pt x="70771" y="947833"/>
                    <a:pt x="70009" y="947261"/>
                  </a:cubicBezTo>
                  <a:cubicBezTo>
                    <a:pt x="65723" y="943832"/>
                    <a:pt x="61151" y="944213"/>
                    <a:pt x="56102" y="945833"/>
                  </a:cubicBezTo>
                  <a:cubicBezTo>
                    <a:pt x="44672" y="949547"/>
                    <a:pt x="33338" y="950309"/>
                    <a:pt x="23051" y="941832"/>
                  </a:cubicBezTo>
                  <a:cubicBezTo>
                    <a:pt x="21907" y="940784"/>
                    <a:pt x="19526" y="940594"/>
                    <a:pt x="17812" y="940784"/>
                  </a:cubicBezTo>
                  <a:cubicBezTo>
                    <a:pt x="13145" y="941356"/>
                    <a:pt x="10477" y="938594"/>
                    <a:pt x="7906" y="935260"/>
                  </a:cubicBezTo>
                  <a:cubicBezTo>
                    <a:pt x="5620" y="932117"/>
                    <a:pt x="2857" y="946499"/>
                    <a:pt x="0" y="944213"/>
                  </a:cubicBezTo>
                  <a:lnTo>
                    <a:pt x="0" y="0"/>
                  </a:lnTo>
                  <a:lnTo>
                    <a:pt x="1648111"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 name="Google Shape;19;p3"/>
            <p:cNvSpPr/>
            <p:nvPr/>
          </p:nvSpPr>
          <p:spPr>
            <a:xfrm rot="-9092919">
              <a:off x="-670433" y="4172923"/>
              <a:ext cx="3078882" cy="1919430"/>
            </a:xfrm>
            <a:custGeom>
              <a:rect b="b" l="l" r="r" t="t"/>
              <a:pathLst>
                <a:path extrusionOk="0" h="1027461" w="1648110">
                  <a:moveTo>
                    <a:pt x="1648111" y="0"/>
                  </a:moveTo>
                  <a:lnTo>
                    <a:pt x="1648111" y="1027462"/>
                  </a:lnTo>
                  <a:cubicBezTo>
                    <a:pt x="1646206" y="1026986"/>
                    <a:pt x="1644396" y="1026890"/>
                    <a:pt x="1642396" y="1026890"/>
                  </a:cubicBezTo>
                  <a:cubicBezTo>
                    <a:pt x="1631537" y="1027271"/>
                    <a:pt x="1621727" y="1023461"/>
                    <a:pt x="1612678" y="1018984"/>
                  </a:cubicBezTo>
                  <a:cubicBezTo>
                    <a:pt x="1598581" y="1011936"/>
                    <a:pt x="1585722" y="983075"/>
                    <a:pt x="1571435" y="976408"/>
                  </a:cubicBezTo>
                  <a:cubicBezTo>
                    <a:pt x="1560767" y="971359"/>
                    <a:pt x="1550003" y="967264"/>
                    <a:pt x="1537240" y="966216"/>
                  </a:cubicBezTo>
                  <a:cubicBezTo>
                    <a:pt x="1527905" y="965549"/>
                    <a:pt x="1516856" y="957834"/>
                    <a:pt x="1508284" y="950690"/>
                  </a:cubicBezTo>
                  <a:cubicBezTo>
                    <a:pt x="1501616" y="945071"/>
                    <a:pt x="1494663" y="942404"/>
                    <a:pt x="1486662" y="941737"/>
                  </a:cubicBezTo>
                  <a:cubicBezTo>
                    <a:pt x="1480376" y="941165"/>
                    <a:pt x="1474184" y="941642"/>
                    <a:pt x="1468374" y="937546"/>
                  </a:cubicBezTo>
                  <a:cubicBezTo>
                    <a:pt x="1465326" y="935450"/>
                    <a:pt x="1460659" y="954881"/>
                    <a:pt x="1456658" y="956691"/>
                  </a:cubicBezTo>
                  <a:cubicBezTo>
                    <a:pt x="1445705" y="961263"/>
                    <a:pt x="1434560" y="964883"/>
                    <a:pt x="1422464" y="961549"/>
                  </a:cubicBezTo>
                  <a:cubicBezTo>
                    <a:pt x="1419701" y="960692"/>
                    <a:pt x="1416749" y="961454"/>
                    <a:pt x="1414367" y="962787"/>
                  </a:cubicBezTo>
                  <a:cubicBezTo>
                    <a:pt x="1404080" y="968883"/>
                    <a:pt x="1391698" y="993838"/>
                    <a:pt x="1381125" y="992410"/>
                  </a:cubicBezTo>
                  <a:cubicBezTo>
                    <a:pt x="1363980" y="990029"/>
                    <a:pt x="1348169" y="996696"/>
                    <a:pt x="1331214" y="995458"/>
                  </a:cubicBezTo>
                  <a:cubicBezTo>
                    <a:pt x="1315022" y="994220"/>
                    <a:pt x="1298448" y="987838"/>
                    <a:pt x="1282351" y="991362"/>
                  </a:cubicBezTo>
                  <a:cubicBezTo>
                    <a:pt x="1267015" y="994791"/>
                    <a:pt x="1253490" y="1003745"/>
                    <a:pt x="1239774" y="1000601"/>
                  </a:cubicBezTo>
                  <a:cubicBezTo>
                    <a:pt x="1230249" y="998506"/>
                    <a:pt x="1221200" y="1002316"/>
                    <a:pt x="1211390" y="999649"/>
                  </a:cubicBezTo>
                  <a:cubicBezTo>
                    <a:pt x="1204151" y="997744"/>
                    <a:pt x="1195483" y="1001173"/>
                    <a:pt x="1187958" y="1004983"/>
                  </a:cubicBezTo>
                  <a:cubicBezTo>
                    <a:pt x="1181195" y="1008221"/>
                    <a:pt x="1173385" y="1007936"/>
                    <a:pt x="1165860" y="1004125"/>
                  </a:cubicBezTo>
                  <a:cubicBezTo>
                    <a:pt x="1160145" y="1001458"/>
                    <a:pt x="1153763" y="993077"/>
                    <a:pt x="1147191" y="992219"/>
                  </a:cubicBezTo>
                  <a:cubicBezTo>
                    <a:pt x="1141095" y="991362"/>
                    <a:pt x="1133189" y="993743"/>
                    <a:pt x="1128903" y="988409"/>
                  </a:cubicBezTo>
                  <a:cubicBezTo>
                    <a:pt x="1118521" y="975836"/>
                    <a:pt x="1099471" y="984123"/>
                    <a:pt x="1089470" y="971359"/>
                  </a:cubicBezTo>
                  <a:cubicBezTo>
                    <a:pt x="1088517" y="970312"/>
                    <a:pt x="1085279" y="971264"/>
                    <a:pt x="1083088" y="971169"/>
                  </a:cubicBezTo>
                  <a:cubicBezTo>
                    <a:pt x="1080611" y="971074"/>
                    <a:pt x="1078040" y="971264"/>
                    <a:pt x="1075849" y="970502"/>
                  </a:cubicBezTo>
                  <a:cubicBezTo>
                    <a:pt x="1064609" y="966692"/>
                    <a:pt x="1053941" y="968788"/>
                    <a:pt x="1045845" y="976217"/>
                  </a:cubicBezTo>
                  <a:cubicBezTo>
                    <a:pt x="1032986" y="988219"/>
                    <a:pt x="1021366" y="985933"/>
                    <a:pt x="1007364" y="978313"/>
                  </a:cubicBezTo>
                  <a:cubicBezTo>
                    <a:pt x="995648" y="972026"/>
                    <a:pt x="982599" y="956786"/>
                    <a:pt x="968693" y="958882"/>
                  </a:cubicBezTo>
                  <a:cubicBezTo>
                    <a:pt x="946214" y="962120"/>
                    <a:pt x="923735" y="952024"/>
                    <a:pt x="901732" y="957739"/>
                  </a:cubicBezTo>
                  <a:cubicBezTo>
                    <a:pt x="893445" y="959929"/>
                    <a:pt x="884206" y="961168"/>
                    <a:pt x="876205" y="963454"/>
                  </a:cubicBezTo>
                  <a:cubicBezTo>
                    <a:pt x="860679" y="967931"/>
                    <a:pt x="847725" y="960787"/>
                    <a:pt x="833914" y="958215"/>
                  </a:cubicBezTo>
                  <a:cubicBezTo>
                    <a:pt x="826198" y="956786"/>
                    <a:pt x="819531" y="964883"/>
                    <a:pt x="810577" y="966597"/>
                  </a:cubicBezTo>
                  <a:cubicBezTo>
                    <a:pt x="805815" y="967454"/>
                    <a:pt x="800672" y="970121"/>
                    <a:pt x="795242" y="968121"/>
                  </a:cubicBezTo>
                  <a:cubicBezTo>
                    <a:pt x="789337" y="965740"/>
                    <a:pt x="783812" y="966502"/>
                    <a:pt x="777716" y="968978"/>
                  </a:cubicBezTo>
                  <a:cubicBezTo>
                    <a:pt x="769906" y="972121"/>
                    <a:pt x="761238" y="973646"/>
                    <a:pt x="752856" y="972788"/>
                  </a:cubicBezTo>
                  <a:cubicBezTo>
                    <a:pt x="745046" y="972121"/>
                    <a:pt x="737521" y="974884"/>
                    <a:pt x="732092" y="977932"/>
                  </a:cubicBezTo>
                  <a:cubicBezTo>
                    <a:pt x="722186" y="983647"/>
                    <a:pt x="713423" y="984599"/>
                    <a:pt x="703993" y="979361"/>
                  </a:cubicBezTo>
                  <a:cubicBezTo>
                    <a:pt x="687991" y="970598"/>
                    <a:pt x="673418" y="976694"/>
                    <a:pt x="659892" y="988504"/>
                  </a:cubicBezTo>
                  <a:cubicBezTo>
                    <a:pt x="657987" y="990124"/>
                    <a:pt x="656463" y="991457"/>
                    <a:pt x="653510" y="990600"/>
                  </a:cubicBezTo>
                  <a:cubicBezTo>
                    <a:pt x="641509" y="987076"/>
                    <a:pt x="629507" y="983456"/>
                    <a:pt x="616744" y="983456"/>
                  </a:cubicBezTo>
                  <a:cubicBezTo>
                    <a:pt x="598742" y="983552"/>
                    <a:pt x="580168" y="973455"/>
                    <a:pt x="562547" y="985552"/>
                  </a:cubicBezTo>
                  <a:cubicBezTo>
                    <a:pt x="561975" y="986028"/>
                    <a:pt x="560832" y="986028"/>
                    <a:pt x="559880" y="985933"/>
                  </a:cubicBezTo>
                  <a:cubicBezTo>
                    <a:pt x="541211" y="985552"/>
                    <a:pt x="522637" y="984790"/>
                    <a:pt x="503872" y="986981"/>
                  </a:cubicBezTo>
                  <a:cubicBezTo>
                    <a:pt x="487204" y="989076"/>
                    <a:pt x="470916" y="997649"/>
                    <a:pt x="456343" y="990886"/>
                  </a:cubicBezTo>
                  <a:cubicBezTo>
                    <a:pt x="439674" y="983075"/>
                    <a:pt x="425101" y="982504"/>
                    <a:pt x="409670" y="991076"/>
                  </a:cubicBezTo>
                  <a:cubicBezTo>
                    <a:pt x="405098" y="993553"/>
                    <a:pt x="401384" y="992600"/>
                    <a:pt x="397669" y="990124"/>
                  </a:cubicBezTo>
                  <a:cubicBezTo>
                    <a:pt x="391287" y="985933"/>
                    <a:pt x="384143" y="984504"/>
                    <a:pt x="376523" y="984409"/>
                  </a:cubicBezTo>
                  <a:cubicBezTo>
                    <a:pt x="363569" y="984218"/>
                    <a:pt x="348710" y="986409"/>
                    <a:pt x="336042" y="984409"/>
                  </a:cubicBezTo>
                  <a:cubicBezTo>
                    <a:pt x="318326" y="981266"/>
                    <a:pt x="307372" y="951833"/>
                    <a:pt x="288608" y="956024"/>
                  </a:cubicBezTo>
                  <a:cubicBezTo>
                    <a:pt x="287179" y="956215"/>
                    <a:pt x="285655" y="955072"/>
                    <a:pt x="284131" y="954881"/>
                  </a:cubicBezTo>
                  <a:cubicBezTo>
                    <a:pt x="264319" y="950881"/>
                    <a:pt x="244697" y="942499"/>
                    <a:pt x="224123" y="951929"/>
                  </a:cubicBezTo>
                  <a:cubicBezTo>
                    <a:pt x="220694" y="953453"/>
                    <a:pt x="216884" y="952119"/>
                    <a:pt x="213455" y="950309"/>
                  </a:cubicBezTo>
                  <a:cubicBezTo>
                    <a:pt x="188786" y="936974"/>
                    <a:pt x="159639" y="956500"/>
                    <a:pt x="134874" y="964692"/>
                  </a:cubicBezTo>
                  <a:cubicBezTo>
                    <a:pt x="126968" y="967264"/>
                    <a:pt x="117729" y="968312"/>
                    <a:pt x="111633" y="963740"/>
                  </a:cubicBezTo>
                  <a:cubicBezTo>
                    <a:pt x="99727" y="954881"/>
                    <a:pt x="87249" y="949262"/>
                    <a:pt x="72485" y="948404"/>
                  </a:cubicBezTo>
                  <a:cubicBezTo>
                    <a:pt x="71628" y="948404"/>
                    <a:pt x="70771" y="947833"/>
                    <a:pt x="70009" y="947261"/>
                  </a:cubicBezTo>
                  <a:cubicBezTo>
                    <a:pt x="65723" y="943832"/>
                    <a:pt x="61151" y="944213"/>
                    <a:pt x="56102" y="945833"/>
                  </a:cubicBezTo>
                  <a:cubicBezTo>
                    <a:pt x="44672" y="949547"/>
                    <a:pt x="33338" y="950309"/>
                    <a:pt x="23051" y="941832"/>
                  </a:cubicBezTo>
                  <a:cubicBezTo>
                    <a:pt x="21907" y="940784"/>
                    <a:pt x="19526" y="940594"/>
                    <a:pt x="17812" y="940784"/>
                  </a:cubicBezTo>
                  <a:cubicBezTo>
                    <a:pt x="13145" y="941356"/>
                    <a:pt x="10477" y="938594"/>
                    <a:pt x="7906" y="935260"/>
                  </a:cubicBezTo>
                  <a:cubicBezTo>
                    <a:pt x="5620" y="932117"/>
                    <a:pt x="2857" y="946499"/>
                    <a:pt x="0" y="944213"/>
                  </a:cubicBezTo>
                  <a:lnTo>
                    <a:pt x="0" y="0"/>
                  </a:lnTo>
                  <a:lnTo>
                    <a:pt x="1648111"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 name="Google Shape;20;p3"/>
          <p:cNvSpPr txBox="1"/>
          <p:nvPr>
            <p:ph type="title"/>
          </p:nvPr>
        </p:nvSpPr>
        <p:spPr>
          <a:xfrm>
            <a:off x="2959500" y="1963350"/>
            <a:ext cx="3862200" cy="8418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1" name="Google Shape;21;p3"/>
          <p:cNvSpPr txBox="1"/>
          <p:nvPr>
            <p:ph hasCustomPrompt="1" idx="2" type="title"/>
          </p:nvPr>
        </p:nvSpPr>
        <p:spPr>
          <a:xfrm>
            <a:off x="1778609" y="2150850"/>
            <a:ext cx="637200" cy="8418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 name="Google Shape;22;p3"/>
          <p:cNvSpPr txBox="1"/>
          <p:nvPr>
            <p:ph idx="1" type="subTitle"/>
          </p:nvPr>
        </p:nvSpPr>
        <p:spPr>
          <a:xfrm>
            <a:off x="2959500" y="2805150"/>
            <a:ext cx="3862200" cy="37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3" name="Shape 23"/>
        <p:cNvGrpSpPr/>
        <p:nvPr/>
      </p:nvGrpSpPr>
      <p:grpSpPr>
        <a:xfrm>
          <a:off x="0" y="0"/>
          <a:ext cx="0" cy="0"/>
          <a:chOff x="0" y="0"/>
          <a:chExt cx="0" cy="0"/>
        </a:xfrm>
      </p:grpSpPr>
      <p:sp>
        <p:nvSpPr>
          <p:cNvPr id="24" name="Google Shape;24;p4"/>
          <p:cNvSpPr/>
          <p:nvPr/>
        </p:nvSpPr>
        <p:spPr>
          <a:xfrm>
            <a:off x="295800" y="295800"/>
            <a:ext cx="8553691" cy="4749438"/>
          </a:xfrm>
          <a:custGeom>
            <a:rect b="b" l="l" r="r" t="t"/>
            <a:pathLst>
              <a:path extrusionOk="0" h="1027461" w="1648110">
                <a:moveTo>
                  <a:pt x="1648111" y="0"/>
                </a:moveTo>
                <a:lnTo>
                  <a:pt x="1648111" y="1027462"/>
                </a:lnTo>
                <a:cubicBezTo>
                  <a:pt x="1646206" y="1026986"/>
                  <a:pt x="1644396" y="1026890"/>
                  <a:pt x="1642396" y="1026890"/>
                </a:cubicBezTo>
                <a:cubicBezTo>
                  <a:pt x="1631537" y="1027271"/>
                  <a:pt x="1621727" y="1023461"/>
                  <a:pt x="1612678" y="1018984"/>
                </a:cubicBezTo>
                <a:cubicBezTo>
                  <a:pt x="1598581" y="1011936"/>
                  <a:pt x="1585722" y="983075"/>
                  <a:pt x="1571435" y="976408"/>
                </a:cubicBezTo>
                <a:cubicBezTo>
                  <a:pt x="1560767" y="971359"/>
                  <a:pt x="1550003" y="967264"/>
                  <a:pt x="1537240" y="966216"/>
                </a:cubicBezTo>
                <a:cubicBezTo>
                  <a:pt x="1527905" y="965549"/>
                  <a:pt x="1516856" y="957834"/>
                  <a:pt x="1508284" y="950690"/>
                </a:cubicBezTo>
                <a:cubicBezTo>
                  <a:pt x="1501616" y="945071"/>
                  <a:pt x="1494663" y="942404"/>
                  <a:pt x="1486662" y="941737"/>
                </a:cubicBezTo>
                <a:cubicBezTo>
                  <a:pt x="1480376" y="941165"/>
                  <a:pt x="1474184" y="941642"/>
                  <a:pt x="1468374" y="937546"/>
                </a:cubicBezTo>
                <a:cubicBezTo>
                  <a:pt x="1465326" y="935450"/>
                  <a:pt x="1460659" y="954881"/>
                  <a:pt x="1456658" y="956691"/>
                </a:cubicBezTo>
                <a:cubicBezTo>
                  <a:pt x="1445705" y="961263"/>
                  <a:pt x="1434560" y="964883"/>
                  <a:pt x="1422464" y="961549"/>
                </a:cubicBezTo>
                <a:cubicBezTo>
                  <a:pt x="1419701" y="960692"/>
                  <a:pt x="1416749" y="961454"/>
                  <a:pt x="1414367" y="962787"/>
                </a:cubicBezTo>
                <a:cubicBezTo>
                  <a:pt x="1404080" y="968883"/>
                  <a:pt x="1391698" y="993838"/>
                  <a:pt x="1381125" y="992410"/>
                </a:cubicBezTo>
                <a:cubicBezTo>
                  <a:pt x="1363980" y="990029"/>
                  <a:pt x="1348169" y="996696"/>
                  <a:pt x="1331214" y="995458"/>
                </a:cubicBezTo>
                <a:cubicBezTo>
                  <a:pt x="1315022" y="994220"/>
                  <a:pt x="1298448" y="987838"/>
                  <a:pt x="1282351" y="991362"/>
                </a:cubicBezTo>
                <a:cubicBezTo>
                  <a:pt x="1267015" y="994791"/>
                  <a:pt x="1253490" y="1003745"/>
                  <a:pt x="1239774" y="1000601"/>
                </a:cubicBezTo>
                <a:cubicBezTo>
                  <a:pt x="1230249" y="998506"/>
                  <a:pt x="1221200" y="1002316"/>
                  <a:pt x="1211390" y="999649"/>
                </a:cubicBezTo>
                <a:cubicBezTo>
                  <a:pt x="1204151" y="997744"/>
                  <a:pt x="1195483" y="1001173"/>
                  <a:pt x="1187958" y="1004983"/>
                </a:cubicBezTo>
                <a:cubicBezTo>
                  <a:pt x="1181195" y="1008221"/>
                  <a:pt x="1173385" y="1007936"/>
                  <a:pt x="1165860" y="1004125"/>
                </a:cubicBezTo>
                <a:cubicBezTo>
                  <a:pt x="1160145" y="1001458"/>
                  <a:pt x="1153763" y="993077"/>
                  <a:pt x="1147191" y="992219"/>
                </a:cubicBezTo>
                <a:cubicBezTo>
                  <a:pt x="1141095" y="991362"/>
                  <a:pt x="1133189" y="993743"/>
                  <a:pt x="1128903" y="988409"/>
                </a:cubicBezTo>
                <a:cubicBezTo>
                  <a:pt x="1118521" y="975836"/>
                  <a:pt x="1099471" y="984123"/>
                  <a:pt x="1089470" y="971359"/>
                </a:cubicBezTo>
                <a:cubicBezTo>
                  <a:pt x="1088517" y="970312"/>
                  <a:pt x="1085279" y="971264"/>
                  <a:pt x="1083088" y="971169"/>
                </a:cubicBezTo>
                <a:cubicBezTo>
                  <a:pt x="1080611" y="971074"/>
                  <a:pt x="1078040" y="971264"/>
                  <a:pt x="1075849" y="970502"/>
                </a:cubicBezTo>
                <a:cubicBezTo>
                  <a:pt x="1064609" y="966692"/>
                  <a:pt x="1053941" y="968788"/>
                  <a:pt x="1045845" y="976217"/>
                </a:cubicBezTo>
                <a:cubicBezTo>
                  <a:pt x="1032986" y="988219"/>
                  <a:pt x="1021366" y="985933"/>
                  <a:pt x="1007364" y="978313"/>
                </a:cubicBezTo>
                <a:cubicBezTo>
                  <a:pt x="995648" y="972026"/>
                  <a:pt x="982599" y="956786"/>
                  <a:pt x="968693" y="958882"/>
                </a:cubicBezTo>
                <a:cubicBezTo>
                  <a:pt x="946214" y="962120"/>
                  <a:pt x="923735" y="952024"/>
                  <a:pt x="901732" y="957739"/>
                </a:cubicBezTo>
                <a:cubicBezTo>
                  <a:pt x="893445" y="959929"/>
                  <a:pt x="884206" y="961168"/>
                  <a:pt x="876205" y="963454"/>
                </a:cubicBezTo>
                <a:cubicBezTo>
                  <a:pt x="860679" y="967931"/>
                  <a:pt x="847725" y="960787"/>
                  <a:pt x="833914" y="958215"/>
                </a:cubicBezTo>
                <a:cubicBezTo>
                  <a:pt x="826198" y="956786"/>
                  <a:pt x="819531" y="964883"/>
                  <a:pt x="810577" y="966597"/>
                </a:cubicBezTo>
                <a:cubicBezTo>
                  <a:pt x="805815" y="967454"/>
                  <a:pt x="800672" y="970121"/>
                  <a:pt x="795242" y="968121"/>
                </a:cubicBezTo>
                <a:cubicBezTo>
                  <a:pt x="789337" y="965740"/>
                  <a:pt x="783812" y="966502"/>
                  <a:pt x="777716" y="968978"/>
                </a:cubicBezTo>
                <a:cubicBezTo>
                  <a:pt x="769906" y="972121"/>
                  <a:pt x="761238" y="973646"/>
                  <a:pt x="752856" y="972788"/>
                </a:cubicBezTo>
                <a:cubicBezTo>
                  <a:pt x="745046" y="972121"/>
                  <a:pt x="737521" y="974884"/>
                  <a:pt x="732092" y="977932"/>
                </a:cubicBezTo>
                <a:cubicBezTo>
                  <a:pt x="722186" y="983647"/>
                  <a:pt x="713423" y="984599"/>
                  <a:pt x="703993" y="979361"/>
                </a:cubicBezTo>
                <a:cubicBezTo>
                  <a:pt x="687991" y="970598"/>
                  <a:pt x="673418" y="976694"/>
                  <a:pt x="659892" y="988504"/>
                </a:cubicBezTo>
                <a:cubicBezTo>
                  <a:pt x="657987" y="990124"/>
                  <a:pt x="656463" y="991457"/>
                  <a:pt x="653510" y="990600"/>
                </a:cubicBezTo>
                <a:cubicBezTo>
                  <a:pt x="641509" y="987076"/>
                  <a:pt x="629507" y="983456"/>
                  <a:pt x="616744" y="983456"/>
                </a:cubicBezTo>
                <a:cubicBezTo>
                  <a:pt x="598742" y="983552"/>
                  <a:pt x="580168" y="973455"/>
                  <a:pt x="562547" y="985552"/>
                </a:cubicBezTo>
                <a:cubicBezTo>
                  <a:pt x="561975" y="986028"/>
                  <a:pt x="560832" y="986028"/>
                  <a:pt x="559880" y="985933"/>
                </a:cubicBezTo>
                <a:cubicBezTo>
                  <a:pt x="541211" y="985552"/>
                  <a:pt x="522637" y="984790"/>
                  <a:pt x="503872" y="986981"/>
                </a:cubicBezTo>
                <a:cubicBezTo>
                  <a:pt x="487204" y="989076"/>
                  <a:pt x="470916" y="997649"/>
                  <a:pt x="456343" y="990886"/>
                </a:cubicBezTo>
                <a:cubicBezTo>
                  <a:pt x="439674" y="983075"/>
                  <a:pt x="425101" y="982504"/>
                  <a:pt x="409670" y="991076"/>
                </a:cubicBezTo>
                <a:cubicBezTo>
                  <a:pt x="405098" y="993553"/>
                  <a:pt x="401384" y="992600"/>
                  <a:pt x="397669" y="990124"/>
                </a:cubicBezTo>
                <a:cubicBezTo>
                  <a:pt x="391287" y="985933"/>
                  <a:pt x="384143" y="984504"/>
                  <a:pt x="376523" y="984409"/>
                </a:cubicBezTo>
                <a:cubicBezTo>
                  <a:pt x="363569" y="984218"/>
                  <a:pt x="348710" y="986409"/>
                  <a:pt x="336042" y="984409"/>
                </a:cubicBezTo>
                <a:cubicBezTo>
                  <a:pt x="318326" y="981266"/>
                  <a:pt x="307372" y="951833"/>
                  <a:pt x="288608" y="956024"/>
                </a:cubicBezTo>
                <a:cubicBezTo>
                  <a:pt x="287179" y="956215"/>
                  <a:pt x="285655" y="955072"/>
                  <a:pt x="284131" y="954881"/>
                </a:cubicBezTo>
                <a:cubicBezTo>
                  <a:pt x="264319" y="950881"/>
                  <a:pt x="244697" y="942499"/>
                  <a:pt x="224123" y="951929"/>
                </a:cubicBezTo>
                <a:cubicBezTo>
                  <a:pt x="220694" y="953453"/>
                  <a:pt x="216884" y="952119"/>
                  <a:pt x="213455" y="950309"/>
                </a:cubicBezTo>
                <a:cubicBezTo>
                  <a:pt x="188786" y="936974"/>
                  <a:pt x="159639" y="956500"/>
                  <a:pt x="134874" y="964692"/>
                </a:cubicBezTo>
                <a:cubicBezTo>
                  <a:pt x="126968" y="967264"/>
                  <a:pt x="117729" y="968312"/>
                  <a:pt x="111633" y="963740"/>
                </a:cubicBezTo>
                <a:cubicBezTo>
                  <a:pt x="99727" y="954881"/>
                  <a:pt x="87249" y="949262"/>
                  <a:pt x="72485" y="948404"/>
                </a:cubicBezTo>
                <a:cubicBezTo>
                  <a:pt x="71628" y="948404"/>
                  <a:pt x="70771" y="947833"/>
                  <a:pt x="70009" y="947261"/>
                </a:cubicBezTo>
                <a:cubicBezTo>
                  <a:pt x="65723" y="943832"/>
                  <a:pt x="61151" y="944213"/>
                  <a:pt x="56102" y="945833"/>
                </a:cubicBezTo>
                <a:cubicBezTo>
                  <a:pt x="44672" y="949547"/>
                  <a:pt x="33338" y="950309"/>
                  <a:pt x="23051" y="941832"/>
                </a:cubicBezTo>
                <a:cubicBezTo>
                  <a:pt x="21907" y="940784"/>
                  <a:pt x="19526" y="940594"/>
                  <a:pt x="17812" y="940784"/>
                </a:cubicBezTo>
                <a:cubicBezTo>
                  <a:pt x="13145" y="941356"/>
                  <a:pt x="10477" y="938594"/>
                  <a:pt x="7906" y="935260"/>
                </a:cubicBezTo>
                <a:cubicBezTo>
                  <a:pt x="5620" y="932117"/>
                  <a:pt x="2857" y="946499"/>
                  <a:pt x="0" y="944213"/>
                </a:cubicBezTo>
                <a:lnTo>
                  <a:pt x="0" y="0"/>
                </a:lnTo>
                <a:lnTo>
                  <a:pt x="1648111"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 name="Google Shape;25;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 name="Google Shape;26;p4"/>
          <p:cNvSpPr txBox="1"/>
          <p:nvPr>
            <p:ph idx="1" type="body"/>
          </p:nvPr>
        </p:nvSpPr>
        <p:spPr>
          <a:xfrm>
            <a:off x="720000" y="1102425"/>
            <a:ext cx="7704000" cy="13404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7" name="Shape 27"/>
        <p:cNvGrpSpPr/>
        <p:nvPr/>
      </p:nvGrpSpPr>
      <p:grpSpPr>
        <a:xfrm>
          <a:off x="0" y="0"/>
          <a:ext cx="0" cy="0"/>
          <a:chOff x="0" y="0"/>
          <a:chExt cx="0" cy="0"/>
        </a:xfrm>
      </p:grpSpPr>
      <p:sp>
        <p:nvSpPr>
          <p:cNvPr id="28" name="Google Shape;28;p5"/>
          <p:cNvSpPr/>
          <p:nvPr/>
        </p:nvSpPr>
        <p:spPr>
          <a:xfrm>
            <a:off x="295800" y="295800"/>
            <a:ext cx="8553691" cy="4749438"/>
          </a:xfrm>
          <a:custGeom>
            <a:rect b="b" l="l" r="r" t="t"/>
            <a:pathLst>
              <a:path extrusionOk="0" h="1027461" w="1648110">
                <a:moveTo>
                  <a:pt x="1648111" y="0"/>
                </a:moveTo>
                <a:lnTo>
                  <a:pt x="1648111" y="1027462"/>
                </a:lnTo>
                <a:cubicBezTo>
                  <a:pt x="1646206" y="1026986"/>
                  <a:pt x="1644396" y="1026890"/>
                  <a:pt x="1642396" y="1026890"/>
                </a:cubicBezTo>
                <a:cubicBezTo>
                  <a:pt x="1631537" y="1027271"/>
                  <a:pt x="1621727" y="1023461"/>
                  <a:pt x="1612678" y="1018984"/>
                </a:cubicBezTo>
                <a:cubicBezTo>
                  <a:pt x="1598581" y="1011936"/>
                  <a:pt x="1585722" y="983075"/>
                  <a:pt x="1571435" y="976408"/>
                </a:cubicBezTo>
                <a:cubicBezTo>
                  <a:pt x="1560767" y="971359"/>
                  <a:pt x="1550003" y="967264"/>
                  <a:pt x="1537240" y="966216"/>
                </a:cubicBezTo>
                <a:cubicBezTo>
                  <a:pt x="1527905" y="965549"/>
                  <a:pt x="1516856" y="957834"/>
                  <a:pt x="1508284" y="950690"/>
                </a:cubicBezTo>
                <a:cubicBezTo>
                  <a:pt x="1501616" y="945071"/>
                  <a:pt x="1494663" y="942404"/>
                  <a:pt x="1486662" y="941737"/>
                </a:cubicBezTo>
                <a:cubicBezTo>
                  <a:pt x="1480376" y="941165"/>
                  <a:pt x="1474184" y="941642"/>
                  <a:pt x="1468374" y="937546"/>
                </a:cubicBezTo>
                <a:cubicBezTo>
                  <a:pt x="1465326" y="935450"/>
                  <a:pt x="1460659" y="954881"/>
                  <a:pt x="1456658" y="956691"/>
                </a:cubicBezTo>
                <a:cubicBezTo>
                  <a:pt x="1445705" y="961263"/>
                  <a:pt x="1434560" y="964883"/>
                  <a:pt x="1422464" y="961549"/>
                </a:cubicBezTo>
                <a:cubicBezTo>
                  <a:pt x="1419701" y="960692"/>
                  <a:pt x="1416749" y="961454"/>
                  <a:pt x="1414367" y="962787"/>
                </a:cubicBezTo>
                <a:cubicBezTo>
                  <a:pt x="1404080" y="968883"/>
                  <a:pt x="1391698" y="993838"/>
                  <a:pt x="1381125" y="992410"/>
                </a:cubicBezTo>
                <a:cubicBezTo>
                  <a:pt x="1363980" y="990029"/>
                  <a:pt x="1348169" y="996696"/>
                  <a:pt x="1331214" y="995458"/>
                </a:cubicBezTo>
                <a:cubicBezTo>
                  <a:pt x="1315022" y="994220"/>
                  <a:pt x="1298448" y="987838"/>
                  <a:pt x="1282351" y="991362"/>
                </a:cubicBezTo>
                <a:cubicBezTo>
                  <a:pt x="1267015" y="994791"/>
                  <a:pt x="1253490" y="1003745"/>
                  <a:pt x="1239774" y="1000601"/>
                </a:cubicBezTo>
                <a:cubicBezTo>
                  <a:pt x="1230249" y="998506"/>
                  <a:pt x="1221200" y="1002316"/>
                  <a:pt x="1211390" y="999649"/>
                </a:cubicBezTo>
                <a:cubicBezTo>
                  <a:pt x="1204151" y="997744"/>
                  <a:pt x="1195483" y="1001173"/>
                  <a:pt x="1187958" y="1004983"/>
                </a:cubicBezTo>
                <a:cubicBezTo>
                  <a:pt x="1181195" y="1008221"/>
                  <a:pt x="1173385" y="1007936"/>
                  <a:pt x="1165860" y="1004125"/>
                </a:cubicBezTo>
                <a:cubicBezTo>
                  <a:pt x="1160145" y="1001458"/>
                  <a:pt x="1153763" y="993077"/>
                  <a:pt x="1147191" y="992219"/>
                </a:cubicBezTo>
                <a:cubicBezTo>
                  <a:pt x="1141095" y="991362"/>
                  <a:pt x="1133189" y="993743"/>
                  <a:pt x="1128903" y="988409"/>
                </a:cubicBezTo>
                <a:cubicBezTo>
                  <a:pt x="1118521" y="975836"/>
                  <a:pt x="1099471" y="984123"/>
                  <a:pt x="1089470" y="971359"/>
                </a:cubicBezTo>
                <a:cubicBezTo>
                  <a:pt x="1088517" y="970312"/>
                  <a:pt x="1085279" y="971264"/>
                  <a:pt x="1083088" y="971169"/>
                </a:cubicBezTo>
                <a:cubicBezTo>
                  <a:pt x="1080611" y="971074"/>
                  <a:pt x="1078040" y="971264"/>
                  <a:pt x="1075849" y="970502"/>
                </a:cubicBezTo>
                <a:cubicBezTo>
                  <a:pt x="1064609" y="966692"/>
                  <a:pt x="1053941" y="968788"/>
                  <a:pt x="1045845" y="976217"/>
                </a:cubicBezTo>
                <a:cubicBezTo>
                  <a:pt x="1032986" y="988219"/>
                  <a:pt x="1021366" y="985933"/>
                  <a:pt x="1007364" y="978313"/>
                </a:cubicBezTo>
                <a:cubicBezTo>
                  <a:pt x="995648" y="972026"/>
                  <a:pt x="982599" y="956786"/>
                  <a:pt x="968693" y="958882"/>
                </a:cubicBezTo>
                <a:cubicBezTo>
                  <a:pt x="946214" y="962120"/>
                  <a:pt x="923735" y="952024"/>
                  <a:pt x="901732" y="957739"/>
                </a:cubicBezTo>
                <a:cubicBezTo>
                  <a:pt x="893445" y="959929"/>
                  <a:pt x="884206" y="961168"/>
                  <a:pt x="876205" y="963454"/>
                </a:cubicBezTo>
                <a:cubicBezTo>
                  <a:pt x="860679" y="967931"/>
                  <a:pt x="847725" y="960787"/>
                  <a:pt x="833914" y="958215"/>
                </a:cubicBezTo>
                <a:cubicBezTo>
                  <a:pt x="826198" y="956786"/>
                  <a:pt x="819531" y="964883"/>
                  <a:pt x="810577" y="966597"/>
                </a:cubicBezTo>
                <a:cubicBezTo>
                  <a:pt x="805815" y="967454"/>
                  <a:pt x="800672" y="970121"/>
                  <a:pt x="795242" y="968121"/>
                </a:cubicBezTo>
                <a:cubicBezTo>
                  <a:pt x="789337" y="965740"/>
                  <a:pt x="783812" y="966502"/>
                  <a:pt x="777716" y="968978"/>
                </a:cubicBezTo>
                <a:cubicBezTo>
                  <a:pt x="769906" y="972121"/>
                  <a:pt x="761238" y="973646"/>
                  <a:pt x="752856" y="972788"/>
                </a:cubicBezTo>
                <a:cubicBezTo>
                  <a:pt x="745046" y="972121"/>
                  <a:pt x="737521" y="974884"/>
                  <a:pt x="732092" y="977932"/>
                </a:cubicBezTo>
                <a:cubicBezTo>
                  <a:pt x="722186" y="983647"/>
                  <a:pt x="713423" y="984599"/>
                  <a:pt x="703993" y="979361"/>
                </a:cubicBezTo>
                <a:cubicBezTo>
                  <a:pt x="687991" y="970598"/>
                  <a:pt x="673418" y="976694"/>
                  <a:pt x="659892" y="988504"/>
                </a:cubicBezTo>
                <a:cubicBezTo>
                  <a:pt x="657987" y="990124"/>
                  <a:pt x="656463" y="991457"/>
                  <a:pt x="653510" y="990600"/>
                </a:cubicBezTo>
                <a:cubicBezTo>
                  <a:pt x="641509" y="987076"/>
                  <a:pt x="629507" y="983456"/>
                  <a:pt x="616744" y="983456"/>
                </a:cubicBezTo>
                <a:cubicBezTo>
                  <a:pt x="598742" y="983552"/>
                  <a:pt x="580168" y="973455"/>
                  <a:pt x="562547" y="985552"/>
                </a:cubicBezTo>
                <a:cubicBezTo>
                  <a:pt x="561975" y="986028"/>
                  <a:pt x="560832" y="986028"/>
                  <a:pt x="559880" y="985933"/>
                </a:cubicBezTo>
                <a:cubicBezTo>
                  <a:pt x="541211" y="985552"/>
                  <a:pt x="522637" y="984790"/>
                  <a:pt x="503872" y="986981"/>
                </a:cubicBezTo>
                <a:cubicBezTo>
                  <a:pt x="487204" y="989076"/>
                  <a:pt x="470916" y="997649"/>
                  <a:pt x="456343" y="990886"/>
                </a:cubicBezTo>
                <a:cubicBezTo>
                  <a:pt x="439674" y="983075"/>
                  <a:pt x="425101" y="982504"/>
                  <a:pt x="409670" y="991076"/>
                </a:cubicBezTo>
                <a:cubicBezTo>
                  <a:pt x="405098" y="993553"/>
                  <a:pt x="401384" y="992600"/>
                  <a:pt x="397669" y="990124"/>
                </a:cubicBezTo>
                <a:cubicBezTo>
                  <a:pt x="391287" y="985933"/>
                  <a:pt x="384143" y="984504"/>
                  <a:pt x="376523" y="984409"/>
                </a:cubicBezTo>
                <a:cubicBezTo>
                  <a:pt x="363569" y="984218"/>
                  <a:pt x="348710" y="986409"/>
                  <a:pt x="336042" y="984409"/>
                </a:cubicBezTo>
                <a:cubicBezTo>
                  <a:pt x="318326" y="981266"/>
                  <a:pt x="307372" y="951833"/>
                  <a:pt x="288608" y="956024"/>
                </a:cubicBezTo>
                <a:cubicBezTo>
                  <a:pt x="287179" y="956215"/>
                  <a:pt x="285655" y="955072"/>
                  <a:pt x="284131" y="954881"/>
                </a:cubicBezTo>
                <a:cubicBezTo>
                  <a:pt x="264319" y="950881"/>
                  <a:pt x="244697" y="942499"/>
                  <a:pt x="224123" y="951929"/>
                </a:cubicBezTo>
                <a:cubicBezTo>
                  <a:pt x="220694" y="953453"/>
                  <a:pt x="216884" y="952119"/>
                  <a:pt x="213455" y="950309"/>
                </a:cubicBezTo>
                <a:cubicBezTo>
                  <a:pt x="188786" y="936974"/>
                  <a:pt x="159639" y="956500"/>
                  <a:pt x="134874" y="964692"/>
                </a:cubicBezTo>
                <a:cubicBezTo>
                  <a:pt x="126968" y="967264"/>
                  <a:pt x="117729" y="968312"/>
                  <a:pt x="111633" y="963740"/>
                </a:cubicBezTo>
                <a:cubicBezTo>
                  <a:pt x="99727" y="954881"/>
                  <a:pt x="87249" y="949262"/>
                  <a:pt x="72485" y="948404"/>
                </a:cubicBezTo>
                <a:cubicBezTo>
                  <a:pt x="71628" y="948404"/>
                  <a:pt x="70771" y="947833"/>
                  <a:pt x="70009" y="947261"/>
                </a:cubicBezTo>
                <a:cubicBezTo>
                  <a:pt x="65723" y="943832"/>
                  <a:pt x="61151" y="944213"/>
                  <a:pt x="56102" y="945833"/>
                </a:cubicBezTo>
                <a:cubicBezTo>
                  <a:pt x="44672" y="949547"/>
                  <a:pt x="33338" y="950309"/>
                  <a:pt x="23051" y="941832"/>
                </a:cubicBezTo>
                <a:cubicBezTo>
                  <a:pt x="21907" y="940784"/>
                  <a:pt x="19526" y="940594"/>
                  <a:pt x="17812" y="940784"/>
                </a:cubicBezTo>
                <a:cubicBezTo>
                  <a:pt x="13145" y="941356"/>
                  <a:pt x="10477" y="938594"/>
                  <a:pt x="7906" y="935260"/>
                </a:cubicBezTo>
                <a:cubicBezTo>
                  <a:pt x="5620" y="932117"/>
                  <a:pt x="2857" y="946499"/>
                  <a:pt x="0" y="944213"/>
                </a:cubicBezTo>
                <a:lnTo>
                  <a:pt x="0" y="0"/>
                </a:lnTo>
                <a:lnTo>
                  <a:pt x="1648111"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 name="Google Shape;29;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0" name="Google Shape;30;p5"/>
          <p:cNvSpPr txBox="1"/>
          <p:nvPr>
            <p:ph idx="1" type="subTitle"/>
          </p:nvPr>
        </p:nvSpPr>
        <p:spPr>
          <a:xfrm>
            <a:off x="5055284" y="3608749"/>
            <a:ext cx="25056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1" name="Google Shape;31;p5"/>
          <p:cNvSpPr txBox="1"/>
          <p:nvPr>
            <p:ph idx="2" type="subTitle"/>
          </p:nvPr>
        </p:nvSpPr>
        <p:spPr>
          <a:xfrm>
            <a:off x="1583300" y="3608749"/>
            <a:ext cx="25056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2" name="Google Shape;32;p5"/>
          <p:cNvSpPr txBox="1"/>
          <p:nvPr>
            <p:ph idx="3" type="subTitle"/>
          </p:nvPr>
        </p:nvSpPr>
        <p:spPr>
          <a:xfrm>
            <a:off x="5055275" y="3300725"/>
            <a:ext cx="25056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3" name="Google Shape;33;p5"/>
          <p:cNvSpPr txBox="1"/>
          <p:nvPr>
            <p:ph idx="4" type="subTitle"/>
          </p:nvPr>
        </p:nvSpPr>
        <p:spPr>
          <a:xfrm>
            <a:off x="1583075" y="3300725"/>
            <a:ext cx="25056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4" name="Shape 34"/>
        <p:cNvGrpSpPr/>
        <p:nvPr/>
      </p:nvGrpSpPr>
      <p:grpSpPr>
        <a:xfrm>
          <a:off x="0" y="0"/>
          <a:ext cx="0" cy="0"/>
          <a:chOff x="0" y="0"/>
          <a:chExt cx="0" cy="0"/>
        </a:xfrm>
      </p:grpSpPr>
      <p:grpSp>
        <p:nvGrpSpPr>
          <p:cNvPr id="35" name="Google Shape;35;p6"/>
          <p:cNvGrpSpPr/>
          <p:nvPr/>
        </p:nvGrpSpPr>
        <p:grpSpPr>
          <a:xfrm>
            <a:off x="295825" y="295692"/>
            <a:ext cx="8848176" cy="4846193"/>
            <a:chOff x="295825" y="295692"/>
            <a:chExt cx="8848176" cy="4846193"/>
          </a:xfrm>
        </p:grpSpPr>
        <p:sp>
          <p:nvSpPr>
            <p:cNvPr id="36" name="Google Shape;36;p6"/>
            <p:cNvSpPr/>
            <p:nvPr/>
          </p:nvSpPr>
          <p:spPr>
            <a:xfrm flipH="1">
              <a:off x="6965325" y="2698075"/>
              <a:ext cx="2178676" cy="2443810"/>
            </a:xfrm>
            <a:custGeom>
              <a:rect b="b" l="l" r="r" t="t"/>
              <a:pathLst>
                <a:path extrusionOk="0" h="2040760" w="1819354">
                  <a:moveTo>
                    <a:pt x="1746836" y="2000838"/>
                  </a:moveTo>
                  <a:cubicBezTo>
                    <a:pt x="1729118" y="1982933"/>
                    <a:pt x="1707662" y="1972055"/>
                    <a:pt x="1688186" y="1957626"/>
                  </a:cubicBezTo>
                  <a:cubicBezTo>
                    <a:pt x="1666842" y="1941851"/>
                    <a:pt x="1644712" y="1928507"/>
                    <a:pt x="1630994" y="1902191"/>
                  </a:cubicBezTo>
                  <a:cubicBezTo>
                    <a:pt x="1621200" y="1883463"/>
                    <a:pt x="1602622" y="1866791"/>
                    <a:pt x="1581315" y="1854941"/>
                  </a:cubicBezTo>
                  <a:cubicBezTo>
                    <a:pt x="1561540" y="1843952"/>
                    <a:pt x="1539112" y="1834457"/>
                    <a:pt x="1529954" y="1808963"/>
                  </a:cubicBezTo>
                  <a:cubicBezTo>
                    <a:pt x="1522253" y="1787544"/>
                    <a:pt x="1509058" y="1769788"/>
                    <a:pt x="1481209" y="1771022"/>
                  </a:cubicBezTo>
                  <a:cubicBezTo>
                    <a:pt x="1471117" y="1771470"/>
                    <a:pt x="1458482" y="1768480"/>
                    <a:pt x="1452389" y="1760181"/>
                  </a:cubicBezTo>
                  <a:cubicBezTo>
                    <a:pt x="1429923" y="1729679"/>
                    <a:pt x="1395907" y="1725417"/>
                    <a:pt x="1363273" y="1721081"/>
                  </a:cubicBezTo>
                  <a:cubicBezTo>
                    <a:pt x="1343424" y="1718465"/>
                    <a:pt x="1324510" y="1708260"/>
                    <a:pt x="1303763" y="1712596"/>
                  </a:cubicBezTo>
                  <a:cubicBezTo>
                    <a:pt x="1282681" y="1717007"/>
                    <a:pt x="1261598" y="1715362"/>
                    <a:pt x="1241599" y="1708708"/>
                  </a:cubicBezTo>
                  <a:cubicBezTo>
                    <a:pt x="1224516" y="1703026"/>
                    <a:pt x="1207284" y="1700073"/>
                    <a:pt x="1190051" y="1702316"/>
                  </a:cubicBezTo>
                  <a:cubicBezTo>
                    <a:pt x="1136784" y="1709232"/>
                    <a:pt x="1086619" y="1692074"/>
                    <a:pt x="1035183" y="1684598"/>
                  </a:cubicBezTo>
                  <a:cubicBezTo>
                    <a:pt x="1028455" y="1683626"/>
                    <a:pt x="1023483" y="1679813"/>
                    <a:pt x="1020156" y="1674206"/>
                  </a:cubicBezTo>
                  <a:cubicBezTo>
                    <a:pt x="1011932" y="1660450"/>
                    <a:pt x="1002438" y="1661422"/>
                    <a:pt x="988270" y="1666842"/>
                  </a:cubicBezTo>
                  <a:cubicBezTo>
                    <a:pt x="963375" y="1676337"/>
                    <a:pt x="935003" y="1679776"/>
                    <a:pt x="911117" y="1669197"/>
                  </a:cubicBezTo>
                  <a:cubicBezTo>
                    <a:pt x="884165" y="1657272"/>
                    <a:pt x="868054" y="1633386"/>
                    <a:pt x="867232" y="1600790"/>
                  </a:cubicBezTo>
                  <a:cubicBezTo>
                    <a:pt x="866335" y="1565690"/>
                    <a:pt x="850896" y="1550812"/>
                    <a:pt x="815721" y="1546925"/>
                  </a:cubicBezTo>
                  <a:cubicBezTo>
                    <a:pt x="806787" y="1545953"/>
                    <a:pt x="799535" y="1543822"/>
                    <a:pt x="795274" y="1535038"/>
                  </a:cubicBezTo>
                  <a:cubicBezTo>
                    <a:pt x="777929" y="1499526"/>
                    <a:pt x="757931" y="1465734"/>
                    <a:pt x="732063" y="1435605"/>
                  </a:cubicBezTo>
                  <a:cubicBezTo>
                    <a:pt x="727129" y="1429848"/>
                    <a:pt x="721597" y="1423905"/>
                    <a:pt x="721223" y="1415644"/>
                  </a:cubicBezTo>
                  <a:cubicBezTo>
                    <a:pt x="718681" y="1359236"/>
                    <a:pt x="674086" y="1328696"/>
                    <a:pt x="640929" y="1293259"/>
                  </a:cubicBezTo>
                  <a:cubicBezTo>
                    <a:pt x="624444" y="1275653"/>
                    <a:pt x="603063" y="1261673"/>
                    <a:pt x="587961" y="1241263"/>
                  </a:cubicBezTo>
                  <a:cubicBezTo>
                    <a:pt x="579774" y="1230198"/>
                    <a:pt x="569345" y="1219993"/>
                    <a:pt x="557981" y="1212255"/>
                  </a:cubicBezTo>
                  <a:cubicBezTo>
                    <a:pt x="534133" y="1196032"/>
                    <a:pt x="509648" y="1179996"/>
                    <a:pt x="495369" y="1154614"/>
                  </a:cubicBezTo>
                  <a:cubicBezTo>
                    <a:pt x="482360" y="1131551"/>
                    <a:pt x="454138" y="1117458"/>
                    <a:pt x="454811" y="1086245"/>
                  </a:cubicBezTo>
                  <a:cubicBezTo>
                    <a:pt x="454923" y="1081386"/>
                    <a:pt x="450886" y="1076265"/>
                    <a:pt x="446026" y="1075367"/>
                  </a:cubicBezTo>
                  <a:cubicBezTo>
                    <a:pt x="423486" y="1071143"/>
                    <a:pt x="409505" y="1052603"/>
                    <a:pt x="390366" y="1043070"/>
                  </a:cubicBezTo>
                  <a:cubicBezTo>
                    <a:pt x="368013" y="1031968"/>
                    <a:pt x="361845" y="1011484"/>
                    <a:pt x="361733" y="991037"/>
                  </a:cubicBezTo>
                  <a:cubicBezTo>
                    <a:pt x="361546" y="956123"/>
                    <a:pt x="352500" y="922966"/>
                    <a:pt x="341248" y="891529"/>
                  </a:cubicBezTo>
                  <a:cubicBezTo>
                    <a:pt x="330931" y="862671"/>
                    <a:pt x="323941" y="837327"/>
                    <a:pt x="335006" y="807049"/>
                  </a:cubicBezTo>
                  <a:cubicBezTo>
                    <a:pt x="344949" y="779836"/>
                    <a:pt x="339080" y="768136"/>
                    <a:pt x="314708" y="752361"/>
                  </a:cubicBezTo>
                  <a:cubicBezTo>
                    <a:pt x="304466" y="745745"/>
                    <a:pt x="302260" y="737708"/>
                    <a:pt x="300541" y="726606"/>
                  </a:cubicBezTo>
                  <a:cubicBezTo>
                    <a:pt x="295420" y="693673"/>
                    <a:pt x="297176" y="659507"/>
                    <a:pt x="283719" y="627995"/>
                  </a:cubicBezTo>
                  <a:cubicBezTo>
                    <a:pt x="280243" y="619809"/>
                    <a:pt x="280804" y="611361"/>
                    <a:pt x="286037" y="603960"/>
                  </a:cubicBezTo>
                  <a:cubicBezTo>
                    <a:pt x="292466" y="594951"/>
                    <a:pt x="289850" y="587138"/>
                    <a:pt x="284355" y="578915"/>
                  </a:cubicBezTo>
                  <a:cubicBezTo>
                    <a:pt x="275458" y="565532"/>
                    <a:pt x="266711" y="552038"/>
                    <a:pt x="258525" y="538207"/>
                  </a:cubicBezTo>
                  <a:cubicBezTo>
                    <a:pt x="251273" y="525946"/>
                    <a:pt x="243161" y="508602"/>
                    <a:pt x="249367" y="498770"/>
                  </a:cubicBezTo>
                  <a:cubicBezTo>
                    <a:pt x="264020" y="475445"/>
                    <a:pt x="250637" y="461764"/>
                    <a:pt x="239610" y="445166"/>
                  </a:cubicBezTo>
                  <a:cubicBezTo>
                    <a:pt x="233891" y="436532"/>
                    <a:pt x="228209" y="426775"/>
                    <a:pt x="226303" y="416832"/>
                  </a:cubicBezTo>
                  <a:cubicBezTo>
                    <a:pt x="216359" y="365546"/>
                    <a:pt x="187016" y="319231"/>
                    <a:pt x="187501" y="265291"/>
                  </a:cubicBezTo>
                  <a:cubicBezTo>
                    <a:pt x="187501" y="261328"/>
                    <a:pt x="186081" y="256731"/>
                    <a:pt x="183838" y="253478"/>
                  </a:cubicBezTo>
                  <a:cubicBezTo>
                    <a:pt x="163765" y="224396"/>
                    <a:pt x="146869" y="192884"/>
                    <a:pt x="121001" y="168176"/>
                  </a:cubicBezTo>
                  <a:cubicBezTo>
                    <a:pt x="93115" y="141523"/>
                    <a:pt x="69491" y="113525"/>
                    <a:pt x="54875" y="75808"/>
                  </a:cubicBezTo>
                  <a:cubicBezTo>
                    <a:pt x="43810" y="47586"/>
                    <a:pt x="22129" y="21681"/>
                    <a:pt x="0" y="0"/>
                  </a:cubicBezTo>
                  <a:lnTo>
                    <a:pt x="0" y="2040761"/>
                  </a:lnTo>
                  <a:lnTo>
                    <a:pt x="1819355" y="2040761"/>
                  </a:lnTo>
                  <a:cubicBezTo>
                    <a:pt x="1813225" y="2037396"/>
                    <a:pt x="1806982" y="2034182"/>
                    <a:pt x="1800553" y="2031154"/>
                  </a:cubicBezTo>
                  <a:cubicBezTo>
                    <a:pt x="1782161" y="2022556"/>
                    <a:pt x="1760742" y="2014893"/>
                    <a:pt x="1746836" y="20008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7" name="Google Shape;37;p6"/>
            <p:cNvGrpSpPr/>
            <p:nvPr/>
          </p:nvGrpSpPr>
          <p:grpSpPr>
            <a:xfrm>
              <a:off x="295825" y="295692"/>
              <a:ext cx="8552803" cy="4551903"/>
              <a:chOff x="412975" y="295735"/>
              <a:chExt cx="8318229" cy="4541004"/>
            </a:xfrm>
          </p:grpSpPr>
          <p:grpSp>
            <p:nvGrpSpPr>
              <p:cNvPr id="38" name="Google Shape;38;p6"/>
              <p:cNvGrpSpPr/>
              <p:nvPr/>
            </p:nvGrpSpPr>
            <p:grpSpPr>
              <a:xfrm>
                <a:off x="412975" y="295735"/>
                <a:ext cx="8318229" cy="4541004"/>
                <a:chOff x="412975" y="295735"/>
                <a:chExt cx="8318229" cy="4541004"/>
              </a:xfrm>
            </p:grpSpPr>
            <p:grpSp>
              <p:nvGrpSpPr>
                <p:cNvPr id="39" name="Google Shape;39;p6"/>
                <p:cNvGrpSpPr/>
                <p:nvPr/>
              </p:nvGrpSpPr>
              <p:grpSpPr>
                <a:xfrm>
                  <a:off x="412975" y="295735"/>
                  <a:ext cx="8318229" cy="4062965"/>
                  <a:chOff x="412975" y="295735"/>
                  <a:chExt cx="8318229" cy="4062965"/>
                </a:xfrm>
              </p:grpSpPr>
              <p:grpSp>
                <p:nvGrpSpPr>
                  <p:cNvPr id="40" name="Google Shape;40;p6"/>
                  <p:cNvGrpSpPr/>
                  <p:nvPr/>
                </p:nvGrpSpPr>
                <p:grpSpPr>
                  <a:xfrm>
                    <a:off x="412987" y="295735"/>
                    <a:ext cx="8318217" cy="1704312"/>
                    <a:chOff x="491624" y="271576"/>
                    <a:chExt cx="8087717" cy="1657085"/>
                  </a:xfrm>
                </p:grpSpPr>
                <p:sp>
                  <p:nvSpPr>
                    <p:cNvPr id="41" name="Google Shape;41;p6"/>
                    <p:cNvSpPr/>
                    <p:nvPr/>
                  </p:nvSpPr>
                  <p:spPr>
                    <a:xfrm>
                      <a:off x="49162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42" name="Google Shape;42;p6"/>
                    <p:cNvSpPr/>
                    <p:nvPr/>
                  </p:nvSpPr>
                  <p:spPr>
                    <a:xfrm>
                      <a:off x="3162049"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43" name="Google Shape;43;p6"/>
                    <p:cNvSpPr/>
                    <p:nvPr/>
                  </p:nvSpPr>
                  <p:spPr>
                    <a:xfrm>
                      <a:off x="581717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grpSp>
              <p:sp>
                <p:nvSpPr>
                  <p:cNvPr id="44" name="Google Shape;44;p6"/>
                  <p:cNvSpPr/>
                  <p:nvPr/>
                </p:nvSpPr>
                <p:spPr>
                  <a:xfrm>
                    <a:off x="412975" y="1284900"/>
                    <a:ext cx="8318100" cy="3073800"/>
                  </a:xfrm>
                  <a:prstGeom prst="rect">
                    <a:avLst/>
                  </a:prstGeom>
                  <a:solidFill>
                    <a:schemeClr val="lt1"/>
                  </a:solidFill>
                  <a:ln>
                    <a:noFill/>
                  </a:ln>
                  <a:effectLst>
                    <a:outerShdw rotWithShape="0" algn="bl" dir="5400000" dist="57150">
                      <a:srgbClr val="260D03">
                        <a:alpha val="12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Actor"/>
                      <a:ea typeface="Actor"/>
                      <a:cs typeface="Actor"/>
                      <a:sym typeface="Actor"/>
                    </a:endParaRPr>
                  </a:p>
                </p:txBody>
              </p:sp>
            </p:grpSp>
            <p:sp>
              <p:nvSpPr>
                <p:cNvPr id="45" name="Google Shape;45;p6"/>
                <p:cNvSpPr/>
                <p:nvPr/>
              </p:nvSpPr>
              <p:spPr>
                <a:xfrm rot="5400000">
                  <a:off x="3456972" y="-437289"/>
                  <a:ext cx="2231540" cy="8316517"/>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 name="Google Shape;46;p6"/>
              <p:cNvGrpSpPr/>
              <p:nvPr/>
            </p:nvGrpSpPr>
            <p:grpSpPr>
              <a:xfrm>
                <a:off x="412975" y="295735"/>
                <a:ext cx="8318229" cy="4541004"/>
                <a:chOff x="412975" y="295735"/>
                <a:chExt cx="8318229" cy="4541004"/>
              </a:xfrm>
            </p:grpSpPr>
            <p:grpSp>
              <p:nvGrpSpPr>
                <p:cNvPr id="47" name="Google Shape;47;p6"/>
                <p:cNvGrpSpPr/>
                <p:nvPr/>
              </p:nvGrpSpPr>
              <p:grpSpPr>
                <a:xfrm>
                  <a:off x="412975" y="295735"/>
                  <a:ext cx="8318229" cy="4062965"/>
                  <a:chOff x="412975" y="295735"/>
                  <a:chExt cx="8318229" cy="4062965"/>
                </a:xfrm>
              </p:grpSpPr>
              <p:grpSp>
                <p:nvGrpSpPr>
                  <p:cNvPr id="48" name="Google Shape;48;p6"/>
                  <p:cNvGrpSpPr/>
                  <p:nvPr/>
                </p:nvGrpSpPr>
                <p:grpSpPr>
                  <a:xfrm>
                    <a:off x="412987" y="295735"/>
                    <a:ext cx="8318217" cy="1704312"/>
                    <a:chOff x="491624" y="271576"/>
                    <a:chExt cx="8087717" cy="1657085"/>
                  </a:xfrm>
                </p:grpSpPr>
                <p:sp>
                  <p:nvSpPr>
                    <p:cNvPr id="49" name="Google Shape;49;p6"/>
                    <p:cNvSpPr/>
                    <p:nvPr/>
                  </p:nvSpPr>
                  <p:spPr>
                    <a:xfrm>
                      <a:off x="49162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50" name="Google Shape;50;p6"/>
                    <p:cNvSpPr/>
                    <p:nvPr/>
                  </p:nvSpPr>
                  <p:spPr>
                    <a:xfrm>
                      <a:off x="3162049"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51" name="Google Shape;51;p6"/>
                    <p:cNvSpPr/>
                    <p:nvPr/>
                  </p:nvSpPr>
                  <p:spPr>
                    <a:xfrm>
                      <a:off x="581717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grpSp>
              <p:sp>
                <p:nvSpPr>
                  <p:cNvPr id="52" name="Google Shape;52;p6"/>
                  <p:cNvSpPr/>
                  <p:nvPr/>
                </p:nvSpPr>
                <p:spPr>
                  <a:xfrm>
                    <a:off x="412975" y="1284900"/>
                    <a:ext cx="8318100" cy="30738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Actor"/>
                      <a:ea typeface="Actor"/>
                      <a:cs typeface="Actor"/>
                      <a:sym typeface="Actor"/>
                    </a:endParaRPr>
                  </a:p>
                </p:txBody>
              </p:sp>
            </p:grpSp>
            <p:sp>
              <p:nvSpPr>
                <p:cNvPr id="53" name="Google Shape;53;p6"/>
                <p:cNvSpPr/>
                <p:nvPr/>
              </p:nvSpPr>
              <p:spPr>
                <a:xfrm rot="5400000">
                  <a:off x="3456972" y="-437289"/>
                  <a:ext cx="2231540" cy="8316517"/>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
        <p:nvSpPr>
          <p:cNvPr id="54" name="Google Shape;54;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5" name="Shape 55"/>
        <p:cNvGrpSpPr/>
        <p:nvPr/>
      </p:nvGrpSpPr>
      <p:grpSpPr>
        <a:xfrm>
          <a:off x="0" y="0"/>
          <a:ext cx="0" cy="0"/>
          <a:chOff x="0" y="0"/>
          <a:chExt cx="0" cy="0"/>
        </a:xfrm>
      </p:grpSpPr>
      <p:sp>
        <p:nvSpPr>
          <p:cNvPr id="56" name="Google Shape;56;p7"/>
          <p:cNvSpPr/>
          <p:nvPr/>
        </p:nvSpPr>
        <p:spPr>
          <a:xfrm>
            <a:off x="295800" y="295800"/>
            <a:ext cx="8550455" cy="4550510"/>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 name="Google Shape;57;p7"/>
          <p:cNvSpPr txBox="1"/>
          <p:nvPr>
            <p:ph type="title"/>
          </p:nvPr>
        </p:nvSpPr>
        <p:spPr>
          <a:xfrm>
            <a:off x="716550" y="445025"/>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8" name="Google Shape;58;p7"/>
          <p:cNvSpPr txBox="1"/>
          <p:nvPr>
            <p:ph idx="1" type="subTitle"/>
          </p:nvPr>
        </p:nvSpPr>
        <p:spPr>
          <a:xfrm>
            <a:off x="720000" y="1541950"/>
            <a:ext cx="4294800" cy="2298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sz="1600"/>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400"/>
              <a:buFont typeface="Nunito Light"/>
              <a:buChar char="○"/>
              <a:defRPr/>
            </a:lvl5pPr>
            <a:lvl6pPr lvl="5" rtl="0" algn="ctr">
              <a:lnSpc>
                <a:spcPct val="100000"/>
              </a:lnSpc>
              <a:spcBef>
                <a:spcPts val="1600"/>
              </a:spcBef>
              <a:spcAft>
                <a:spcPts val="0"/>
              </a:spcAft>
              <a:buClr>
                <a:srgbClr val="999999"/>
              </a:buClr>
              <a:buSzPts val="14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400"/>
              <a:buFont typeface="Nunito Light"/>
              <a:buChar char="■"/>
              <a:defRPr/>
            </a:lvl9pPr>
          </a:lstStyle>
          <a:p/>
        </p:txBody>
      </p:sp>
      <p:sp>
        <p:nvSpPr>
          <p:cNvPr id="59" name="Google Shape;59;p7"/>
          <p:cNvSpPr/>
          <p:nvPr>
            <p:ph idx="2" type="pic"/>
          </p:nvPr>
        </p:nvSpPr>
        <p:spPr>
          <a:xfrm rot="424823">
            <a:off x="5602642" y="1483143"/>
            <a:ext cx="2674797" cy="2597139"/>
          </a:xfrm>
          <a:prstGeom prst="rect">
            <a:avLst/>
          </a:prstGeom>
          <a:noFill/>
          <a:ln cap="flat" cmpd="sng" w="76200">
            <a:solidFill>
              <a:schemeClr val="accent2"/>
            </a:solidFill>
            <a:prstDash val="solid"/>
            <a:round/>
            <a:headEnd len="sm" w="sm" type="none"/>
            <a:tailEnd len="sm" w="sm" type="none"/>
          </a:ln>
          <a:effectLst>
            <a:outerShdw rotWithShape="0" algn="bl" dir="5400000" dist="57150">
              <a:srgbClr val="260D03">
                <a:alpha val="12000"/>
              </a:srgbClr>
            </a:outerShdw>
          </a:effectLst>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0" name="Shape 60"/>
        <p:cNvGrpSpPr/>
        <p:nvPr/>
      </p:nvGrpSpPr>
      <p:grpSpPr>
        <a:xfrm>
          <a:off x="0" y="0"/>
          <a:ext cx="0" cy="0"/>
          <a:chOff x="0" y="0"/>
          <a:chExt cx="0" cy="0"/>
        </a:xfrm>
      </p:grpSpPr>
      <p:grpSp>
        <p:nvGrpSpPr>
          <p:cNvPr id="61" name="Google Shape;61;p8"/>
          <p:cNvGrpSpPr/>
          <p:nvPr/>
        </p:nvGrpSpPr>
        <p:grpSpPr>
          <a:xfrm>
            <a:off x="307742" y="1152350"/>
            <a:ext cx="7567704" cy="3991151"/>
            <a:chOff x="307742" y="1152350"/>
            <a:chExt cx="7567704" cy="3991151"/>
          </a:xfrm>
        </p:grpSpPr>
        <p:grpSp>
          <p:nvGrpSpPr>
            <p:cNvPr id="62" name="Google Shape;62;p8"/>
            <p:cNvGrpSpPr/>
            <p:nvPr/>
          </p:nvGrpSpPr>
          <p:grpSpPr>
            <a:xfrm flipH="1">
              <a:off x="307742" y="3028446"/>
              <a:ext cx="625241" cy="2115055"/>
              <a:chOff x="8116872" y="5275678"/>
              <a:chExt cx="209749" cy="709512"/>
            </a:xfrm>
          </p:grpSpPr>
          <p:sp>
            <p:nvSpPr>
              <p:cNvPr id="63" name="Google Shape;63;p8"/>
              <p:cNvSpPr/>
              <p:nvPr/>
            </p:nvSpPr>
            <p:spPr>
              <a:xfrm>
                <a:off x="8116872" y="5341849"/>
                <a:ext cx="127566" cy="643341"/>
              </a:xfrm>
              <a:custGeom>
                <a:rect b="b" l="l" r="r" t="t"/>
                <a:pathLst>
                  <a:path extrusionOk="0" h="643341" w="127566">
                    <a:moveTo>
                      <a:pt x="1093" y="643075"/>
                    </a:moveTo>
                    <a:cubicBezTo>
                      <a:pt x="14597" y="627167"/>
                      <a:pt x="26545" y="609705"/>
                      <a:pt x="37928" y="592170"/>
                    </a:cubicBezTo>
                    <a:cubicBezTo>
                      <a:pt x="49311" y="574637"/>
                      <a:pt x="60270" y="555689"/>
                      <a:pt x="70027" y="536599"/>
                    </a:cubicBezTo>
                    <a:cubicBezTo>
                      <a:pt x="88974" y="499411"/>
                      <a:pt x="104034" y="460242"/>
                      <a:pt x="113932" y="419660"/>
                    </a:cubicBezTo>
                    <a:cubicBezTo>
                      <a:pt x="124183" y="377734"/>
                      <a:pt x="128779" y="334536"/>
                      <a:pt x="127294" y="291408"/>
                    </a:cubicBezTo>
                    <a:cubicBezTo>
                      <a:pt x="125668" y="244745"/>
                      <a:pt x="117467" y="198578"/>
                      <a:pt x="105872" y="153400"/>
                    </a:cubicBezTo>
                    <a:cubicBezTo>
                      <a:pt x="92651" y="101717"/>
                      <a:pt x="75258" y="51166"/>
                      <a:pt x="57300" y="968"/>
                    </a:cubicBezTo>
                    <a:cubicBezTo>
                      <a:pt x="56664" y="-728"/>
                      <a:pt x="53907" y="-22"/>
                      <a:pt x="54543" y="1746"/>
                    </a:cubicBezTo>
                    <a:cubicBezTo>
                      <a:pt x="84308" y="89840"/>
                      <a:pt x="115699" y="178852"/>
                      <a:pt x="122628" y="272319"/>
                    </a:cubicBezTo>
                    <a:cubicBezTo>
                      <a:pt x="129062" y="358786"/>
                      <a:pt x="110680" y="444122"/>
                      <a:pt x="73844" y="522318"/>
                    </a:cubicBezTo>
                    <a:cubicBezTo>
                      <a:pt x="63876" y="543457"/>
                      <a:pt x="52634" y="564032"/>
                      <a:pt x="40332" y="583969"/>
                    </a:cubicBezTo>
                    <a:cubicBezTo>
                      <a:pt x="28030" y="603907"/>
                      <a:pt x="13890" y="623067"/>
                      <a:pt x="103" y="642298"/>
                    </a:cubicBezTo>
                    <a:cubicBezTo>
                      <a:pt x="-321" y="642934"/>
                      <a:pt x="669" y="643712"/>
                      <a:pt x="1163" y="643146"/>
                    </a:cubicBezTo>
                    <a:lnTo>
                      <a:pt x="1163" y="64314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 name="Google Shape;64;p8"/>
              <p:cNvSpPr/>
              <p:nvPr/>
            </p:nvSpPr>
            <p:spPr>
              <a:xfrm>
                <a:off x="8140081" y="5275678"/>
                <a:ext cx="83460" cy="170754"/>
              </a:xfrm>
              <a:custGeom>
                <a:rect b="b" l="l" r="r" t="t"/>
                <a:pathLst>
                  <a:path extrusionOk="0" h="170754" w="83460">
                    <a:moveTo>
                      <a:pt x="69372" y="170080"/>
                    </a:moveTo>
                    <a:cubicBezTo>
                      <a:pt x="77007" y="141517"/>
                      <a:pt x="84360" y="112105"/>
                      <a:pt x="83371" y="82269"/>
                    </a:cubicBezTo>
                    <a:cubicBezTo>
                      <a:pt x="82522" y="57453"/>
                      <a:pt x="75947" y="28749"/>
                      <a:pt x="57706" y="10649"/>
                    </a:cubicBezTo>
                    <a:cubicBezTo>
                      <a:pt x="49929" y="2943"/>
                      <a:pt x="39253" y="-2148"/>
                      <a:pt x="28153" y="893"/>
                    </a:cubicBezTo>
                    <a:cubicBezTo>
                      <a:pt x="17053" y="3933"/>
                      <a:pt x="8852" y="13124"/>
                      <a:pt x="4468" y="23234"/>
                    </a:cubicBezTo>
                    <a:cubicBezTo>
                      <a:pt x="-6137" y="47979"/>
                      <a:pt x="3832" y="74704"/>
                      <a:pt x="16699" y="96410"/>
                    </a:cubicBezTo>
                    <a:cubicBezTo>
                      <a:pt x="31476" y="121367"/>
                      <a:pt x="48303" y="145476"/>
                      <a:pt x="64705" y="169444"/>
                    </a:cubicBezTo>
                    <a:cubicBezTo>
                      <a:pt x="66049" y="171423"/>
                      <a:pt x="69301" y="169656"/>
                      <a:pt x="68029" y="167535"/>
                    </a:cubicBezTo>
                    <a:cubicBezTo>
                      <a:pt x="56221" y="148304"/>
                      <a:pt x="43071" y="129851"/>
                      <a:pt x="30769" y="110903"/>
                    </a:cubicBezTo>
                    <a:cubicBezTo>
                      <a:pt x="17124" y="89976"/>
                      <a:pt x="2206" y="67139"/>
                      <a:pt x="4185" y="41051"/>
                    </a:cubicBezTo>
                    <a:cubicBezTo>
                      <a:pt x="5034" y="29385"/>
                      <a:pt x="9700" y="17507"/>
                      <a:pt x="18891" y="10013"/>
                    </a:cubicBezTo>
                    <a:cubicBezTo>
                      <a:pt x="29213" y="1599"/>
                      <a:pt x="42152" y="2307"/>
                      <a:pt x="52191" y="10579"/>
                    </a:cubicBezTo>
                    <a:cubicBezTo>
                      <a:pt x="71351" y="26274"/>
                      <a:pt x="78492" y="54979"/>
                      <a:pt x="80047" y="78593"/>
                    </a:cubicBezTo>
                    <a:cubicBezTo>
                      <a:pt x="82027" y="109489"/>
                      <a:pt x="74674" y="139891"/>
                      <a:pt x="67958" y="169797"/>
                    </a:cubicBezTo>
                    <a:cubicBezTo>
                      <a:pt x="67745" y="170787"/>
                      <a:pt x="69160" y="171141"/>
                      <a:pt x="69442" y="170222"/>
                    </a:cubicBezTo>
                    <a:lnTo>
                      <a:pt x="69442" y="17022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 name="Google Shape;65;p8"/>
              <p:cNvSpPr/>
              <p:nvPr/>
            </p:nvSpPr>
            <p:spPr>
              <a:xfrm>
                <a:off x="8227439" y="5445867"/>
                <a:ext cx="30516" cy="82534"/>
              </a:xfrm>
              <a:custGeom>
                <a:rect b="b" l="l" r="r" t="t"/>
                <a:pathLst>
                  <a:path extrusionOk="0" h="82534" w="30516">
                    <a:moveTo>
                      <a:pt x="28676" y="598"/>
                    </a:moveTo>
                    <a:cubicBezTo>
                      <a:pt x="24576" y="14384"/>
                      <a:pt x="21253" y="28242"/>
                      <a:pt x="16445" y="41816"/>
                    </a:cubicBezTo>
                    <a:cubicBezTo>
                      <a:pt x="13970" y="48745"/>
                      <a:pt x="11284" y="55603"/>
                      <a:pt x="8244" y="62320"/>
                    </a:cubicBezTo>
                    <a:cubicBezTo>
                      <a:pt x="5416" y="68542"/>
                      <a:pt x="2093" y="74834"/>
                      <a:pt x="43" y="81409"/>
                    </a:cubicBezTo>
                    <a:cubicBezTo>
                      <a:pt x="-241" y="82187"/>
                      <a:pt x="962" y="82964"/>
                      <a:pt x="1527" y="82258"/>
                    </a:cubicBezTo>
                    <a:cubicBezTo>
                      <a:pt x="10435" y="71511"/>
                      <a:pt x="15667" y="56664"/>
                      <a:pt x="20334" y="43655"/>
                    </a:cubicBezTo>
                    <a:cubicBezTo>
                      <a:pt x="25212" y="30009"/>
                      <a:pt x="29454" y="15374"/>
                      <a:pt x="30515" y="881"/>
                    </a:cubicBezTo>
                    <a:cubicBezTo>
                      <a:pt x="30585" y="-180"/>
                      <a:pt x="29030" y="-321"/>
                      <a:pt x="28747" y="668"/>
                    </a:cubicBezTo>
                    <a:lnTo>
                      <a:pt x="28747" y="66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 name="Google Shape;66;p8"/>
              <p:cNvSpPr/>
              <p:nvPr/>
            </p:nvSpPr>
            <p:spPr>
              <a:xfrm>
                <a:off x="8254039" y="5504998"/>
                <a:ext cx="34149" cy="33699"/>
              </a:xfrm>
              <a:custGeom>
                <a:rect b="b" l="l" r="r" t="t"/>
                <a:pathLst>
                  <a:path extrusionOk="0" h="33699" w="34149">
                    <a:moveTo>
                      <a:pt x="20528" y="3755"/>
                    </a:moveTo>
                    <a:cubicBezTo>
                      <a:pt x="25478" y="4745"/>
                      <a:pt x="29790" y="8775"/>
                      <a:pt x="30922" y="13724"/>
                    </a:cubicBezTo>
                    <a:cubicBezTo>
                      <a:pt x="31558" y="16340"/>
                      <a:pt x="30922" y="19027"/>
                      <a:pt x="30144" y="21572"/>
                    </a:cubicBezTo>
                    <a:cubicBezTo>
                      <a:pt x="29225" y="24471"/>
                      <a:pt x="27528" y="27016"/>
                      <a:pt x="24771" y="28501"/>
                    </a:cubicBezTo>
                    <a:cubicBezTo>
                      <a:pt x="19539" y="31470"/>
                      <a:pt x="12468" y="30409"/>
                      <a:pt x="8156" y="26238"/>
                    </a:cubicBezTo>
                    <a:cubicBezTo>
                      <a:pt x="3843" y="22067"/>
                      <a:pt x="2217" y="15987"/>
                      <a:pt x="4409" y="10472"/>
                    </a:cubicBezTo>
                    <a:cubicBezTo>
                      <a:pt x="6954" y="4038"/>
                      <a:pt x="14095" y="1351"/>
                      <a:pt x="20387" y="3967"/>
                    </a:cubicBezTo>
                    <a:cubicBezTo>
                      <a:pt x="21518" y="4462"/>
                      <a:pt x="22013" y="2695"/>
                      <a:pt x="21165" y="2129"/>
                    </a:cubicBezTo>
                    <a:cubicBezTo>
                      <a:pt x="15085" y="-2325"/>
                      <a:pt x="6601" y="715"/>
                      <a:pt x="2712" y="6583"/>
                    </a:cubicBezTo>
                    <a:cubicBezTo>
                      <a:pt x="-1389" y="12805"/>
                      <a:pt x="-682" y="21148"/>
                      <a:pt x="3772" y="26945"/>
                    </a:cubicBezTo>
                    <a:cubicBezTo>
                      <a:pt x="8227" y="32743"/>
                      <a:pt x="16711" y="35288"/>
                      <a:pt x="23710" y="32672"/>
                    </a:cubicBezTo>
                    <a:cubicBezTo>
                      <a:pt x="27245" y="31399"/>
                      <a:pt x="30214" y="28995"/>
                      <a:pt x="31841" y="25602"/>
                    </a:cubicBezTo>
                    <a:cubicBezTo>
                      <a:pt x="33325" y="22632"/>
                      <a:pt x="34386" y="18815"/>
                      <a:pt x="34103" y="15492"/>
                    </a:cubicBezTo>
                    <a:cubicBezTo>
                      <a:pt x="33538" y="8492"/>
                      <a:pt x="27599" y="2482"/>
                      <a:pt x="20528" y="2271"/>
                    </a:cubicBezTo>
                    <a:cubicBezTo>
                      <a:pt x="19609" y="2271"/>
                      <a:pt x="19397" y="3685"/>
                      <a:pt x="20317" y="3897"/>
                    </a:cubicBezTo>
                    <a:lnTo>
                      <a:pt x="20317" y="389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 name="Google Shape;67;p8"/>
              <p:cNvSpPr/>
              <p:nvPr/>
            </p:nvSpPr>
            <p:spPr>
              <a:xfrm>
                <a:off x="8194846" y="5667574"/>
                <a:ext cx="30967" cy="30428"/>
              </a:xfrm>
              <a:custGeom>
                <a:rect b="b" l="l" r="r" t="t"/>
                <a:pathLst>
                  <a:path extrusionOk="0" h="30428" w="30967">
                    <a:moveTo>
                      <a:pt x="18919" y="1529"/>
                    </a:moveTo>
                    <a:cubicBezTo>
                      <a:pt x="26271" y="2236"/>
                      <a:pt x="31786" y="9801"/>
                      <a:pt x="30867" y="16165"/>
                    </a:cubicBezTo>
                    <a:cubicBezTo>
                      <a:pt x="30301" y="19700"/>
                      <a:pt x="29312" y="23376"/>
                      <a:pt x="26908" y="26062"/>
                    </a:cubicBezTo>
                    <a:cubicBezTo>
                      <a:pt x="25352" y="27759"/>
                      <a:pt x="23302" y="28961"/>
                      <a:pt x="21181" y="29668"/>
                    </a:cubicBezTo>
                    <a:cubicBezTo>
                      <a:pt x="16515" y="31153"/>
                      <a:pt x="11212" y="30446"/>
                      <a:pt x="7182" y="27689"/>
                    </a:cubicBezTo>
                    <a:cubicBezTo>
                      <a:pt x="3153" y="24931"/>
                      <a:pt x="466" y="20336"/>
                      <a:pt x="42" y="15457"/>
                    </a:cubicBezTo>
                    <a:cubicBezTo>
                      <a:pt x="-312" y="10650"/>
                      <a:pt x="1597" y="5630"/>
                      <a:pt x="5415" y="2660"/>
                    </a:cubicBezTo>
                    <a:cubicBezTo>
                      <a:pt x="9233" y="-309"/>
                      <a:pt x="14818" y="-945"/>
                      <a:pt x="18989" y="1529"/>
                    </a:cubicBezTo>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 name="Google Shape;68;p8"/>
              <p:cNvSpPr/>
              <p:nvPr/>
            </p:nvSpPr>
            <p:spPr>
              <a:xfrm>
                <a:off x="8173353" y="5914108"/>
                <a:ext cx="30967" cy="30428"/>
              </a:xfrm>
              <a:custGeom>
                <a:rect b="b" l="l" r="r" t="t"/>
                <a:pathLst>
                  <a:path extrusionOk="0" h="30428" w="30967">
                    <a:moveTo>
                      <a:pt x="18919" y="1529"/>
                    </a:moveTo>
                    <a:cubicBezTo>
                      <a:pt x="26272" y="2236"/>
                      <a:pt x="31786" y="9801"/>
                      <a:pt x="30867" y="16165"/>
                    </a:cubicBezTo>
                    <a:cubicBezTo>
                      <a:pt x="30302" y="19700"/>
                      <a:pt x="29312" y="23376"/>
                      <a:pt x="26908" y="26062"/>
                    </a:cubicBezTo>
                    <a:cubicBezTo>
                      <a:pt x="25353" y="27759"/>
                      <a:pt x="23302" y="28961"/>
                      <a:pt x="21181" y="29668"/>
                    </a:cubicBezTo>
                    <a:cubicBezTo>
                      <a:pt x="16515" y="31153"/>
                      <a:pt x="11212" y="30446"/>
                      <a:pt x="7182" y="27689"/>
                    </a:cubicBezTo>
                    <a:cubicBezTo>
                      <a:pt x="3152" y="24931"/>
                      <a:pt x="466" y="20336"/>
                      <a:pt x="42" y="15457"/>
                    </a:cubicBezTo>
                    <a:cubicBezTo>
                      <a:pt x="-312" y="10650"/>
                      <a:pt x="1597" y="5630"/>
                      <a:pt x="5415" y="2660"/>
                    </a:cubicBezTo>
                    <a:cubicBezTo>
                      <a:pt x="9233" y="-309"/>
                      <a:pt x="14818" y="-945"/>
                      <a:pt x="18989" y="1529"/>
                    </a:cubicBezTo>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 name="Google Shape;69;p8"/>
              <p:cNvSpPr/>
              <p:nvPr/>
            </p:nvSpPr>
            <p:spPr>
              <a:xfrm>
                <a:off x="8260544" y="5722474"/>
                <a:ext cx="34148" cy="33699"/>
              </a:xfrm>
              <a:custGeom>
                <a:rect b="b" l="l" r="r" t="t"/>
                <a:pathLst>
                  <a:path extrusionOk="0" h="33699" w="34148">
                    <a:moveTo>
                      <a:pt x="20529" y="3755"/>
                    </a:moveTo>
                    <a:cubicBezTo>
                      <a:pt x="25477" y="4745"/>
                      <a:pt x="29791" y="8775"/>
                      <a:pt x="30922" y="13724"/>
                    </a:cubicBezTo>
                    <a:cubicBezTo>
                      <a:pt x="31558" y="16340"/>
                      <a:pt x="30922" y="19027"/>
                      <a:pt x="30144" y="21572"/>
                    </a:cubicBezTo>
                    <a:cubicBezTo>
                      <a:pt x="29225" y="24471"/>
                      <a:pt x="27528" y="27016"/>
                      <a:pt x="24771" y="28500"/>
                    </a:cubicBezTo>
                    <a:cubicBezTo>
                      <a:pt x="19539" y="31470"/>
                      <a:pt x="12469" y="30409"/>
                      <a:pt x="8156" y="26238"/>
                    </a:cubicBezTo>
                    <a:cubicBezTo>
                      <a:pt x="3843" y="22067"/>
                      <a:pt x="2217" y="15987"/>
                      <a:pt x="4409" y="10472"/>
                    </a:cubicBezTo>
                    <a:cubicBezTo>
                      <a:pt x="6954" y="4038"/>
                      <a:pt x="14095" y="1351"/>
                      <a:pt x="20387" y="3967"/>
                    </a:cubicBezTo>
                    <a:cubicBezTo>
                      <a:pt x="21518" y="4462"/>
                      <a:pt x="22013" y="2695"/>
                      <a:pt x="21165" y="2129"/>
                    </a:cubicBezTo>
                    <a:cubicBezTo>
                      <a:pt x="15085" y="-2325"/>
                      <a:pt x="6600" y="715"/>
                      <a:pt x="2712" y="6583"/>
                    </a:cubicBezTo>
                    <a:cubicBezTo>
                      <a:pt x="-1389" y="12805"/>
                      <a:pt x="-682" y="21148"/>
                      <a:pt x="3772" y="26945"/>
                    </a:cubicBezTo>
                    <a:cubicBezTo>
                      <a:pt x="8226" y="32743"/>
                      <a:pt x="16711" y="35288"/>
                      <a:pt x="23710" y="32672"/>
                    </a:cubicBezTo>
                    <a:cubicBezTo>
                      <a:pt x="27245" y="31399"/>
                      <a:pt x="30215" y="28995"/>
                      <a:pt x="31841" y="25602"/>
                    </a:cubicBezTo>
                    <a:cubicBezTo>
                      <a:pt x="33326" y="22632"/>
                      <a:pt x="34386" y="18814"/>
                      <a:pt x="34103" y="15492"/>
                    </a:cubicBezTo>
                    <a:cubicBezTo>
                      <a:pt x="33537" y="8492"/>
                      <a:pt x="27599" y="2482"/>
                      <a:pt x="20529" y="2271"/>
                    </a:cubicBezTo>
                    <a:cubicBezTo>
                      <a:pt x="19610" y="2271"/>
                      <a:pt x="19397" y="3685"/>
                      <a:pt x="20316" y="3897"/>
                    </a:cubicBezTo>
                    <a:lnTo>
                      <a:pt x="20316" y="389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 name="Google Shape;70;p8"/>
              <p:cNvSpPr/>
              <p:nvPr/>
            </p:nvSpPr>
            <p:spPr>
              <a:xfrm>
                <a:off x="8130878" y="5833333"/>
                <a:ext cx="34148" cy="33699"/>
              </a:xfrm>
              <a:custGeom>
                <a:rect b="b" l="l" r="r" t="t"/>
                <a:pathLst>
                  <a:path extrusionOk="0" h="33699" w="34148">
                    <a:moveTo>
                      <a:pt x="20529" y="3755"/>
                    </a:moveTo>
                    <a:cubicBezTo>
                      <a:pt x="25478" y="4745"/>
                      <a:pt x="29790" y="8775"/>
                      <a:pt x="30921" y="13724"/>
                    </a:cubicBezTo>
                    <a:cubicBezTo>
                      <a:pt x="31558" y="16340"/>
                      <a:pt x="30921" y="19027"/>
                      <a:pt x="30144" y="21572"/>
                    </a:cubicBezTo>
                    <a:cubicBezTo>
                      <a:pt x="29225" y="24471"/>
                      <a:pt x="27528" y="27016"/>
                      <a:pt x="24770" y="28501"/>
                    </a:cubicBezTo>
                    <a:cubicBezTo>
                      <a:pt x="19539" y="31470"/>
                      <a:pt x="12468" y="30409"/>
                      <a:pt x="8156" y="26238"/>
                    </a:cubicBezTo>
                    <a:cubicBezTo>
                      <a:pt x="3843" y="22067"/>
                      <a:pt x="2217" y="15987"/>
                      <a:pt x="4408" y="10472"/>
                    </a:cubicBezTo>
                    <a:cubicBezTo>
                      <a:pt x="6954" y="4038"/>
                      <a:pt x="14095" y="1351"/>
                      <a:pt x="20387" y="3967"/>
                    </a:cubicBezTo>
                    <a:cubicBezTo>
                      <a:pt x="21518" y="4462"/>
                      <a:pt x="22013" y="2695"/>
                      <a:pt x="21165" y="2129"/>
                    </a:cubicBezTo>
                    <a:cubicBezTo>
                      <a:pt x="15084" y="-2325"/>
                      <a:pt x="6600" y="715"/>
                      <a:pt x="2712" y="6583"/>
                    </a:cubicBezTo>
                    <a:cubicBezTo>
                      <a:pt x="-1389" y="12805"/>
                      <a:pt x="-682" y="21148"/>
                      <a:pt x="3772" y="26945"/>
                    </a:cubicBezTo>
                    <a:cubicBezTo>
                      <a:pt x="8227" y="32743"/>
                      <a:pt x="16711" y="35288"/>
                      <a:pt x="23710" y="32672"/>
                    </a:cubicBezTo>
                    <a:cubicBezTo>
                      <a:pt x="27245" y="31399"/>
                      <a:pt x="30215" y="28995"/>
                      <a:pt x="31840" y="25602"/>
                    </a:cubicBezTo>
                    <a:cubicBezTo>
                      <a:pt x="33325" y="22632"/>
                      <a:pt x="34386" y="18814"/>
                      <a:pt x="34103" y="15492"/>
                    </a:cubicBezTo>
                    <a:cubicBezTo>
                      <a:pt x="33538" y="8492"/>
                      <a:pt x="27599" y="2482"/>
                      <a:pt x="20529" y="2271"/>
                    </a:cubicBezTo>
                    <a:cubicBezTo>
                      <a:pt x="19609" y="2271"/>
                      <a:pt x="19397" y="3685"/>
                      <a:pt x="20316" y="3897"/>
                    </a:cubicBezTo>
                    <a:lnTo>
                      <a:pt x="20316" y="389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 name="Google Shape;71;p8"/>
              <p:cNvSpPr/>
              <p:nvPr/>
            </p:nvSpPr>
            <p:spPr>
              <a:xfrm>
                <a:off x="8133718" y="5479864"/>
                <a:ext cx="34963" cy="33594"/>
              </a:xfrm>
              <a:custGeom>
                <a:rect b="b" l="l" r="r" t="t"/>
                <a:pathLst>
                  <a:path extrusionOk="0" h="33594" w="34963">
                    <a:moveTo>
                      <a:pt x="8356" y="7184"/>
                    </a:moveTo>
                    <a:cubicBezTo>
                      <a:pt x="11609" y="3649"/>
                      <a:pt x="17123" y="2093"/>
                      <a:pt x="21719" y="3437"/>
                    </a:cubicBezTo>
                    <a:cubicBezTo>
                      <a:pt x="24193" y="4144"/>
                      <a:pt x="25961" y="5699"/>
                      <a:pt x="27728" y="7537"/>
                    </a:cubicBezTo>
                    <a:cubicBezTo>
                      <a:pt x="29920" y="9871"/>
                      <a:pt x="31546" y="12628"/>
                      <a:pt x="31617" y="15880"/>
                    </a:cubicBezTo>
                    <a:cubicBezTo>
                      <a:pt x="31688" y="21819"/>
                      <a:pt x="27516" y="27404"/>
                      <a:pt x="21860" y="29243"/>
                    </a:cubicBezTo>
                    <a:cubicBezTo>
                      <a:pt x="16204" y="31081"/>
                      <a:pt x="9205" y="29384"/>
                      <a:pt x="5528" y="24293"/>
                    </a:cubicBezTo>
                    <a:cubicBezTo>
                      <a:pt x="1569" y="18849"/>
                      <a:pt x="2842" y="11426"/>
                      <a:pt x="8286" y="7467"/>
                    </a:cubicBezTo>
                    <a:cubicBezTo>
                      <a:pt x="9134" y="6831"/>
                      <a:pt x="8639" y="5133"/>
                      <a:pt x="7508" y="5628"/>
                    </a:cubicBezTo>
                    <a:cubicBezTo>
                      <a:pt x="650" y="8386"/>
                      <a:pt x="-1612" y="16658"/>
                      <a:pt x="1145" y="23162"/>
                    </a:cubicBezTo>
                    <a:cubicBezTo>
                      <a:pt x="4114" y="30233"/>
                      <a:pt x="11750" y="34333"/>
                      <a:pt x="19315" y="33485"/>
                    </a:cubicBezTo>
                    <a:cubicBezTo>
                      <a:pt x="26880" y="32636"/>
                      <a:pt x="32819" y="27122"/>
                      <a:pt x="34516" y="19981"/>
                    </a:cubicBezTo>
                    <a:cubicBezTo>
                      <a:pt x="35506" y="15880"/>
                      <a:pt x="34869" y="11638"/>
                      <a:pt x="32466" y="8173"/>
                    </a:cubicBezTo>
                    <a:cubicBezTo>
                      <a:pt x="30627" y="5487"/>
                      <a:pt x="27941" y="2588"/>
                      <a:pt x="24901" y="1245"/>
                    </a:cubicBezTo>
                    <a:cubicBezTo>
                      <a:pt x="18679" y="-1513"/>
                      <a:pt x="10901" y="396"/>
                      <a:pt x="7084" y="6123"/>
                    </a:cubicBezTo>
                    <a:cubicBezTo>
                      <a:pt x="6589" y="6901"/>
                      <a:pt x="7720" y="7820"/>
                      <a:pt x="8356" y="7113"/>
                    </a:cubicBezTo>
                    <a:lnTo>
                      <a:pt x="8356" y="711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 name="Google Shape;72;p8"/>
              <p:cNvSpPr/>
              <p:nvPr/>
            </p:nvSpPr>
            <p:spPr>
              <a:xfrm>
                <a:off x="8250137" y="5565659"/>
                <a:ext cx="29815" cy="30961"/>
              </a:xfrm>
              <a:custGeom>
                <a:rect b="b" l="l" r="r" t="t"/>
                <a:pathLst>
                  <a:path extrusionOk="0" h="30961" w="29815">
                    <a:moveTo>
                      <a:pt x="605" y="14290"/>
                    </a:moveTo>
                    <a:cubicBezTo>
                      <a:pt x="39" y="6937"/>
                      <a:pt x="6544" y="149"/>
                      <a:pt x="12977" y="8"/>
                    </a:cubicBezTo>
                    <a:cubicBezTo>
                      <a:pt x="16583" y="-62"/>
                      <a:pt x="20331" y="291"/>
                      <a:pt x="23441" y="2200"/>
                    </a:cubicBezTo>
                    <a:cubicBezTo>
                      <a:pt x="25350" y="3402"/>
                      <a:pt x="26906" y="5240"/>
                      <a:pt x="27966" y="7220"/>
                    </a:cubicBezTo>
                    <a:cubicBezTo>
                      <a:pt x="30229" y="11533"/>
                      <a:pt x="30441" y="16906"/>
                      <a:pt x="28461" y="21360"/>
                    </a:cubicBezTo>
                    <a:cubicBezTo>
                      <a:pt x="26482" y="25814"/>
                      <a:pt x="22381" y="29279"/>
                      <a:pt x="17644" y="30480"/>
                    </a:cubicBezTo>
                    <a:cubicBezTo>
                      <a:pt x="12977" y="31682"/>
                      <a:pt x="7675" y="30622"/>
                      <a:pt x="4140" y="27440"/>
                    </a:cubicBezTo>
                    <a:cubicBezTo>
                      <a:pt x="605" y="24259"/>
                      <a:pt x="-1021" y="18815"/>
                      <a:pt x="676" y="14290"/>
                    </a:cubicBezTo>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 name="Google Shape;73;p8"/>
              <p:cNvSpPr/>
              <p:nvPr/>
            </p:nvSpPr>
            <p:spPr>
              <a:xfrm>
                <a:off x="8174477" y="5623951"/>
                <a:ext cx="32949" cy="34300"/>
              </a:xfrm>
              <a:custGeom>
                <a:rect b="b" l="l" r="r" t="t"/>
                <a:pathLst>
                  <a:path extrusionOk="0" h="34300" w="32949">
                    <a:moveTo>
                      <a:pt x="2806" y="15882"/>
                    </a:moveTo>
                    <a:cubicBezTo>
                      <a:pt x="2948" y="10650"/>
                      <a:pt x="6554" y="5277"/>
                      <a:pt x="11644" y="3651"/>
                    </a:cubicBezTo>
                    <a:cubicBezTo>
                      <a:pt x="14189" y="2802"/>
                      <a:pt x="17230" y="3014"/>
                      <a:pt x="19845" y="3651"/>
                    </a:cubicBezTo>
                    <a:cubicBezTo>
                      <a:pt x="22956" y="4287"/>
                      <a:pt x="25572" y="5983"/>
                      <a:pt x="27269" y="8670"/>
                    </a:cubicBezTo>
                    <a:cubicBezTo>
                      <a:pt x="30451" y="13761"/>
                      <a:pt x="30097" y="20477"/>
                      <a:pt x="26421" y="25214"/>
                    </a:cubicBezTo>
                    <a:cubicBezTo>
                      <a:pt x="23027" y="29598"/>
                      <a:pt x="17300" y="31860"/>
                      <a:pt x="11856" y="30588"/>
                    </a:cubicBezTo>
                    <a:cubicBezTo>
                      <a:pt x="5422" y="29032"/>
                      <a:pt x="1604" y="22669"/>
                      <a:pt x="3019" y="16235"/>
                    </a:cubicBezTo>
                    <a:cubicBezTo>
                      <a:pt x="3230" y="15175"/>
                      <a:pt x="1675" y="14326"/>
                      <a:pt x="1180" y="15457"/>
                    </a:cubicBezTo>
                    <a:cubicBezTo>
                      <a:pt x="-2001" y="21891"/>
                      <a:pt x="1604" y="29527"/>
                      <a:pt x="7755" y="32567"/>
                    </a:cubicBezTo>
                    <a:cubicBezTo>
                      <a:pt x="14260" y="35819"/>
                      <a:pt x="22108" y="34335"/>
                      <a:pt x="27410" y="29456"/>
                    </a:cubicBezTo>
                    <a:cubicBezTo>
                      <a:pt x="32996" y="24295"/>
                      <a:pt x="34481" y="15811"/>
                      <a:pt x="31299" y="8953"/>
                    </a:cubicBezTo>
                    <a:cubicBezTo>
                      <a:pt x="28117" y="2095"/>
                      <a:pt x="20199" y="-945"/>
                      <a:pt x="12775" y="257"/>
                    </a:cubicBezTo>
                    <a:cubicBezTo>
                      <a:pt x="9240" y="822"/>
                      <a:pt x="6059" y="3085"/>
                      <a:pt x="3938" y="5913"/>
                    </a:cubicBezTo>
                    <a:cubicBezTo>
                      <a:pt x="1604" y="8953"/>
                      <a:pt x="685" y="12417"/>
                      <a:pt x="1251" y="16235"/>
                    </a:cubicBezTo>
                    <a:cubicBezTo>
                      <a:pt x="1393" y="17154"/>
                      <a:pt x="2877" y="16942"/>
                      <a:pt x="2877" y="16023"/>
                    </a:cubicBezTo>
                    <a:lnTo>
                      <a:pt x="2877" y="160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 name="Google Shape;74;p8"/>
              <p:cNvSpPr/>
              <p:nvPr/>
            </p:nvSpPr>
            <p:spPr>
              <a:xfrm>
                <a:off x="8165452" y="5705027"/>
                <a:ext cx="28905" cy="30086"/>
              </a:xfrm>
              <a:custGeom>
                <a:rect b="b" l="l" r="r" t="t"/>
                <a:pathLst>
                  <a:path extrusionOk="0" h="30086" w="28905">
                    <a:moveTo>
                      <a:pt x="2711" y="13920"/>
                    </a:moveTo>
                    <a:cubicBezTo>
                      <a:pt x="2852" y="9537"/>
                      <a:pt x="5963" y="4941"/>
                      <a:pt x="10276" y="3598"/>
                    </a:cubicBezTo>
                    <a:cubicBezTo>
                      <a:pt x="12467" y="2891"/>
                      <a:pt x="15013" y="3033"/>
                      <a:pt x="17275" y="3598"/>
                    </a:cubicBezTo>
                    <a:cubicBezTo>
                      <a:pt x="19891" y="4164"/>
                      <a:pt x="22083" y="5578"/>
                      <a:pt x="23568" y="7840"/>
                    </a:cubicBezTo>
                    <a:cubicBezTo>
                      <a:pt x="26254" y="12153"/>
                      <a:pt x="25971" y="17880"/>
                      <a:pt x="22860" y="21839"/>
                    </a:cubicBezTo>
                    <a:cubicBezTo>
                      <a:pt x="19962" y="25515"/>
                      <a:pt x="15154" y="27495"/>
                      <a:pt x="10488" y="26435"/>
                    </a:cubicBezTo>
                    <a:cubicBezTo>
                      <a:pt x="4973" y="25091"/>
                      <a:pt x="1862" y="19789"/>
                      <a:pt x="2923" y="14274"/>
                    </a:cubicBezTo>
                    <a:cubicBezTo>
                      <a:pt x="3135" y="13214"/>
                      <a:pt x="1650" y="12365"/>
                      <a:pt x="1085" y="13496"/>
                    </a:cubicBezTo>
                    <a:cubicBezTo>
                      <a:pt x="-1814" y="19081"/>
                      <a:pt x="1438" y="25869"/>
                      <a:pt x="6811" y="28556"/>
                    </a:cubicBezTo>
                    <a:cubicBezTo>
                      <a:pt x="12538" y="31383"/>
                      <a:pt x="19467" y="30182"/>
                      <a:pt x="24062" y="25869"/>
                    </a:cubicBezTo>
                    <a:cubicBezTo>
                      <a:pt x="29012" y="21344"/>
                      <a:pt x="30213" y="13850"/>
                      <a:pt x="27456" y="7840"/>
                    </a:cubicBezTo>
                    <a:cubicBezTo>
                      <a:pt x="24699" y="1830"/>
                      <a:pt x="17699" y="-786"/>
                      <a:pt x="11195" y="204"/>
                    </a:cubicBezTo>
                    <a:cubicBezTo>
                      <a:pt x="8084" y="699"/>
                      <a:pt x="5327" y="2750"/>
                      <a:pt x="3417" y="5154"/>
                    </a:cubicBezTo>
                    <a:cubicBezTo>
                      <a:pt x="1367" y="7840"/>
                      <a:pt x="590" y="10880"/>
                      <a:pt x="1155" y="14203"/>
                    </a:cubicBezTo>
                    <a:cubicBezTo>
                      <a:pt x="1297" y="15193"/>
                      <a:pt x="2781" y="14910"/>
                      <a:pt x="2781" y="13991"/>
                    </a:cubicBezTo>
                    <a:lnTo>
                      <a:pt x="2781" y="1399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 name="Google Shape;75;p8"/>
              <p:cNvSpPr/>
              <p:nvPr/>
            </p:nvSpPr>
            <p:spPr>
              <a:xfrm>
                <a:off x="8247266" y="5772834"/>
                <a:ext cx="24817" cy="25791"/>
              </a:xfrm>
              <a:custGeom>
                <a:rect b="b" l="l" r="r" t="t"/>
                <a:pathLst>
                  <a:path extrusionOk="0" h="25791" w="24817">
                    <a:moveTo>
                      <a:pt x="2698" y="11936"/>
                    </a:moveTo>
                    <a:cubicBezTo>
                      <a:pt x="2910" y="8330"/>
                      <a:pt x="5526" y="4583"/>
                      <a:pt x="8990" y="3452"/>
                    </a:cubicBezTo>
                    <a:cubicBezTo>
                      <a:pt x="10758" y="2886"/>
                      <a:pt x="12879" y="3028"/>
                      <a:pt x="14717" y="3452"/>
                    </a:cubicBezTo>
                    <a:cubicBezTo>
                      <a:pt x="16838" y="3947"/>
                      <a:pt x="18676" y="5008"/>
                      <a:pt x="19808" y="6916"/>
                    </a:cubicBezTo>
                    <a:cubicBezTo>
                      <a:pt x="21999" y="10451"/>
                      <a:pt x="21787" y="15118"/>
                      <a:pt x="19242" y="18370"/>
                    </a:cubicBezTo>
                    <a:cubicBezTo>
                      <a:pt x="16909" y="21410"/>
                      <a:pt x="12950" y="23107"/>
                      <a:pt x="9132" y="22188"/>
                    </a:cubicBezTo>
                    <a:cubicBezTo>
                      <a:pt x="4607" y="21127"/>
                      <a:pt x="2132" y="16744"/>
                      <a:pt x="2840" y="12219"/>
                    </a:cubicBezTo>
                    <a:cubicBezTo>
                      <a:pt x="3051" y="11159"/>
                      <a:pt x="1567" y="10381"/>
                      <a:pt x="1001" y="11441"/>
                    </a:cubicBezTo>
                    <a:cubicBezTo>
                      <a:pt x="-1615" y="16178"/>
                      <a:pt x="1213" y="22117"/>
                      <a:pt x="5809" y="24450"/>
                    </a:cubicBezTo>
                    <a:cubicBezTo>
                      <a:pt x="10758" y="26925"/>
                      <a:pt x="16697" y="25864"/>
                      <a:pt x="20656" y="22188"/>
                    </a:cubicBezTo>
                    <a:cubicBezTo>
                      <a:pt x="24898" y="18299"/>
                      <a:pt x="25958" y="11865"/>
                      <a:pt x="23555" y="6704"/>
                    </a:cubicBezTo>
                    <a:cubicBezTo>
                      <a:pt x="21151" y="1543"/>
                      <a:pt x="15141" y="-719"/>
                      <a:pt x="9556" y="200"/>
                    </a:cubicBezTo>
                    <a:cubicBezTo>
                      <a:pt x="6869" y="624"/>
                      <a:pt x="4536" y="2392"/>
                      <a:pt x="2910" y="4513"/>
                    </a:cubicBezTo>
                    <a:cubicBezTo>
                      <a:pt x="1213" y="6775"/>
                      <a:pt x="577" y="9462"/>
                      <a:pt x="1072" y="12290"/>
                    </a:cubicBezTo>
                    <a:cubicBezTo>
                      <a:pt x="1213" y="13280"/>
                      <a:pt x="2627" y="12926"/>
                      <a:pt x="2698" y="12078"/>
                    </a:cubicBezTo>
                    <a:lnTo>
                      <a:pt x="2698" y="1207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 name="Google Shape;76;p8"/>
              <p:cNvSpPr/>
              <p:nvPr/>
            </p:nvSpPr>
            <p:spPr>
              <a:xfrm>
                <a:off x="8137891" y="5878249"/>
                <a:ext cx="24817" cy="25791"/>
              </a:xfrm>
              <a:custGeom>
                <a:rect b="b" l="l" r="r" t="t"/>
                <a:pathLst>
                  <a:path extrusionOk="0" h="25791" w="24817">
                    <a:moveTo>
                      <a:pt x="2698" y="11936"/>
                    </a:moveTo>
                    <a:cubicBezTo>
                      <a:pt x="2910" y="8331"/>
                      <a:pt x="5526" y="4583"/>
                      <a:pt x="8990" y="3452"/>
                    </a:cubicBezTo>
                    <a:cubicBezTo>
                      <a:pt x="10758" y="2887"/>
                      <a:pt x="12879" y="3028"/>
                      <a:pt x="14717" y="3452"/>
                    </a:cubicBezTo>
                    <a:cubicBezTo>
                      <a:pt x="16838" y="3947"/>
                      <a:pt x="18676" y="5008"/>
                      <a:pt x="19808" y="6917"/>
                    </a:cubicBezTo>
                    <a:cubicBezTo>
                      <a:pt x="22000" y="10452"/>
                      <a:pt x="21787" y="15118"/>
                      <a:pt x="19242" y="18370"/>
                    </a:cubicBezTo>
                    <a:cubicBezTo>
                      <a:pt x="16909" y="21410"/>
                      <a:pt x="12950" y="23107"/>
                      <a:pt x="9132" y="22188"/>
                    </a:cubicBezTo>
                    <a:cubicBezTo>
                      <a:pt x="4607" y="21128"/>
                      <a:pt x="2133" y="16744"/>
                      <a:pt x="2839" y="12219"/>
                    </a:cubicBezTo>
                    <a:cubicBezTo>
                      <a:pt x="3052" y="11159"/>
                      <a:pt x="1567" y="10381"/>
                      <a:pt x="1001" y="11442"/>
                    </a:cubicBezTo>
                    <a:cubicBezTo>
                      <a:pt x="-1615" y="16179"/>
                      <a:pt x="1213" y="22117"/>
                      <a:pt x="5809" y="24450"/>
                    </a:cubicBezTo>
                    <a:cubicBezTo>
                      <a:pt x="10758" y="26925"/>
                      <a:pt x="16697" y="25865"/>
                      <a:pt x="20656" y="22188"/>
                    </a:cubicBezTo>
                    <a:cubicBezTo>
                      <a:pt x="24898" y="18299"/>
                      <a:pt x="25959" y="11866"/>
                      <a:pt x="23555" y="6704"/>
                    </a:cubicBezTo>
                    <a:cubicBezTo>
                      <a:pt x="21151" y="1543"/>
                      <a:pt x="15141" y="-719"/>
                      <a:pt x="9556" y="200"/>
                    </a:cubicBezTo>
                    <a:cubicBezTo>
                      <a:pt x="6869" y="624"/>
                      <a:pt x="4536" y="2392"/>
                      <a:pt x="2910" y="4513"/>
                    </a:cubicBezTo>
                    <a:cubicBezTo>
                      <a:pt x="1213" y="6775"/>
                      <a:pt x="577" y="9462"/>
                      <a:pt x="1072" y="12290"/>
                    </a:cubicBezTo>
                    <a:cubicBezTo>
                      <a:pt x="1213" y="13280"/>
                      <a:pt x="2628" y="12926"/>
                      <a:pt x="2698" y="12078"/>
                    </a:cubicBezTo>
                    <a:lnTo>
                      <a:pt x="2698" y="1207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 name="Google Shape;77;p8"/>
              <p:cNvSpPr/>
              <p:nvPr/>
            </p:nvSpPr>
            <p:spPr>
              <a:xfrm>
                <a:off x="8225728" y="5803435"/>
                <a:ext cx="21695" cy="22545"/>
              </a:xfrm>
              <a:custGeom>
                <a:rect b="b" l="l" r="r" t="t"/>
                <a:pathLst>
                  <a:path extrusionOk="0" h="22545" w="21695">
                    <a:moveTo>
                      <a:pt x="480" y="10393"/>
                    </a:moveTo>
                    <a:cubicBezTo>
                      <a:pt x="56" y="5019"/>
                      <a:pt x="4793" y="141"/>
                      <a:pt x="9459" y="0"/>
                    </a:cubicBezTo>
                    <a:cubicBezTo>
                      <a:pt x="12075" y="0"/>
                      <a:pt x="14832" y="212"/>
                      <a:pt x="17024" y="1626"/>
                    </a:cubicBezTo>
                    <a:cubicBezTo>
                      <a:pt x="18438" y="2545"/>
                      <a:pt x="19569" y="3818"/>
                      <a:pt x="20347" y="5303"/>
                    </a:cubicBezTo>
                    <a:cubicBezTo>
                      <a:pt x="22044" y="8413"/>
                      <a:pt x="22115" y="12373"/>
                      <a:pt x="20701" y="15554"/>
                    </a:cubicBezTo>
                    <a:cubicBezTo>
                      <a:pt x="19286" y="18806"/>
                      <a:pt x="16246" y="21281"/>
                      <a:pt x="12853" y="22200"/>
                    </a:cubicBezTo>
                    <a:cubicBezTo>
                      <a:pt x="9459" y="23049"/>
                      <a:pt x="5641" y="22341"/>
                      <a:pt x="3025" y="20008"/>
                    </a:cubicBezTo>
                    <a:cubicBezTo>
                      <a:pt x="409" y="17675"/>
                      <a:pt x="-722" y="13716"/>
                      <a:pt x="480" y="10464"/>
                    </a:cubicBezTo>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 name="Google Shape;78;p8"/>
              <p:cNvSpPr/>
              <p:nvPr/>
            </p:nvSpPr>
            <p:spPr>
              <a:xfrm>
                <a:off x="8150149" y="5941797"/>
                <a:ext cx="21695" cy="22545"/>
              </a:xfrm>
              <a:custGeom>
                <a:rect b="b" l="l" r="r" t="t"/>
                <a:pathLst>
                  <a:path extrusionOk="0" h="22545" w="21695">
                    <a:moveTo>
                      <a:pt x="480" y="10393"/>
                    </a:moveTo>
                    <a:cubicBezTo>
                      <a:pt x="56" y="5019"/>
                      <a:pt x="4793" y="141"/>
                      <a:pt x="9459" y="0"/>
                    </a:cubicBezTo>
                    <a:cubicBezTo>
                      <a:pt x="12075" y="0"/>
                      <a:pt x="14832" y="212"/>
                      <a:pt x="17024" y="1626"/>
                    </a:cubicBezTo>
                    <a:cubicBezTo>
                      <a:pt x="18438" y="2545"/>
                      <a:pt x="19570" y="3818"/>
                      <a:pt x="20347" y="5303"/>
                    </a:cubicBezTo>
                    <a:cubicBezTo>
                      <a:pt x="22044" y="8413"/>
                      <a:pt x="22115" y="12373"/>
                      <a:pt x="20701" y="15554"/>
                    </a:cubicBezTo>
                    <a:cubicBezTo>
                      <a:pt x="19286" y="18806"/>
                      <a:pt x="16246" y="21281"/>
                      <a:pt x="12853" y="22200"/>
                    </a:cubicBezTo>
                    <a:cubicBezTo>
                      <a:pt x="9459" y="23048"/>
                      <a:pt x="5641" y="22341"/>
                      <a:pt x="3025" y="20008"/>
                    </a:cubicBezTo>
                    <a:cubicBezTo>
                      <a:pt x="409" y="17675"/>
                      <a:pt x="-722" y="13716"/>
                      <a:pt x="480" y="10464"/>
                    </a:cubicBezTo>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 name="Google Shape;79;p8"/>
              <p:cNvSpPr/>
              <p:nvPr/>
            </p:nvSpPr>
            <p:spPr>
              <a:xfrm>
                <a:off x="8143887" y="5421146"/>
                <a:ext cx="34148" cy="33699"/>
              </a:xfrm>
              <a:custGeom>
                <a:rect b="b" l="l" r="r" t="t"/>
                <a:pathLst>
                  <a:path extrusionOk="0" h="33699" w="34148">
                    <a:moveTo>
                      <a:pt x="20458" y="3755"/>
                    </a:moveTo>
                    <a:cubicBezTo>
                      <a:pt x="25407" y="4745"/>
                      <a:pt x="29720" y="8775"/>
                      <a:pt x="30851" y="13724"/>
                    </a:cubicBezTo>
                    <a:cubicBezTo>
                      <a:pt x="31487" y="16340"/>
                      <a:pt x="30851" y="19027"/>
                      <a:pt x="30073" y="21572"/>
                    </a:cubicBezTo>
                    <a:cubicBezTo>
                      <a:pt x="29154" y="24470"/>
                      <a:pt x="27457" y="27016"/>
                      <a:pt x="24700" y="28500"/>
                    </a:cubicBezTo>
                    <a:cubicBezTo>
                      <a:pt x="19468" y="31470"/>
                      <a:pt x="12398" y="30409"/>
                      <a:pt x="8156" y="26238"/>
                    </a:cubicBezTo>
                    <a:cubicBezTo>
                      <a:pt x="3914" y="22067"/>
                      <a:pt x="2217" y="15987"/>
                      <a:pt x="4409" y="10472"/>
                    </a:cubicBezTo>
                    <a:cubicBezTo>
                      <a:pt x="6954" y="4038"/>
                      <a:pt x="14095" y="1351"/>
                      <a:pt x="20387" y="3967"/>
                    </a:cubicBezTo>
                    <a:cubicBezTo>
                      <a:pt x="21518" y="4462"/>
                      <a:pt x="22013" y="2695"/>
                      <a:pt x="21165" y="2129"/>
                    </a:cubicBezTo>
                    <a:cubicBezTo>
                      <a:pt x="15085" y="-2325"/>
                      <a:pt x="6600" y="715"/>
                      <a:pt x="2712" y="6583"/>
                    </a:cubicBezTo>
                    <a:cubicBezTo>
                      <a:pt x="-1389" y="12805"/>
                      <a:pt x="-682" y="21148"/>
                      <a:pt x="3772" y="26945"/>
                    </a:cubicBezTo>
                    <a:cubicBezTo>
                      <a:pt x="8226" y="32743"/>
                      <a:pt x="16711" y="35288"/>
                      <a:pt x="23710" y="32672"/>
                    </a:cubicBezTo>
                    <a:cubicBezTo>
                      <a:pt x="27245" y="31399"/>
                      <a:pt x="30215" y="28995"/>
                      <a:pt x="31841" y="25602"/>
                    </a:cubicBezTo>
                    <a:cubicBezTo>
                      <a:pt x="33326" y="22632"/>
                      <a:pt x="34386" y="18814"/>
                      <a:pt x="34103" y="15492"/>
                    </a:cubicBezTo>
                    <a:cubicBezTo>
                      <a:pt x="33537" y="8492"/>
                      <a:pt x="27599" y="2482"/>
                      <a:pt x="20529" y="2271"/>
                    </a:cubicBezTo>
                    <a:cubicBezTo>
                      <a:pt x="19610" y="2271"/>
                      <a:pt x="19397" y="3685"/>
                      <a:pt x="20316" y="3897"/>
                    </a:cubicBezTo>
                    <a:lnTo>
                      <a:pt x="20316" y="389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 name="Google Shape;80;p8"/>
              <p:cNvSpPr/>
              <p:nvPr/>
            </p:nvSpPr>
            <p:spPr>
              <a:xfrm>
                <a:off x="8168195" y="5453579"/>
                <a:ext cx="55137" cy="55090"/>
              </a:xfrm>
              <a:custGeom>
                <a:rect b="b" l="l" r="r" t="t"/>
                <a:pathLst>
                  <a:path extrusionOk="0" h="55090" w="55137">
                    <a:moveTo>
                      <a:pt x="180" y="1370"/>
                    </a:moveTo>
                    <a:cubicBezTo>
                      <a:pt x="3927" y="6390"/>
                      <a:pt x="7391" y="11551"/>
                      <a:pt x="11351" y="16430"/>
                    </a:cubicBezTo>
                    <a:cubicBezTo>
                      <a:pt x="15310" y="21308"/>
                      <a:pt x="19552" y="26045"/>
                      <a:pt x="23936" y="30570"/>
                    </a:cubicBezTo>
                    <a:cubicBezTo>
                      <a:pt x="32561" y="39407"/>
                      <a:pt x="42035" y="48669"/>
                      <a:pt x="52782" y="54891"/>
                    </a:cubicBezTo>
                    <a:cubicBezTo>
                      <a:pt x="54266" y="55739"/>
                      <a:pt x="55963" y="53689"/>
                      <a:pt x="54690" y="52487"/>
                    </a:cubicBezTo>
                    <a:cubicBezTo>
                      <a:pt x="50236" y="48316"/>
                      <a:pt x="45287" y="44569"/>
                      <a:pt x="40621" y="40610"/>
                    </a:cubicBezTo>
                    <a:cubicBezTo>
                      <a:pt x="35955" y="36650"/>
                      <a:pt x="31359" y="32479"/>
                      <a:pt x="26976" y="28166"/>
                    </a:cubicBezTo>
                    <a:cubicBezTo>
                      <a:pt x="22592" y="23853"/>
                      <a:pt x="18491" y="19682"/>
                      <a:pt x="14461" y="15228"/>
                    </a:cubicBezTo>
                    <a:cubicBezTo>
                      <a:pt x="10149" y="10420"/>
                      <a:pt x="5624" y="5613"/>
                      <a:pt x="1735" y="381"/>
                    </a:cubicBezTo>
                    <a:cubicBezTo>
                      <a:pt x="1029" y="-538"/>
                      <a:pt x="-527" y="381"/>
                      <a:pt x="180" y="1300"/>
                    </a:cubicBezTo>
                    <a:lnTo>
                      <a:pt x="180" y="130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 name="Google Shape;81;p8"/>
              <p:cNvSpPr/>
              <p:nvPr/>
            </p:nvSpPr>
            <p:spPr>
              <a:xfrm>
                <a:off x="8155168" y="5517768"/>
                <a:ext cx="89471" cy="120199"/>
              </a:xfrm>
              <a:custGeom>
                <a:rect b="b" l="l" r="r" t="t"/>
                <a:pathLst>
                  <a:path extrusionOk="0" h="120199" w="89471">
                    <a:moveTo>
                      <a:pt x="88503" y="118247"/>
                    </a:moveTo>
                    <a:cubicBezTo>
                      <a:pt x="71394" y="105945"/>
                      <a:pt x="53860" y="94279"/>
                      <a:pt x="36962" y="81694"/>
                    </a:cubicBezTo>
                    <a:cubicBezTo>
                      <a:pt x="21620" y="70241"/>
                      <a:pt x="6985" y="55889"/>
                      <a:pt x="3804" y="36163"/>
                    </a:cubicBezTo>
                    <a:cubicBezTo>
                      <a:pt x="2319" y="27113"/>
                      <a:pt x="3591" y="17357"/>
                      <a:pt x="8753" y="9650"/>
                    </a:cubicBezTo>
                    <a:cubicBezTo>
                      <a:pt x="12429" y="4135"/>
                      <a:pt x="17378" y="2226"/>
                      <a:pt x="23882" y="3923"/>
                    </a:cubicBezTo>
                    <a:cubicBezTo>
                      <a:pt x="28407" y="5125"/>
                      <a:pt x="32650" y="7387"/>
                      <a:pt x="36467" y="10074"/>
                    </a:cubicBezTo>
                    <a:cubicBezTo>
                      <a:pt x="53082" y="21811"/>
                      <a:pt x="60081" y="41960"/>
                      <a:pt x="65879" y="60626"/>
                    </a:cubicBezTo>
                    <a:cubicBezTo>
                      <a:pt x="72030" y="80351"/>
                      <a:pt x="79242" y="100006"/>
                      <a:pt x="86736" y="119237"/>
                    </a:cubicBezTo>
                    <a:cubicBezTo>
                      <a:pt x="87372" y="120863"/>
                      <a:pt x="89847" y="120297"/>
                      <a:pt x="89422" y="118530"/>
                    </a:cubicBezTo>
                    <a:cubicBezTo>
                      <a:pt x="87019" y="108278"/>
                      <a:pt x="82918" y="98309"/>
                      <a:pt x="79312" y="88482"/>
                    </a:cubicBezTo>
                    <a:cubicBezTo>
                      <a:pt x="75706" y="78654"/>
                      <a:pt x="72030" y="68402"/>
                      <a:pt x="68849" y="58221"/>
                    </a:cubicBezTo>
                    <a:cubicBezTo>
                      <a:pt x="62698" y="38779"/>
                      <a:pt x="54850" y="18205"/>
                      <a:pt x="37033" y="6539"/>
                    </a:cubicBezTo>
                    <a:cubicBezTo>
                      <a:pt x="30317" y="2156"/>
                      <a:pt x="19994" y="-2652"/>
                      <a:pt x="12217" y="1731"/>
                    </a:cubicBezTo>
                    <a:cubicBezTo>
                      <a:pt x="5076" y="5832"/>
                      <a:pt x="1470" y="15518"/>
                      <a:pt x="410" y="23225"/>
                    </a:cubicBezTo>
                    <a:cubicBezTo>
                      <a:pt x="-2347" y="43445"/>
                      <a:pt x="9177" y="61686"/>
                      <a:pt x="23671" y="74624"/>
                    </a:cubicBezTo>
                    <a:cubicBezTo>
                      <a:pt x="32437" y="82472"/>
                      <a:pt x="42265" y="88906"/>
                      <a:pt x="51951" y="95481"/>
                    </a:cubicBezTo>
                    <a:cubicBezTo>
                      <a:pt x="63829" y="103541"/>
                      <a:pt x="75706" y="111601"/>
                      <a:pt x="87726" y="119449"/>
                    </a:cubicBezTo>
                    <a:cubicBezTo>
                      <a:pt x="88433" y="119944"/>
                      <a:pt x="89069" y="118812"/>
                      <a:pt x="88362" y="118317"/>
                    </a:cubicBezTo>
                    <a:lnTo>
                      <a:pt x="88362" y="11831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 name="Google Shape;82;p8"/>
              <p:cNvSpPr/>
              <p:nvPr/>
            </p:nvSpPr>
            <p:spPr>
              <a:xfrm>
                <a:off x="8155457" y="5745137"/>
                <a:ext cx="45210" cy="106325"/>
              </a:xfrm>
              <a:custGeom>
                <a:rect b="b" l="l" r="r" t="t"/>
                <a:pathLst>
                  <a:path extrusionOk="0" h="106325" w="45210">
                    <a:moveTo>
                      <a:pt x="43390" y="104678"/>
                    </a:moveTo>
                    <a:cubicBezTo>
                      <a:pt x="34199" y="91103"/>
                      <a:pt x="24372" y="77882"/>
                      <a:pt x="15392" y="64096"/>
                    </a:cubicBezTo>
                    <a:cubicBezTo>
                      <a:pt x="7474" y="51935"/>
                      <a:pt x="828" y="37866"/>
                      <a:pt x="3797" y="23019"/>
                    </a:cubicBezTo>
                    <a:cubicBezTo>
                      <a:pt x="5070" y="16584"/>
                      <a:pt x="8251" y="10363"/>
                      <a:pt x="13483" y="6262"/>
                    </a:cubicBezTo>
                    <a:cubicBezTo>
                      <a:pt x="17231" y="3293"/>
                      <a:pt x="21261" y="2444"/>
                      <a:pt x="25503" y="5202"/>
                    </a:cubicBezTo>
                    <a:cubicBezTo>
                      <a:pt x="28755" y="7323"/>
                      <a:pt x="31512" y="10363"/>
                      <a:pt x="33704" y="13544"/>
                    </a:cubicBezTo>
                    <a:cubicBezTo>
                      <a:pt x="42542" y="26554"/>
                      <a:pt x="42117" y="43027"/>
                      <a:pt x="41410" y="58015"/>
                    </a:cubicBezTo>
                    <a:cubicBezTo>
                      <a:pt x="40703" y="73004"/>
                      <a:pt x="40562" y="89406"/>
                      <a:pt x="41410" y="104961"/>
                    </a:cubicBezTo>
                    <a:cubicBezTo>
                      <a:pt x="41481" y="106446"/>
                      <a:pt x="43885" y="106941"/>
                      <a:pt x="44097" y="105314"/>
                    </a:cubicBezTo>
                    <a:cubicBezTo>
                      <a:pt x="46289" y="89265"/>
                      <a:pt x="44380" y="72580"/>
                      <a:pt x="45016" y="56389"/>
                    </a:cubicBezTo>
                    <a:cubicBezTo>
                      <a:pt x="45652" y="40199"/>
                      <a:pt x="45299" y="22735"/>
                      <a:pt x="34835" y="9514"/>
                    </a:cubicBezTo>
                    <a:cubicBezTo>
                      <a:pt x="31159" y="4919"/>
                      <a:pt x="25503" y="-525"/>
                      <a:pt x="19139" y="41"/>
                    </a:cubicBezTo>
                    <a:cubicBezTo>
                      <a:pt x="12776" y="606"/>
                      <a:pt x="7615" y="6404"/>
                      <a:pt x="4716" y="11423"/>
                    </a:cubicBezTo>
                    <a:cubicBezTo>
                      <a:pt x="-2636" y="24079"/>
                      <a:pt x="-586" y="39421"/>
                      <a:pt x="5353" y="52147"/>
                    </a:cubicBezTo>
                    <a:cubicBezTo>
                      <a:pt x="9524" y="61055"/>
                      <a:pt x="15392" y="68974"/>
                      <a:pt x="21119" y="76822"/>
                    </a:cubicBezTo>
                    <a:cubicBezTo>
                      <a:pt x="28118" y="86296"/>
                      <a:pt x="35047" y="95841"/>
                      <a:pt x="42188" y="105243"/>
                    </a:cubicBezTo>
                    <a:cubicBezTo>
                      <a:pt x="42683" y="105880"/>
                      <a:pt x="43814" y="105243"/>
                      <a:pt x="43319" y="104607"/>
                    </a:cubicBezTo>
                    <a:lnTo>
                      <a:pt x="43319" y="10460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 name="Google Shape;83;p8"/>
              <p:cNvSpPr/>
              <p:nvPr/>
            </p:nvSpPr>
            <p:spPr>
              <a:xfrm>
                <a:off x="8242701" y="5419955"/>
                <a:ext cx="30843" cy="32107"/>
              </a:xfrm>
              <a:custGeom>
                <a:rect b="b" l="l" r="r" t="t"/>
                <a:pathLst>
                  <a:path extrusionOk="0" h="32107" w="30843">
                    <a:moveTo>
                      <a:pt x="13767" y="280"/>
                    </a:moveTo>
                    <a:cubicBezTo>
                      <a:pt x="18363" y="-781"/>
                      <a:pt x="23383" y="1270"/>
                      <a:pt x="26564" y="4805"/>
                    </a:cubicBezTo>
                    <a:cubicBezTo>
                      <a:pt x="31513" y="10178"/>
                      <a:pt x="32291" y="19016"/>
                      <a:pt x="28261" y="25096"/>
                    </a:cubicBezTo>
                    <a:cubicBezTo>
                      <a:pt x="24231" y="31176"/>
                      <a:pt x="15606" y="33863"/>
                      <a:pt x="8889" y="30894"/>
                    </a:cubicBezTo>
                    <a:cubicBezTo>
                      <a:pt x="2172" y="27924"/>
                      <a:pt x="-1645" y="19581"/>
                      <a:pt x="688" y="12653"/>
                    </a:cubicBezTo>
                    <a:cubicBezTo>
                      <a:pt x="2172" y="8198"/>
                      <a:pt x="4930" y="2047"/>
                      <a:pt x="13767" y="351"/>
                    </a:cubicBezTo>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 name="Google Shape;84;p8"/>
              <p:cNvSpPr/>
              <p:nvPr/>
            </p:nvSpPr>
            <p:spPr>
              <a:xfrm>
                <a:off x="8237355" y="5604458"/>
                <a:ext cx="89266" cy="109339"/>
              </a:xfrm>
              <a:custGeom>
                <a:rect b="b" l="l" r="r" t="t"/>
                <a:pathLst>
                  <a:path extrusionOk="0" h="109339" w="89266">
                    <a:moveTo>
                      <a:pt x="2499" y="108197"/>
                    </a:moveTo>
                    <a:cubicBezTo>
                      <a:pt x="8720" y="89391"/>
                      <a:pt x="16568" y="71150"/>
                      <a:pt x="25547" y="53545"/>
                    </a:cubicBezTo>
                    <a:cubicBezTo>
                      <a:pt x="29860" y="45132"/>
                      <a:pt x="34455" y="36930"/>
                      <a:pt x="39263" y="28871"/>
                    </a:cubicBezTo>
                    <a:cubicBezTo>
                      <a:pt x="44071" y="20811"/>
                      <a:pt x="48666" y="12963"/>
                      <a:pt x="56231" y="7801"/>
                    </a:cubicBezTo>
                    <a:cubicBezTo>
                      <a:pt x="63796" y="2640"/>
                      <a:pt x="74755" y="1226"/>
                      <a:pt x="81260" y="8438"/>
                    </a:cubicBezTo>
                    <a:cubicBezTo>
                      <a:pt x="88188" y="16215"/>
                      <a:pt x="85784" y="27668"/>
                      <a:pt x="81401" y="35941"/>
                    </a:cubicBezTo>
                    <a:cubicBezTo>
                      <a:pt x="73482" y="50929"/>
                      <a:pt x="60615" y="63231"/>
                      <a:pt x="47606" y="73766"/>
                    </a:cubicBezTo>
                    <a:cubicBezTo>
                      <a:pt x="39899" y="80058"/>
                      <a:pt x="31769" y="85785"/>
                      <a:pt x="23497" y="91299"/>
                    </a:cubicBezTo>
                    <a:cubicBezTo>
                      <a:pt x="15861" y="96390"/>
                      <a:pt x="7589" y="100915"/>
                      <a:pt x="519" y="106783"/>
                    </a:cubicBezTo>
                    <a:cubicBezTo>
                      <a:pt x="-895" y="107985"/>
                      <a:pt x="872" y="109894"/>
                      <a:pt x="2357" y="109187"/>
                    </a:cubicBezTo>
                    <a:cubicBezTo>
                      <a:pt x="11124" y="105015"/>
                      <a:pt x="19255" y="98935"/>
                      <a:pt x="27315" y="93491"/>
                    </a:cubicBezTo>
                    <a:cubicBezTo>
                      <a:pt x="35374" y="88047"/>
                      <a:pt x="43010" y="82533"/>
                      <a:pt x="50363" y="76452"/>
                    </a:cubicBezTo>
                    <a:cubicBezTo>
                      <a:pt x="64574" y="64928"/>
                      <a:pt x="79775" y="50576"/>
                      <a:pt x="86703" y="33254"/>
                    </a:cubicBezTo>
                    <a:cubicBezTo>
                      <a:pt x="89885" y="25406"/>
                      <a:pt x="90592" y="16215"/>
                      <a:pt x="85996" y="8791"/>
                    </a:cubicBezTo>
                    <a:cubicBezTo>
                      <a:pt x="81896" y="2145"/>
                      <a:pt x="74331" y="-753"/>
                      <a:pt x="66695" y="166"/>
                    </a:cubicBezTo>
                    <a:cubicBezTo>
                      <a:pt x="47535" y="2499"/>
                      <a:pt x="37920" y="24204"/>
                      <a:pt x="29718" y="39052"/>
                    </a:cubicBezTo>
                    <a:cubicBezTo>
                      <a:pt x="17770" y="60898"/>
                      <a:pt x="7801" y="83664"/>
                      <a:pt x="589" y="107561"/>
                    </a:cubicBezTo>
                    <a:cubicBezTo>
                      <a:pt x="236" y="108763"/>
                      <a:pt x="2074" y="109329"/>
                      <a:pt x="2499" y="108056"/>
                    </a:cubicBezTo>
                    <a:lnTo>
                      <a:pt x="2499" y="10805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 name="Google Shape;85;p8"/>
              <p:cNvSpPr/>
              <p:nvPr/>
            </p:nvSpPr>
            <p:spPr>
              <a:xfrm>
                <a:off x="8216453" y="5696491"/>
                <a:ext cx="17186" cy="52884"/>
              </a:xfrm>
              <a:custGeom>
                <a:rect b="b" l="l" r="r" t="t"/>
                <a:pathLst>
                  <a:path extrusionOk="0" h="52884" w="17186">
                    <a:moveTo>
                      <a:pt x="140" y="1458"/>
                    </a:moveTo>
                    <a:cubicBezTo>
                      <a:pt x="4241" y="9306"/>
                      <a:pt x="7423" y="17649"/>
                      <a:pt x="9756" y="26203"/>
                    </a:cubicBezTo>
                    <a:cubicBezTo>
                      <a:pt x="10887" y="30233"/>
                      <a:pt x="11735" y="34334"/>
                      <a:pt x="12372" y="38506"/>
                    </a:cubicBezTo>
                    <a:cubicBezTo>
                      <a:pt x="13079" y="42889"/>
                      <a:pt x="13291" y="47413"/>
                      <a:pt x="14069" y="51797"/>
                    </a:cubicBezTo>
                    <a:cubicBezTo>
                      <a:pt x="14422" y="53565"/>
                      <a:pt x="16897" y="52999"/>
                      <a:pt x="17038" y="51373"/>
                    </a:cubicBezTo>
                    <a:cubicBezTo>
                      <a:pt x="17816" y="42677"/>
                      <a:pt x="15412" y="33132"/>
                      <a:pt x="12937" y="24860"/>
                    </a:cubicBezTo>
                    <a:cubicBezTo>
                      <a:pt x="10463" y="16588"/>
                      <a:pt x="6504" y="8104"/>
                      <a:pt x="1837" y="468"/>
                    </a:cubicBezTo>
                    <a:cubicBezTo>
                      <a:pt x="1201" y="-592"/>
                      <a:pt x="-496" y="327"/>
                      <a:pt x="140" y="1458"/>
                    </a:cubicBezTo>
                    <a:lnTo>
                      <a:pt x="140" y="145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 name="Google Shape;86;p8"/>
              <p:cNvSpPr/>
              <p:nvPr/>
            </p:nvSpPr>
            <p:spPr>
              <a:xfrm>
                <a:off x="8222955" y="5746437"/>
                <a:ext cx="45715" cy="38651"/>
              </a:xfrm>
              <a:custGeom>
                <a:rect b="b" l="l" r="r" t="t"/>
                <a:pathLst>
                  <a:path extrusionOk="0" h="38651" w="45715">
                    <a:moveTo>
                      <a:pt x="44047" y="366"/>
                    </a:moveTo>
                    <a:cubicBezTo>
                      <a:pt x="38180" y="7578"/>
                      <a:pt x="31321" y="14082"/>
                      <a:pt x="24110" y="19950"/>
                    </a:cubicBezTo>
                    <a:cubicBezTo>
                      <a:pt x="16898" y="25818"/>
                      <a:pt x="8697" y="30697"/>
                      <a:pt x="778" y="35787"/>
                    </a:cubicBezTo>
                    <a:cubicBezTo>
                      <a:pt x="-989" y="36918"/>
                      <a:pt x="567" y="39322"/>
                      <a:pt x="2334" y="38474"/>
                    </a:cubicBezTo>
                    <a:cubicBezTo>
                      <a:pt x="10889" y="34585"/>
                      <a:pt x="18666" y="28717"/>
                      <a:pt x="25807" y="22566"/>
                    </a:cubicBezTo>
                    <a:cubicBezTo>
                      <a:pt x="32947" y="16415"/>
                      <a:pt x="39452" y="9204"/>
                      <a:pt x="45462" y="1780"/>
                    </a:cubicBezTo>
                    <a:cubicBezTo>
                      <a:pt x="46310" y="790"/>
                      <a:pt x="44825" y="-695"/>
                      <a:pt x="44047" y="366"/>
                    </a:cubicBezTo>
                    <a:lnTo>
                      <a:pt x="44047" y="36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 name="Google Shape;87;p8"/>
              <p:cNvSpPr/>
              <p:nvPr/>
            </p:nvSpPr>
            <p:spPr>
              <a:xfrm>
                <a:off x="8176664" y="5833572"/>
                <a:ext cx="112892" cy="61503"/>
              </a:xfrm>
              <a:custGeom>
                <a:rect b="b" l="l" r="r" t="t"/>
                <a:pathLst>
                  <a:path extrusionOk="0" h="61503" w="112892">
                    <a:moveTo>
                      <a:pt x="2669" y="59865"/>
                    </a:moveTo>
                    <a:cubicBezTo>
                      <a:pt x="13910" y="47422"/>
                      <a:pt x="26849" y="36463"/>
                      <a:pt x="40565" y="26848"/>
                    </a:cubicBezTo>
                    <a:cubicBezTo>
                      <a:pt x="46998" y="22323"/>
                      <a:pt x="53715" y="18081"/>
                      <a:pt x="60573" y="14122"/>
                    </a:cubicBezTo>
                    <a:cubicBezTo>
                      <a:pt x="68209" y="9738"/>
                      <a:pt x="76340" y="5284"/>
                      <a:pt x="85177" y="4295"/>
                    </a:cubicBezTo>
                    <a:cubicBezTo>
                      <a:pt x="93166" y="3375"/>
                      <a:pt x="102146" y="5779"/>
                      <a:pt x="106458" y="13132"/>
                    </a:cubicBezTo>
                    <a:cubicBezTo>
                      <a:pt x="109993" y="19283"/>
                      <a:pt x="109145" y="27272"/>
                      <a:pt x="106317" y="33494"/>
                    </a:cubicBezTo>
                    <a:cubicBezTo>
                      <a:pt x="99247" y="48624"/>
                      <a:pt x="80935" y="52654"/>
                      <a:pt x="65876" y="54492"/>
                    </a:cubicBezTo>
                    <a:cubicBezTo>
                      <a:pt x="44666" y="57108"/>
                      <a:pt x="23314" y="56684"/>
                      <a:pt x="1962" y="57179"/>
                    </a:cubicBezTo>
                    <a:cubicBezTo>
                      <a:pt x="-654" y="57179"/>
                      <a:pt x="-654" y="61138"/>
                      <a:pt x="1962" y="61209"/>
                    </a:cubicBezTo>
                    <a:cubicBezTo>
                      <a:pt x="23880" y="61845"/>
                      <a:pt x="46080" y="61633"/>
                      <a:pt x="67855" y="58734"/>
                    </a:cubicBezTo>
                    <a:cubicBezTo>
                      <a:pt x="83410" y="56684"/>
                      <a:pt x="101721" y="51947"/>
                      <a:pt x="109498" y="36746"/>
                    </a:cubicBezTo>
                    <a:cubicBezTo>
                      <a:pt x="116144" y="23808"/>
                      <a:pt x="113316" y="6981"/>
                      <a:pt x="98469" y="1679"/>
                    </a:cubicBezTo>
                    <a:cubicBezTo>
                      <a:pt x="81642" y="-4402"/>
                      <a:pt x="63613" y="7335"/>
                      <a:pt x="50039" y="16172"/>
                    </a:cubicBezTo>
                    <a:cubicBezTo>
                      <a:pt x="32010" y="27979"/>
                      <a:pt x="15113" y="41978"/>
                      <a:pt x="1255" y="58381"/>
                    </a:cubicBezTo>
                    <a:cubicBezTo>
                      <a:pt x="407" y="59370"/>
                      <a:pt x="1821" y="60785"/>
                      <a:pt x="2669" y="59795"/>
                    </a:cubicBezTo>
                    <a:lnTo>
                      <a:pt x="2669" y="5979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 name="Google Shape;88;p8"/>
              <p:cNvSpPr/>
              <p:nvPr/>
            </p:nvSpPr>
            <p:spPr>
              <a:xfrm>
                <a:off x="8176294" y="5296059"/>
                <a:ext cx="33865" cy="152833"/>
              </a:xfrm>
              <a:custGeom>
                <a:rect b="b" l="l" r="r" t="t"/>
                <a:pathLst>
                  <a:path extrusionOk="0" h="152833" w="33865">
                    <a:moveTo>
                      <a:pt x="0" y="662"/>
                    </a:moveTo>
                    <a:cubicBezTo>
                      <a:pt x="7070" y="25478"/>
                      <a:pt x="13504" y="50436"/>
                      <a:pt x="18806" y="75676"/>
                    </a:cubicBezTo>
                    <a:cubicBezTo>
                      <a:pt x="21422" y="88119"/>
                      <a:pt x="23826" y="100704"/>
                      <a:pt x="25876" y="113289"/>
                    </a:cubicBezTo>
                    <a:cubicBezTo>
                      <a:pt x="27927" y="125873"/>
                      <a:pt x="29058" y="139165"/>
                      <a:pt x="31391" y="151962"/>
                    </a:cubicBezTo>
                    <a:cubicBezTo>
                      <a:pt x="31674" y="153305"/>
                      <a:pt x="33866" y="153023"/>
                      <a:pt x="33866" y="151609"/>
                    </a:cubicBezTo>
                    <a:cubicBezTo>
                      <a:pt x="33229" y="139165"/>
                      <a:pt x="30896" y="126510"/>
                      <a:pt x="28916" y="114208"/>
                    </a:cubicBezTo>
                    <a:cubicBezTo>
                      <a:pt x="26937" y="101906"/>
                      <a:pt x="24462" y="88543"/>
                      <a:pt x="21776" y="75747"/>
                    </a:cubicBezTo>
                    <a:cubicBezTo>
                      <a:pt x="16403" y="50223"/>
                      <a:pt x="9544" y="25054"/>
                      <a:pt x="1131" y="379"/>
                    </a:cubicBezTo>
                    <a:cubicBezTo>
                      <a:pt x="919" y="-257"/>
                      <a:pt x="-142" y="-45"/>
                      <a:pt x="70" y="662"/>
                    </a:cubicBezTo>
                    <a:lnTo>
                      <a:pt x="70" y="66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 name="Google Shape;89;p8"/>
              <p:cNvSpPr/>
              <p:nvPr/>
            </p:nvSpPr>
            <p:spPr>
              <a:xfrm>
                <a:off x="8161648" y="5328017"/>
                <a:ext cx="45757" cy="112818"/>
              </a:xfrm>
              <a:custGeom>
                <a:rect b="b" l="l" r="r" t="t"/>
                <a:pathLst>
                  <a:path extrusionOk="0" h="112818" w="45757">
                    <a:moveTo>
                      <a:pt x="81" y="1226"/>
                    </a:moveTo>
                    <a:cubicBezTo>
                      <a:pt x="14151" y="38344"/>
                      <a:pt x="28149" y="75533"/>
                      <a:pt x="43491" y="112085"/>
                    </a:cubicBezTo>
                    <a:cubicBezTo>
                      <a:pt x="44057" y="113358"/>
                      <a:pt x="46178" y="112863"/>
                      <a:pt x="45683" y="111449"/>
                    </a:cubicBezTo>
                    <a:cubicBezTo>
                      <a:pt x="32038" y="74190"/>
                      <a:pt x="16978" y="37425"/>
                      <a:pt x="1990" y="661"/>
                    </a:cubicBezTo>
                    <a:cubicBezTo>
                      <a:pt x="1495" y="-470"/>
                      <a:pt x="-414" y="-46"/>
                      <a:pt x="81" y="1156"/>
                    </a:cubicBezTo>
                    <a:lnTo>
                      <a:pt x="81" y="115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 name="Google Shape;90;p8"/>
              <p:cNvSpPr/>
              <p:nvPr/>
            </p:nvSpPr>
            <p:spPr>
              <a:xfrm>
                <a:off x="8206742" y="5330948"/>
                <a:ext cx="9339" cy="102060"/>
              </a:xfrm>
              <a:custGeom>
                <a:rect b="b" l="l" r="r" t="t"/>
                <a:pathLst>
                  <a:path extrusionOk="0" h="102060" w="9339">
                    <a:moveTo>
                      <a:pt x="24" y="840"/>
                    </a:moveTo>
                    <a:cubicBezTo>
                      <a:pt x="3700" y="17454"/>
                      <a:pt x="5892" y="34423"/>
                      <a:pt x="6246" y="51462"/>
                    </a:cubicBezTo>
                    <a:cubicBezTo>
                      <a:pt x="6599" y="68501"/>
                      <a:pt x="4902" y="84409"/>
                      <a:pt x="2852" y="100953"/>
                    </a:cubicBezTo>
                    <a:cubicBezTo>
                      <a:pt x="2710" y="102225"/>
                      <a:pt x="4831" y="102508"/>
                      <a:pt x="5114" y="101235"/>
                    </a:cubicBezTo>
                    <a:cubicBezTo>
                      <a:pt x="12396" y="68501"/>
                      <a:pt x="9710" y="32726"/>
                      <a:pt x="1296" y="486"/>
                    </a:cubicBezTo>
                    <a:cubicBezTo>
                      <a:pt x="1084" y="-362"/>
                      <a:pt x="-189" y="-9"/>
                      <a:pt x="24" y="840"/>
                    </a:cubicBezTo>
                    <a:lnTo>
                      <a:pt x="24" y="84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 name="Google Shape;91;p8"/>
              <p:cNvSpPr/>
              <p:nvPr/>
            </p:nvSpPr>
            <p:spPr>
              <a:xfrm>
                <a:off x="8189869" y="5539864"/>
                <a:ext cx="47739" cy="89040"/>
              </a:xfrm>
              <a:custGeom>
                <a:rect b="b" l="l" r="r" t="t"/>
                <a:pathLst>
                  <a:path extrusionOk="0" h="89040" w="47739">
                    <a:moveTo>
                      <a:pt x="70" y="1058"/>
                    </a:moveTo>
                    <a:cubicBezTo>
                      <a:pt x="5373" y="16400"/>
                      <a:pt x="12089" y="31247"/>
                      <a:pt x="19795" y="45529"/>
                    </a:cubicBezTo>
                    <a:cubicBezTo>
                      <a:pt x="27502" y="59811"/>
                      <a:pt x="35986" y="74941"/>
                      <a:pt x="45601" y="88516"/>
                    </a:cubicBezTo>
                    <a:cubicBezTo>
                      <a:pt x="46450" y="89717"/>
                      <a:pt x="48288" y="88657"/>
                      <a:pt x="47581" y="87314"/>
                    </a:cubicBezTo>
                    <a:cubicBezTo>
                      <a:pt x="40016" y="73032"/>
                      <a:pt x="30966" y="59528"/>
                      <a:pt x="23189" y="45388"/>
                    </a:cubicBezTo>
                    <a:cubicBezTo>
                      <a:pt x="15412" y="31247"/>
                      <a:pt x="7705" y="16047"/>
                      <a:pt x="1696" y="563"/>
                    </a:cubicBezTo>
                    <a:cubicBezTo>
                      <a:pt x="1272" y="-426"/>
                      <a:pt x="-354" y="-2"/>
                      <a:pt x="70" y="988"/>
                    </a:cubicBezTo>
                    <a:lnTo>
                      <a:pt x="70" y="98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 name="Google Shape;92;p8"/>
              <p:cNvSpPr/>
              <p:nvPr/>
            </p:nvSpPr>
            <p:spPr>
              <a:xfrm>
                <a:off x="8171261" y="5545648"/>
                <a:ext cx="63757" cy="78675"/>
              </a:xfrm>
              <a:custGeom>
                <a:rect b="b" l="l" r="r" t="t"/>
                <a:pathLst>
                  <a:path extrusionOk="0" h="78675" w="63757">
                    <a:moveTo>
                      <a:pt x="84" y="1354"/>
                    </a:moveTo>
                    <a:cubicBezTo>
                      <a:pt x="6305" y="16272"/>
                      <a:pt x="15991" y="29422"/>
                      <a:pt x="26455" y="41654"/>
                    </a:cubicBezTo>
                    <a:cubicBezTo>
                      <a:pt x="37484" y="54450"/>
                      <a:pt x="49504" y="66399"/>
                      <a:pt x="61523" y="78277"/>
                    </a:cubicBezTo>
                    <a:cubicBezTo>
                      <a:pt x="62725" y="79478"/>
                      <a:pt x="64492" y="77711"/>
                      <a:pt x="63432" y="76368"/>
                    </a:cubicBezTo>
                    <a:cubicBezTo>
                      <a:pt x="52826" y="63995"/>
                      <a:pt x="41019" y="52824"/>
                      <a:pt x="30202" y="40593"/>
                    </a:cubicBezTo>
                    <a:cubicBezTo>
                      <a:pt x="19385" y="28362"/>
                      <a:pt x="9628" y="15141"/>
                      <a:pt x="1993" y="505"/>
                    </a:cubicBezTo>
                    <a:cubicBezTo>
                      <a:pt x="1427" y="-555"/>
                      <a:pt x="-411" y="223"/>
                      <a:pt x="84" y="1283"/>
                    </a:cubicBezTo>
                    <a:lnTo>
                      <a:pt x="84" y="128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 name="Google Shape;93;p8"/>
              <p:cNvSpPr/>
              <p:nvPr/>
            </p:nvSpPr>
            <p:spPr>
              <a:xfrm>
                <a:off x="8245722" y="5633299"/>
                <a:ext cx="46889" cy="73769"/>
              </a:xfrm>
              <a:custGeom>
                <a:rect b="b" l="l" r="r" t="t"/>
                <a:pathLst>
                  <a:path extrusionOk="0" h="73769" w="46889">
                    <a:moveTo>
                      <a:pt x="45531" y="383"/>
                    </a:moveTo>
                    <a:cubicBezTo>
                      <a:pt x="39097" y="13038"/>
                      <a:pt x="32027" y="25411"/>
                      <a:pt x="24391" y="37360"/>
                    </a:cubicBezTo>
                    <a:cubicBezTo>
                      <a:pt x="16756" y="49308"/>
                      <a:pt x="8130" y="60620"/>
                      <a:pt x="141" y="72427"/>
                    </a:cubicBezTo>
                    <a:cubicBezTo>
                      <a:pt x="-425" y="73276"/>
                      <a:pt x="848" y="74266"/>
                      <a:pt x="1555" y="73488"/>
                    </a:cubicBezTo>
                    <a:cubicBezTo>
                      <a:pt x="10888" y="62953"/>
                      <a:pt x="18665" y="51005"/>
                      <a:pt x="26018" y="39056"/>
                    </a:cubicBezTo>
                    <a:cubicBezTo>
                      <a:pt x="33371" y="27108"/>
                      <a:pt x="40511" y="14099"/>
                      <a:pt x="46804" y="1090"/>
                    </a:cubicBezTo>
                    <a:cubicBezTo>
                      <a:pt x="47228" y="241"/>
                      <a:pt x="45956" y="-465"/>
                      <a:pt x="45531" y="383"/>
                    </a:cubicBezTo>
                    <a:lnTo>
                      <a:pt x="45531" y="38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 name="Google Shape;94;p8"/>
              <p:cNvSpPr/>
              <p:nvPr/>
            </p:nvSpPr>
            <p:spPr>
              <a:xfrm>
                <a:off x="8250157" y="5644376"/>
                <a:ext cx="49692" cy="58574"/>
              </a:xfrm>
              <a:custGeom>
                <a:rect b="b" l="l" r="r" t="t"/>
                <a:pathLst>
                  <a:path extrusionOk="0" h="58574" w="49692">
                    <a:moveTo>
                      <a:pt x="48237" y="335"/>
                    </a:moveTo>
                    <a:cubicBezTo>
                      <a:pt x="34450" y="20909"/>
                      <a:pt x="17977" y="39079"/>
                      <a:pt x="372" y="56472"/>
                    </a:cubicBezTo>
                    <a:cubicBezTo>
                      <a:pt x="-759" y="57603"/>
                      <a:pt x="938" y="59300"/>
                      <a:pt x="2140" y="58240"/>
                    </a:cubicBezTo>
                    <a:cubicBezTo>
                      <a:pt x="20734" y="41908"/>
                      <a:pt x="36359" y="21970"/>
                      <a:pt x="49580" y="1113"/>
                    </a:cubicBezTo>
                    <a:cubicBezTo>
                      <a:pt x="50075" y="265"/>
                      <a:pt x="48802" y="-442"/>
                      <a:pt x="48307" y="335"/>
                    </a:cubicBezTo>
                    <a:lnTo>
                      <a:pt x="48307" y="33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 name="Google Shape;95;p8"/>
              <p:cNvSpPr/>
              <p:nvPr/>
            </p:nvSpPr>
            <p:spPr>
              <a:xfrm>
                <a:off x="8174596" y="5768235"/>
                <a:ext cx="24801" cy="77661"/>
              </a:xfrm>
              <a:custGeom>
                <a:rect b="b" l="l" r="r" t="t"/>
                <a:pathLst>
                  <a:path extrusionOk="0" h="77661" w="24801">
                    <a:moveTo>
                      <a:pt x="0" y="1404"/>
                    </a:moveTo>
                    <a:cubicBezTo>
                      <a:pt x="4667" y="27140"/>
                      <a:pt x="11100" y="53299"/>
                      <a:pt x="22413" y="77054"/>
                    </a:cubicBezTo>
                    <a:cubicBezTo>
                      <a:pt x="23049" y="78327"/>
                      <a:pt x="25170" y="77408"/>
                      <a:pt x="24745" y="76065"/>
                    </a:cubicBezTo>
                    <a:cubicBezTo>
                      <a:pt x="16191" y="51178"/>
                      <a:pt x="7495" y="26574"/>
                      <a:pt x="2121" y="768"/>
                    </a:cubicBezTo>
                    <a:cubicBezTo>
                      <a:pt x="1838" y="-575"/>
                      <a:pt x="-212" y="-10"/>
                      <a:pt x="71" y="1334"/>
                    </a:cubicBezTo>
                    <a:lnTo>
                      <a:pt x="71" y="133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 name="Google Shape;96;p8"/>
              <p:cNvSpPr/>
              <p:nvPr/>
            </p:nvSpPr>
            <p:spPr>
              <a:xfrm>
                <a:off x="8183523" y="5853279"/>
                <a:ext cx="75035" cy="37550"/>
              </a:xfrm>
              <a:custGeom>
                <a:rect b="b" l="l" r="r" t="t"/>
                <a:pathLst>
                  <a:path extrusionOk="0" h="37550" w="75035">
                    <a:moveTo>
                      <a:pt x="73935" y="142"/>
                    </a:moveTo>
                    <a:cubicBezTo>
                      <a:pt x="51311" y="15060"/>
                      <a:pt x="27131" y="26230"/>
                      <a:pt x="1254" y="34078"/>
                    </a:cubicBezTo>
                    <a:cubicBezTo>
                      <a:pt x="-937" y="34714"/>
                      <a:pt x="-18" y="38108"/>
                      <a:pt x="2174" y="37472"/>
                    </a:cubicBezTo>
                    <a:cubicBezTo>
                      <a:pt x="28192" y="30190"/>
                      <a:pt x="53149" y="17675"/>
                      <a:pt x="74713" y="1414"/>
                    </a:cubicBezTo>
                    <a:cubicBezTo>
                      <a:pt x="75491" y="849"/>
                      <a:pt x="74713" y="-424"/>
                      <a:pt x="73935" y="142"/>
                    </a:cubicBezTo>
                    <a:lnTo>
                      <a:pt x="73935" y="14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7" name="Google Shape;97;p8"/>
            <p:cNvSpPr/>
            <p:nvPr/>
          </p:nvSpPr>
          <p:spPr>
            <a:xfrm>
              <a:off x="1266525" y="1152350"/>
              <a:ext cx="6608921" cy="3069540"/>
            </a:xfrm>
            <a:custGeom>
              <a:rect b="b" l="l" r="r" t="t"/>
              <a:pathLst>
                <a:path extrusionOk="0" h="1027461" w="1648110">
                  <a:moveTo>
                    <a:pt x="1648111" y="0"/>
                  </a:moveTo>
                  <a:lnTo>
                    <a:pt x="1648111" y="1027462"/>
                  </a:lnTo>
                  <a:cubicBezTo>
                    <a:pt x="1646206" y="1026986"/>
                    <a:pt x="1644396" y="1026890"/>
                    <a:pt x="1642396" y="1026890"/>
                  </a:cubicBezTo>
                  <a:cubicBezTo>
                    <a:pt x="1631537" y="1027271"/>
                    <a:pt x="1621727" y="1023461"/>
                    <a:pt x="1612678" y="1018984"/>
                  </a:cubicBezTo>
                  <a:cubicBezTo>
                    <a:pt x="1598581" y="1011936"/>
                    <a:pt x="1585722" y="983075"/>
                    <a:pt x="1571435" y="976408"/>
                  </a:cubicBezTo>
                  <a:cubicBezTo>
                    <a:pt x="1560767" y="971359"/>
                    <a:pt x="1550003" y="967264"/>
                    <a:pt x="1537240" y="966216"/>
                  </a:cubicBezTo>
                  <a:cubicBezTo>
                    <a:pt x="1527905" y="965549"/>
                    <a:pt x="1516856" y="957834"/>
                    <a:pt x="1508284" y="950690"/>
                  </a:cubicBezTo>
                  <a:cubicBezTo>
                    <a:pt x="1501616" y="945071"/>
                    <a:pt x="1494663" y="942404"/>
                    <a:pt x="1486662" y="941737"/>
                  </a:cubicBezTo>
                  <a:cubicBezTo>
                    <a:pt x="1480376" y="941165"/>
                    <a:pt x="1474184" y="941642"/>
                    <a:pt x="1468374" y="937546"/>
                  </a:cubicBezTo>
                  <a:cubicBezTo>
                    <a:pt x="1465326" y="935450"/>
                    <a:pt x="1460659" y="954881"/>
                    <a:pt x="1456658" y="956691"/>
                  </a:cubicBezTo>
                  <a:cubicBezTo>
                    <a:pt x="1445705" y="961263"/>
                    <a:pt x="1434560" y="964883"/>
                    <a:pt x="1422464" y="961549"/>
                  </a:cubicBezTo>
                  <a:cubicBezTo>
                    <a:pt x="1419701" y="960692"/>
                    <a:pt x="1416749" y="961454"/>
                    <a:pt x="1414367" y="962787"/>
                  </a:cubicBezTo>
                  <a:cubicBezTo>
                    <a:pt x="1404080" y="968883"/>
                    <a:pt x="1391698" y="993838"/>
                    <a:pt x="1381125" y="992410"/>
                  </a:cubicBezTo>
                  <a:cubicBezTo>
                    <a:pt x="1363980" y="990029"/>
                    <a:pt x="1348169" y="996696"/>
                    <a:pt x="1331214" y="995458"/>
                  </a:cubicBezTo>
                  <a:cubicBezTo>
                    <a:pt x="1315022" y="994220"/>
                    <a:pt x="1298448" y="987838"/>
                    <a:pt x="1282351" y="991362"/>
                  </a:cubicBezTo>
                  <a:cubicBezTo>
                    <a:pt x="1267015" y="994791"/>
                    <a:pt x="1253490" y="1003745"/>
                    <a:pt x="1239774" y="1000601"/>
                  </a:cubicBezTo>
                  <a:cubicBezTo>
                    <a:pt x="1230249" y="998506"/>
                    <a:pt x="1221200" y="1002316"/>
                    <a:pt x="1211390" y="999649"/>
                  </a:cubicBezTo>
                  <a:cubicBezTo>
                    <a:pt x="1204151" y="997744"/>
                    <a:pt x="1195483" y="1001173"/>
                    <a:pt x="1187958" y="1004983"/>
                  </a:cubicBezTo>
                  <a:cubicBezTo>
                    <a:pt x="1181195" y="1008221"/>
                    <a:pt x="1173385" y="1007936"/>
                    <a:pt x="1165860" y="1004125"/>
                  </a:cubicBezTo>
                  <a:cubicBezTo>
                    <a:pt x="1160145" y="1001458"/>
                    <a:pt x="1153763" y="993077"/>
                    <a:pt x="1147191" y="992219"/>
                  </a:cubicBezTo>
                  <a:cubicBezTo>
                    <a:pt x="1141095" y="991362"/>
                    <a:pt x="1133189" y="993743"/>
                    <a:pt x="1128903" y="988409"/>
                  </a:cubicBezTo>
                  <a:cubicBezTo>
                    <a:pt x="1118521" y="975836"/>
                    <a:pt x="1099471" y="984123"/>
                    <a:pt x="1089470" y="971359"/>
                  </a:cubicBezTo>
                  <a:cubicBezTo>
                    <a:pt x="1088517" y="970312"/>
                    <a:pt x="1085279" y="971264"/>
                    <a:pt x="1083088" y="971169"/>
                  </a:cubicBezTo>
                  <a:cubicBezTo>
                    <a:pt x="1080611" y="971074"/>
                    <a:pt x="1078040" y="971264"/>
                    <a:pt x="1075849" y="970502"/>
                  </a:cubicBezTo>
                  <a:cubicBezTo>
                    <a:pt x="1064609" y="966692"/>
                    <a:pt x="1053941" y="968788"/>
                    <a:pt x="1045845" y="976217"/>
                  </a:cubicBezTo>
                  <a:cubicBezTo>
                    <a:pt x="1032986" y="988219"/>
                    <a:pt x="1021366" y="985933"/>
                    <a:pt x="1007364" y="978313"/>
                  </a:cubicBezTo>
                  <a:cubicBezTo>
                    <a:pt x="995648" y="972026"/>
                    <a:pt x="982599" y="956786"/>
                    <a:pt x="968693" y="958882"/>
                  </a:cubicBezTo>
                  <a:cubicBezTo>
                    <a:pt x="946214" y="962120"/>
                    <a:pt x="923735" y="952024"/>
                    <a:pt x="901732" y="957739"/>
                  </a:cubicBezTo>
                  <a:cubicBezTo>
                    <a:pt x="893445" y="959929"/>
                    <a:pt x="884206" y="961168"/>
                    <a:pt x="876205" y="963454"/>
                  </a:cubicBezTo>
                  <a:cubicBezTo>
                    <a:pt x="860679" y="967931"/>
                    <a:pt x="847725" y="960787"/>
                    <a:pt x="833914" y="958215"/>
                  </a:cubicBezTo>
                  <a:cubicBezTo>
                    <a:pt x="826198" y="956786"/>
                    <a:pt x="819531" y="964883"/>
                    <a:pt x="810577" y="966597"/>
                  </a:cubicBezTo>
                  <a:cubicBezTo>
                    <a:pt x="805815" y="967454"/>
                    <a:pt x="800672" y="970121"/>
                    <a:pt x="795242" y="968121"/>
                  </a:cubicBezTo>
                  <a:cubicBezTo>
                    <a:pt x="789337" y="965740"/>
                    <a:pt x="783812" y="966502"/>
                    <a:pt x="777716" y="968978"/>
                  </a:cubicBezTo>
                  <a:cubicBezTo>
                    <a:pt x="769906" y="972121"/>
                    <a:pt x="761238" y="973646"/>
                    <a:pt x="752856" y="972788"/>
                  </a:cubicBezTo>
                  <a:cubicBezTo>
                    <a:pt x="745046" y="972121"/>
                    <a:pt x="737521" y="974884"/>
                    <a:pt x="732092" y="977932"/>
                  </a:cubicBezTo>
                  <a:cubicBezTo>
                    <a:pt x="722186" y="983647"/>
                    <a:pt x="713423" y="984599"/>
                    <a:pt x="703993" y="979361"/>
                  </a:cubicBezTo>
                  <a:cubicBezTo>
                    <a:pt x="687991" y="970598"/>
                    <a:pt x="673418" y="976694"/>
                    <a:pt x="659892" y="988504"/>
                  </a:cubicBezTo>
                  <a:cubicBezTo>
                    <a:pt x="657987" y="990124"/>
                    <a:pt x="656463" y="991457"/>
                    <a:pt x="653510" y="990600"/>
                  </a:cubicBezTo>
                  <a:cubicBezTo>
                    <a:pt x="641509" y="987076"/>
                    <a:pt x="629507" y="983456"/>
                    <a:pt x="616744" y="983456"/>
                  </a:cubicBezTo>
                  <a:cubicBezTo>
                    <a:pt x="598742" y="983552"/>
                    <a:pt x="580168" y="973455"/>
                    <a:pt x="562547" y="985552"/>
                  </a:cubicBezTo>
                  <a:cubicBezTo>
                    <a:pt x="561975" y="986028"/>
                    <a:pt x="560832" y="986028"/>
                    <a:pt x="559880" y="985933"/>
                  </a:cubicBezTo>
                  <a:cubicBezTo>
                    <a:pt x="541211" y="985552"/>
                    <a:pt x="522637" y="984790"/>
                    <a:pt x="503872" y="986981"/>
                  </a:cubicBezTo>
                  <a:cubicBezTo>
                    <a:pt x="487204" y="989076"/>
                    <a:pt x="470916" y="997649"/>
                    <a:pt x="456343" y="990886"/>
                  </a:cubicBezTo>
                  <a:cubicBezTo>
                    <a:pt x="439674" y="983075"/>
                    <a:pt x="425101" y="982504"/>
                    <a:pt x="409670" y="991076"/>
                  </a:cubicBezTo>
                  <a:cubicBezTo>
                    <a:pt x="405098" y="993553"/>
                    <a:pt x="401384" y="992600"/>
                    <a:pt x="397669" y="990124"/>
                  </a:cubicBezTo>
                  <a:cubicBezTo>
                    <a:pt x="391287" y="985933"/>
                    <a:pt x="384143" y="984504"/>
                    <a:pt x="376523" y="984409"/>
                  </a:cubicBezTo>
                  <a:cubicBezTo>
                    <a:pt x="363569" y="984218"/>
                    <a:pt x="348710" y="986409"/>
                    <a:pt x="336042" y="984409"/>
                  </a:cubicBezTo>
                  <a:cubicBezTo>
                    <a:pt x="318326" y="981266"/>
                    <a:pt x="307372" y="951833"/>
                    <a:pt x="288608" y="956024"/>
                  </a:cubicBezTo>
                  <a:cubicBezTo>
                    <a:pt x="287179" y="956215"/>
                    <a:pt x="285655" y="955072"/>
                    <a:pt x="284131" y="954881"/>
                  </a:cubicBezTo>
                  <a:cubicBezTo>
                    <a:pt x="264319" y="950881"/>
                    <a:pt x="244697" y="942499"/>
                    <a:pt x="224123" y="951929"/>
                  </a:cubicBezTo>
                  <a:cubicBezTo>
                    <a:pt x="220694" y="953453"/>
                    <a:pt x="216884" y="952119"/>
                    <a:pt x="213455" y="950309"/>
                  </a:cubicBezTo>
                  <a:cubicBezTo>
                    <a:pt x="188786" y="936974"/>
                    <a:pt x="159639" y="956500"/>
                    <a:pt x="134874" y="964692"/>
                  </a:cubicBezTo>
                  <a:cubicBezTo>
                    <a:pt x="126968" y="967264"/>
                    <a:pt x="117729" y="968312"/>
                    <a:pt x="111633" y="963740"/>
                  </a:cubicBezTo>
                  <a:cubicBezTo>
                    <a:pt x="99727" y="954881"/>
                    <a:pt x="87249" y="949262"/>
                    <a:pt x="72485" y="948404"/>
                  </a:cubicBezTo>
                  <a:cubicBezTo>
                    <a:pt x="71628" y="948404"/>
                    <a:pt x="70771" y="947833"/>
                    <a:pt x="70009" y="947261"/>
                  </a:cubicBezTo>
                  <a:cubicBezTo>
                    <a:pt x="65723" y="943832"/>
                    <a:pt x="61151" y="944213"/>
                    <a:pt x="56102" y="945833"/>
                  </a:cubicBezTo>
                  <a:cubicBezTo>
                    <a:pt x="44672" y="949547"/>
                    <a:pt x="33338" y="950309"/>
                    <a:pt x="23051" y="941832"/>
                  </a:cubicBezTo>
                  <a:cubicBezTo>
                    <a:pt x="21907" y="940784"/>
                    <a:pt x="19526" y="940594"/>
                    <a:pt x="17812" y="940784"/>
                  </a:cubicBezTo>
                  <a:cubicBezTo>
                    <a:pt x="13145" y="941356"/>
                    <a:pt x="10477" y="938594"/>
                    <a:pt x="7906" y="935260"/>
                  </a:cubicBezTo>
                  <a:cubicBezTo>
                    <a:pt x="5620" y="932117"/>
                    <a:pt x="2857" y="946499"/>
                    <a:pt x="0" y="944213"/>
                  </a:cubicBezTo>
                  <a:lnTo>
                    <a:pt x="0" y="0"/>
                  </a:lnTo>
                  <a:lnTo>
                    <a:pt x="1648111"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8" name="Google Shape;98;p8"/>
          <p:cNvSpPr txBox="1"/>
          <p:nvPr>
            <p:ph type="title"/>
          </p:nvPr>
        </p:nvSpPr>
        <p:spPr>
          <a:xfrm>
            <a:off x="2455200" y="1566150"/>
            <a:ext cx="4233600" cy="20112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99" name="Shape 99"/>
        <p:cNvGrpSpPr/>
        <p:nvPr/>
      </p:nvGrpSpPr>
      <p:grpSpPr>
        <a:xfrm>
          <a:off x="0" y="0"/>
          <a:ext cx="0" cy="0"/>
          <a:chOff x="0" y="0"/>
          <a:chExt cx="0" cy="0"/>
        </a:xfrm>
      </p:grpSpPr>
      <p:grpSp>
        <p:nvGrpSpPr>
          <p:cNvPr id="100" name="Google Shape;100;p9"/>
          <p:cNvGrpSpPr/>
          <p:nvPr/>
        </p:nvGrpSpPr>
        <p:grpSpPr>
          <a:xfrm>
            <a:off x="-929846" y="-937698"/>
            <a:ext cx="8763717" cy="5322719"/>
            <a:chOff x="-929846" y="-937698"/>
            <a:chExt cx="8763717" cy="5322719"/>
          </a:xfrm>
        </p:grpSpPr>
        <p:grpSp>
          <p:nvGrpSpPr>
            <p:cNvPr id="101" name="Google Shape;101;p9"/>
            <p:cNvGrpSpPr/>
            <p:nvPr/>
          </p:nvGrpSpPr>
          <p:grpSpPr>
            <a:xfrm>
              <a:off x="1310208" y="758531"/>
              <a:ext cx="6523662" cy="3626490"/>
              <a:chOff x="1310208" y="758531"/>
              <a:chExt cx="6523662" cy="3626490"/>
            </a:xfrm>
          </p:grpSpPr>
          <p:grpSp>
            <p:nvGrpSpPr>
              <p:cNvPr id="102" name="Google Shape;102;p9"/>
              <p:cNvGrpSpPr/>
              <p:nvPr/>
            </p:nvGrpSpPr>
            <p:grpSpPr>
              <a:xfrm>
                <a:off x="1310208" y="758531"/>
                <a:ext cx="6523662" cy="3626490"/>
                <a:chOff x="978488" y="574123"/>
                <a:chExt cx="7187024" cy="3995252"/>
              </a:xfrm>
            </p:grpSpPr>
            <p:sp>
              <p:nvSpPr>
                <p:cNvPr id="103" name="Google Shape;103;p9"/>
                <p:cNvSpPr/>
                <p:nvPr/>
              </p:nvSpPr>
              <p:spPr>
                <a:xfrm>
                  <a:off x="978488" y="574123"/>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 name="Google Shape;104;p9"/>
                <p:cNvSpPr/>
                <p:nvPr/>
              </p:nvSpPr>
              <p:spPr>
                <a:xfrm>
                  <a:off x="978488" y="1850542"/>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 name="Google Shape;105;p9"/>
                <p:cNvSpPr/>
                <p:nvPr/>
              </p:nvSpPr>
              <p:spPr>
                <a:xfrm>
                  <a:off x="978488" y="3126960"/>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 name="Google Shape;106;p9"/>
                <p:cNvSpPr/>
                <p:nvPr/>
              </p:nvSpPr>
              <p:spPr>
                <a:xfrm>
                  <a:off x="4198599" y="574123"/>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 name="Google Shape;107;p9"/>
                <p:cNvSpPr/>
                <p:nvPr/>
              </p:nvSpPr>
              <p:spPr>
                <a:xfrm>
                  <a:off x="4198599" y="1850542"/>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 name="Google Shape;108;p9"/>
                <p:cNvSpPr/>
                <p:nvPr/>
              </p:nvSpPr>
              <p:spPr>
                <a:xfrm>
                  <a:off x="4198599" y="3126960"/>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 name="Google Shape;109;p9"/>
              <p:cNvGrpSpPr/>
              <p:nvPr/>
            </p:nvGrpSpPr>
            <p:grpSpPr>
              <a:xfrm>
                <a:off x="1310208" y="758531"/>
                <a:ext cx="6523662" cy="3626490"/>
                <a:chOff x="978488" y="574123"/>
                <a:chExt cx="7187024" cy="3995252"/>
              </a:xfrm>
            </p:grpSpPr>
            <p:sp>
              <p:nvSpPr>
                <p:cNvPr id="110" name="Google Shape;110;p9"/>
                <p:cNvSpPr/>
                <p:nvPr/>
              </p:nvSpPr>
              <p:spPr>
                <a:xfrm>
                  <a:off x="978488" y="574123"/>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 name="Google Shape;111;p9"/>
                <p:cNvSpPr/>
                <p:nvPr/>
              </p:nvSpPr>
              <p:spPr>
                <a:xfrm>
                  <a:off x="978488" y="1850542"/>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 name="Google Shape;112;p9"/>
                <p:cNvSpPr/>
                <p:nvPr/>
              </p:nvSpPr>
              <p:spPr>
                <a:xfrm>
                  <a:off x="978488" y="3126960"/>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 name="Google Shape;113;p9"/>
                <p:cNvSpPr/>
                <p:nvPr/>
              </p:nvSpPr>
              <p:spPr>
                <a:xfrm>
                  <a:off x="4198599" y="574123"/>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 name="Google Shape;114;p9"/>
                <p:cNvSpPr/>
                <p:nvPr/>
              </p:nvSpPr>
              <p:spPr>
                <a:xfrm>
                  <a:off x="4198599" y="1850542"/>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 name="Google Shape;115;p9"/>
                <p:cNvSpPr/>
                <p:nvPr/>
              </p:nvSpPr>
              <p:spPr>
                <a:xfrm>
                  <a:off x="4198599" y="3126960"/>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6" name="Google Shape;116;p9"/>
            <p:cNvSpPr/>
            <p:nvPr/>
          </p:nvSpPr>
          <p:spPr>
            <a:xfrm rot="4493658">
              <a:off x="-250949" y="-972383"/>
              <a:ext cx="2431344" cy="3268466"/>
            </a:xfrm>
            <a:custGeom>
              <a:rect b="b" l="l" r="r" t="t"/>
              <a:pathLst>
                <a:path extrusionOk="0" h="2286616" w="1700966">
                  <a:moveTo>
                    <a:pt x="1700967" y="1750199"/>
                  </a:moveTo>
                  <a:cubicBezTo>
                    <a:pt x="1691980" y="1731661"/>
                    <a:pt x="1684213" y="1712809"/>
                    <a:pt x="1685654" y="1691640"/>
                  </a:cubicBezTo>
                  <a:cubicBezTo>
                    <a:pt x="1691666" y="1653279"/>
                    <a:pt x="1680769" y="1613854"/>
                    <a:pt x="1688097" y="1575994"/>
                  </a:cubicBezTo>
                  <a:cubicBezTo>
                    <a:pt x="1696990" y="1544428"/>
                    <a:pt x="1702721" y="1513457"/>
                    <a:pt x="1690445" y="1480545"/>
                  </a:cubicBezTo>
                  <a:cubicBezTo>
                    <a:pt x="1677669" y="1453395"/>
                    <a:pt x="1668775" y="1424398"/>
                    <a:pt x="1650644" y="1399815"/>
                  </a:cubicBezTo>
                  <a:cubicBezTo>
                    <a:pt x="1646761" y="1379304"/>
                    <a:pt x="1661259" y="1358041"/>
                    <a:pt x="1657815" y="1335870"/>
                  </a:cubicBezTo>
                  <a:cubicBezTo>
                    <a:pt x="1654464" y="1306340"/>
                    <a:pt x="1684464" y="1288835"/>
                    <a:pt x="1672314" y="1260400"/>
                  </a:cubicBezTo>
                  <a:cubicBezTo>
                    <a:pt x="1640717" y="1189848"/>
                    <a:pt x="1665831" y="1198052"/>
                    <a:pt x="1653055" y="1148167"/>
                  </a:cubicBezTo>
                  <a:cubicBezTo>
                    <a:pt x="1643817" y="1137583"/>
                    <a:pt x="1650769" y="1123585"/>
                    <a:pt x="1640185" y="1115443"/>
                  </a:cubicBezTo>
                  <a:cubicBezTo>
                    <a:pt x="1638243" y="1113971"/>
                    <a:pt x="1640811" y="1110527"/>
                    <a:pt x="1642909" y="1108929"/>
                  </a:cubicBezTo>
                  <a:cubicBezTo>
                    <a:pt x="1649485" y="1103888"/>
                    <a:pt x="1648953" y="1096247"/>
                    <a:pt x="1650988" y="1089326"/>
                  </a:cubicBezTo>
                  <a:cubicBezTo>
                    <a:pt x="1655341" y="1074546"/>
                    <a:pt x="1646197" y="1057040"/>
                    <a:pt x="1660195" y="1044170"/>
                  </a:cubicBezTo>
                  <a:cubicBezTo>
                    <a:pt x="1661134" y="1043324"/>
                    <a:pt x="1660664" y="1039911"/>
                    <a:pt x="1659756" y="1038283"/>
                  </a:cubicBezTo>
                  <a:cubicBezTo>
                    <a:pt x="1633827" y="966289"/>
                    <a:pt x="1609026" y="892417"/>
                    <a:pt x="1593212" y="817511"/>
                  </a:cubicBezTo>
                  <a:cubicBezTo>
                    <a:pt x="1592178" y="803169"/>
                    <a:pt x="1582909" y="787919"/>
                    <a:pt x="1588734" y="775048"/>
                  </a:cubicBezTo>
                  <a:cubicBezTo>
                    <a:pt x="1603483" y="731364"/>
                    <a:pt x="1591302" y="687209"/>
                    <a:pt x="1598191" y="642398"/>
                  </a:cubicBezTo>
                  <a:cubicBezTo>
                    <a:pt x="1600258" y="628963"/>
                    <a:pt x="1583034" y="619788"/>
                    <a:pt x="1592679" y="605947"/>
                  </a:cubicBezTo>
                  <a:cubicBezTo>
                    <a:pt x="1602231" y="583400"/>
                    <a:pt x="1591552" y="562231"/>
                    <a:pt x="1590393" y="539841"/>
                  </a:cubicBezTo>
                  <a:cubicBezTo>
                    <a:pt x="1596469" y="512753"/>
                    <a:pt x="1580279" y="507649"/>
                    <a:pt x="1577241" y="487576"/>
                  </a:cubicBezTo>
                  <a:cubicBezTo>
                    <a:pt x="1586573" y="461083"/>
                    <a:pt x="1563306" y="442106"/>
                    <a:pt x="1564151" y="415864"/>
                  </a:cubicBezTo>
                  <a:cubicBezTo>
                    <a:pt x="1561490" y="399393"/>
                    <a:pt x="1567095" y="380604"/>
                    <a:pt x="1554318" y="366731"/>
                  </a:cubicBezTo>
                  <a:cubicBezTo>
                    <a:pt x="1532492" y="348005"/>
                    <a:pt x="1556260" y="315468"/>
                    <a:pt x="1531521" y="301063"/>
                  </a:cubicBezTo>
                  <a:cubicBezTo>
                    <a:pt x="1526354" y="298589"/>
                    <a:pt x="1529360" y="292984"/>
                    <a:pt x="1528953" y="288506"/>
                  </a:cubicBezTo>
                  <a:cubicBezTo>
                    <a:pt x="1534433" y="230448"/>
                    <a:pt x="1509757" y="257191"/>
                    <a:pt x="1519997" y="209592"/>
                  </a:cubicBezTo>
                  <a:cubicBezTo>
                    <a:pt x="1511323" y="187264"/>
                    <a:pt x="1523912" y="163559"/>
                    <a:pt x="1516271" y="141482"/>
                  </a:cubicBezTo>
                  <a:cubicBezTo>
                    <a:pt x="1495853" y="100490"/>
                    <a:pt x="1502774" y="37610"/>
                    <a:pt x="1463004" y="9739"/>
                  </a:cubicBezTo>
                  <a:cubicBezTo>
                    <a:pt x="1439267" y="-1190"/>
                    <a:pt x="1413933" y="9833"/>
                    <a:pt x="1389319" y="2161"/>
                  </a:cubicBezTo>
                  <a:cubicBezTo>
                    <a:pt x="1381960" y="-188"/>
                    <a:pt x="1371094" y="-1722"/>
                    <a:pt x="1364361" y="3570"/>
                  </a:cubicBezTo>
                  <a:cubicBezTo>
                    <a:pt x="1323245" y="27902"/>
                    <a:pt x="1274049" y="5418"/>
                    <a:pt x="1230583" y="19603"/>
                  </a:cubicBezTo>
                  <a:cubicBezTo>
                    <a:pt x="1217963" y="32975"/>
                    <a:pt x="1155020" y="38111"/>
                    <a:pt x="1138079" y="30658"/>
                  </a:cubicBezTo>
                  <a:cubicBezTo>
                    <a:pt x="1119885" y="25992"/>
                    <a:pt x="1106137" y="52829"/>
                    <a:pt x="1084530" y="46315"/>
                  </a:cubicBezTo>
                  <a:cubicBezTo>
                    <a:pt x="1058319" y="37516"/>
                    <a:pt x="1052432" y="73090"/>
                    <a:pt x="1031420" y="72025"/>
                  </a:cubicBezTo>
                  <a:cubicBezTo>
                    <a:pt x="1006681" y="74499"/>
                    <a:pt x="981910" y="68204"/>
                    <a:pt x="958142" y="78758"/>
                  </a:cubicBezTo>
                  <a:cubicBezTo>
                    <a:pt x="941170" y="68017"/>
                    <a:pt x="917464" y="67077"/>
                    <a:pt x="902276" y="51420"/>
                  </a:cubicBezTo>
                  <a:cubicBezTo>
                    <a:pt x="878383" y="46754"/>
                    <a:pt x="851421" y="50261"/>
                    <a:pt x="829594" y="35292"/>
                  </a:cubicBezTo>
                  <a:cubicBezTo>
                    <a:pt x="827465" y="33820"/>
                    <a:pt x="822642" y="33664"/>
                    <a:pt x="820544" y="35073"/>
                  </a:cubicBezTo>
                  <a:cubicBezTo>
                    <a:pt x="809897" y="42244"/>
                    <a:pt x="792298" y="34760"/>
                    <a:pt x="786097" y="51670"/>
                  </a:cubicBezTo>
                  <a:cubicBezTo>
                    <a:pt x="785346" y="53706"/>
                    <a:pt x="779646" y="54238"/>
                    <a:pt x="776139" y="54927"/>
                  </a:cubicBezTo>
                  <a:cubicBezTo>
                    <a:pt x="742068" y="63695"/>
                    <a:pt x="698415" y="104812"/>
                    <a:pt x="661933" y="88371"/>
                  </a:cubicBezTo>
                  <a:cubicBezTo>
                    <a:pt x="651161" y="77630"/>
                    <a:pt x="643958" y="83330"/>
                    <a:pt x="635785" y="90877"/>
                  </a:cubicBezTo>
                  <a:cubicBezTo>
                    <a:pt x="631651" y="94697"/>
                    <a:pt x="630274" y="101586"/>
                    <a:pt x="621161" y="99551"/>
                  </a:cubicBezTo>
                  <a:cubicBezTo>
                    <a:pt x="569460" y="86085"/>
                    <a:pt x="516036" y="81388"/>
                    <a:pt x="462456" y="88966"/>
                  </a:cubicBezTo>
                  <a:cubicBezTo>
                    <a:pt x="436903" y="87213"/>
                    <a:pt x="415922" y="98924"/>
                    <a:pt x="392655" y="104780"/>
                  </a:cubicBezTo>
                  <a:cubicBezTo>
                    <a:pt x="382540" y="103465"/>
                    <a:pt x="372050" y="99739"/>
                    <a:pt x="364753" y="111231"/>
                  </a:cubicBezTo>
                  <a:cubicBezTo>
                    <a:pt x="347812" y="112797"/>
                    <a:pt x="342394" y="93069"/>
                    <a:pt x="334628" y="119592"/>
                  </a:cubicBezTo>
                  <a:cubicBezTo>
                    <a:pt x="326517" y="114018"/>
                    <a:pt x="318908" y="107411"/>
                    <a:pt x="309012" y="117275"/>
                  </a:cubicBezTo>
                  <a:cubicBezTo>
                    <a:pt x="295860" y="130396"/>
                    <a:pt x="280672" y="139728"/>
                    <a:pt x="260756" y="136565"/>
                  </a:cubicBezTo>
                  <a:cubicBezTo>
                    <a:pt x="238867" y="147275"/>
                    <a:pt x="217134" y="160239"/>
                    <a:pt x="191236" y="154070"/>
                  </a:cubicBezTo>
                  <a:cubicBezTo>
                    <a:pt x="162520" y="151377"/>
                    <a:pt x="143136" y="171983"/>
                    <a:pt x="116362" y="170511"/>
                  </a:cubicBezTo>
                  <a:cubicBezTo>
                    <a:pt x="100986" y="170417"/>
                    <a:pt x="83450" y="166064"/>
                    <a:pt x="74838" y="185699"/>
                  </a:cubicBezTo>
                  <a:cubicBezTo>
                    <a:pt x="40047" y="195970"/>
                    <a:pt x="49786" y="211346"/>
                    <a:pt x="25799" y="223277"/>
                  </a:cubicBezTo>
                  <a:cubicBezTo>
                    <a:pt x="18941" y="233141"/>
                    <a:pt x="18127" y="247828"/>
                    <a:pt x="7135" y="256314"/>
                  </a:cubicBezTo>
                  <a:cubicBezTo>
                    <a:pt x="308" y="263830"/>
                    <a:pt x="-3387" y="273381"/>
                    <a:pt x="4254" y="284529"/>
                  </a:cubicBezTo>
                  <a:cubicBezTo>
                    <a:pt x="13054" y="297337"/>
                    <a:pt x="2876" y="316157"/>
                    <a:pt x="16436" y="328151"/>
                  </a:cubicBezTo>
                  <a:cubicBezTo>
                    <a:pt x="6603" y="350009"/>
                    <a:pt x="19097" y="369330"/>
                    <a:pt x="24390" y="389059"/>
                  </a:cubicBezTo>
                  <a:cubicBezTo>
                    <a:pt x="29212" y="407002"/>
                    <a:pt x="24014" y="428547"/>
                    <a:pt x="41863" y="442388"/>
                  </a:cubicBezTo>
                  <a:cubicBezTo>
                    <a:pt x="34442" y="464935"/>
                    <a:pt x="41018" y="489267"/>
                    <a:pt x="34912" y="512283"/>
                  </a:cubicBezTo>
                  <a:cubicBezTo>
                    <a:pt x="34003" y="514475"/>
                    <a:pt x="35381" y="516668"/>
                    <a:pt x="37448" y="517388"/>
                  </a:cubicBezTo>
                  <a:cubicBezTo>
                    <a:pt x="62062" y="527409"/>
                    <a:pt x="41300" y="553557"/>
                    <a:pt x="46122" y="571907"/>
                  </a:cubicBezTo>
                  <a:cubicBezTo>
                    <a:pt x="48220" y="584715"/>
                    <a:pt x="48346" y="595801"/>
                    <a:pt x="35945" y="603473"/>
                  </a:cubicBezTo>
                  <a:cubicBezTo>
                    <a:pt x="29651" y="612398"/>
                    <a:pt x="41926" y="627241"/>
                    <a:pt x="27208" y="635039"/>
                  </a:cubicBezTo>
                  <a:cubicBezTo>
                    <a:pt x="22793" y="638859"/>
                    <a:pt x="22761" y="645592"/>
                    <a:pt x="24202" y="651291"/>
                  </a:cubicBezTo>
                  <a:cubicBezTo>
                    <a:pt x="28930" y="670080"/>
                    <a:pt x="18189" y="686364"/>
                    <a:pt x="15527" y="703932"/>
                  </a:cubicBezTo>
                  <a:cubicBezTo>
                    <a:pt x="8701" y="735904"/>
                    <a:pt x="26832" y="753754"/>
                    <a:pt x="42803" y="776113"/>
                  </a:cubicBezTo>
                  <a:cubicBezTo>
                    <a:pt x="47845" y="793900"/>
                    <a:pt x="72677" y="786384"/>
                    <a:pt x="74807" y="805674"/>
                  </a:cubicBezTo>
                  <a:cubicBezTo>
                    <a:pt x="81101" y="830946"/>
                    <a:pt x="77124" y="858847"/>
                    <a:pt x="93815" y="881551"/>
                  </a:cubicBezTo>
                  <a:cubicBezTo>
                    <a:pt x="95099" y="883304"/>
                    <a:pt x="93095" y="884119"/>
                    <a:pt x="91717" y="884651"/>
                  </a:cubicBezTo>
                  <a:cubicBezTo>
                    <a:pt x="85955" y="886937"/>
                    <a:pt x="86863" y="888972"/>
                    <a:pt x="91623" y="891603"/>
                  </a:cubicBezTo>
                  <a:cubicBezTo>
                    <a:pt x="133773" y="944056"/>
                    <a:pt x="33534" y="971582"/>
                    <a:pt x="75684" y="1034274"/>
                  </a:cubicBezTo>
                  <a:cubicBezTo>
                    <a:pt x="83262" y="1047677"/>
                    <a:pt x="97667" y="1057949"/>
                    <a:pt x="98043" y="1075485"/>
                  </a:cubicBezTo>
                  <a:cubicBezTo>
                    <a:pt x="98137" y="1080276"/>
                    <a:pt x="103679" y="1080715"/>
                    <a:pt x="106435" y="1083220"/>
                  </a:cubicBezTo>
                  <a:cubicBezTo>
                    <a:pt x="128512" y="1097343"/>
                    <a:pt x="109473" y="1117917"/>
                    <a:pt x="113043" y="1137270"/>
                  </a:cubicBezTo>
                  <a:cubicBezTo>
                    <a:pt x="113700" y="1141528"/>
                    <a:pt x="113356" y="1146852"/>
                    <a:pt x="109786" y="1148825"/>
                  </a:cubicBezTo>
                  <a:cubicBezTo>
                    <a:pt x="85266" y="1160317"/>
                    <a:pt x="110099" y="1189628"/>
                    <a:pt x="97322" y="1197019"/>
                  </a:cubicBezTo>
                  <a:cubicBezTo>
                    <a:pt x="81320" y="1201340"/>
                    <a:pt x="98826" y="1219816"/>
                    <a:pt x="93815" y="1231309"/>
                  </a:cubicBezTo>
                  <a:cubicBezTo>
                    <a:pt x="93721" y="1240390"/>
                    <a:pt x="93032" y="1248939"/>
                    <a:pt x="102082" y="1256486"/>
                  </a:cubicBezTo>
                  <a:cubicBezTo>
                    <a:pt x="121310" y="1271893"/>
                    <a:pt x="111947" y="1305494"/>
                    <a:pt x="139974" y="1312571"/>
                  </a:cubicBezTo>
                  <a:cubicBezTo>
                    <a:pt x="151184" y="1316266"/>
                    <a:pt x="151529" y="1325818"/>
                    <a:pt x="141665" y="1333302"/>
                  </a:cubicBezTo>
                  <a:cubicBezTo>
                    <a:pt x="136466" y="1337216"/>
                    <a:pt x="138189" y="1341882"/>
                    <a:pt x="139535" y="1345985"/>
                  </a:cubicBezTo>
                  <a:cubicBezTo>
                    <a:pt x="147990" y="1371726"/>
                    <a:pt x="139473" y="1397467"/>
                    <a:pt x="138157" y="1422894"/>
                  </a:cubicBezTo>
                  <a:cubicBezTo>
                    <a:pt x="139880" y="1442216"/>
                    <a:pt x="125850" y="1469992"/>
                    <a:pt x="136028" y="1485869"/>
                  </a:cubicBezTo>
                  <a:cubicBezTo>
                    <a:pt x="158857" y="1492414"/>
                    <a:pt x="121498" y="1510702"/>
                    <a:pt x="122719" y="1564407"/>
                  </a:cubicBezTo>
                  <a:cubicBezTo>
                    <a:pt x="102489" y="1620900"/>
                    <a:pt x="170161" y="1641505"/>
                    <a:pt x="157385" y="1676828"/>
                  </a:cubicBezTo>
                  <a:cubicBezTo>
                    <a:pt x="151153" y="1696651"/>
                    <a:pt x="179023" y="1713623"/>
                    <a:pt x="163616" y="1735669"/>
                  </a:cubicBezTo>
                  <a:cubicBezTo>
                    <a:pt x="162207" y="1757308"/>
                    <a:pt x="179994" y="1778508"/>
                    <a:pt x="175485" y="1802464"/>
                  </a:cubicBezTo>
                  <a:cubicBezTo>
                    <a:pt x="168752" y="1813487"/>
                    <a:pt x="196403" y="1839698"/>
                    <a:pt x="173168" y="1835596"/>
                  </a:cubicBezTo>
                  <a:cubicBezTo>
                    <a:pt x="168188" y="1834437"/>
                    <a:pt x="166748" y="1837882"/>
                    <a:pt x="165934" y="1841702"/>
                  </a:cubicBezTo>
                  <a:cubicBezTo>
                    <a:pt x="165276" y="1844771"/>
                    <a:pt x="164337" y="1848717"/>
                    <a:pt x="168408" y="1849625"/>
                  </a:cubicBezTo>
                  <a:cubicBezTo>
                    <a:pt x="197092" y="1855136"/>
                    <a:pt x="133523" y="1898727"/>
                    <a:pt x="144671" y="1919927"/>
                  </a:cubicBezTo>
                  <a:cubicBezTo>
                    <a:pt x="145203" y="1922370"/>
                    <a:pt x="142541" y="1924123"/>
                    <a:pt x="140381" y="1925877"/>
                  </a:cubicBezTo>
                  <a:cubicBezTo>
                    <a:pt x="128011" y="1936461"/>
                    <a:pt x="130235" y="1977296"/>
                    <a:pt x="145360" y="1984374"/>
                  </a:cubicBezTo>
                  <a:cubicBezTo>
                    <a:pt x="162239" y="1977954"/>
                    <a:pt x="161988" y="1992390"/>
                    <a:pt x="165996" y="2001378"/>
                  </a:cubicBezTo>
                  <a:cubicBezTo>
                    <a:pt x="171007" y="2012369"/>
                    <a:pt x="186007" y="2012776"/>
                    <a:pt x="187698" y="2026492"/>
                  </a:cubicBezTo>
                  <a:cubicBezTo>
                    <a:pt x="191643" y="2043058"/>
                    <a:pt x="211528" y="2050448"/>
                    <a:pt x="203762" y="2069425"/>
                  </a:cubicBezTo>
                  <a:cubicBezTo>
                    <a:pt x="193554" y="2088997"/>
                    <a:pt x="208522" y="2108256"/>
                    <a:pt x="204608" y="2127264"/>
                  </a:cubicBezTo>
                  <a:cubicBezTo>
                    <a:pt x="195934" y="2151940"/>
                    <a:pt x="237363" y="2158579"/>
                    <a:pt x="228125" y="2183725"/>
                  </a:cubicBezTo>
                  <a:cubicBezTo>
                    <a:pt x="218512" y="2210468"/>
                    <a:pt x="241121" y="2230573"/>
                    <a:pt x="245223" y="2255875"/>
                  </a:cubicBezTo>
                  <a:cubicBezTo>
                    <a:pt x="252457" y="2285750"/>
                    <a:pt x="290223" y="2267587"/>
                    <a:pt x="309106" y="2258600"/>
                  </a:cubicBezTo>
                  <a:cubicBezTo>
                    <a:pt x="328897" y="2245197"/>
                    <a:pt x="321601" y="2264706"/>
                    <a:pt x="331778" y="2272723"/>
                  </a:cubicBezTo>
                  <a:cubicBezTo>
                    <a:pt x="340077" y="2247044"/>
                    <a:pt x="367008" y="2266522"/>
                    <a:pt x="383323" y="2252462"/>
                  </a:cubicBezTo>
                  <a:cubicBezTo>
                    <a:pt x="402143" y="2241627"/>
                    <a:pt x="422623" y="2249487"/>
                    <a:pt x="441757" y="2247295"/>
                  </a:cubicBezTo>
                  <a:cubicBezTo>
                    <a:pt x="467560" y="2233015"/>
                    <a:pt x="472039" y="2293516"/>
                    <a:pt x="481934" y="2279205"/>
                  </a:cubicBezTo>
                  <a:cubicBezTo>
                    <a:pt x="489043" y="2272253"/>
                    <a:pt x="494178" y="2275510"/>
                    <a:pt x="498625" y="2281648"/>
                  </a:cubicBezTo>
                  <a:cubicBezTo>
                    <a:pt x="516005" y="2298933"/>
                    <a:pt x="500159" y="2265082"/>
                    <a:pt x="565764" y="2271251"/>
                  </a:cubicBezTo>
                  <a:cubicBezTo>
                    <a:pt x="596140" y="2267399"/>
                    <a:pt x="678875" y="2222493"/>
                    <a:pt x="696286" y="2252650"/>
                  </a:cubicBezTo>
                  <a:cubicBezTo>
                    <a:pt x="702236" y="2265051"/>
                    <a:pt x="706902" y="2277733"/>
                    <a:pt x="724344" y="2267086"/>
                  </a:cubicBezTo>
                  <a:cubicBezTo>
                    <a:pt x="753436" y="2280113"/>
                    <a:pt x="771035" y="2254873"/>
                    <a:pt x="796056" y="2247639"/>
                  </a:cubicBezTo>
                  <a:cubicBezTo>
                    <a:pt x="808895" y="2250614"/>
                    <a:pt x="813122" y="2235176"/>
                    <a:pt x="824521" y="2235270"/>
                  </a:cubicBezTo>
                  <a:cubicBezTo>
                    <a:pt x="848884" y="2237274"/>
                    <a:pt x="873153" y="2252712"/>
                    <a:pt x="898111" y="2235489"/>
                  </a:cubicBezTo>
                  <a:cubicBezTo>
                    <a:pt x="900084" y="2234111"/>
                    <a:pt x="911452" y="2231731"/>
                    <a:pt x="916274" y="2239404"/>
                  </a:cubicBezTo>
                  <a:cubicBezTo>
                    <a:pt x="938414" y="2251115"/>
                    <a:pt x="961587" y="2224153"/>
                    <a:pt x="985136" y="2232232"/>
                  </a:cubicBezTo>
                  <a:cubicBezTo>
                    <a:pt x="1004645" y="2236491"/>
                    <a:pt x="1020647" y="2214696"/>
                    <a:pt x="1040689" y="2233047"/>
                  </a:cubicBezTo>
                  <a:cubicBezTo>
                    <a:pt x="1093361" y="2202702"/>
                    <a:pt x="1153548" y="2227097"/>
                    <a:pt x="1208412" y="2215134"/>
                  </a:cubicBezTo>
                  <a:cubicBezTo>
                    <a:pt x="1230333" y="2206711"/>
                    <a:pt x="1252723" y="2197379"/>
                    <a:pt x="1277337" y="2204800"/>
                  </a:cubicBezTo>
                  <a:cubicBezTo>
                    <a:pt x="1282128" y="2206241"/>
                    <a:pt x="1286763" y="2205301"/>
                    <a:pt x="1290270" y="2201450"/>
                  </a:cubicBezTo>
                  <a:cubicBezTo>
                    <a:pt x="1301731" y="2185792"/>
                    <a:pt x="1327128" y="2197692"/>
                    <a:pt x="1333954" y="2178089"/>
                  </a:cubicBezTo>
                  <a:cubicBezTo>
                    <a:pt x="1343599" y="2165719"/>
                    <a:pt x="1359915" y="2193934"/>
                    <a:pt x="1375353" y="2181596"/>
                  </a:cubicBezTo>
                  <a:cubicBezTo>
                    <a:pt x="1415123" y="2161554"/>
                    <a:pt x="1406981" y="2204425"/>
                    <a:pt x="1423077" y="2180938"/>
                  </a:cubicBezTo>
                  <a:cubicBezTo>
                    <a:pt x="1452701" y="2214602"/>
                    <a:pt x="1538223" y="2211627"/>
                    <a:pt x="1552252" y="2161085"/>
                  </a:cubicBezTo>
                  <a:cubicBezTo>
                    <a:pt x="1553849" y="2156669"/>
                    <a:pt x="1556886" y="2152254"/>
                    <a:pt x="1561051" y="2154289"/>
                  </a:cubicBezTo>
                  <a:cubicBezTo>
                    <a:pt x="1592585" y="2161366"/>
                    <a:pt x="1623274" y="2146492"/>
                    <a:pt x="1655216" y="2158423"/>
                  </a:cubicBezTo>
                  <a:cubicBezTo>
                    <a:pt x="1671562" y="2161304"/>
                    <a:pt x="1686030" y="2153350"/>
                    <a:pt x="1700936" y="2146805"/>
                  </a:cubicBezTo>
                  <a:lnTo>
                    <a:pt x="1700936" y="17503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7" name="Google Shape;117;p9"/>
          <p:cNvSpPr txBox="1"/>
          <p:nvPr>
            <p:ph type="title"/>
          </p:nvPr>
        </p:nvSpPr>
        <p:spPr>
          <a:xfrm>
            <a:off x="2135550" y="1581888"/>
            <a:ext cx="4872900" cy="1017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6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18" name="Google Shape;118;p9"/>
          <p:cNvSpPr txBox="1"/>
          <p:nvPr>
            <p:ph idx="1" type="subTitle"/>
          </p:nvPr>
        </p:nvSpPr>
        <p:spPr>
          <a:xfrm>
            <a:off x="2135550" y="2788188"/>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19" name="Shape 119"/>
        <p:cNvGrpSpPr/>
        <p:nvPr/>
      </p:nvGrpSpPr>
      <p:grpSpPr>
        <a:xfrm>
          <a:off x="0" y="0"/>
          <a:ext cx="0" cy="0"/>
          <a:chOff x="0" y="0"/>
          <a:chExt cx="0" cy="0"/>
        </a:xfrm>
      </p:grpSpPr>
      <p:sp>
        <p:nvSpPr>
          <p:cNvPr id="120" name="Google Shape;120;p10"/>
          <p:cNvSpPr/>
          <p:nvPr>
            <p:ph idx="2" type="pic"/>
          </p:nvPr>
        </p:nvSpPr>
        <p:spPr>
          <a:xfrm>
            <a:off x="-3301" y="0"/>
            <a:ext cx="9150600" cy="5143500"/>
          </a:xfrm>
          <a:prstGeom prst="rect">
            <a:avLst/>
          </a:prstGeom>
          <a:noFill/>
          <a:ln>
            <a:noFill/>
          </a:ln>
        </p:spPr>
      </p:sp>
      <p:sp>
        <p:nvSpPr>
          <p:cNvPr id="121" name="Google Shape;121;p10"/>
          <p:cNvSpPr txBox="1"/>
          <p:nvPr>
            <p:ph type="title"/>
          </p:nvPr>
        </p:nvSpPr>
        <p:spPr>
          <a:xfrm>
            <a:off x="720000" y="3923225"/>
            <a:ext cx="7704000" cy="6642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22" name="Shape 122"/>
        <p:cNvGrpSpPr/>
        <p:nvPr/>
      </p:nvGrpSpPr>
      <p:grpSpPr>
        <a:xfrm>
          <a:off x="0" y="0"/>
          <a:ext cx="0" cy="0"/>
          <a:chOff x="0" y="0"/>
          <a:chExt cx="0" cy="0"/>
        </a:xfrm>
      </p:grpSpPr>
      <p:grpSp>
        <p:nvGrpSpPr>
          <p:cNvPr id="123" name="Google Shape;123;p11"/>
          <p:cNvGrpSpPr/>
          <p:nvPr/>
        </p:nvGrpSpPr>
        <p:grpSpPr>
          <a:xfrm>
            <a:off x="1223505" y="-228581"/>
            <a:ext cx="8040011" cy="4855857"/>
            <a:chOff x="1223505" y="-228581"/>
            <a:chExt cx="8040011" cy="4855857"/>
          </a:xfrm>
        </p:grpSpPr>
        <p:sp>
          <p:nvSpPr>
            <p:cNvPr id="124" name="Google Shape;124;p11"/>
            <p:cNvSpPr/>
            <p:nvPr/>
          </p:nvSpPr>
          <p:spPr>
            <a:xfrm rot="1067348">
              <a:off x="5106781" y="364308"/>
              <a:ext cx="4069894" cy="1205422"/>
            </a:xfrm>
            <a:custGeom>
              <a:rect b="b" l="l" r="r" t="t"/>
              <a:pathLst>
                <a:path extrusionOk="0" h="613790" w="2072354">
                  <a:moveTo>
                    <a:pt x="2068449" y="515398"/>
                  </a:moveTo>
                  <a:lnTo>
                    <a:pt x="2043589" y="489299"/>
                  </a:lnTo>
                  <a:lnTo>
                    <a:pt x="2072354" y="463201"/>
                  </a:lnTo>
                  <a:lnTo>
                    <a:pt x="2045970" y="437102"/>
                  </a:lnTo>
                  <a:lnTo>
                    <a:pt x="2036921" y="411004"/>
                  </a:lnTo>
                  <a:lnTo>
                    <a:pt x="2055685" y="384905"/>
                  </a:lnTo>
                  <a:lnTo>
                    <a:pt x="2036731" y="358807"/>
                  </a:lnTo>
                  <a:lnTo>
                    <a:pt x="2039017" y="332708"/>
                  </a:lnTo>
                  <a:lnTo>
                    <a:pt x="2048066" y="306610"/>
                  </a:lnTo>
                  <a:lnTo>
                    <a:pt x="2050161" y="280511"/>
                  </a:lnTo>
                  <a:lnTo>
                    <a:pt x="2063972" y="254413"/>
                  </a:lnTo>
                  <a:lnTo>
                    <a:pt x="2048351" y="228314"/>
                  </a:lnTo>
                  <a:lnTo>
                    <a:pt x="2041588" y="202216"/>
                  </a:lnTo>
                  <a:lnTo>
                    <a:pt x="2038921" y="176117"/>
                  </a:lnTo>
                  <a:lnTo>
                    <a:pt x="2056543" y="150019"/>
                  </a:lnTo>
                  <a:lnTo>
                    <a:pt x="2063401" y="123920"/>
                  </a:lnTo>
                  <a:lnTo>
                    <a:pt x="2065973" y="97822"/>
                  </a:lnTo>
                  <a:lnTo>
                    <a:pt x="2060924" y="71819"/>
                  </a:lnTo>
                  <a:lnTo>
                    <a:pt x="2051018" y="45720"/>
                  </a:lnTo>
                  <a:lnTo>
                    <a:pt x="2063686" y="9049"/>
                  </a:lnTo>
                  <a:lnTo>
                    <a:pt x="2026920" y="15526"/>
                  </a:lnTo>
                  <a:lnTo>
                    <a:pt x="2000631" y="11906"/>
                  </a:lnTo>
                  <a:lnTo>
                    <a:pt x="1974342" y="22669"/>
                  </a:lnTo>
                  <a:lnTo>
                    <a:pt x="1948053" y="37243"/>
                  </a:lnTo>
                  <a:lnTo>
                    <a:pt x="1921764" y="38005"/>
                  </a:lnTo>
                  <a:lnTo>
                    <a:pt x="1895570" y="24670"/>
                  </a:lnTo>
                  <a:lnTo>
                    <a:pt x="1869281" y="17050"/>
                  </a:lnTo>
                  <a:lnTo>
                    <a:pt x="1842992" y="26765"/>
                  </a:lnTo>
                  <a:lnTo>
                    <a:pt x="1816703" y="11049"/>
                  </a:lnTo>
                  <a:lnTo>
                    <a:pt x="1790414" y="8953"/>
                  </a:lnTo>
                  <a:lnTo>
                    <a:pt x="1764125" y="1238"/>
                  </a:lnTo>
                  <a:lnTo>
                    <a:pt x="1737932" y="5715"/>
                  </a:lnTo>
                  <a:lnTo>
                    <a:pt x="1711643" y="34861"/>
                  </a:lnTo>
                  <a:lnTo>
                    <a:pt x="1685449" y="35909"/>
                  </a:lnTo>
                  <a:lnTo>
                    <a:pt x="1659160" y="3238"/>
                  </a:lnTo>
                  <a:lnTo>
                    <a:pt x="1632966" y="13621"/>
                  </a:lnTo>
                  <a:lnTo>
                    <a:pt x="1606772" y="9811"/>
                  </a:lnTo>
                  <a:lnTo>
                    <a:pt x="1580578" y="33814"/>
                  </a:lnTo>
                  <a:lnTo>
                    <a:pt x="1554385" y="17145"/>
                  </a:lnTo>
                  <a:lnTo>
                    <a:pt x="1528191" y="5144"/>
                  </a:lnTo>
                  <a:lnTo>
                    <a:pt x="1501997" y="27813"/>
                  </a:lnTo>
                  <a:lnTo>
                    <a:pt x="1475803" y="35623"/>
                  </a:lnTo>
                  <a:lnTo>
                    <a:pt x="1449610" y="6286"/>
                  </a:lnTo>
                  <a:lnTo>
                    <a:pt x="1423416" y="7620"/>
                  </a:lnTo>
                  <a:lnTo>
                    <a:pt x="1397222" y="0"/>
                  </a:lnTo>
                  <a:lnTo>
                    <a:pt x="1371028" y="9430"/>
                  </a:lnTo>
                  <a:lnTo>
                    <a:pt x="1344835" y="3905"/>
                  </a:lnTo>
                  <a:lnTo>
                    <a:pt x="1318641" y="8192"/>
                  </a:lnTo>
                  <a:lnTo>
                    <a:pt x="1292447" y="11335"/>
                  </a:lnTo>
                  <a:lnTo>
                    <a:pt x="1266253" y="9811"/>
                  </a:lnTo>
                  <a:lnTo>
                    <a:pt x="1240060" y="30575"/>
                  </a:lnTo>
                  <a:lnTo>
                    <a:pt x="1213866" y="12002"/>
                  </a:lnTo>
                  <a:lnTo>
                    <a:pt x="1187672" y="7239"/>
                  </a:lnTo>
                  <a:lnTo>
                    <a:pt x="1161478" y="17145"/>
                  </a:lnTo>
                  <a:lnTo>
                    <a:pt x="1135285" y="18383"/>
                  </a:lnTo>
                  <a:lnTo>
                    <a:pt x="1109091" y="36195"/>
                  </a:lnTo>
                  <a:lnTo>
                    <a:pt x="1082897" y="13525"/>
                  </a:lnTo>
                  <a:lnTo>
                    <a:pt x="1056703" y="39052"/>
                  </a:lnTo>
                  <a:lnTo>
                    <a:pt x="1030510" y="35909"/>
                  </a:lnTo>
                  <a:lnTo>
                    <a:pt x="1004316" y="32575"/>
                  </a:lnTo>
                  <a:lnTo>
                    <a:pt x="978122" y="29623"/>
                  </a:lnTo>
                  <a:lnTo>
                    <a:pt x="951928" y="4477"/>
                  </a:lnTo>
                  <a:lnTo>
                    <a:pt x="925735" y="20955"/>
                  </a:lnTo>
                  <a:lnTo>
                    <a:pt x="899541" y="34576"/>
                  </a:lnTo>
                  <a:lnTo>
                    <a:pt x="873347" y="17907"/>
                  </a:lnTo>
                  <a:lnTo>
                    <a:pt x="847153" y="24289"/>
                  </a:lnTo>
                  <a:lnTo>
                    <a:pt x="820960" y="10954"/>
                  </a:lnTo>
                  <a:lnTo>
                    <a:pt x="794766" y="31432"/>
                  </a:lnTo>
                  <a:lnTo>
                    <a:pt x="768572" y="28099"/>
                  </a:lnTo>
                  <a:lnTo>
                    <a:pt x="742378" y="18859"/>
                  </a:lnTo>
                  <a:lnTo>
                    <a:pt x="716185" y="37909"/>
                  </a:lnTo>
                  <a:lnTo>
                    <a:pt x="689991" y="28194"/>
                  </a:lnTo>
                  <a:lnTo>
                    <a:pt x="663797" y="22765"/>
                  </a:lnTo>
                  <a:lnTo>
                    <a:pt x="637603" y="20002"/>
                  </a:lnTo>
                  <a:lnTo>
                    <a:pt x="611410" y="21050"/>
                  </a:lnTo>
                  <a:lnTo>
                    <a:pt x="585216" y="39338"/>
                  </a:lnTo>
                  <a:lnTo>
                    <a:pt x="559022" y="13525"/>
                  </a:lnTo>
                  <a:lnTo>
                    <a:pt x="532828" y="27432"/>
                  </a:lnTo>
                  <a:lnTo>
                    <a:pt x="506635" y="13049"/>
                  </a:lnTo>
                  <a:lnTo>
                    <a:pt x="480441" y="26956"/>
                  </a:lnTo>
                  <a:lnTo>
                    <a:pt x="454247" y="34195"/>
                  </a:lnTo>
                  <a:lnTo>
                    <a:pt x="428053" y="31147"/>
                  </a:lnTo>
                  <a:lnTo>
                    <a:pt x="401860" y="26575"/>
                  </a:lnTo>
                  <a:lnTo>
                    <a:pt x="375666" y="18574"/>
                  </a:lnTo>
                  <a:lnTo>
                    <a:pt x="349472" y="28003"/>
                  </a:lnTo>
                  <a:lnTo>
                    <a:pt x="323278" y="18955"/>
                  </a:lnTo>
                  <a:lnTo>
                    <a:pt x="297085" y="2000"/>
                  </a:lnTo>
                  <a:lnTo>
                    <a:pt x="270891" y="9239"/>
                  </a:lnTo>
                  <a:lnTo>
                    <a:pt x="244697" y="34385"/>
                  </a:lnTo>
                  <a:lnTo>
                    <a:pt x="218503" y="10287"/>
                  </a:lnTo>
                  <a:lnTo>
                    <a:pt x="192310" y="2667"/>
                  </a:lnTo>
                  <a:lnTo>
                    <a:pt x="166116" y="5620"/>
                  </a:lnTo>
                  <a:lnTo>
                    <a:pt x="139922" y="17240"/>
                  </a:lnTo>
                  <a:lnTo>
                    <a:pt x="113728" y="17050"/>
                  </a:lnTo>
                  <a:lnTo>
                    <a:pt x="87535" y="12192"/>
                  </a:lnTo>
                  <a:lnTo>
                    <a:pt x="61341" y="20002"/>
                  </a:lnTo>
                  <a:lnTo>
                    <a:pt x="6572" y="4477"/>
                  </a:lnTo>
                  <a:lnTo>
                    <a:pt x="476" y="6286"/>
                  </a:lnTo>
                  <a:lnTo>
                    <a:pt x="476" y="72580"/>
                  </a:lnTo>
                  <a:lnTo>
                    <a:pt x="39815" y="76295"/>
                  </a:lnTo>
                  <a:cubicBezTo>
                    <a:pt x="43434" y="64579"/>
                    <a:pt x="54292" y="56102"/>
                    <a:pt x="67151" y="56102"/>
                  </a:cubicBezTo>
                  <a:cubicBezTo>
                    <a:pt x="83058" y="56102"/>
                    <a:pt x="95917" y="68961"/>
                    <a:pt x="95917" y="84868"/>
                  </a:cubicBezTo>
                  <a:cubicBezTo>
                    <a:pt x="95917" y="100775"/>
                    <a:pt x="83058" y="113633"/>
                    <a:pt x="67151" y="113633"/>
                  </a:cubicBezTo>
                  <a:cubicBezTo>
                    <a:pt x="56864" y="113633"/>
                    <a:pt x="47911" y="108204"/>
                    <a:pt x="42767" y="100013"/>
                  </a:cubicBezTo>
                  <a:lnTo>
                    <a:pt x="18193" y="100584"/>
                  </a:lnTo>
                  <a:lnTo>
                    <a:pt x="381" y="104489"/>
                  </a:lnTo>
                  <a:lnTo>
                    <a:pt x="381" y="179737"/>
                  </a:lnTo>
                  <a:lnTo>
                    <a:pt x="39719" y="183452"/>
                  </a:lnTo>
                  <a:cubicBezTo>
                    <a:pt x="43339" y="171736"/>
                    <a:pt x="54197" y="163259"/>
                    <a:pt x="67056" y="163259"/>
                  </a:cubicBezTo>
                  <a:cubicBezTo>
                    <a:pt x="82963" y="163259"/>
                    <a:pt x="95821" y="176117"/>
                    <a:pt x="95821" y="192024"/>
                  </a:cubicBezTo>
                  <a:cubicBezTo>
                    <a:pt x="95821" y="207931"/>
                    <a:pt x="82963" y="220790"/>
                    <a:pt x="67056" y="220790"/>
                  </a:cubicBezTo>
                  <a:cubicBezTo>
                    <a:pt x="56769" y="220790"/>
                    <a:pt x="47816" y="215360"/>
                    <a:pt x="42672" y="207169"/>
                  </a:cubicBezTo>
                  <a:lnTo>
                    <a:pt x="18098" y="207740"/>
                  </a:lnTo>
                  <a:lnTo>
                    <a:pt x="286" y="211645"/>
                  </a:lnTo>
                  <a:lnTo>
                    <a:pt x="286" y="286893"/>
                  </a:lnTo>
                  <a:lnTo>
                    <a:pt x="39624" y="290608"/>
                  </a:lnTo>
                  <a:cubicBezTo>
                    <a:pt x="43243" y="278892"/>
                    <a:pt x="54102" y="270415"/>
                    <a:pt x="66961" y="270415"/>
                  </a:cubicBezTo>
                  <a:cubicBezTo>
                    <a:pt x="82867" y="270415"/>
                    <a:pt x="95726" y="283273"/>
                    <a:pt x="95726" y="299180"/>
                  </a:cubicBezTo>
                  <a:cubicBezTo>
                    <a:pt x="95726" y="315087"/>
                    <a:pt x="82867" y="327946"/>
                    <a:pt x="66961" y="327946"/>
                  </a:cubicBezTo>
                  <a:cubicBezTo>
                    <a:pt x="56674" y="327946"/>
                    <a:pt x="47720" y="322516"/>
                    <a:pt x="42577" y="314325"/>
                  </a:cubicBezTo>
                  <a:lnTo>
                    <a:pt x="18002" y="314897"/>
                  </a:lnTo>
                  <a:lnTo>
                    <a:pt x="190" y="318802"/>
                  </a:lnTo>
                  <a:lnTo>
                    <a:pt x="190" y="394049"/>
                  </a:lnTo>
                  <a:lnTo>
                    <a:pt x="39529" y="397764"/>
                  </a:lnTo>
                  <a:cubicBezTo>
                    <a:pt x="43148" y="386048"/>
                    <a:pt x="54007" y="377571"/>
                    <a:pt x="66866" y="377571"/>
                  </a:cubicBezTo>
                  <a:cubicBezTo>
                    <a:pt x="82772" y="377571"/>
                    <a:pt x="95631" y="390430"/>
                    <a:pt x="95631" y="406336"/>
                  </a:cubicBezTo>
                  <a:cubicBezTo>
                    <a:pt x="95631" y="422243"/>
                    <a:pt x="82772" y="435102"/>
                    <a:pt x="66866" y="435102"/>
                  </a:cubicBezTo>
                  <a:cubicBezTo>
                    <a:pt x="56578" y="435102"/>
                    <a:pt x="47625" y="429673"/>
                    <a:pt x="42482" y="421481"/>
                  </a:cubicBezTo>
                  <a:lnTo>
                    <a:pt x="17907" y="422053"/>
                  </a:lnTo>
                  <a:lnTo>
                    <a:pt x="95" y="425958"/>
                  </a:lnTo>
                  <a:lnTo>
                    <a:pt x="95" y="501206"/>
                  </a:lnTo>
                  <a:lnTo>
                    <a:pt x="39433" y="504920"/>
                  </a:lnTo>
                  <a:cubicBezTo>
                    <a:pt x="43053" y="493204"/>
                    <a:pt x="53911" y="484727"/>
                    <a:pt x="66770" y="484727"/>
                  </a:cubicBezTo>
                  <a:cubicBezTo>
                    <a:pt x="82677" y="484727"/>
                    <a:pt x="95536" y="497586"/>
                    <a:pt x="95536" y="513493"/>
                  </a:cubicBezTo>
                  <a:cubicBezTo>
                    <a:pt x="95536" y="529399"/>
                    <a:pt x="82677" y="542258"/>
                    <a:pt x="66770" y="542258"/>
                  </a:cubicBezTo>
                  <a:cubicBezTo>
                    <a:pt x="56483" y="542258"/>
                    <a:pt x="47530" y="536829"/>
                    <a:pt x="42386" y="528637"/>
                  </a:cubicBezTo>
                  <a:lnTo>
                    <a:pt x="17812" y="529209"/>
                  </a:lnTo>
                  <a:lnTo>
                    <a:pt x="0" y="533114"/>
                  </a:lnTo>
                  <a:lnTo>
                    <a:pt x="0" y="598837"/>
                  </a:lnTo>
                  <a:lnTo>
                    <a:pt x="6191" y="597408"/>
                  </a:lnTo>
                  <a:lnTo>
                    <a:pt x="61150" y="608362"/>
                  </a:lnTo>
                  <a:lnTo>
                    <a:pt x="87440" y="610172"/>
                  </a:lnTo>
                  <a:lnTo>
                    <a:pt x="113728" y="573786"/>
                  </a:lnTo>
                  <a:lnTo>
                    <a:pt x="140017" y="579501"/>
                  </a:lnTo>
                  <a:lnTo>
                    <a:pt x="166211" y="588645"/>
                  </a:lnTo>
                  <a:lnTo>
                    <a:pt x="192500" y="600837"/>
                  </a:lnTo>
                  <a:lnTo>
                    <a:pt x="218789" y="588740"/>
                  </a:lnTo>
                  <a:lnTo>
                    <a:pt x="245078" y="605504"/>
                  </a:lnTo>
                  <a:lnTo>
                    <a:pt x="271367" y="580739"/>
                  </a:lnTo>
                  <a:lnTo>
                    <a:pt x="297656" y="603409"/>
                  </a:lnTo>
                  <a:lnTo>
                    <a:pt x="323850" y="606457"/>
                  </a:lnTo>
                  <a:lnTo>
                    <a:pt x="350139" y="611124"/>
                  </a:lnTo>
                  <a:lnTo>
                    <a:pt x="376333" y="577882"/>
                  </a:lnTo>
                  <a:lnTo>
                    <a:pt x="402622" y="597694"/>
                  </a:lnTo>
                  <a:lnTo>
                    <a:pt x="428816" y="578834"/>
                  </a:lnTo>
                  <a:lnTo>
                    <a:pt x="455009" y="598646"/>
                  </a:lnTo>
                  <a:lnTo>
                    <a:pt x="481203" y="584549"/>
                  </a:lnTo>
                  <a:lnTo>
                    <a:pt x="507397" y="588740"/>
                  </a:lnTo>
                  <a:lnTo>
                    <a:pt x="533591" y="589598"/>
                  </a:lnTo>
                  <a:lnTo>
                    <a:pt x="559784" y="588074"/>
                  </a:lnTo>
                  <a:lnTo>
                    <a:pt x="585978" y="588074"/>
                  </a:lnTo>
                  <a:cubicBezTo>
                    <a:pt x="585978" y="588074"/>
                    <a:pt x="612172" y="603599"/>
                    <a:pt x="612172" y="603599"/>
                  </a:cubicBezTo>
                  <a:lnTo>
                    <a:pt x="638366" y="611886"/>
                  </a:lnTo>
                  <a:lnTo>
                    <a:pt x="664559" y="590169"/>
                  </a:lnTo>
                  <a:lnTo>
                    <a:pt x="690753" y="589026"/>
                  </a:lnTo>
                  <a:lnTo>
                    <a:pt x="716947" y="594360"/>
                  </a:lnTo>
                  <a:lnTo>
                    <a:pt x="743141" y="595217"/>
                  </a:lnTo>
                  <a:lnTo>
                    <a:pt x="769334" y="602361"/>
                  </a:lnTo>
                  <a:lnTo>
                    <a:pt x="795623" y="584168"/>
                  </a:lnTo>
                  <a:lnTo>
                    <a:pt x="821817" y="589693"/>
                  </a:lnTo>
                  <a:lnTo>
                    <a:pt x="848011" y="585311"/>
                  </a:lnTo>
                  <a:lnTo>
                    <a:pt x="874204" y="611791"/>
                  </a:lnTo>
                  <a:lnTo>
                    <a:pt x="900398" y="584645"/>
                  </a:lnTo>
                  <a:lnTo>
                    <a:pt x="926592" y="597122"/>
                  </a:lnTo>
                  <a:lnTo>
                    <a:pt x="952786" y="599408"/>
                  </a:lnTo>
                  <a:lnTo>
                    <a:pt x="978979" y="610933"/>
                  </a:lnTo>
                  <a:lnTo>
                    <a:pt x="1005173" y="606647"/>
                  </a:lnTo>
                  <a:lnTo>
                    <a:pt x="1031367" y="598837"/>
                  </a:lnTo>
                  <a:lnTo>
                    <a:pt x="1057561" y="613791"/>
                  </a:lnTo>
                  <a:lnTo>
                    <a:pt x="1083754" y="607124"/>
                  </a:lnTo>
                  <a:lnTo>
                    <a:pt x="1109948" y="591312"/>
                  </a:lnTo>
                  <a:lnTo>
                    <a:pt x="1136142" y="591312"/>
                  </a:lnTo>
                  <a:cubicBezTo>
                    <a:pt x="1136142" y="591312"/>
                    <a:pt x="1162336" y="589407"/>
                    <a:pt x="1162336" y="589407"/>
                  </a:cubicBezTo>
                  <a:lnTo>
                    <a:pt x="1188529" y="588740"/>
                  </a:lnTo>
                  <a:lnTo>
                    <a:pt x="1214723" y="600075"/>
                  </a:lnTo>
                  <a:lnTo>
                    <a:pt x="1240917" y="603599"/>
                  </a:lnTo>
                  <a:lnTo>
                    <a:pt x="1267111" y="607886"/>
                  </a:lnTo>
                  <a:lnTo>
                    <a:pt x="1293304" y="597884"/>
                  </a:lnTo>
                  <a:lnTo>
                    <a:pt x="1319498" y="591217"/>
                  </a:lnTo>
                  <a:lnTo>
                    <a:pt x="1345692" y="603028"/>
                  </a:lnTo>
                  <a:lnTo>
                    <a:pt x="1371886" y="593789"/>
                  </a:lnTo>
                  <a:lnTo>
                    <a:pt x="1398079" y="583025"/>
                  </a:lnTo>
                  <a:lnTo>
                    <a:pt x="1424273" y="611981"/>
                  </a:lnTo>
                  <a:lnTo>
                    <a:pt x="1450467" y="592836"/>
                  </a:lnTo>
                  <a:lnTo>
                    <a:pt x="1476661" y="593122"/>
                  </a:lnTo>
                  <a:lnTo>
                    <a:pt x="1502854" y="588359"/>
                  </a:lnTo>
                  <a:lnTo>
                    <a:pt x="1529048" y="588169"/>
                  </a:lnTo>
                  <a:lnTo>
                    <a:pt x="1555242" y="604647"/>
                  </a:lnTo>
                  <a:lnTo>
                    <a:pt x="1581436" y="595694"/>
                  </a:lnTo>
                  <a:lnTo>
                    <a:pt x="1607629" y="590550"/>
                  </a:lnTo>
                  <a:lnTo>
                    <a:pt x="1633823" y="590169"/>
                  </a:lnTo>
                  <a:lnTo>
                    <a:pt x="1660017" y="603028"/>
                  </a:lnTo>
                  <a:lnTo>
                    <a:pt x="1686211" y="584264"/>
                  </a:lnTo>
                  <a:lnTo>
                    <a:pt x="1712404" y="576644"/>
                  </a:lnTo>
                  <a:lnTo>
                    <a:pt x="1738598" y="590740"/>
                  </a:lnTo>
                  <a:lnTo>
                    <a:pt x="1764792" y="580549"/>
                  </a:lnTo>
                  <a:lnTo>
                    <a:pt x="1790986" y="573595"/>
                  </a:lnTo>
                  <a:lnTo>
                    <a:pt x="1817179" y="582549"/>
                  </a:lnTo>
                  <a:lnTo>
                    <a:pt x="1843373" y="593884"/>
                  </a:lnTo>
                  <a:lnTo>
                    <a:pt x="1869567" y="611981"/>
                  </a:lnTo>
                  <a:lnTo>
                    <a:pt x="1895761" y="588359"/>
                  </a:lnTo>
                  <a:lnTo>
                    <a:pt x="1921954" y="593217"/>
                  </a:lnTo>
                  <a:lnTo>
                    <a:pt x="1948148" y="601218"/>
                  </a:lnTo>
                  <a:lnTo>
                    <a:pt x="1974342" y="575882"/>
                  </a:lnTo>
                  <a:lnTo>
                    <a:pt x="2000536" y="587788"/>
                  </a:lnTo>
                  <a:lnTo>
                    <a:pt x="2026729" y="595217"/>
                  </a:lnTo>
                  <a:lnTo>
                    <a:pt x="2057210" y="598075"/>
                  </a:lnTo>
                  <a:lnTo>
                    <a:pt x="2041493" y="568547"/>
                  </a:lnTo>
                  <a:lnTo>
                    <a:pt x="2070926" y="541496"/>
                  </a:lnTo>
                  <a:lnTo>
                    <a:pt x="2068259" y="515398"/>
                  </a:lnTo>
                  <a:close/>
                </a:path>
              </a:pathLst>
            </a:custGeom>
            <a:solidFill>
              <a:schemeClr val="dk2"/>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grpSp>
          <p:nvGrpSpPr>
            <p:cNvPr id="125" name="Google Shape;125;p11"/>
            <p:cNvGrpSpPr/>
            <p:nvPr/>
          </p:nvGrpSpPr>
          <p:grpSpPr>
            <a:xfrm>
              <a:off x="1223505" y="833353"/>
              <a:ext cx="6697054" cy="3793923"/>
              <a:chOff x="563175" y="574200"/>
              <a:chExt cx="7409885" cy="4197746"/>
            </a:xfrm>
          </p:grpSpPr>
          <p:grpSp>
            <p:nvGrpSpPr>
              <p:cNvPr id="126" name="Google Shape;126;p11"/>
              <p:cNvGrpSpPr/>
              <p:nvPr/>
            </p:nvGrpSpPr>
            <p:grpSpPr>
              <a:xfrm>
                <a:off x="563175" y="574200"/>
                <a:ext cx="7409885" cy="4197746"/>
                <a:chOff x="563175" y="574200"/>
                <a:chExt cx="7409885" cy="4197746"/>
              </a:xfrm>
            </p:grpSpPr>
            <p:sp>
              <p:nvSpPr>
                <p:cNvPr id="127" name="Google Shape;127;p11"/>
                <p:cNvSpPr/>
                <p:nvPr/>
              </p:nvSpPr>
              <p:spPr>
                <a:xfrm>
                  <a:off x="563175" y="574200"/>
                  <a:ext cx="3754562" cy="225244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8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 name="Google Shape;128;p11"/>
                <p:cNvSpPr/>
                <p:nvPr/>
              </p:nvSpPr>
              <p:spPr>
                <a:xfrm>
                  <a:off x="4216851" y="574200"/>
                  <a:ext cx="3754562" cy="225244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8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 name="Google Shape;129;p11"/>
                <p:cNvSpPr/>
                <p:nvPr/>
              </p:nvSpPr>
              <p:spPr>
                <a:xfrm>
                  <a:off x="563175" y="1566925"/>
                  <a:ext cx="7409885" cy="3205021"/>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8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0" name="Google Shape;130;p11"/>
              <p:cNvGrpSpPr/>
              <p:nvPr/>
            </p:nvGrpSpPr>
            <p:grpSpPr>
              <a:xfrm>
                <a:off x="563175" y="574200"/>
                <a:ext cx="7409885" cy="4197746"/>
                <a:chOff x="563175" y="574200"/>
                <a:chExt cx="7409885" cy="4197746"/>
              </a:xfrm>
            </p:grpSpPr>
            <p:sp>
              <p:nvSpPr>
                <p:cNvPr id="131" name="Google Shape;131;p11"/>
                <p:cNvSpPr/>
                <p:nvPr/>
              </p:nvSpPr>
              <p:spPr>
                <a:xfrm>
                  <a:off x="563175" y="574200"/>
                  <a:ext cx="3754562" cy="225244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 name="Google Shape;132;p11"/>
                <p:cNvSpPr/>
                <p:nvPr/>
              </p:nvSpPr>
              <p:spPr>
                <a:xfrm>
                  <a:off x="4216851" y="574200"/>
                  <a:ext cx="3754562" cy="225244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11"/>
                <p:cNvSpPr/>
                <p:nvPr/>
              </p:nvSpPr>
              <p:spPr>
                <a:xfrm>
                  <a:off x="563175" y="1566925"/>
                  <a:ext cx="7409885" cy="3205021"/>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
        <p:nvSpPr>
          <p:cNvPr id="134" name="Google Shape;134;p11"/>
          <p:cNvSpPr txBox="1"/>
          <p:nvPr>
            <p:ph hasCustomPrompt="1" type="title"/>
          </p:nvPr>
        </p:nvSpPr>
        <p:spPr>
          <a:xfrm>
            <a:off x="1791900" y="1662750"/>
            <a:ext cx="5560200" cy="11913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35" name="Google Shape;135;p11"/>
          <p:cNvSpPr txBox="1"/>
          <p:nvPr>
            <p:ph idx="1" type="subTitle"/>
          </p:nvPr>
        </p:nvSpPr>
        <p:spPr>
          <a:xfrm>
            <a:off x="1791900" y="2983650"/>
            <a:ext cx="55602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36" name="Shape 13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37" name="Shape 137"/>
        <p:cNvGrpSpPr/>
        <p:nvPr/>
      </p:nvGrpSpPr>
      <p:grpSpPr>
        <a:xfrm>
          <a:off x="0" y="0"/>
          <a:ext cx="0" cy="0"/>
          <a:chOff x="0" y="0"/>
          <a:chExt cx="0" cy="0"/>
        </a:xfrm>
      </p:grpSpPr>
      <p:grpSp>
        <p:nvGrpSpPr>
          <p:cNvPr id="138" name="Google Shape;138;p13"/>
          <p:cNvGrpSpPr/>
          <p:nvPr/>
        </p:nvGrpSpPr>
        <p:grpSpPr>
          <a:xfrm>
            <a:off x="295800" y="295800"/>
            <a:ext cx="8853654" cy="4853162"/>
            <a:chOff x="295800" y="295800"/>
            <a:chExt cx="8853654" cy="4853162"/>
          </a:xfrm>
        </p:grpSpPr>
        <p:sp>
          <p:nvSpPr>
            <p:cNvPr id="139" name="Google Shape;139;p13"/>
            <p:cNvSpPr/>
            <p:nvPr/>
          </p:nvSpPr>
          <p:spPr>
            <a:xfrm rot="-5400000">
              <a:off x="7190817" y="3190326"/>
              <a:ext cx="1564134" cy="2353140"/>
            </a:xfrm>
            <a:custGeom>
              <a:rect b="b" l="l" r="r" t="t"/>
              <a:pathLst>
                <a:path extrusionOk="0" h="3447824" w="2291771">
                  <a:moveTo>
                    <a:pt x="2270256" y="3440943"/>
                  </a:moveTo>
                  <a:cubicBezTo>
                    <a:pt x="2230562" y="3431238"/>
                    <a:pt x="2191792" y="3417887"/>
                    <a:pt x="2152766" y="3405614"/>
                  </a:cubicBezTo>
                  <a:cubicBezTo>
                    <a:pt x="2127604" y="3397655"/>
                    <a:pt x="2106756" y="3384817"/>
                    <a:pt x="2096640" y="3357909"/>
                  </a:cubicBezTo>
                  <a:cubicBezTo>
                    <a:pt x="2075278" y="3300962"/>
                    <a:pt x="2041849" y="3260446"/>
                    <a:pt x="1973707" y="3257263"/>
                  </a:cubicBezTo>
                  <a:cubicBezTo>
                    <a:pt x="1929186" y="3255209"/>
                    <a:pt x="1894165" y="3227531"/>
                    <a:pt x="1876500" y="3187631"/>
                  </a:cubicBezTo>
                  <a:cubicBezTo>
                    <a:pt x="1863560" y="3158413"/>
                    <a:pt x="1861198" y="3124265"/>
                    <a:pt x="1855652" y="3092068"/>
                  </a:cubicBezTo>
                  <a:cubicBezTo>
                    <a:pt x="1852879" y="3076149"/>
                    <a:pt x="1846358" y="3063466"/>
                    <a:pt x="1835420" y="3051861"/>
                  </a:cubicBezTo>
                  <a:cubicBezTo>
                    <a:pt x="1804045" y="3018586"/>
                    <a:pt x="1772053" y="2985619"/>
                    <a:pt x="1755878" y="2941303"/>
                  </a:cubicBezTo>
                  <a:cubicBezTo>
                    <a:pt x="1752078" y="2930931"/>
                    <a:pt x="1742835" y="2925744"/>
                    <a:pt x="1734157" y="2920455"/>
                  </a:cubicBezTo>
                  <a:cubicBezTo>
                    <a:pt x="1707147" y="2904125"/>
                    <a:pt x="1679828" y="2888309"/>
                    <a:pt x="1652920" y="2871878"/>
                  </a:cubicBezTo>
                  <a:cubicBezTo>
                    <a:pt x="1639877" y="2863918"/>
                    <a:pt x="1623651" y="2857602"/>
                    <a:pt x="1615435" y="2845894"/>
                  </a:cubicBezTo>
                  <a:cubicBezTo>
                    <a:pt x="1581954" y="2798241"/>
                    <a:pt x="1554584" y="2746685"/>
                    <a:pt x="1537485" y="2690919"/>
                  </a:cubicBezTo>
                  <a:cubicBezTo>
                    <a:pt x="1519512" y="2632327"/>
                    <a:pt x="1503953" y="2573480"/>
                    <a:pt x="1461434" y="2526186"/>
                  </a:cubicBezTo>
                  <a:cubicBezTo>
                    <a:pt x="1445670" y="2508676"/>
                    <a:pt x="1438327" y="2485825"/>
                    <a:pt x="1429084" y="2464001"/>
                  </a:cubicBezTo>
                  <a:cubicBezTo>
                    <a:pt x="1402844" y="2401969"/>
                    <a:pt x="1387901" y="2335573"/>
                    <a:pt x="1354779" y="2276109"/>
                  </a:cubicBezTo>
                  <a:cubicBezTo>
                    <a:pt x="1336910" y="2244015"/>
                    <a:pt x="1311183" y="2215208"/>
                    <a:pt x="1281451" y="2202216"/>
                  </a:cubicBezTo>
                  <a:cubicBezTo>
                    <a:pt x="1238830" y="2183576"/>
                    <a:pt x="1204220" y="2146603"/>
                    <a:pt x="1154359" y="2144139"/>
                  </a:cubicBezTo>
                  <a:cubicBezTo>
                    <a:pt x="1150199" y="2143933"/>
                    <a:pt x="1144499" y="2139209"/>
                    <a:pt x="1142651" y="2135152"/>
                  </a:cubicBezTo>
                  <a:cubicBezTo>
                    <a:pt x="1122624" y="2091607"/>
                    <a:pt x="1084265" y="2059873"/>
                    <a:pt x="1067474" y="2013606"/>
                  </a:cubicBezTo>
                  <a:cubicBezTo>
                    <a:pt x="1057152" y="1985106"/>
                    <a:pt x="1051196" y="1951728"/>
                    <a:pt x="1019256" y="1934988"/>
                  </a:cubicBezTo>
                  <a:cubicBezTo>
                    <a:pt x="979664" y="1914243"/>
                    <a:pt x="969086" y="1875319"/>
                    <a:pt x="959946" y="1835985"/>
                  </a:cubicBezTo>
                  <a:cubicBezTo>
                    <a:pt x="951832" y="1801169"/>
                    <a:pt x="944130" y="1766251"/>
                    <a:pt x="936273" y="1731384"/>
                  </a:cubicBezTo>
                  <a:cubicBezTo>
                    <a:pt x="930727" y="1706889"/>
                    <a:pt x="917530" y="1690971"/>
                    <a:pt x="890623" y="1689790"/>
                  </a:cubicBezTo>
                  <a:cubicBezTo>
                    <a:pt x="883844" y="1689482"/>
                    <a:pt x="871674" y="1687684"/>
                    <a:pt x="880147" y="1679058"/>
                  </a:cubicBezTo>
                  <a:cubicBezTo>
                    <a:pt x="895398" y="1663498"/>
                    <a:pt x="880147" y="1656925"/>
                    <a:pt x="873831" y="1649120"/>
                  </a:cubicBezTo>
                  <a:cubicBezTo>
                    <a:pt x="859093" y="1630839"/>
                    <a:pt x="844099" y="1612251"/>
                    <a:pt x="826589" y="1596794"/>
                  </a:cubicBezTo>
                  <a:cubicBezTo>
                    <a:pt x="796343" y="1570092"/>
                    <a:pt x="797421" y="1518279"/>
                    <a:pt x="751617" y="1504517"/>
                  </a:cubicBezTo>
                  <a:cubicBezTo>
                    <a:pt x="750590" y="1504209"/>
                    <a:pt x="749512" y="1500615"/>
                    <a:pt x="749974" y="1499074"/>
                  </a:cubicBezTo>
                  <a:cubicBezTo>
                    <a:pt x="755776" y="1481204"/>
                    <a:pt x="741193" y="1477096"/>
                    <a:pt x="731128" y="1468777"/>
                  </a:cubicBezTo>
                  <a:cubicBezTo>
                    <a:pt x="717777" y="1457737"/>
                    <a:pt x="704785" y="1445721"/>
                    <a:pt x="694053" y="1432216"/>
                  </a:cubicBezTo>
                  <a:cubicBezTo>
                    <a:pt x="646965" y="1372957"/>
                    <a:pt x="604703" y="1313339"/>
                    <a:pt x="619184" y="1229125"/>
                  </a:cubicBezTo>
                  <a:cubicBezTo>
                    <a:pt x="626065" y="1189225"/>
                    <a:pt x="610608" y="1150199"/>
                    <a:pt x="569682" y="1128735"/>
                  </a:cubicBezTo>
                  <a:cubicBezTo>
                    <a:pt x="552428" y="1119697"/>
                    <a:pt x="542774" y="1101878"/>
                    <a:pt x="528448" y="1090684"/>
                  </a:cubicBezTo>
                  <a:cubicBezTo>
                    <a:pt x="486494" y="1057871"/>
                    <a:pt x="454657" y="1020539"/>
                    <a:pt x="447673" y="965697"/>
                  </a:cubicBezTo>
                  <a:cubicBezTo>
                    <a:pt x="446492" y="956351"/>
                    <a:pt x="442692" y="942795"/>
                    <a:pt x="427955" y="955735"/>
                  </a:cubicBezTo>
                  <a:cubicBezTo>
                    <a:pt x="421279" y="961589"/>
                    <a:pt x="410136" y="965543"/>
                    <a:pt x="406028" y="959637"/>
                  </a:cubicBezTo>
                  <a:cubicBezTo>
                    <a:pt x="401150" y="952500"/>
                    <a:pt x="402844" y="937608"/>
                    <a:pt x="410290" y="933141"/>
                  </a:cubicBezTo>
                  <a:cubicBezTo>
                    <a:pt x="426209" y="923589"/>
                    <a:pt x="421998" y="913114"/>
                    <a:pt x="415323" y="902330"/>
                  </a:cubicBezTo>
                  <a:cubicBezTo>
                    <a:pt x="395604" y="870288"/>
                    <a:pt x="386464" y="834907"/>
                    <a:pt x="380199" y="798397"/>
                  </a:cubicBezTo>
                  <a:cubicBezTo>
                    <a:pt x="379839" y="796394"/>
                    <a:pt x="376707" y="794905"/>
                    <a:pt x="374858" y="793211"/>
                  </a:cubicBezTo>
                  <a:cubicBezTo>
                    <a:pt x="366232" y="800656"/>
                    <a:pt x="373010" y="809591"/>
                    <a:pt x="369467" y="819245"/>
                  </a:cubicBezTo>
                  <a:cubicBezTo>
                    <a:pt x="347283" y="794186"/>
                    <a:pt x="367156" y="775033"/>
                    <a:pt x="371161" y="752592"/>
                  </a:cubicBezTo>
                  <a:cubicBezTo>
                    <a:pt x="381380" y="695080"/>
                    <a:pt x="380404" y="636181"/>
                    <a:pt x="345897" y="583803"/>
                  </a:cubicBezTo>
                  <a:cubicBezTo>
                    <a:pt x="335216" y="567628"/>
                    <a:pt x="325562" y="550785"/>
                    <a:pt x="315395" y="534302"/>
                  </a:cubicBezTo>
                  <a:cubicBezTo>
                    <a:pt x="264095" y="451011"/>
                    <a:pt x="212026" y="368183"/>
                    <a:pt x="192256" y="270103"/>
                  </a:cubicBezTo>
                  <a:cubicBezTo>
                    <a:pt x="189945" y="258498"/>
                    <a:pt x="181010" y="248434"/>
                    <a:pt x="176543" y="237085"/>
                  </a:cubicBezTo>
                  <a:cubicBezTo>
                    <a:pt x="160111" y="195594"/>
                    <a:pt x="115230" y="181678"/>
                    <a:pt x="90480" y="147633"/>
                  </a:cubicBezTo>
                  <a:cubicBezTo>
                    <a:pt x="79131" y="132073"/>
                    <a:pt x="76974" y="108401"/>
                    <a:pt x="58231" y="100750"/>
                  </a:cubicBezTo>
                  <a:cubicBezTo>
                    <a:pt x="41029" y="93715"/>
                    <a:pt x="35535" y="80928"/>
                    <a:pt x="31221" y="66447"/>
                  </a:cubicBezTo>
                  <a:cubicBezTo>
                    <a:pt x="24186" y="42724"/>
                    <a:pt x="11143" y="21824"/>
                    <a:pt x="0" y="0"/>
                  </a:cubicBezTo>
                  <a:lnTo>
                    <a:pt x="0" y="3447824"/>
                  </a:lnTo>
                  <a:lnTo>
                    <a:pt x="2291772" y="3447824"/>
                  </a:lnTo>
                  <a:cubicBezTo>
                    <a:pt x="2285250" y="3445205"/>
                    <a:pt x="2278112" y="3442894"/>
                    <a:pt x="2270256" y="3440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0" name="Google Shape;140;p13"/>
            <p:cNvGrpSpPr/>
            <p:nvPr/>
          </p:nvGrpSpPr>
          <p:grpSpPr>
            <a:xfrm>
              <a:off x="295800" y="295800"/>
              <a:ext cx="8578967" cy="4556925"/>
              <a:chOff x="295800" y="295800"/>
              <a:chExt cx="8578967" cy="4556925"/>
            </a:xfrm>
          </p:grpSpPr>
          <p:grpSp>
            <p:nvGrpSpPr>
              <p:cNvPr id="141" name="Google Shape;141;p13"/>
              <p:cNvGrpSpPr/>
              <p:nvPr/>
            </p:nvGrpSpPr>
            <p:grpSpPr>
              <a:xfrm>
                <a:off x="295800" y="295800"/>
                <a:ext cx="8578967" cy="4556925"/>
                <a:chOff x="295800" y="295800"/>
                <a:chExt cx="8578967" cy="4556925"/>
              </a:xfrm>
            </p:grpSpPr>
            <p:sp>
              <p:nvSpPr>
                <p:cNvPr id="142" name="Google Shape;142;p13"/>
                <p:cNvSpPr/>
                <p:nvPr/>
              </p:nvSpPr>
              <p:spPr>
                <a:xfrm>
                  <a:off x="295800" y="295800"/>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 name="Google Shape;143;p13"/>
                <p:cNvSpPr/>
                <p:nvPr/>
              </p:nvSpPr>
              <p:spPr>
                <a:xfrm>
                  <a:off x="295800" y="1646161"/>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a:latin typeface="Anaheim"/>
                    <a:ea typeface="Anaheim"/>
                    <a:cs typeface="Anaheim"/>
                    <a:sym typeface="Anaheim"/>
                  </a:endParaRPr>
                </a:p>
              </p:txBody>
            </p:sp>
            <p:sp>
              <p:nvSpPr>
                <p:cNvPr id="144" name="Google Shape;144;p13"/>
                <p:cNvSpPr/>
                <p:nvPr/>
              </p:nvSpPr>
              <p:spPr>
                <a:xfrm rot="-5400000">
                  <a:off x="3678874" y="-343168"/>
                  <a:ext cx="4554744" cy="5837042"/>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 name="Google Shape;145;p13"/>
                <p:cNvSpPr/>
                <p:nvPr/>
              </p:nvSpPr>
              <p:spPr>
                <a:xfrm>
                  <a:off x="295800" y="2996523"/>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a:latin typeface="Anaheim"/>
                    <a:ea typeface="Anaheim"/>
                    <a:cs typeface="Anaheim"/>
                    <a:sym typeface="Anaheim"/>
                  </a:endParaRPr>
                </a:p>
              </p:txBody>
            </p:sp>
            <p:sp>
              <p:nvSpPr>
                <p:cNvPr id="146" name="Google Shape;146;p13"/>
                <p:cNvSpPr/>
                <p:nvPr/>
              </p:nvSpPr>
              <p:spPr>
                <a:xfrm flipH="1" rot="-5400000">
                  <a:off x="3678874" y="-343168"/>
                  <a:ext cx="4554744" cy="5837042"/>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7" name="Google Shape;147;p13"/>
              <p:cNvSpPr/>
              <p:nvPr/>
            </p:nvSpPr>
            <p:spPr>
              <a:xfrm>
                <a:off x="295800" y="4821175"/>
                <a:ext cx="8447700" cy="27900"/>
              </a:xfrm>
              <a:prstGeom prst="rect">
                <a:avLst/>
              </a:prstGeom>
              <a:solidFill>
                <a:schemeClr val="lt1"/>
              </a:solidFill>
              <a:ln>
                <a:noFill/>
              </a:ln>
              <a:effectLst>
                <a:outerShdw rotWithShape="0" algn="bl" dir="5400000" dist="28575">
                  <a:srgbClr val="260D03">
                    <a:alpha val="12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ctor"/>
                  <a:ea typeface="Actor"/>
                  <a:cs typeface="Actor"/>
                  <a:sym typeface="Actor"/>
                </a:endParaRPr>
              </a:p>
            </p:txBody>
          </p:sp>
        </p:grpSp>
      </p:grpSp>
      <p:sp>
        <p:nvSpPr>
          <p:cNvPr id="148" name="Google Shape;148;p13"/>
          <p:cNvSpPr txBox="1"/>
          <p:nvPr>
            <p:ph type="title"/>
          </p:nvPr>
        </p:nvSpPr>
        <p:spPr>
          <a:xfrm>
            <a:off x="720000" y="445025"/>
            <a:ext cx="7704000" cy="484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9" name="Google Shape;149;p13"/>
          <p:cNvSpPr txBox="1"/>
          <p:nvPr>
            <p:ph idx="1" type="subTitle"/>
          </p:nvPr>
        </p:nvSpPr>
        <p:spPr>
          <a:xfrm>
            <a:off x="796872" y="2193175"/>
            <a:ext cx="23886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0" name="Google Shape;150;p13"/>
          <p:cNvSpPr txBox="1"/>
          <p:nvPr>
            <p:ph idx="2" type="subTitle"/>
          </p:nvPr>
        </p:nvSpPr>
        <p:spPr>
          <a:xfrm>
            <a:off x="3379350" y="2193175"/>
            <a:ext cx="23853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1" name="Google Shape;151;p13"/>
          <p:cNvSpPr txBox="1"/>
          <p:nvPr>
            <p:ph idx="3" type="subTitle"/>
          </p:nvPr>
        </p:nvSpPr>
        <p:spPr>
          <a:xfrm>
            <a:off x="796872" y="3876351"/>
            <a:ext cx="23886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2" name="Google Shape;152;p13"/>
          <p:cNvSpPr txBox="1"/>
          <p:nvPr>
            <p:ph idx="4" type="subTitle"/>
          </p:nvPr>
        </p:nvSpPr>
        <p:spPr>
          <a:xfrm>
            <a:off x="3379350" y="3876351"/>
            <a:ext cx="23853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3" name="Google Shape;153;p13"/>
          <p:cNvSpPr txBox="1"/>
          <p:nvPr>
            <p:ph idx="5" type="subTitle"/>
          </p:nvPr>
        </p:nvSpPr>
        <p:spPr>
          <a:xfrm>
            <a:off x="5965128" y="2193175"/>
            <a:ext cx="2382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4" name="Google Shape;154;p13"/>
          <p:cNvSpPr txBox="1"/>
          <p:nvPr>
            <p:ph idx="6" type="subTitle"/>
          </p:nvPr>
        </p:nvSpPr>
        <p:spPr>
          <a:xfrm>
            <a:off x="5965128" y="3876351"/>
            <a:ext cx="2382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5" name="Google Shape;155;p13"/>
          <p:cNvSpPr txBox="1"/>
          <p:nvPr>
            <p:ph hasCustomPrompt="1" idx="7" type="title"/>
          </p:nvPr>
        </p:nvSpPr>
        <p:spPr>
          <a:xfrm>
            <a:off x="1588122" y="1261580"/>
            <a:ext cx="806100" cy="447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sz="25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6" name="Google Shape;156;p13"/>
          <p:cNvSpPr txBox="1"/>
          <p:nvPr>
            <p:ph hasCustomPrompt="1" idx="8" type="title"/>
          </p:nvPr>
        </p:nvSpPr>
        <p:spPr>
          <a:xfrm>
            <a:off x="1588122" y="2931669"/>
            <a:ext cx="806100" cy="447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sz="25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7" name="Google Shape;157;p13"/>
          <p:cNvSpPr txBox="1"/>
          <p:nvPr>
            <p:ph hasCustomPrompt="1" idx="9" type="title"/>
          </p:nvPr>
        </p:nvSpPr>
        <p:spPr>
          <a:xfrm>
            <a:off x="4168950" y="1261580"/>
            <a:ext cx="806100" cy="447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sz="25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8" name="Google Shape;158;p13"/>
          <p:cNvSpPr txBox="1"/>
          <p:nvPr>
            <p:ph hasCustomPrompt="1" idx="13" type="title"/>
          </p:nvPr>
        </p:nvSpPr>
        <p:spPr>
          <a:xfrm>
            <a:off x="4168950" y="2931669"/>
            <a:ext cx="806100" cy="447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sz="25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9" name="Google Shape;159;p13"/>
          <p:cNvSpPr txBox="1"/>
          <p:nvPr>
            <p:ph hasCustomPrompt="1" idx="14" type="title"/>
          </p:nvPr>
        </p:nvSpPr>
        <p:spPr>
          <a:xfrm>
            <a:off x="6753078" y="1261580"/>
            <a:ext cx="806100" cy="447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sz="25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0" name="Google Shape;160;p13"/>
          <p:cNvSpPr txBox="1"/>
          <p:nvPr>
            <p:ph hasCustomPrompt="1" idx="15" type="title"/>
          </p:nvPr>
        </p:nvSpPr>
        <p:spPr>
          <a:xfrm>
            <a:off x="6753078" y="2931669"/>
            <a:ext cx="806100" cy="447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sz="25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1" name="Google Shape;161;p13"/>
          <p:cNvSpPr txBox="1"/>
          <p:nvPr>
            <p:ph idx="16" type="subTitle"/>
          </p:nvPr>
        </p:nvSpPr>
        <p:spPr>
          <a:xfrm>
            <a:off x="796872" y="1904175"/>
            <a:ext cx="23886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latin typeface="Shadows Into Light Two"/>
                <a:ea typeface="Shadows Into Light Two"/>
                <a:cs typeface="Shadows Into Light Two"/>
                <a:sym typeface="Shadows Into Light Tw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2" name="Google Shape;162;p13"/>
          <p:cNvSpPr txBox="1"/>
          <p:nvPr>
            <p:ph idx="17" type="subTitle"/>
          </p:nvPr>
        </p:nvSpPr>
        <p:spPr>
          <a:xfrm>
            <a:off x="3379350" y="1904175"/>
            <a:ext cx="23853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latin typeface="Shadows Into Light Two"/>
                <a:ea typeface="Shadows Into Light Two"/>
                <a:cs typeface="Shadows Into Light Two"/>
                <a:sym typeface="Shadows Into Light Tw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3" name="Google Shape;163;p13"/>
          <p:cNvSpPr txBox="1"/>
          <p:nvPr>
            <p:ph idx="18" type="subTitle"/>
          </p:nvPr>
        </p:nvSpPr>
        <p:spPr>
          <a:xfrm>
            <a:off x="5965128" y="1904175"/>
            <a:ext cx="23820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latin typeface="Shadows Into Light Two"/>
                <a:ea typeface="Shadows Into Light Two"/>
                <a:cs typeface="Shadows Into Light Two"/>
                <a:sym typeface="Shadows Into Light Tw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4" name="Google Shape;164;p13"/>
          <p:cNvSpPr txBox="1"/>
          <p:nvPr>
            <p:ph idx="19" type="subTitle"/>
          </p:nvPr>
        </p:nvSpPr>
        <p:spPr>
          <a:xfrm>
            <a:off x="796872" y="3587426"/>
            <a:ext cx="23886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latin typeface="Shadows Into Light Two"/>
                <a:ea typeface="Shadows Into Light Two"/>
                <a:cs typeface="Shadows Into Light Two"/>
                <a:sym typeface="Shadows Into Light Tw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5" name="Google Shape;165;p13"/>
          <p:cNvSpPr txBox="1"/>
          <p:nvPr>
            <p:ph idx="20" type="subTitle"/>
          </p:nvPr>
        </p:nvSpPr>
        <p:spPr>
          <a:xfrm>
            <a:off x="3379350" y="3587426"/>
            <a:ext cx="23853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latin typeface="Shadows Into Light Two"/>
                <a:ea typeface="Shadows Into Light Two"/>
                <a:cs typeface="Shadows Into Light Two"/>
                <a:sym typeface="Shadows Into Light Tw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6" name="Google Shape;166;p13"/>
          <p:cNvSpPr txBox="1"/>
          <p:nvPr>
            <p:ph idx="21" type="subTitle"/>
          </p:nvPr>
        </p:nvSpPr>
        <p:spPr>
          <a:xfrm>
            <a:off x="5965128" y="3587426"/>
            <a:ext cx="23820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latin typeface="Shadows Into Light Two"/>
                <a:ea typeface="Shadows Into Light Two"/>
                <a:cs typeface="Shadows Into Light Two"/>
                <a:sym typeface="Shadows Into Light Tw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67" name="Shape 167"/>
        <p:cNvGrpSpPr/>
        <p:nvPr/>
      </p:nvGrpSpPr>
      <p:grpSpPr>
        <a:xfrm>
          <a:off x="0" y="0"/>
          <a:ext cx="0" cy="0"/>
          <a:chOff x="0" y="0"/>
          <a:chExt cx="0" cy="0"/>
        </a:xfrm>
      </p:grpSpPr>
      <p:grpSp>
        <p:nvGrpSpPr>
          <p:cNvPr id="168" name="Google Shape;168;p14"/>
          <p:cNvGrpSpPr/>
          <p:nvPr/>
        </p:nvGrpSpPr>
        <p:grpSpPr>
          <a:xfrm>
            <a:off x="-3" y="-184351"/>
            <a:ext cx="8098352" cy="5327841"/>
            <a:chOff x="-3" y="-184351"/>
            <a:chExt cx="8098352" cy="5327841"/>
          </a:xfrm>
        </p:grpSpPr>
        <p:sp>
          <p:nvSpPr>
            <p:cNvPr id="169" name="Google Shape;169;p14"/>
            <p:cNvSpPr/>
            <p:nvPr/>
          </p:nvSpPr>
          <p:spPr>
            <a:xfrm rot="-794431">
              <a:off x="298084" y="265900"/>
              <a:ext cx="4071612" cy="1205930"/>
            </a:xfrm>
            <a:custGeom>
              <a:rect b="b" l="l" r="r" t="t"/>
              <a:pathLst>
                <a:path extrusionOk="0" h="613790" w="2072354">
                  <a:moveTo>
                    <a:pt x="2068449" y="515398"/>
                  </a:moveTo>
                  <a:lnTo>
                    <a:pt x="2043589" y="489299"/>
                  </a:lnTo>
                  <a:lnTo>
                    <a:pt x="2072354" y="463201"/>
                  </a:lnTo>
                  <a:lnTo>
                    <a:pt x="2045970" y="437102"/>
                  </a:lnTo>
                  <a:lnTo>
                    <a:pt x="2036921" y="411004"/>
                  </a:lnTo>
                  <a:lnTo>
                    <a:pt x="2055685" y="384905"/>
                  </a:lnTo>
                  <a:lnTo>
                    <a:pt x="2036731" y="358807"/>
                  </a:lnTo>
                  <a:lnTo>
                    <a:pt x="2039017" y="332708"/>
                  </a:lnTo>
                  <a:lnTo>
                    <a:pt x="2048066" y="306610"/>
                  </a:lnTo>
                  <a:lnTo>
                    <a:pt x="2050161" y="280511"/>
                  </a:lnTo>
                  <a:lnTo>
                    <a:pt x="2063972" y="254413"/>
                  </a:lnTo>
                  <a:lnTo>
                    <a:pt x="2048351" y="228314"/>
                  </a:lnTo>
                  <a:lnTo>
                    <a:pt x="2041588" y="202216"/>
                  </a:lnTo>
                  <a:lnTo>
                    <a:pt x="2038921" y="176117"/>
                  </a:lnTo>
                  <a:lnTo>
                    <a:pt x="2056543" y="150019"/>
                  </a:lnTo>
                  <a:lnTo>
                    <a:pt x="2063401" y="123920"/>
                  </a:lnTo>
                  <a:lnTo>
                    <a:pt x="2065973" y="97822"/>
                  </a:lnTo>
                  <a:lnTo>
                    <a:pt x="2060924" y="71819"/>
                  </a:lnTo>
                  <a:lnTo>
                    <a:pt x="2051018" y="45720"/>
                  </a:lnTo>
                  <a:lnTo>
                    <a:pt x="2063686" y="9049"/>
                  </a:lnTo>
                  <a:lnTo>
                    <a:pt x="2026920" y="15526"/>
                  </a:lnTo>
                  <a:lnTo>
                    <a:pt x="2000631" y="11906"/>
                  </a:lnTo>
                  <a:lnTo>
                    <a:pt x="1974342" y="22669"/>
                  </a:lnTo>
                  <a:lnTo>
                    <a:pt x="1948053" y="37243"/>
                  </a:lnTo>
                  <a:lnTo>
                    <a:pt x="1921764" y="38005"/>
                  </a:lnTo>
                  <a:lnTo>
                    <a:pt x="1895570" y="24670"/>
                  </a:lnTo>
                  <a:lnTo>
                    <a:pt x="1869281" y="17050"/>
                  </a:lnTo>
                  <a:lnTo>
                    <a:pt x="1842992" y="26765"/>
                  </a:lnTo>
                  <a:lnTo>
                    <a:pt x="1816703" y="11049"/>
                  </a:lnTo>
                  <a:lnTo>
                    <a:pt x="1790414" y="8953"/>
                  </a:lnTo>
                  <a:lnTo>
                    <a:pt x="1764125" y="1238"/>
                  </a:lnTo>
                  <a:lnTo>
                    <a:pt x="1737932" y="5715"/>
                  </a:lnTo>
                  <a:lnTo>
                    <a:pt x="1711643" y="34861"/>
                  </a:lnTo>
                  <a:lnTo>
                    <a:pt x="1685449" y="35909"/>
                  </a:lnTo>
                  <a:lnTo>
                    <a:pt x="1659160" y="3238"/>
                  </a:lnTo>
                  <a:lnTo>
                    <a:pt x="1632966" y="13621"/>
                  </a:lnTo>
                  <a:lnTo>
                    <a:pt x="1606772" y="9811"/>
                  </a:lnTo>
                  <a:lnTo>
                    <a:pt x="1580578" y="33814"/>
                  </a:lnTo>
                  <a:lnTo>
                    <a:pt x="1554385" y="17145"/>
                  </a:lnTo>
                  <a:lnTo>
                    <a:pt x="1528191" y="5144"/>
                  </a:lnTo>
                  <a:lnTo>
                    <a:pt x="1501997" y="27813"/>
                  </a:lnTo>
                  <a:lnTo>
                    <a:pt x="1475803" y="35623"/>
                  </a:lnTo>
                  <a:lnTo>
                    <a:pt x="1449610" y="6286"/>
                  </a:lnTo>
                  <a:lnTo>
                    <a:pt x="1423416" y="7620"/>
                  </a:lnTo>
                  <a:lnTo>
                    <a:pt x="1397222" y="0"/>
                  </a:lnTo>
                  <a:lnTo>
                    <a:pt x="1371028" y="9430"/>
                  </a:lnTo>
                  <a:lnTo>
                    <a:pt x="1344835" y="3905"/>
                  </a:lnTo>
                  <a:lnTo>
                    <a:pt x="1318641" y="8192"/>
                  </a:lnTo>
                  <a:lnTo>
                    <a:pt x="1292447" y="11335"/>
                  </a:lnTo>
                  <a:lnTo>
                    <a:pt x="1266253" y="9811"/>
                  </a:lnTo>
                  <a:lnTo>
                    <a:pt x="1240060" y="30575"/>
                  </a:lnTo>
                  <a:lnTo>
                    <a:pt x="1213866" y="12002"/>
                  </a:lnTo>
                  <a:lnTo>
                    <a:pt x="1187672" y="7239"/>
                  </a:lnTo>
                  <a:lnTo>
                    <a:pt x="1161478" y="17145"/>
                  </a:lnTo>
                  <a:lnTo>
                    <a:pt x="1135285" y="18383"/>
                  </a:lnTo>
                  <a:lnTo>
                    <a:pt x="1109091" y="36195"/>
                  </a:lnTo>
                  <a:lnTo>
                    <a:pt x="1082897" y="13525"/>
                  </a:lnTo>
                  <a:lnTo>
                    <a:pt x="1056703" y="39052"/>
                  </a:lnTo>
                  <a:lnTo>
                    <a:pt x="1030510" y="35909"/>
                  </a:lnTo>
                  <a:lnTo>
                    <a:pt x="1004316" y="32575"/>
                  </a:lnTo>
                  <a:lnTo>
                    <a:pt x="978122" y="29623"/>
                  </a:lnTo>
                  <a:lnTo>
                    <a:pt x="951928" y="4477"/>
                  </a:lnTo>
                  <a:lnTo>
                    <a:pt x="925735" y="20955"/>
                  </a:lnTo>
                  <a:lnTo>
                    <a:pt x="899541" y="34576"/>
                  </a:lnTo>
                  <a:lnTo>
                    <a:pt x="873347" y="17907"/>
                  </a:lnTo>
                  <a:lnTo>
                    <a:pt x="847153" y="24289"/>
                  </a:lnTo>
                  <a:lnTo>
                    <a:pt x="820960" y="10954"/>
                  </a:lnTo>
                  <a:lnTo>
                    <a:pt x="794766" y="31432"/>
                  </a:lnTo>
                  <a:lnTo>
                    <a:pt x="768572" y="28099"/>
                  </a:lnTo>
                  <a:lnTo>
                    <a:pt x="742378" y="18859"/>
                  </a:lnTo>
                  <a:lnTo>
                    <a:pt x="716185" y="37909"/>
                  </a:lnTo>
                  <a:lnTo>
                    <a:pt x="689991" y="28194"/>
                  </a:lnTo>
                  <a:lnTo>
                    <a:pt x="663797" y="22765"/>
                  </a:lnTo>
                  <a:lnTo>
                    <a:pt x="637603" y="20002"/>
                  </a:lnTo>
                  <a:lnTo>
                    <a:pt x="611410" y="21050"/>
                  </a:lnTo>
                  <a:lnTo>
                    <a:pt x="585216" y="39338"/>
                  </a:lnTo>
                  <a:lnTo>
                    <a:pt x="559022" y="13525"/>
                  </a:lnTo>
                  <a:lnTo>
                    <a:pt x="532828" y="27432"/>
                  </a:lnTo>
                  <a:lnTo>
                    <a:pt x="506635" y="13049"/>
                  </a:lnTo>
                  <a:lnTo>
                    <a:pt x="480441" y="26956"/>
                  </a:lnTo>
                  <a:lnTo>
                    <a:pt x="454247" y="34195"/>
                  </a:lnTo>
                  <a:lnTo>
                    <a:pt x="428053" y="31147"/>
                  </a:lnTo>
                  <a:lnTo>
                    <a:pt x="401860" y="26575"/>
                  </a:lnTo>
                  <a:lnTo>
                    <a:pt x="375666" y="18574"/>
                  </a:lnTo>
                  <a:lnTo>
                    <a:pt x="349472" y="28003"/>
                  </a:lnTo>
                  <a:lnTo>
                    <a:pt x="323278" y="18955"/>
                  </a:lnTo>
                  <a:lnTo>
                    <a:pt x="297085" y="2000"/>
                  </a:lnTo>
                  <a:lnTo>
                    <a:pt x="270891" y="9239"/>
                  </a:lnTo>
                  <a:lnTo>
                    <a:pt x="244697" y="34385"/>
                  </a:lnTo>
                  <a:lnTo>
                    <a:pt x="218503" y="10287"/>
                  </a:lnTo>
                  <a:lnTo>
                    <a:pt x="192310" y="2667"/>
                  </a:lnTo>
                  <a:lnTo>
                    <a:pt x="166116" y="5620"/>
                  </a:lnTo>
                  <a:lnTo>
                    <a:pt x="139922" y="17240"/>
                  </a:lnTo>
                  <a:lnTo>
                    <a:pt x="113728" y="17050"/>
                  </a:lnTo>
                  <a:lnTo>
                    <a:pt x="87535" y="12192"/>
                  </a:lnTo>
                  <a:lnTo>
                    <a:pt x="61341" y="20002"/>
                  </a:lnTo>
                  <a:lnTo>
                    <a:pt x="6572" y="4477"/>
                  </a:lnTo>
                  <a:lnTo>
                    <a:pt x="476" y="6286"/>
                  </a:lnTo>
                  <a:lnTo>
                    <a:pt x="476" y="72580"/>
                  </a:lnTo>
                  <a:lnTo>
                    <a:pt x="39815" y="76295"/>
                  </a:lnTo>
                  <a:cubicBezTo>
                    <a:pt x="43434" y="64579"/>
                    <a:pt x="54292" y="56102"/>
                    <a:pt x="67151" y="56102"/>
                  </a:cubicBezTo>
                  <a:cubicBezTo>
                    <a:pt x="83058" y="56102"/>
                    <a:pt x="95917" y="68961"/>
                    <a:pt x="95917" y="84868"/>
                  </a:cubicBezTo>
                  <a:cubicBezTo>
                    <a:pt x="95917" y="100775"/>
                    <a:pt x="83058" y="113633"/>
                    <a:pt x="67151" y="113633"/>
                  </a:cubicBezTo>
                  <a:cubicBezTo>
                    <a:pt x="56864" y="113633"/>
                    <a:pt x="47911" y="108204"/>
                    <a:pt x="42767" y="100013"/>
                  </a:cubicBezTo>
                  <a:lnTo>
                    <a:pt x="18193" y="100584"/>
                  </a:lnTo>
                  <a:lnTo>
                    <a:pt x="381" y="104489"/>
                  </a:lnTo>
                  <a:lnTo>
                    <a:pt x="381" y="179737"/>
                  </a:lnTo>
                  <a:lnTo>
                    <a:pt x="39719" y="183452"/>
                  </a:lnTo>
                  <a:cubicBezTo>
                    <a:pt x="43339" y="171736"/>
                    <a:pt x="54197" y="163259"/>
                    <a:pt x="67056" y="163259"/>
                  </a:cubicBezTo>
                  <a:cubicBezTo>
                    <a:pt x="82963" y="163259"/>
                    <a:pt x="95821" y="176117"/>
                    <a:pt x="95821" y="192024"/>
                  </a:cubicBezTo>
                  <a:cubicBezTo>
                    <a:pt x="95821" y="207931"/>
                    <a:pt x="82963" y="220790"/>
                    <a:pt x="67056" y="220790"/>
                  </a:cubicBezTo>
                  <a:cubicBezTo>
                    <a:pt x="56769" y="220790"/>
                    <a:pt x="47816" y="215360"/>
                    <a:pt x="42672" y="207169"/>
                  </a:cubicBezTo>
                  <a:lnTo>
                    <a:pt x="18098" y="207740"/>
                  </a:lnTo>
                  <a:lnTo>
                    <a:pt x="286" y="211645"/>
                  </a:lnTo>
                  <a:lnTo>
                    <a:pt x="286" y="286893"/>
                  </a:lnTo>
                  <a:lnTo>
                    <a:pt x="39624" y="290608"/>
                  </a:lnTo>
                  <a:cubicBezTo>
                    <a:pt x="43243" y="278892"/>
                    <a:pt x="54102" y="270415"/>
                    <a:pt x="66961" y="270415"/>
                  </a:cubicBezTo>
                  <a:cubicBezTo>
                    <a:pt x="82867" y="270415"/>
                    <a:pt x="95726" y="283273"/>
                    <a:pt x="95726" y="299180"/>
                  </a:cubicBezTo>
                  <a:cubicBezTo>
                    <a:pt x="95726" y="315087"/>
                    <a:pt x="82867" y="327946"/>
                    <a:pt x="66961" y="327946"/>
                  </a:cubicBezTo>
                  <a:cubicBezTo>
                    <a:pt x="56674" y="327946"/>
                    <a:pt x="47720" y="322516"/>
                    <a:pt x="42577" y="314325"/>
                  </a:cubicBezTo>
                  <a:lnTo>
                    <a:pt x="18002" y="314897"/>
                  </a:lnTo>
                  <a:lnTo>
                    <a:pt x="190" y="318802"/>
                  </a:lnTo>
                  <a:lnTo>
                    <a:pt x="190" y="394049"/>
                  </a:lnTo>
                  <a:lnTo>
                    <a:pt x="39529" y="397764"/>
                  </a:lnTo>
                  <a:cubicBezTo>
                    <a:pt x="43148" y="386048"/>
                    <a:pt x="54007" y="377571"/>
                    <a:pt x="66866" y="377571"/>
                  </a:cubicBezTo>
                  <a:cubicBezTo>
                    <a:pt x="82772" y="377571"/>
                    <a:pt x="95631" y="390430"/>
                    <a:pt x="95631" y="406336"/>
                  </a:cubicBezTo>
                  <a:cubicBezTo>
                    <a:pt x="95631" y="422243"/>
                    <a:pt x="82772" y="435102"/>
                    <a:pt x="66866" y="435102"/>
                  </a:cubicBezTo>
                  <a:cubicBezTo>
                    <a:pt x="56578" y="435102"/>
                    <a:pt x="47625" y="429673"/>
                    <a:pt x="42482" y="421481"/>
                  </a:cubicBezTo>
                  <a:lnTo>
                    <a:pt x="17907" y="422053"/>
                  </a:lnTo>
                  <a:lnTo>
                    <a:pt x="95" y="425958"/>
                  </a:lnTo>
                  <a:lnTo>
                    <a:pt x="95" y="501206"/>
                  </a:lnTo>
                  <a:lnTo>
                    <a:pt x="39433" y="504920"/>
                  </a:lnTo>
                  <a:cubicBezTo>
                    <a:pt x="43053" y="493204"/>
                    <a:pt x="53911" y="484727"/>
                    <a:pt x="66770" y="484727"/>
                  </a:cubicBezTo>
                  <a:cubicBezTo>
                    <a:pt x="82677" y="484727"/>
                    <a:pt x="95536" y="497586"/>
                    <a:pt x="95536" y="513493"/>
                  </a:cubicBezTo>
                  <a:cubicBezTo>
                    <a:pt x="95536" y="529399"/>
                    <a:pt x="82677" y="542258"/>
                    <a:pt x="66770" y="542258"/>
                  </a:cubicBezTo>
                  <a:cubicBezTo>
                    <a:pt x="56483" y="542258"/>
                    <a:pt x="47530" y="536829"/>
                    <a:pt x="42386" y="528637"/>
                  </a:cubicBezTo>
                  <a:lnTo>
                    <a:pt x="17812" y="529209"/>
                  </a:lnTo>
                  <a:lnTo>
                    <a:pt x="0" y="533114"/>
                  </a:lnTo>
                  <a:lnTo>
                    <a:pt x="0" y="598837"/>
                  </a:lnTo>
                  <a:lnTo>
                    <a:pt x="6191" y="597408"/>
                  </a:lnTo>
                  <a:lnTo>
                    <a:pt x="61150" y="608362"/>
                  </a:lnTo>
                  <a:lnTo>
                    <a:pt x="87440" y="610172"/>
                  </a:lnTo>
                  <a:lnTo>
                    <a:pt x="113728" y="573786"/>
                  </a:lnTo>
                  <a:lnTo>
                    <a:pt x="140017" y="579501"/>
                  </a:lnTo>
                  <a:lnTo>
                    <a:pt x="166211" y="588645"/>
                  </a:lnTo>
                  <a:lnTo>
                    <a:pt x="192500" y="600837"/>
                  </a:lnTo>
                  <a:lnTo>
                    <a:pt x="218789" y="588740"/>
                  </a:lnTo>
                  <a:lnTo>
                    <a:pt x="245078" y="605504"/>
                  </a:lnTo>
                  <a:lnTo>
                    <a:pt x="271367" y="580739"/>
                  </a:lnTo>
                  <a:lnTo>
                    <a:pt x="297656" y="603409"/>
                  </a:lnTo>
                  <a:lnTo>
                    <a:pt x="323850" y="606457"/>
                  </a:lnTo>
                  <a:lnTo>
                    <a:pt x="350139" y="611124"/>
                  </a:lnTo>
                  <a:lnTo>
                    <a:pt x="376333" y="577882"/>
                  </a:lnTo>
                  <a:lnTo>
                    <a:pt x="402622" y="597694"/>
                  </a:lnTo>
                  <a:lnTo>
                    <a:pt x="428816" y="578834"/>
                  </a:lnTo>
                  <a:lnTo>
                    <a:pt x="455009" y="598646"/>
                  </a:lnTo>
                  <a:lnTo>
                    <a:pt x="481203" y="584549"/>
                  </a:lnTo>
                  <a:lnTo>
                    <a:pt x="507397" y="588740"/>
                  </a:lnTo>
                  <a:lnTo>
                    <a:pt x="533591" y="589598"/>
                  </a:lnTo>
                  <a:lnTo>
                    <a:pt x="559784" y="588074"/>
                  </a:lnTo>
                  <a:lnTo>
                    <a:pt x="585978" y="588074"/>
                  </a:lnTo>
                  <a:cubicBezTo>
                    <a:pt x="585978" y="588074"/>
                    <a:pt x="612172" y="603599"/>
                    <a:pt x="612172" y="603599"/>
                  </a:cubicBezTo>
                  <a:lnTo>
                    <a:pt x="638366" y="611886"/>
                  </a:lnTo>
                  <a:lnTo>
                    <a:pt x="664559" y="590169"/>
                  </a:lnTo>
                  <a:lnTo>
                    <a:pt x="690753" y="589026"/>
                  </a:lnTo>
                  <a:lnTo>
                    <a:pt x="716947" y="594360"/>
                  </a:lnTo>
                  <a:lnTo>
                    <a:pt x="743141" y="595217"/>
                  </a:lnTo>
                  <a:lnTo>
                    <a:pt x="769334" y="602361"/>
                  </a:lnTo>
                  <a:lnTo>
                    <a:pt x="795623" y="584168"/>
                  </a:lnTo>
                  <a:lnTo>
                    <a:pt x="821817" y="589693"/>
                  </a:lnTo>
                  <a:lnTo>
                    <a:pt x="848011" y="585311"/>
                  </a:lnTo>
                  <a:lnTo>
                    <a:pt x="874204" y="611791"/>
                  </a:lnTo>
                  <a:lnTo>
                    <a:pt x="900398" y="584645"/>
                  </a:lnTo>
                  <a:lnTo>
                    <a:pt x="926592" y="597122"/>
                  </a:lnTo>
                  <a:lnTo>
                    <a:pt x="952786" y="599408"/>
                  </a:lnTo>
                  <a:lnTo>
                    <a:pt x="978979" y="610933"/>
                  </a:lnTo>
                  <a:lnTo>
                    <a:pt x="1005173" y="606647"/>
                  </a:lnTo>
                  <a:lnTo>
                    <a:pt x="1031367" y="598837"/>
                  </a:lnTo>
                  <a:lnTo>
                    <a:pt x="1057561" y="613791"/>
                  </a:lnTo>
                  <a:lnTo>
                    <a:pt x="1083754" y="607124"/>
                  </a:lnTo>
                  <a:lnTo>
                    <a:pt x="1109948" y="591312"/>
                  </a:lnTo>
                  <a:lnTo>
                    <a:pt x="1136142" y="591312"/>
                  </a:lnTo>
                  <a:cubicBezTo>
                    <a:pt x="1136142" y="591312"/>
                    <a:pt x="1162336" y="589407"/>
                    <a:pt x="1162336" y="589407"/>
                  </a:cubicBezTo>
                  <a:lnTo>
                    <a:pt x="1188529" y="588740"/>
                  </a:lnTo>
                  <a:lnTo>
                    <a:pt x="1214723" y="600075"/>
                  </a:lnTo>
                  <a:lnTo>
                    <a:pt x="1240917" y="603599"/>
                  </a:lnTo>
                  <a:lnTo>
                    <a:pt x="1267111" y="607886"/>
                  </a:lnTo>
                  <a:lnTo>
                    <a:pt x="1293304" y="597884"/>
                  </a:lnTo>
                  <a:lnTo>
                    <a:pt x="1319498" y="591217"/>
                  </a:lnTo>
                  <a:lnTo>
                    <a:pt x="1345692" y="603028"/>
                  </a:lnTo>
                  <a:lnTo>
                    <a:pt x="1371886" y="593789"/>
                  </a:lnTo>
                  <a:lnTo>
                    <a:pt x="1398079" y="583025"/>
                  </a:lnTo>
                  <a:lnTo>
                    <a:pt x="1424273" y="611981"/>
                  </a:lnTo>
                  <a:lnTo>
                    <a:pt x="1450467" y="592836"/>
                  </a:lnTo>
                  <a:lnTo>
                    <a:pt x="1476661" y="593122"/>
                  </a:lnTo>
                  <a:lnTo>
                    <a:pt x="1502854" y="588359"/>
                  </a:lnTo>
                  <a:lnTo>
                    <a:pt x="1529048" y="588169"/>
                  </a:lnTo>
                  <a:lnTo>
                    <a:pt x="1555242" y="604647"/>
                  </a:lnTo>
                  <a:lnTo>
                    <a:pt x="1581436" y="595694"/>
                  </a:lnTo>
                  <a:lnTo>
                    <a:pt x="1607629" y="590550"/>
                  </a:lnTo>
                  <a:lnTo>
                    <a:pt x="1633823" y="590169"/>
                  </a:lnTo>
                  <a:lnTo>
                    <a:pt x="1660017" y="603028"/>
                  </a:lnTo>
                  <a:lnTo>
                    <a:pt x="1686211" y="584264"/>
                  </a:lnTo>
                  <a:lnTo>
                    <a:pt x="1712404" y="576644"/>
                  </a:lnTo>
                  <a:lnTo>
                    <a:pt x="1738598" y="590740"/>
                  </a:lnTo>
                  <a:lnTo>
                    <a:pt x="1764792" y="580549"/>
                  </a:lnTo>
                  <a:lnTo>
                    <a:pt x="1790986" y="573595"/>
                  </a:lnTo>
                  <a:lnTo>
                    <a:pt x="1817179" y="582549"/>
                  </a:lnTo>
                  <a:lnTo>
                    <a:pt x="1843373" y="593884"/>
                  </a:lnTo>
                  <a:lnTo>
                    <a:pt x="1869567" y="611981"/>
                  </a:lnTo>
                  <a:lnTo>
                    <a:pt x="1895761" y="588359"/>
                  </a:lnTo>
                  <a:lnTo>
                    <a:pt x="1921954" y="593217"/>
                  </a:lnTo>
                  <a:lnTo>
                    <a:pt x="1948148" y="601218"/>
                  </a:lnTo>
                  <a:lnTo>
                    <a:pt x="1974342" y="575882"/>
                  </a:lnTo>
                  <a:lnTo>
                    <a:pt x="2000536" y="587788"/>
                  </a:lnTo>
                  <a:lnTo>
                    <a:pt x="2026729" y="595217"/>
                  </a:lnTo>
                  <a:lnTo>
                    <a:pt x="2057210" y="598075"/>
                  </a:lnTo>
                  <a:lnTo>
                    <a:pt x="2041493" y="568547"/>
                  </a:lnTo>
                  <a:lnTo>
                    <a:pt x="2070926" y="541496"/>
                  </a:lnTo>
                  <a:lnTo>
                    <a:pt x="2068259" y="515398"/>
                  </a:lnTo>
                  <a:close/>
                </a:path>
              </a:pathLst>
            </a:custGeom>
            <a:solidFill>
              <a:schemeClr val="dk2"/>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grpSp>
          <p:nvGrpSpPr>
            <p:cNvPr id="170" name="Google Shape;170;p14"/>
            <p:cNvGrpSpPr/>
            <p:nvPr/>
          </p:nvGrpSpPr>
          <p:grpSpPr>
            <a:xfrm>
              <a:off x="1045668" y="685863"/>
              <a:ext cx="7052681" cy="3771737"/>
              <a:chOff x="1310171" y="758531"/>
              <a:chExt cx="6780772" cy="3626321"/>
            </a:xfrm>
          </p:grpSpPr>
          <p:sp>
            <p:nvSpPr>
              <p:cNvPr id="171" name="Google Shape;171;p14"/>
              <p:cNvSpPr/>
              <p:nvPr/>
            </p:nvSpPr>
            <p:spPr>
              <a:xfrm>
                <a:off x="1310171" y="758531"/>
                <a:ext cx="3600303" cy="1309111"/>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 name="Google Shape;172;p14"/>
              <p:cNvSpPr/>
              <p:nvPr/>
            </p:nvSpPr>
            <p:spPr>
              <a:xfrm>
                <a:off x="1310171" y="1917136"/>
                <a:ext cx="3600303" cy="1309111"/>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 name="Google Shape;173;p14"/>
              <p:cNvSpPr/>
              <p:nvPr/>
            </p:nvSpPr>
            <p:spPr>
              <a:xfrm>
                <a:off x="1310171" y="3075741"/>
                <a:ext cx="3600303" cy="1309111"/>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 name="Google Shape;174;p14"/>
              <p:cNvSpPr/>
              <p:nvPr/>
            </p:nvSpPr>
            <p:spPr>
              <a:xfrm>
                <a:off x="4490640" y="758531"/>
                <a:ext cx="3600303" cy="1309111"/>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 name="Google Shape;175;p14"/>
              <p:cNvSpPr/>
              <p:nvPr/>
            </p:nvSpPr>
            <p:spPr>
              <a:xfrm>
                <a:off x="4490640" y="1917136"/>
                <a:ext cx="3600303" cy="1309111"/>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 name="Google Shape;176;p14"/>
              <p:cNvSpPr/>
              <p:nvPr/>
            </p:nvSpPr>
            <p:spPr>
              <a:xfrm>
                <a:off x="4490640" y="3075741"/>
                <a:ext cx="3600303" cy="1309111"/>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 name="Google Shape;177;p14"/>
              <p:cNvSpPr/>
              <p:nvPr/>
            </p:nvSpPr>
            <p:spPr>
              <a:xfrm>
                <a:off x="1310171" y="758531"/>
                <a:ext cx="3600303" cy="1309111"/>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 name="Google Shape;178;p14"/>
              <p:cNvSpPr/>
              <p:nvPr/>
            </p:nvSpPr>
            <p:spPr>
              <a:xfrm>
                <a:off x="1310171" y="1917136"/>
                <a:ext cx="3600303" cy="1309111"/>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 name="Google Shape;179;p14"/>
              <p:cNvSpPr/>
              <p:nvPr/>
            </p:nvSpPr>
            <p:spPr>
              <a:xfrm>
                <a:off x="1310171" y="3075741"/>
                <a:ext cx="3600303" cy="1309111"/>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 name="Google Shape;180;p14"/>
              <p:cNvSpPr/>
              <p:nvPr/>
            </p:nvSpPr>
            <p:spPr>
              <a:xfrm>
                <a:off x="4490640" y="758531"/>
                <a:ext cx="3600303" cy="1309111"/>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 name="Google Shape;181;p14"/>
              <p:cNvSpPr/>
              <p:nvPr/>
            </p:nvSpPr>
            <p:spPr>
              <a:xfrm>
                <a:off x="4490640" y="1917136"/>
                <a:ext cx="3600303" cy="1309111"/>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 name="Google Shape;182;p14"/>
              <p:cNvSpPr/>
              <p:nvPr/>
            </p:nvSpPr>
            <p:spPr>
              <a:xfrm>
                <a:off x="4490640" y="3075741"/>
                <a:ext cx="3600303" cy="1309111"/>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3" name="Google Shape;183;p14"/>
            <p:cNvSpPr/>
            <p:nvPr/>
          </p:nvSpPr>
          <p:spPr>
            <a:xfrm>
              <a:off x="-3" y="4624126"/>
              <a:ext cx="3379889" cy="519364"/>
            </a:xfrm>
            <a:custGeom>
              <a:rect b="b" l="l" r="r" t="t"/>
              <a:pathLst>
                <a:path extrusionOk="0" h="308228" w="2005869">
                  <a:moveTo>
                    <a:pt x="1999679" y="286893"/>
                  </a:moveTo>
                  <a:lnTo>
                    <a:pt x="2005870" y="308229"/>
                  </a:lnTo>
                  <a:lnTo>
                    <a:pt x="0" y="308229"/>
                  </a:lnTo>
                  <a:lnTo>
                    <a:pt x="0" y="0"/>
                  </a:lnTo>
                  <a:lnTo>
                    <a:pt x="1402937" y="0"/>
                  </a:lnTo>
                  <a:cubicBezTo>
                    <a:pt x="1402747" y="2476"/>
                    <a:pt x="1402747" y="4763"/>
                    <a:pt x="1403223" y="6287"/>
                  </a:cubicBezTo>
                  <a:cubicBezTo>
                    <a:pt x="1406081" y="6477"/>
                    <a:pt x="1407890" y="7239"/>
                    <a:pt x="1410653" y="7906"/>
                  </a:cubicBezTo>
                  <a:cubicBezTo>
                    <a:pt x="1413986" y="8763"/>
                    <a:pt x="1418177" y="7239"/>
                    <a:pt x="1421130" y="8572"/>
                  </a:cubicBezTo>
                  <a:cubicBezTo>
                    <a:pt x="1421702" y="16097"/>
                    <a:pt x="1425893" y="16192"/>
                    <a:pt x="1432655" y="18955"/>
                  </a:cubicBezTo>
                  <a:cubicBezTo>
                    <a:pt x="1437894" y="21146"/>
                    <a:pt x="1434846" y="30766"/>
                    <a:pt x="1440847" y="30289"/>
                  </a:cubicBezTo>
                  <a:cubicBezTo>
                    <a:pt x="1448372" y="29813"/>
                    <a:pt x="1450372" y="25527"/>
                    <a:pt x="1453325" y="34290"/>
                  </a:cubicBezTo>
                  <a:cubicBezTo>
                    <a:pt x="1454468" y="37624"/>
                    <a:pt x="1454753" y="40386"/>
                    <a:pt x="1456373" y="43434"/>
                  </a:cubicBezTo>
                  <a:cubicBezTo>
                    <a:pt x="1457897" y="46291"/>
                    <a:pt x="1459897" y="49339"/>
                    <a:pt x="1461707" y="52006"/>
                  </a:cubicBezTo>
                  <a:cubicBezTo>
                    <a:pt x="1465040" y="57055"/>
                    <a:pt x="1466279" y="54578"/>
                    <a:pt x="1471327" y="55912"/>
                  </a:cubicBezTo>
                  <a:cubicBezTo>
                    <a:pt x="1473327" y="56388"/>
                    <a:pt x="1474851" y="58483"/>
                    <a:pt x="1476661" y="59626"/>
                  </a:cubicBezTo>
                  <a:cubicBezTo>
                    <a:pt x="1480280" y="62008"/>
                    <a:pt x="1484471" y="63151"/>
                    <a:pt x="1488472" y="65246"/>
                  </a:cubicBezTo>
                  <a:cubicBezTo>
                    <a:pt x="1490472" y="66294"/>
                    <a:pt x="1492663" y="66580"/>
                    <a:pt x="1493520" y="68675"/>
                  </a:cubicBezTo>
                  <a:cubicBezTo>
                    <a:pt x="1494377" y="70961"/>
                    <a:pt x="1496949" y="71056"/>
                    <a:pt x="1496949" y="73533"/>
                  </a:cubicBezTo>
                  <a:cubicBezTo>
                    <a:pt x="1496949" y="80391"/>
                    <a:pt x="1500283" y="82772"/>
                    <a:pt x="1501997" y="89249"/>
                  </a:cubicBezTo>
                  <a:cubicBezTo>
                    <a:pt x="1502855" y="92107"/>
                    <a:pt x="1501712" y="95059"/>
                    <a:pt x="1502378" y="97822"/>
                  </a:cubicBezTo>
                  <a:cubicBezTo>
                    <a:pt x="1502759" y="99727"/>
                    <a:pt x="1503807" y="100298"/>
                    <a:pt x="1504379" y="102013"/>
                  </a:cubicBezTo>
                  <a:cubicBezTo>
                    <a:pt x="1505426" y="105346"/>
                    <a:pt x="1503045" y="109633"/>
                    <a:pt x="1504569" y="113062"/>
                  </a:cubicBezTo>
                  <a:cubicBezTo>
                    <a:pt x="1504950" y="113919"/>
                    <a:pt x="1507808" y="115729"/>
                    <a:pt x="1508474" y="117062"/>
                  </a:cubicBezTo>
                  <a:cubicBezTo>
                    <a:pt x="1509713" y="119539"/>
                    <a:pt x="1509713" y="121729"/>
                    <a:pt x="1510189" y="124301"/>
                  </a:cubicBezTo>
                  <a:cubicBezTo>
                    <a:pt x="1511332" y="126206"/>
                    <a:pt x="1511808" y="128206"/>
                    <a:pt x="1511618" y="130397"/>
                  </a:cubicBezTo>
                  <a:cubicBezTo>
                    <a:pt x="1511332" y="132302"/>
                    <a:pt x="1511427" y="134112"/>
                    <a:pt x="1511808" y="136017"/>
                  </a:cubicBezTo>
                  <a:cubicBezTo>
                    <a:pt x="1513713" y="140875"/>
                    <a:pt x="1520095" y="146495"/>
                    <a:pt x="1524762" y="146495"/>
                  </a:cubicBezTo>
                  <a:cubicBezTo>
                    <a:pt x="1530763" y="146495"/>
                    <a:pt x="1536954" y="145923"/>
                    <a:pt x="1542955" y="146495"/>
                  </a:cubicBezTo>
                  <a:cubicBezTo>
                    <a:pt x="1547146" y="146780"/>
                    <a:pt x="1549622" y="149352"/>
                    <a:pt x="1554290" y="148399"/>
                  </a:cubicBezTo>
                  <a:cubicBezTo>
                    <a:pt x="1561529" y="147066"/>
                    <a:pt x="1570768" y="150781"/>
                    <a:pt x="1577435" y="147447"/>
                  </a:cubicBezTo>
                  <a:cubicBezTo>
                    <a:pt x="1580864" y="145732"/>
                    <a:pt x="1582865" y="145828"/>
                    <a:pt x="1584960" y="142970"/>
                  </a:cubicBezTo>
                  <a:cubicBezTo>
                    <a:pt x="1588580" y="137922"/>
                    <a:pt x="1589246" y="130207"/>
                    <a:pt x="1594104" y="125825"/>
                  </a:cubicBezTo>
                  <a:cubicBezTo>
                    <a:pt x="1599914" y="128968"/>
                    <a:pt x="1619822" y="130969"/>
                    <a:pt x="1624870" y="125825"/>
                  </a:cubicBezTo>
                  <a:cubicBezTo>
                    <a:pt x="1625156" y="124396"/>
                    <a:pt x="1625822" y="123158"/>
                    <a:pt x="1626775" y="122015"/>
                  </a:cubicBezTo>
                  <a:cubicBezTo>
                    <a:pt x="1627918" y="120777"/>
                    <a:pt x="1629251" y="119729"/>
                    <a:pt x="1630680" y="118777"/>
                  </a:cubicBezTo>
                  <a:cubicBezTo>
                    <a:pt x="1632204" y="117253"/>
                    <a:pt x="1633157" y="116681"/>
                    <a:pt x="1634300" y="114395"/>
                  </a:cubicBezTo>
                  <a:cubicBezTo>
                    <a:pt x="1636490" y="110109"/>
                    <a:pt x="1635633" y="107442"/>
                    <a:pt x="1639729" y="105442"/>
                  </a:cubicBezTo>
                  <a:cubicBezTo>
                    <a:pt x="1642491" y="104013"/>
                    <a:pt x="1646301" y="102679"/>
                    <a:pt x="1649159" y="101441"/>
                  </a:cubicBezTo>
                  <a:cubicBezTo>
                    <a:pt x="1653445" y="99536"/>
                    <a:pt x="1655445" y="91726"/>
                    <a:pt x="1658874" y="88582"/>
                  </a:cubicBezTo>
                  <a:cubicBezTo>
                    <a:pt x="1660493" y="87058"/>
                    <a:pt x="1663351" y="89059"/>
                    <a:pt x="1664399" y="86868"/>
                  </a:cubicBezTo>
                  <a:cubicBezTo>
                    <a:pt x="1665256" y="84963"/>
                    <a:pt x="1667447" y="74676"/>
                    <a:pt x="1669542" y="73723"/>
                  </a:cubicBezTo>
                  <a:cubicBezTo>
                    <a:pt x="1672304" y="72485"/>
                    <a:pt x="1673924" y="74581"/>
                    <a:pt x="1676686" y="75629"/>
                  </a:cubicBezTo>
                  <a:cubicBezTo>
                    <a:pt x="1679734" y="76676"/>
                    <a:pt x="1682591" y="76962"/>
                    <a:pt x="1685735" y="76962"/>
                  </a:cubicBezTo>
                  <a:cubicBezTo>
                    <a:pt x="1689926" y="76962"/>
                    <a:pt x="1681829" y="66008"/>
                    <a:pt x="1685735" y="64579"/>
                  </a:cubicBezTo>
                  <a:cubicBezTo>
                    <a:pt x="1690211" y="62960"/>
                    <a:pt x="1693736" y="64389"/>
                    <a:pt x="1698117" y="64770"/>
                  </a:cubicBezTo>
                  <a:cubicBezTo>
                    <a:pt x="1701070" y="65056"/>
                    <a:pt x="1703261" y="64770"/>
                    <a:pt x="1706499" y="63437"/>
                  </a:cubicBezTo>
                  <a:cubicBezTo>
                    <a:pt x="1711166" y="61246"/>
                    <a:pt x="1712976" y="60198"/>
                    <a:pt x="1718215" y="60103"/>
                  </a:cubicBezTo>
                  <a:cubicBezTo>
                    <a:pt x="1723073" y="59912"/>
                    <a:pt x="1735455" y="57817"/>
                    <a:pt x="1739646" y="61436"/>
                  </a:cubicBezTo>
                  <a:cubicBezTo>
                    <a:pt x="1742123" y="63722"/>
                    <a:pt x="1740408" y="63341"/>
                    <a:pt x="1741456" y="65722"/>
                  </a:cubicBezTo>
                  <a:cubicBezTo>
                    <a:pt x="1742980" y="69151"/>
                    <a:pt x="1740503" y="68866"/>
                    <a:pt x="1745171" y="69437"/>
                  </a:cubicBezTo>
                  <a:cubicBezTo>
                    <a:pt x="1746599" y="69628"/>
                    <a:pt x="1749076" y="68580"/>
                    <a:pt x="1750314" y="69628"/>
                  </a:cubicBezTo>
                  <a:cubicBezTo>
                    <a:pt x="1752505" y="71247"/>
                    <a:pt x="1752695" y="78867"/>
                    <a:pt x="1755077" y="80391"/>
                  </a:cubicBezTo>
                  <a:cubicBezTo>
                    <a:pt x="1756886" y="81439"/>
                    <a:pt x="1760315" y="80677"/>
                    <a:pt x="1762220" y="80581"/>
                  </a:cubicBezTo>
                  <a:cubicBezTo>
                    <a:pt x="1767554" y="80581"/>
                    <a:pt x="1772888" y="80581"/>
                    <a:pt x="1778127" y="80581"/>
                  </a:cubicBezTo>
                  <a:cubicBezTo>
                    <a:pt x="1781556" y="80581"/>
                    <a:pt x="1784795" y="80296"/>
                    <a:pt x="1788033" y="80963"/>
                  </a:cubicBezTo>
                  <a:cubicBezTo>
                    <a:pt x="1788319" y="81820"/>
                    <a:pt x="1788890" y="82391"/>
                    <a:pt x="1789938" y="82582"/>
                  </a:cubicBezTo>
                  <a:cubicBezTo>
                    <a:pt x="1791748" y="82391"/>
                    <a:pt x="1793558" y="82391"/>
                    <a:pt x="1795367" y="82391"/>
                  </a:cubicBezTo>
                  <a:cubicBezTo>
                    <a:pt x="1797177" y="82963"/>
                    <a:pt x="1797558" y="84010"/>
                    <a:pt x="1799177" y="84391"/>
                  </a:cubicBezTo>
                  <a:cubicBezTo>
                    <a:pt x="1802130" y="85154"/>
                    <a:pt x="1805273" y="83439"/>
                    <a:pt x="1808226" y="84582"/>
                  </a:cubicBezTo>
                  <a:cubicBezTo>
                    <a:pt x="1808417" y="85439"/>
                    <a:pt x="1808893" y="86201"/>
                    <a:pt x="1809560" y="86868"/>
                  </a:cubicBezTo>
                  <a:cubicBezTo>
                    <a:pt x="1810131" y="87916"/>
                    <a:pt x="1811084" y="88297"/>
                    <a:pt x="1812417" y="88011"/>
                  </a:cubicBezTo>
                  <a:cubicBezTo>
                    <a:pt x="1816799" y="89725"/>
                    <a:pt x="1820228" y="87535"/>
                    <a:pt x="1824228" y="90297"/>
                  </a:cubicBezTo>
                  <a:cubicBezTo>
                    <a:pt x="1826705" y="92012"/>
                    <a:pt x="1827562" y="94202"/>
                    <a:pt x="1830610" y="95536"/>
                  </a:cubicBezTo>
                  <a:cubicBezTo>
                    <a:pt x="1836325" y="98203"/>
                    <a:pt x="1842135" y="96107"/>
                    <a:pt x="1847945" y="97536"/>
                  </a:cubicBezTo>
                  <a:cubicBezTo>
                    <a:pt x="1847945" y="98584"/>
                    <a:pt x="1848136" y="99536"/>
                    <a:pt x="1848326" y="100584"/>
                  </a:cubicBezTo>
                  <a:cubicBezTo>
                    <a:pt x="1849946" y="100774"/>
                    <a:pt x="1851565" y="100965"/>
                    <a:pt x="1853279" y="101155"/>
                  </a:cubicBezTo>
                  <a:cubicBezTo>
                    <a:pt x="1852994" y="108871"/>
                    <a:pt x="1862709" y="114490"/>
                    <a:pt x="1868805" y="114586"/>
                  </a:cubicBezTo>
                  <a:cubicBezTo>
                    <a:pt x="1875282" y="114776"/>
                    <a:pt x="1871377" y="115919"/>
                    <a:pt x="1873663" y="120205"/>
                  </a:cubicBezTo>
                  <a:cubicBezTo>
                    <a:pt x="1876235" y="125063"/>
                    <a:pt x="1880616" y="125635"/>
                    <a:pt x="1884617" y="126778"/>
                  </a:cubicBezTo>
                  <a:cubicBezTo>
                    <a:pt x="1884998" y="128968"/>
                    <a:pt x="1886712" y="133159"/>
                    <a:pt x="1888331" y="134588"/>
                  </a:cubicBezTo>
                  <a:cubicBezTo>
                    <a:pt x="1891379" y="137255"/>
                    <a:pt x="1895285" y="140017"/>
                    <a:pt x="1898999" y="141637"/>
                  </a:cubicBezTo>
                  <a:cubicBezTo>
                    <a:pt x="1897666" y="162877"/>
                    <a:pt x="1914144" y="169545"/>
                    <a:pt x="1915192" y="159163"/>
                  </a:cubicBezTo>
                  <a:cubicBezTo>
                    <a:pt x="1919573" y="160687"/>
                    <a:pt x="1921764" y="157448"/>
                    <a:pt x="1925384" y="161163"/>
                  </a:cubicBezTo>
                  <a:cubicBezTo>
                    <a:pt x="1927574" y="163449"/>
                    <a:pt x="1927574" y="172021"/>
                    <a:pt x="1927670" y="173546"/>
                  </a:cubicBezTo>
                  <a:cubicBezTo>
                    <a:pt x="1928241" y="180022"/>
                    <a:pt x="1926336" y="180213"/>
                    <a:pt x="1929003" y="186214"/>
                  </a:cubicBezTo>
                  <a:cubicBezTo>
                    <a:pt x="1931480" y="185547"/>
                    <a:pt x="1933194" y="187833"/>
                    <a:pt x="1935099" y="189071"/>
                  </a:cubicBezTo>
                  <a:cubicBezTo>
                    <a:pt x="1938433" y="191452"/>
                    <a:pt x="1946624" y="193834"/>
                    <a:pt x="1949291" y="197263"/>
                  </a:cubicBezTo>
                  <a:cubicBezTo>
                    <a:pt x="1951958" y="200692"/>
                    <a:pt x="1950720" y="207931"/>
                    <a:pt x="1950720" y="212122"/>
                  </a:cubicBezTo>
                  <a:cubicBezTo>
                    <a:pt x="1950720" y="219361"/>
                    <a:pt x="1949863" y="227171"/>
                    <a:pt x="1951101" y="234315"/>
                  </a:cubicBezTo>
                  <a:cubicBezTo>
                    <a:pt x="1952244" y="240982"/>
                    <a:pt x="1961198" y="237268"/>
                    <a:pt x="1962341" y="243745"/>
                  </a:cubicBezTo>
                  <a:cubicBezTo>
                    <a:pt x="1962912" y="247174"/>
                    <a:pt x="1962341" y="246793"/>
                    <a:pt x="1965008" y="249364"/>
                  </a:cubicBezTo>
                  <a:cubicBezTo>
                    <a:pt x="1969389" y="253460"/>
                    <a:pt x="1979771" y="254794"/>
                    <a:pt x="1981010" y="261747"/>
                  </a:cubicBezTo>
                  <a:cubicBezTo>
                    <a:pt x="1982343" y="268700"/>
                    <a:pt x="1976723" y="278987"/>
                    <a:pt x="1984343" y="282892"/>
                  </a:cubicBezTo>
                  <a:cubicBezTo>
                    <a:pt x="1986820" y="284131"/>
                    <a:pt x="1988344" y="284131"/>
                    <a:pt x="1991106" y="284702"/>
                  </a:cubicBezTo>
                  <a:cubicBezTo>
                    <a:pt x="1993773" y="285179"/>
                    <a:pt x="1996916" y="286226"/>
                    <a:pt x="1999393" y="286988"/>
                  </a:cubicBezTo>
                  <a:close/>
                </a:path>
              </a:pathLst>
            </a:custGeom>
            <a:solidFill>
              <a:schemeClr val="accen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grpSp>
      <p:sp>
        <p:nvSpPr>
          <p:cNvPr id="184" name="Google Shape;184;p14"/>
          <p:cNvSpPr txBox="1"/>
          <p:nvPr>
            <p:ph type="title"/>
          </p:nvPr>
        </p:nvSpPr>
        <p:spPr>
          <a:xfrm>
            <a:off x="2775087" y="3144513"/>
            <a:ext cx="4838400" cy="531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85" name="Google Shape;185;p14"/>
          <p:cNvSpPr txBox="1"/>
          <p:nvPr>
            <p:ph idx="1" type="subTitle"/>
          </p:nvPr>
        </p:nvSpPr>
        <p:spPr>
          <a:xfrm>
            <a:off x="1530450" y="1467087"/>
            <a:ext cx="6083100" cy="15669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3000"/>
              <a:buNone/>
              <a:defRPr sz="2700"/>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0">
    <p:spTree>
      <p:nvGrpSpPr>
        <p:cNvPr id="186" name="Shape 186"/>
        <p:cNvGrpSpPr/>
        <p:nvPr/>
      </p:nvGrpSpPr>
      <p:grpSpPr>
        <a:xfrm>
          <a:off x="0" y="0"/>
          <a:ext cx="0" cy="0"/>
          <a:chOff x="0" y="0"/>
          <a:chExt cx="0" cy="0"/>
        </a:xfrm>
      </p:grpSpPr>
      <p:grpSp>
        <p:nvGrpSpPr>
          <p:cNvPr id="187" name="Google Shape;187;p15"/>
          <p:cNvGrpSpPr/>
          <p:nvPr/>
        </p:nvGrpSpPr>
        <p:grpSpPr>
          <a:xfrm>
            <a:off x="-1867799" y="758531"/>
            <a:ext cx="9701669" cy="7163809"/>
            <a:chOff x="-1867799" y="758531"/>
            <a:chExt cx="9701669" cy="7163809"/>
          </a:xfrm>
        </p:grpSpPr>
        <p:sp>
          <p:nvSpPr>
            <p:cNvPr id="188" name="Google Shape;188;p15"/>
            <p:cNvSpPr/>
            <p:nvPr/>
          </p:nvSpPr>
          <p:spPr>
            <a:xfrm flipH="1" rot="-8562062">
              <a:off x="-1400696" y="3270950"/>
              <a:ext cx="5391943" cy="3361433"/>
            </a:xfrm>
            <a:custGeom>
              <a:rect b="b" l="l" r="r" t="t"/>
              <a:pathLst>
                <a:path extrusionOk="0" h="1027461" w="1648110">
                  <a:moveTo>
                    <a:pt x="1648111" y="0"/>
                  </a:moveTo>
                  <a:lnTo>
                    <a:pt x="1648111" y="1027462"/>
                  </a:lnTo>
                  <a:cubicBezTo>
                    <a:pt x="1646206" y="1026986"/>
                    <a:pt x="1644396" y="1026890"/>
                    <a:pt x="1642396" y="1026890"/>
                  </a:cubicBezTo>
                  <a:cubicBezTo>
                    <a:pt x="1631537" y="1027271"/>
                    <a:pt x="1621727" y="1023461"/>
                    <a:pt x="1612678" y="1018984"/>
                  </a:cubicBezTo>
                  <a:cubicBezTo>
                    <a:pt x="1598581" y="1011936"/>
                    <a:pt x="1585722" y="983075"/>
                    <a:pt x="1571435" y="976408"/>
                  </a:cubicBezTo>
                  <a:cubicBezTo>
                    <a:pt x="1560767" y="971359"/>
                    <a:pt x="1550003" y="967264"/>
                    <a:pt x="1537240" y="966216"/>
                  </a:cubicBezTo>
                  <a:cubicBezTo>
                    <a:pt x="1527905" y="965549"/>
                    <a:pt x="1516856" y="957834"/>
                    <a:pt x="1508284" y="950690"/>
                  </a:cubicBezTo>
                  <a:cubicBezTo>
                    <a:pt x="1501616" y="945071"/>
                    <a:pt x="1494663" y="942404"/>
                    <a:pt x="1486662" y="941737"/>
                  </a:cubicBezTo>
                  <a:cubicBezTo>
                    <a:pt x="1480376" y="941165"/>
                    <a:pt x="1474184" y="941642"/>
                    <a:pt x="1468374" y="937546"/>
                  </a:cubicBezTo>
                  <a:cubicBezTo>
                    <a:pt x="1465326" y="935450"/>
                    <a:pt x="1460659" y="954881"/>
                    <a:pt x="1456658" y="956691"/>
                  </a:cubicBezTo>
                  <a:cubicBezTo>
                    <a:pt x="1445705" y="961263"/>
                    <a:pt x="1434560" y="964883"/>
                    <a:pt x="1422464" y="961549"/>
                  </a:cubicBezTo>
                  <a:cubicBezTo>
                    <a:pt x="1419701" y="960692"/>
                    <a:pt x="1416749" y="961454"/>
                    <a:pt x="1414367" y="962787"/>
                  </a:cubicBezTo>
                  <a:cubicBezTo>
                    <a:pt x="1404080" y="968883"/>
                    <a:pt x="1391698" y="993838"/>
                    <a:pt x="1381125" y="992410"/>
                  </a:cubicBezTo>
                  <a:cubicBezTo>
                    <a:pt x="1363980" y="990029"/>
                    <a:pt x="1348169" y="996696"/>
                    <a:pt x="1331214" y="995458"/>
                  </a:cubicBezTo>
                  <a:cubicBezTo>
                    <a:pt x="1315022" y="994220"/>
                    <a:pt x="1298448" y="987838"/>
                    <a:pt x="1282351" y="991362"/>
                  </a:cubicBezTo>
                  <a:cubicBezTo>
                    <a:pt x="1267015" y="994791"/>
                    <a:pt x="1253490" y="1003745"/>
                    <a:pt x="1239774" y="1000601"/>
                  </a:cubicBezTo>
                  <a:cubicBezTo>
                    <a:pt x="1230249" y="998506"/>
                    <a:pt x="1221200" y="1002316"/>
                    <a:pt x="1211390" y="999649"/>
                  </a:cubicBezTo>
                  <a:cubicBezTo>
                    <a:pt x="1204151" y="997744"/>
                    <a:pt x="1195483" y="1001173"/>
                    <a:pt x="1187958" y="1004983"/>
                  </a:cubicBezTo>
                  <a:cubicBezTo>
                    <a:pt x="1181195" y="1008221"/>
                    <a:pt x="1173385" y="1007936"/>
                    <a:pt x="1165860" y="1004125"/>
                  </a:cubicBezTo>
                  <a:cubicBezTo>
                    <a:pt x="1160145" y="1001458"/>
                    <a:pt x="1153763" y="993077"/>
                    <a:pt x="1147191" y="992219"/>
                  </a:cubicBezTo>
                  <a:cubicBezTo>
                    <a:pt x="1141095" y="991362"/>
                    <a:pt x="1133189" y="993743"/>
                    <a:pt x="1128903" y="988409"/>
                  </a:cubicBezTo>
                  <a:cubicBezTo>
                    <a:pt x="1118521" y="975836"/>
                    <a:pt x="1099471" y="984123"/>
                    <a:pt x="1089470" y="971359"/>
                  </a:cubicBezTo>
                  <a:cubicBezTo>
                    <a:pt x="1088517" y="970312"/>
                    <a:pt x="1085279" y="971264"/>
                    <a:pt x="1083088" y="971169"/>
                  </a:cubicBezTo>
                  <a:cubicBezTo>
                    <a:pt x="1080611" y="971074"/>
                    <a:pt x="1078040" y="971264"/>
                    <a:pt x="1075849" y="970502"/>
                  </a:cubicBezTo>
                  <a:cubicBezTo>
                    <a:pt x="1064609" y="966692"/>
                    <a:pt x="1053941" y="968788"/>
                    <a:pt x="1045845" y="976217"/>
                  </a:cubicBezTo>
                  <a:cubicBezTo>
                    <a:pt x="1032986" y="988219"/>
                    <a:pt x="1021366" y="985933"/>
                    <a:pt x="1007364" y="978313"/>
                  </a:cubicBezTo>
                  <a:cubicBezTo>
                    <a:pt x="995648" y="972026"/>
                    <a:pt x="982599" y="956786"/>
                    <a:pt x="968693" y="958882"/>
                  </a:cubicBezTo>
                  <a:cubicBezTo>
                    <a:pt x="946214" y="962120"/>
                    <a:pt x="923735" y="952024"/>
                    <a:pt x="901732" y="957739"/>
                  </a:cubicBezTo>
                  <a:cubicBezTo>
                    <a:pt x="893445" y="959929"/>
                    <a:pt x="884206" y="961168"/>
                    <a:pt x="876205" y="963454"/>
                  </a:cubicBezTo>
                  <a:cubicBezTo>
                    <a:pt x="860679" y="967931"/>
                    <a:pt x="847725" y="960787"/>
                    <a:pt x="833914" y="958215"/>
                  </a:cubicBezTo>
                  <a:cubicBezTo>
                    <a:pt x="826198" y="956786"/>
                    <a:pt x="819531" y="964883"/>
                    <a:pt x="810577" y="966597"/>
                  </a:cubicBezTo>
                  <a:cubicBezTo>
                    <a:pt x="805815" y="967454"/>
                    <a:pt x="800672" y="970121"/>
                    <a:pt x="795242" y="968121"/>
                  </a:cubicBezTo>
                  <a:cubicBezTo>
                    <a:pt x="789337" y="965740"/>
                    <a:pt x="783812" y="966502"/>
                    <a:pt x="777716" y="968978"/>
                  </a:cubicBezTo>
                  <a:cubicBezTo>
                    <a:pt x="769906" y="972121"/>
                    <a:pt x="761238" y="973646"/>
                    <a:pt x="752856" y="972788"/>
                  </a:cubicBezTo>
                  <a:cubicBezTo>
                    <a:pt x="745046" y="972121"/>
                    <a:pt x="737521" y="974884"/>
                    <a:pt x="732092" y="977932"/>
                  </a:cubicBezTo>
                  <a:cubicBezTo>
                    <a:pt x="722186" y="983647"/>
                    <a:pt x="713423" y="984599"/>
                    <a:pt x="703993" y="979361"/>
                  </a:cubicBezTo>
                  <a:cubicBezTo>
                    <a:pt x="687991" y="970598"/>
                    <a:pt x="673418" y="976694"/>
                    <a:pt x="659892" y="988504"/>
                  </a:cubicBezTo>
                  <a:cubicBezTo>
                    <a:pt x="657987" y="990124"/>
                    <a:pt x="656463" y="991457"/>
                    <a:pt x="653510" y="990600"/>
                  </a:cubicBezTo>
                  <a:cubicBezTo>
                    <a:pt x="641509" y="987076"/>
                    <a:pt x="629507" y="983456"/>
                    <a:pt x="616744" y="983456"/>
                  </a:cubicBezTo>
                  <a:cubicBezTo>
                    <a:pt x="598742" y="983552"/>
                    <a:pt x="580168" y="973455"/>
                    <a:pt x="562547" y="985552"/>
                  </a:cubicBezTo>
                  <a:cubicBezTo>
                    <a:pt x="561975" y="986028"/>
                    <a:pt x="560832" y="986028"/>
                    <a:pt x="559880" y="985933"/>
                  </a:cubicBezTo>
                  <a:cubicBezTo>
                    <a:pt x="541211" y="985552"/>
                    <a:pt x="522637" y="984790"/>
                    <a:pt x="503872" y="986981"/>
                  </a:cubicBezTo>
                  <a:cubicBezTo>
                    <a:pt x="487204" y="989076"/>
                    <a:pt x="470916" y="997649"/>
                    <a:pt x="456343" y="990886"/>
                  </a:cubicBezTo>
                  <a:cubicBezTo>
                    <a:pt x="439674" y="983075"/>
                    <a:pt x="425101" y="982504"/>
                    <a:pt x="409670" y="991076"/>
                  </a:cubicBezTo>
                  <a:cubicBezTo>
                    <a:pt x="405098" y="993553"/>
                    <a:pt x="401384" y="992600"/>
                    <a:pt x="397669" y="990124"/>
                  </a:cubicBezTo>
                  <a:cubicBezTo>
                    <a:pt x="391287" y="985933"/>
                    <a:pt x="384143" y="984504"/>
                    <a:pt x="376523" y="984409"/>
                  </a:cubicBezTo>
                  <a:cubicBezTo>
                    <a:pt x="363569" y="984218"/>
                    <a:pt x="348710" y="986409"/>
                    <a:pt x="336042" y="984409"/>
                  </a:cubicBezTo>
                  <a:cubicBezTo>
                    <a:pt x="318326" y="981266"/>
                    <a:pt x="307372" y="951833"/>
                    <a:pt x="288608" y="956024"/>
                  </a:cubicBezTo>
                  <a:cubicBezTo>
                    <a:pt x="287179" y="956215"/>
                    <a:pt x="285655" y="955072"/>
                    <a:pt x="284131" y="954881"/>
                  </a:cubicBezTo>
                  <a:cubicBezTo>
                    <a:pt x="264319" y="950881"/>
                    <a:pt x="244697" y="942499"/>
                    <a:pt x="224123" y="951929"/>
                  </a:cubicBezTo>
                  <a:cubicBezTo>
                    <a:pt x="220694" y="953453"/>
                    <a:pt x="216884" y="952119"/>
                    <a:pt x="213455" y="950309"/>
                  </a:cubicBezTo>
                  <a:cubicBezTo>
                    <a:pt x="188786" y="936974"/>
                    <a:pt x="159639" y="956500"/>
                    <a:pt x="134874" y="964692"/>
                  </a:cubicBezTo>
                  <a:cubicBezTo>
                    <a:pt x="126968" y="967264"/>
                    <a:pt x="117729" y="968312"/>
                    <a:pt x="111633" y="963740"/>
                  </a:cubicBezTo>
                  <a:cubicBezTo>
                    <a:pt x="99727" y="954881"/>
                    <a:pt x="87249" y="949262"/>
                    <a:pt x="72485" y="948404"/>
                  </a:cubicBezTo>
                  <a:cubicBezTo>
                    <a:pt x="71628" y="948404"/>
                    <a:pt x="70771" y="947833"/>
                    <a:pt x="70009" y="947261"/>
                  </a:cubicBezTo>
                  <a:cubicBezTo>
                    <a:pt x="65723" y="943832"/>
                    <a:pt x="61151" y="944213"/>
                    <a:pt x="56102" y="945833"/>
                  </a:cubicBezTo>
                  <a:cubicBezTo>
                    <a:pt x="44672" y="949547"/>
                    <a:pt x="33338" y="950309"/>
                    <a:pt x="23051" y="941832"/>
                  </a:cubicBezTo>
                  <a:cubicBezTo>
                    <a:pt x="21907" y="940784"/>
                    <a:pt x="19526" y="940594"/>
                    <a:pt x="17812" y="940784"/>
                  </a:cubicBezTo>
                  <a:cubicBezTo>
                    <a:pt x="13145" y="941356"/>
                    <a:pt x="10477" y="938594"/>
                    <a:pt x="7906" y="935260"/>
                  </a:cubicBezTo>
                  <a:cubicBezTo>
                    <a:pt x="5620" y="932117"/>
                    <a:pt x="2857" y="946499"/>
                    <a:pt x="0" y="944213"/>
                  </a:cubicBezTo>
                  <a:lnTo>
                    <a:pt x="0" y="0"/>
                  </a:lnTo>
                  <a:lnTo>
                    <a:pt x="1648111"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9" name="Google Shape;189;p15"/>
            <p:cNvGrpSpPr/>
            <p:nvPr/>
          </p:nvGrpSpPr>
          <p:grpSpPr>
            <a:xfrm>
              <a:off x="1310208" y="758531"/>
              <a:ext cx="6523662" cy="3626490"/>
              <a:chOff x="1310208" y="758531"/>
              <a:chExt cx="6523662" cy="3626490"/>
            </a:xfrm>
          </p:grpSpPr>
          <p:grpSp>
            <p:nvGrpSpPr>
              <p:cNvPr id="190" name="Google Shape;190;p15"/>
              <p:cNvGrpSpPr/>
              <p:nvPr/>
            </p:nvGrpSpPr>
            <p:grpSpPr>
              <a:xfrm>
                <a:off x="1310208" y="758531"/>
                <a:ext cx="6523662" cy="3626490"/>
                <a:chOff x="978488" y="574123"/>
                <a:chExt cx="7187024" cy="3995252"/>
              </a:xfrm>
            </p:grpSpPr>
            <p:sp>
              <p:nvSpPr>
                <p:cNvPr id="191" name="Google Shape;191;p15"/>
                <p:cNvSpPr/>
                <p:nvPr/>
              </p:nvSpPr>
              <p:spPr>
                <a:xfrm>
                  <a:off x="978488" y="574123"/>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 name="Google Shape;192;p15"/>
                <p:cNvSpPr/>
                <p:nvPr/>
              </p:nvSpPr>
              <p:spPr>
                <a:xfrm>
                  <a:off x="978488" y="1850542"/>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 name="Google Shape;193;p15"/>
                <p:cNvSpPr/>
                <p:nvPr/>
              </p:nvSpPr>
              <p:spPr>
                <a:xfrm>
                  <a:off x="978488" y="3126960"/>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 name="Google Shape;194;p15"/>
                <p:cNvSpPr/>
                <p:nvPr/>
              </p:nvSpPr>
              <p:spPr>
                <a:xfrm>
                  <a:off x="4198599" y="574123"/>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 name="Google Shape;195;p15"/>
                <p:cNvSpPr/>
                <p:nvPr/>
              </p:nvSpPr>
              <p:spPr>
                <a:xfrm>
                  <a:off x="4198599" y="1850542"/>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 name="Google Shape;196;p15"/>
                <p:cNvSpPr/>
                <p:nvPr/>
              </p:nvSpPr>
              <p:spPr>
                <a:xfrm>
                  <a:off x="4198599" y="3126960"/>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7" name="Google Shape;197;p15"/>
              <p:cNvGrpSpPr/>
              <p:nvPr/>
            </p:nvGrpSpPr>
            <p:grpSpPr>
              <a:xfrm>
                <a:off x="1310208" y="758531"/>
                <a:ext cx="6523662" cy="3626490"/>
                <a:chOff x="978488" y="574123"/>
                <a:chExt cx="7187024" cy="3995252"/>
              </a:xfrm>
            </p:grpSpPr>
            <p:sp>
              <p:nvSpPr>
                <p:cNvPr id="198" name="Google Shape;198;p15"/>
                <p:cNvSpPr/>
                <p:nvPr/>
              </p:nvSpPr>
              <p:spPr>
                <a:xfrm>
                  <a:off x="978488" y="574123"/>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 name="Google Shape;199;p15"/>
                <p:cNvSpPr/>
                <p:nvPr/>
              </p:nvSpPr>
              <p:spPr>
                <a:xfrm>
                  <a:off x="978488" y="1850542"/>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 name="Google Shape;200;p15"/>
                <p:cNvSpPr/>
                <p:nvPr/>
              </p:nvSpPr>
              <p:spPr>
                <a:xfrm>
                  <a:off x="978488" y="3126960"/>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 name="Google Shape;201;p15"/>
                <p:cNvSpPr/>
                <p:nvPr/>
              </p:nvSpPr>
              <p:spPr>
                <a:xfrm>
                  <a:off x="4198599" y="574123"/>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 name="Google Shape;202;p15"/>
                <p:cNvSpPr/>
                <p:nvPr/>
              </p:nvSpPr>
              <p:spPr>
                <a:xfrm>
                  <a:off x="4198599" y="1850542"/>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15"/>
                <p:cNvSpPr/>
                <p:nvPr/>
              </p:nvSpPr>
              <p:spPr>
                <a:xfrm>
                  <a:off x="4198599" y="3126960"/>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
        <p:nvSpPr>
          <p:cNvPr id="204" name="Google Shape;204;p15"/>
          <p:cNvSpPr txBox="1"/>
          <p:nvPr>
            <p:ph type="title"/>
          </p:nvPr>
        </p:nvSpPr>
        <p:spPr>
          <a:xfrm>
            <a:off x="2640900" y="2450001"/>
            <a:ext cx="38622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05" name="Google Shape;205;p15"/>
          <p:cNvSpPr txBox="1"/>
          <p:nvPr>
            <p:ph hasCustomPrompt="1" idx="2" type="title"/>
          </p:nvPr>
        </p:nvSpPr>
        <p:spPr>
          <a:xfrm>
            <a:off x="4147200" y="1543109"/>
            <a:ext cx="849600" cy="8418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06" name="Google Shape;206;p15"/>
          <p:cNvSpPr txBox="1"/>
          <p:nvPr>
            <p:ph idx="1" type="subTitle"/>
          </p:nvPr>
        </p:nvSpPr>
        <p:spPr>
          <a:xfrm>
            <a:off x="2640900" y="3291801"/>
            <a:ext cx="3862200" cy="37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1">
    <p:spTree>
      <p:nvGrpSpPr>
        <p:cNvPr id="207" name="Shape 207"/>
        <p:cNvGrpSpPr/>
        <p:nvPr/>
      </p:nvGrpSpPr>
      <p:grpSpPr>
        <a:xfrm>
          <a:off x="0" y="0"/>
          <a:ext cx="0" cy="0"/>
          <a:chOff x="0" y="0"/>
          <a:chExt cx="0" cy="0"/>
        </a:xfrm>
      </p:grpSpPr>
      <p:sp>
        <p:nvSpPr>
          <p:cNvPr id="208" name="Google Shape;208;p16"/>
          <p:cNvSpPr/>
          <p:nvPr/>
        </p:nvSpPr>
        <p:spPr>
          <a:xfrm>
            <a:off x="295800" y="295800"/>
            <a:ext cx="8553691" cy="4749438"/>
          </a:xfrm>
          <a:custGeom>
            <a:rect b="b" l="l" r="r" t="t"/>
            <a:pathLst>
              <a:path extrusionOk="0" h="1027461" w="1648110">
                <a:moveTo>
                  <a:pt x="1648111" y="0"/>
                </a:moveTo>
                <a:lnTo>
                  <a:pt x="1648111" y="1027462"/>
                </a:lnTo>
                <a:cubicBezTo>
                  <a:pt x="1646206" y="1026986"/>
                  <a:pt x="1644396" y="1026890"/>
                  <a:pt x="1642396" y="1026890"/>
                </a:cubicBezTo>
                <a:cubicBezTo>
                  <a:pt x="1631537" y="1027271"/>
                  <a:pt x="1621727" y="1023461"/>
                  <a:pt x="1612678" y="1018984"/>
                </a:cubicBezTo>
                <a:cubicBezTo>
                  <a:pt x="1598581" y="1011936"/>
                  <a:pt x="1585722" y="983075"/>
                  <a:pt x="1571435" y="976408"/>
                </a:cubicBezTo>
                <a:cubicBezTo>
                  <a:pt x="1560767" y="971359"/>
                  <a:pt x="1550003" y="967264"/>
                  <a:pt x="1537240" y="966216"/>
                </a:cubicBezTo>
                <a:cubicBezTo>
                  <a:pt x="1527905" y="965549"/>
                  <a:pt x="1516856" y="957834"/>
                  <a:pt x="1508284" y="950690"/>
                </a:cubicBezTo>
                <a:cubicBezTo>
                  <a:pt x="1501616" y="945071"/>
                  <a:pt x="1494663" y="942404"/>
                  <a:pt x="1486662" y="941737"/>
                </a:cubicBezTo>
                <a:cubicBezTo>
                  <a:pt x="1480376" y="941165"/>
                  <a:pt x="1474184" y="941642"/>
                  <a:pt x="1468374" y="937546"/>
                </a:cubicBezTo>
                <a:cubicBezTo>
                  <a:pt x="1465326" y="935450"/>
                  <a:pt x="1460659" y="954881"/>
                  <a:pt x="1456658" y="956691"/>
                </a:cubicBezTo>
                <a:cubicBezTo>
                  <a:pt x="1445705" y="961263"/>
                  <a:pt x="1434560" y="964883"/>
                  <a:pt x="1422464" y="961549"/>
                </a:cubicBezTo>
                <a:cubicBezTo>
                  <a:pt x="1419701" y="960692"/>
                  <a:pt x="1416749" y="961454"/>
                  <a:pt x="1414367" y="962787"/>
                </a:cubicBezTo>
                <a:cubicBezTo>
                  <a:pt x="1404080" y="968883"/>
                  <a:pt x="1391698" y="993838"/>
                  <a:pt x="1381125" y="992410"/>
                </a:cubicBezTo>
                <a:cubicBezTo>
                  <a:pt x="1363980" y="990029"/>
                  <a:pt x="1348169" y="996696"/>
                  <a:pt x="1331214" y="995458"/>
                </a:cubicBezTo>
                <a:cubicBezTo>
                  <a:pt x="1315022" y="994220"/>
                  <a:pt x="1298448" y="987838"/>
                  <a:pt x="1282351" y="991362"/>
                </a:cubicBezTo>
                <a:cubicBezTo>
                  <a:pt x="1267015" y="994791"/>
                  <a:pt x="1253490" y="1003745"/>
                  <a:pt x="1239774" y="1000601"/>
                </a:cubicBezTo>
                <a:cubicBezTo>
                  <a:pt x="1230249" y="998506"/>
                  <a:pt x="1221200" y="1002316"/>
                  <a:pt x="1211390" y="999649"/>
                </a:cubicBezTo>
                <a:cubicBezTo>
                  <a:pt x="1204151" y="997744"/>
                  <a:pt x="1195483" y="1001173"/>
                  <a:pt x="1187958" y="1004983"/>
                </a:cubicBezTo>
                <a:cubicBezTo>
                  <a:pt x="1181195" y="1008221"/>
                  <a:pt x="1173385" y="1007936"/>
                  <a:pt x="1165860" y="1004125"/>
                </a:cubicBezTo>
                <a:cubicBezTo>
                  <a:pt x="1160145" y="1001458"/>
                  <a:pt x="1153763" y="993077"/>
                  <a:pt x="1147191" y="992219"/>
                </a:cubicBezTo>
                <a:cubicBezTo>
                  <a:pt x="1141095" y="991362"/>
                  <a:pt x="1133189" y="993743"/>
                  <a:pt x="1128903" y="988409"/>
                </a:cubicBezTo>
                <a:cubicBezTo>
                  <a:pt x="1118521" y="975836"/>
                  <a:pt x="1099471" y="984123"/>
                  <a:pt x="1089470" y="971359"/>
                </a:cubicBezTo>
                <a:cubicBezTo>
                  <a:pt x="1088517" y="970312"/>
                  <a:pt x="1085279" y="971264"/>
                  <a:pt x="1083088" y="971169"/>
                </a:cubicBezTo>
                <a:cubicBezTo>
                  <a:pt x="1080611" y="971074"/>
                  <a:pt x="1078040" y="971264"/>
                  <a:pt x="1075849" y="970502"/>
                </a:cubicBezTo>
                <a:cubicBezTo>
                  <a:pt x="1064609" y="966692"/>
                  <a:pt x="1053941" y="968788"/>
                  <a:pt x="1045845" y="976217"/>
                </a:cubicBezTo>
                <a:cubicBezTo>
                  <a:pt x="1032986" y="988219"/>
                  <a:pt x="1021366" y="985933"/>
                  <a:pt x="1007364" y="978313"/>
                </a:cubicBezTo>
                <a:cubicBezTo>
                  <a:pt x="995648" y="972026"/>
                  <a:pt x="982599" y="956786"/>
                  <a:pt x="968693" y="958882"/>
                </a:cubicBezTo>
                <a:cubicBezTo>
                  <a:pt x="946214" y="962120"/>
                  <a:pt x="923735" y="952024"/>
                  <a:pt x="901732" y="957739"/>
                </a:cubicBezTo>
                <a:cubicBezTo>
                  <a:pt x="893445" y="959929"/>
                  <a:pt x="884206" y="961168"/>
                  <a:pt x="876205" y="963454"/>
                </a:cubicBezTo>
                <a:cubicBezTo>
                  <a:pt x="860679" y="967931"/>
                  <a:pt x="847725" y="960787"/>
                  <a:pt x="833914" y="958215"/>
                </a:cubicBezTo>
                <a:cubicBezTo>
                  <a:pt x="826198" y="956786"/>
                  <a:pt x="819531" y="964883"/>
                  <a:pt x="810577" y="966597"/>
                </a:cubicBezTo>
                <a:cubicBezTo>
                  <a:pt x="805815" y="967454"/>
                  <a:pt x="800672" y="970121"/>
                  <a:pt x="795242" y="968121"/>
                </a:cubicBezTo>
                <a:cubicBezTo>
                  <a:pt x="789337" y="965740"/>
                  <a:pt x="783812" y="966502"/>
                  <a:pt x="777716" y="968978"/>
                </a:cubicBezTo>
                <a:cubicBezTo>
                  <a:pt x="769906" y="972121"/>
                  <a:pt x="761238" y="973646"/>
                  <a:pt x="752856" y="972788"/>
                </a:cubicBezTo>
                <a:cubicBezTo>
                  <a:pt x="745046" y="972121"/>
                  <a:pt x="737521" y="974884"/>
                  <a:pt x="732092" y="977932"/>
                </a:cubicBezTo>
                <a:cubicBezTo>
                  <a:pt x="722186" y="983647"/>
                  <a:pt x="713423" y="984599"/>
                  <a:pt x="703993" y="979361"/>
                </a:cubicBezTo>
                <a:cubicBezTo>
                  <a:pt x="687991" y="970598"/>
                  <a:pt x="673418" y="976694"/>
                  <a:pt x="659892" y="988504"/>
                </a:cubicBezTo>
                <a:cubicBezTo>
                  <a:pt x="657987" y="990124"/>
                  <a:pt x="656463" y="991457"/>
                  <a:pt x="653510" y="990600"/>
                </a:cubicBezTo>
                <a:cubicBezTo>
                  <a:pt x="641509" y="987076"/>
                  <a:pt x="629507" y="983456"/>
                  <a:pt x="616744" y="983456"/>
                </a:cubicBezTo>
                <a:cubicBezTo>
                  <a:pt x="598742" y="983552"/>
                  <a:pt x="580168" y="973455"/>
                  <a:pt x="562547" y="985552"/>
                </a:cubicBezTo>
                <a:cubicBezTo>
                  <a:pt x="561975" y="986028"/>
                  <a:pt x="560832" y="986028"/>
                  <a:pt x="559880" y="985933"/>
                </a:cubicBezTo>
                <a:cubicBezTo>
                  <a:pt x="541211" y="985552"/>
                  <a:pt x="522637" y="984790"/>
                  <a:pt x="503872" y="986981"/>
                </a:cubicBezTo>
                <a:cubicBezTo>
                  <a:pt x="487204" y="989076"/>
                  <a:pt x="470916" y="997649"/>
                  <a:pt x="456343" y="990886"/>
                </a:cubicBezTo>
                <a:cubicBezTo>
                  <a:pt x="439674" y="983075"/>
                  <a:pt x="425101" y="982504"/>
                  <a:pt x="409670" y="991076"/>
                </a:cubicBezTo>
                <a:cubicBezTo>
                  <a:pt x="405098" y="993553"/>
                  <a:pt x="401384" y="992600"/>
                  <a:pt x="397669" y="990124"/>
                </a:cubicBezTo>
                <a:cubicBezTo>
                  <a:pt x="391287" y="985933"/>
                  <a:pt x="384143" y="984504"/>
                  <a:pt x="376523" y="984409"/>
                </a:cubicBezTo>
                <a:cubicBezTo>
                  <a:pt x="363569" y="984218"/>
                  <a:pt x="348710" y="986409"/>
                  <a:pt x="336042" y="984409"/>
                </a:cubicBezTo>
                <a:cubicBezTo>
                  <a:pt x="318326" y="981266"/>
                  <a:pt x="307372" y="951833"/>
                  <a:pt x="288608" y="956024"/>
                </a:cubicBezTo>
                <a:cubicBezTo>
                  <a:pt x="287179" y="956215"/>
                  <a:pt x="285655" y="955072"/>
                  <a:pt x="284131" y="954881"/>
                </a:cubicBezTo>
                <a:cubicBezTo>
                  <a:pt x="264319" y="950881"/>
                  <a:pt x="244697" y="942499"/>
                  <a:pt x="224123" y="951929"/>
                </a:cubicBezTo>
                <a:cubicBezTo>
                  <a:pt x="220694" y="953453"/>
                  <a:pt x="216884" y="952119"/>
                  <a:pt x="213455" y="950309"/>
                </a:cubicBezTo>
                <a:cubicBezTo>
                  <a:pt x="188786" y="936974"/>
                  <a:pt x="159639" y="956500"/>
                  <a:pt x="134874" y="964692"/>
                </a:cubicBezTo>
                <a:cubicBezTo>
                  <a:pt x="126968" y="967264"/>
                  <a:pt x="117729" y="968312"/>
                  <a:pt x="111633" y="963740"/>
                </a:cubicBezTo>
                <a:cubicBezTo>
                  <a:pt x="99727" y="954881"/>
                  <a:pt x="87249" y="949262"/>
                  <a:pt x="72485" y="948404"/>
                </a:cubicBezTo>
                <a:cubicBezTo>
                  <a:pt x="71628" y="948404"/>
                  <a:pt x="70771" y="947833"/>
                  <a:pt x="70009" y="947261"/>
                </a:cubicBezTo>
                <a:cubicBezTo>
                  <a:pt x="65723" y="943832"/>
                  <a:pt x="61151" y="944213"/>
                  <a:pt x="56102" y="945833"/>
                </a:cubicBezTo>
                <a:cubicBezTo>
                  <a:pt x="44672" y="949547"/>
                  <a:pt x="33338" y="950309"/>
                  <a:pt x="23051" y="941832"/>
                </a:cubicBezTo>
                <a:cubicBezTo>
                  <a:pt x="21907" y="940784"/>
                  <a:pt x="19526" y="940594"/>
                  <a:pt x="17812" y="940784"/>
                </a:cubicBezTo>
                <a:cubicBezTo>
                  <a:pt x="13145" y="941356"/>
                  <a:pt x="10477" y="938594"/>
                  <a:pt x="7906" y="935260"/>
                </a:cubicBezTo>
                <a:cubicBezTo>
                  <a:pt x="5620" y="932117"/>
                  <a:pt x="2857" y="946499"/>
                  <a:pt x="0" y="944213"/>
                </a:cubicBezTo>
                <a:lnTo>
                  <a:pt x="0" y="0"/>
                </a:lnTo>
                <a:lnTo>
                  <a:pt x="1648111"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 name="Google Shape;209;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1_1">
    <p:spTree>
      <p:nvGrpSpPr>
        <p:cNvPr id="210" name="Shape 210"/>
        <p:cNvGrpSpPr/>
        <p:nvPr/>
      </p:nvGrpSpPr>
      <p:grpSpPr>
        <a:xfrm>
          <a:off x="0" y="0"/>
          <a:ext cx="0" cy="0"/>
          <a:chOff x="0" y="0"/>
          <a:chExt cx="0" cy="0"/>
        </a:xfrm>
      </p:grpSpPr>
      <p:grpSp>
        <p:nvGrpSpPr>
          <p:cNvPr id="211" name="Google Shape;211;p17"/>
          <p:cNvGrpSpPr/>
          <p:nvPr/>
        </p:nvGrpSpPr>
        <p:grpSpPr>
          <a:xfrm>
            <a:off x="295800" y="295800"/>
            <a:ext cx="8578967" cy="4556925"/>
            <a:chOff x="295800" y="295800"/>
            <a:chExt cx="8578967" cy="4556925"/>
          </a:xfrm>
        </p:grpSpPr>
        <p:grpSp>
          <p:nvGrpSpPr>
            <p:cNvPr id="212" name="Google Shape;212;p17"/>
            <p:cNvGrpSpPr/>
            <p:nvPr/>
          </p:nvGrpSpPr>
          <p:grpSpPr>
            <a:xfrm>
              <a:off x="295800" y="295800"/>
              <a:ext cx="8578967" cy="4556925"/>
              <a:chOff x="295800" y="295800"/>
              <a:chExt cx="8578967" cy="4556925"/>
            </a:xfrm>
          </p:grpSpPr>
          <p:sp>
            <p:nvSpPr>
              <p:cNvPr id="213" name="Google Shape;213;p17"/>
              <p:cNvSpPr/>
              <p:nvPr/>
            </p:nvSpPr>
            <p:spPr>
              <a:xfrm>
                <a:off x="295800" y="295800"/>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 name="Google Shape;214;p17"/>
              <p:cNvSpPr/>
              <p:nvPr/>
            </p:nvSpPr>
            <p:spPr>
              <a:xfrm>
                <a:off x="295800" y="1646161"/>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a:latin typeface="Anaheim"/>
                  <a:ea typeface="Anaheim"/>
                  <a:cs typeface="Anaheim"/>
                  <a:sym typeface="Anaheim"/>
                </a:endParaRPr>
              </a:p>
            </p:txBody>
          </p:sp>
          <p:sp>
            <p:nvSpPr>
              <p:cNvPr id="215" name="Google Shape;215;p17"/>
              <p:cNvSpPr/>
              <p:nvPr/>
            </p:nvSpPr>
            <p:spPr>
              <a:xfrm rot="-5400000">
                <a:off x="3678874" y="-343168"/>
                <a:ext cx="4554744" cy="5837042"/>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 name="Google Shape;216;p17"/>
              <p:cNvSpPr/>
              <p:nvPr/>
            </p:nvSpPr>
            <p:spPr>
              <a:xfrm>
                <a:off x="295800" y="2996523"/>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a:latin typeface="Anaheim"/>
                  <a:ea typeface="Anaheim"/>
                  <a:cs typeface="Anaheim"/>
                  <a:sym typeface="Anaheim"/>
                </a:endParaRPr>
              </a:p>
            </p:txBody>
          </p:sp>
          <p:sp>
            <p:nvSpPr>
              <p:cNvPr id="217" name="Google Shape;217;p17"/>
              <p:cNvSpPr/>
              <p:nvPr/>
            </p:nvSpPr>
            <p:spPr>
              <a:xfrm flipH="1" rot="-5400000">
                <a:off x="3678874" y="-343168"/>
                <a:ext cx="4554744" cy="5837042"/>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8" name="Google Shape;218;p17"/>
            <p:cNvSpPr/>
            <p:nvPr/>
          </p:nvSpPr>
          <p:spPr>
            <a:xfrm>
              <a:off x="295800" y="4821175"/>
              <a:ext cx="8447700" cy="27900"/>
            </a:xfrm>
            <a:prstGeom prst="rect">
              <a:avLst/>
            </a:prstGeom>
            <a:solidFill>
              <a:schemeClr val="lt1"/>
            </a:solidFill>
            <a:ln>
              <a:noFill/>
            </a:ln>
            <a:effectLst>
              <a:outerShdw rotWithShape="0" algn="bl" dir="5400000" dist="28575">
                <a:srgbClr val="260D03">
                  <a:alpha val="12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ctor"/>
                <a:ea typeface="Actor"/>
                <a:cs typeface="Actor"/>
                <a:sym typeface="Actor"/>
              </a:endParaRPr>
            </a:p>
          </p:txBody>
        </p:sp>
      </p:grpSp>
      <p:sp>
        <p:nvSpPr>
          <p:cNvPr id="219" name="Google Shape;219;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20" name="Shape 220"/>
        <p:cNvGrpSpPr/>
        <p:nvPr/>
      </p:nvGrpSpPr>
      <p:grpSpPr>
        <a:xfrm>
          <a:off x="0" y="0"/>
          <a:ext cx="0" cy="0"/>
          <a:chOff x="0" y="0"/>
          <a:chExt cx="0" cy="0"/>
        </a:xfrm>
      </p:grpSpPr>
      <p:grpSp>
        <p:nvGrpSpPr>
          <p:cNvPr id="221" name="Google Shape;221;p18"/>
          <p:cNvGrpSpPr/>
          <p:nvPr/>
        </p:nvGrpSpPr>
        <p:grpSpPr>
          <a:xfrm>
            <a:off x="-3" y="295800"/>
            <a:ext cx="8846258" cy="4847690"/>
            <a:chOff x="-3" y="295800"/>
            <a:chExt cx="8846258" cy="4847690"/>
          </a:xfrm>
        </p:grpSpPr>
        <p:sp>
          <p:nvSpPr>
            <p:cNvPr id="222" name="Google Shape;222;p18"/>
            <p:cNvSpPr/>
            <p:nvPr/>
          </p:nvSpPr>
          <p:spPr>
            <a:xfrm flipH="1">
              <a:off x="295800" y="295800"/>
              <a:ext cx="8550455" cy="4550510"/>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 name="Google Shape;223;p18"/>
            <p:cNvSpPr/>
            <p:nvPr/>
          </p:nvSpPr>
          <p:spPr>
            <a:xfrm>
              <a:off x="-3" y="4624126"/>
              <a:ext cx="3379889" cy="519364"/>
            </a:xfrm>
            <a:custGeom>
              <a:rect b="b" l="l" r="r" t="t"/>
              <a:pathLst>
                <a:path extrusionOk="0" h="308228" w="2005869">
                  <a:moveTo>
                    <a:pt x="1999679" y="286893"/>
                  </a:moveTo>
                  <a:lnTo>
                    <a:pt x="2005870" y="308229"/>
                  </a:lnTo>
                  <a:lnTo>
                    <a:pt x="0" y="308229"/>
                  </a:lnTo>
                  <a:lnTo>
                    <a:pt x="0" y="0"/>
                  </a:lnTo>
                  <a:lnTo>
                    <a:pt x="1402937" y="0"/>
                  </a:lnTo>
                  <a:cubicBezTo>
                    <a:pt x="1402747" y="2476"/>
                    <a:pt x="1402747" y="4763"/>
                    <a:pt x="1403223" y="6287"/>
                  </a:cubicBezTo>
                  <a:cubicBezTo>
                    <a:pt x="1406081" y="6477"/>
                    <a:pt x="1407890" y="7239"/>
                    <a:pt x="1410653" y="7906"/>
                  </a:cubicBezTo>
                  <a:cubicBezTo>
                    <a:pt x="1413986" y="8763"/>
                    <a:pt x="1418177" y="7239"/>
                    <a:pt x="1421130" y="8572"/>
                  </a:cubicBezTo>
                  <a:cubicBezTo>
                    <a:pt x="1421702" y="16097"/>
                    <a:pt x="1425893" y="16192"/>
                    <a:pt x="1432655" y="18955"/>
                  </a:cubicBezTo>
                  <a:cubicBezTo>
                    <a:pt x="1437894" y="21146"/>
                    <a:pt x="1434846" y="30766"/>
                    <a:pt x="1440847" y="30289"/>
                  </a:cubicBezTo>
                  <a:cubicBezTo>
                    <a:pt x="1448372" y="29813"/>
                    <a:pt x="1450372" y="25527"/>
                    <a:pt x="1453325" y="34290"/>
                  </a:cubicBezTo>
                  <a:cubicBezTo>
                    <a:pt x="1454468" y="37624"/>
                    <a:pt x="1454753" y="40386"/>
                    <a:pt x="1456373" y="43434"/>
                  </a:cubicBezTo>
                  <a:cubicBezTo>
                    <a:pt x="1457897" y="46291"/>
                    <a:pt x="1459897" y="49339"/>
                    <a:pt x="1461707" y="52006"/>
                  </a:cubicBezTo>
                  <a:cubicBezTo>
                    <a:pt x="1465040" y="57055"/>
                    <a:pt x="1466279" y="54578"/>
                    <a:pt x="1471327" y="55912"/>
                  </a:cubicBezTo>
                  <a:cubicBezTo>
                    <a:pt x="1473327" y="56388"/>
                    <a:pt x="1474851" y="58483"/>
                    <a:pt x="1476661" y="59626"/>
                  </a:cubicBezTo>
                  <a:cubicBezTo>
                    <a:pt x="1480280" y="62008"/>
                    <a:pt x="1484471" y="63151"/>
                    <a:pt x="1488472" y="65246"/>
                  </a:cubicBezTo>
                  <a:cubicBezTo>
                    <a:pt x="1490472" y="66294"/>
                    <a:pt x="1492663" y="66580"/>
                    <a:pt x="1493520" y="68675"/>
                  </a:cubicBezTo>
                  <a:cubicBezTo>
                    <a:pt x="1494377" y="70961"/>
                    <a:pt x="1496949" y="71056"/>
                    <a:pt x="1496949" y="73533"/>
                  </a:cubicBezTo>
                  <a:cubicBezTo>
                    <a:pt x="1496949" y="80391"/>
                    <a:pt x="1500283" y="82772"/>
                    <a:pt x="1501997" y="89249"/>
                  </a:cubicBezTo>
                  <a:cubicBezTo>
                    <a:pt x="1502855" y="92107"/>
                    <a:pt x="1501712" y="95059"/>
                    <a:pt x="1502378" y="97822"/>
                  </a:cubicBezTo>
                  <a:cubicBezTo>
                    <a:pt x="1502759" y="99727"/>
                    <a:pt x="1503807" y="100298"/>
                    <a:pt x="1504379" y="102013"/>
                  </a:cubicBezTo>
                  <a:cubicBezTo>
                    <a:pt x="1505426" y="105346"/>
                    <a:pt x="1503045" y="109633"/>
                    <a:pt x="1504569" y="113062"/>
                  </a:cubicBezTo>
                  <a:cubicBezTo>
                    <a:pt x="1504950" y="113919"/>
                    <a:pt x="1507808" y="115729"/>
                    <a:pt x="1508474" y="117062"/>
                  </a:cubicBezTo>
                  <a:cubicBezTo>
                    <a:pt x="1509713" y="119539"/>
                    <a:pt x="1509713" y="121729"/>
                    <a:pt x="1510189" y="124301"/>
                  </a:cubicBezTo>
                  <a:cubicBezTo>
                    <a:pt x="1511332" y="126206"/>
                    <a:pt x="1511808" y="128206"/>
                    <a:pt x="1511618" y="130397"/>
                  </a:cubicBezTo>
                  <a:cubicBezTo>
                    <a:pt x="1511332" y="132302"/>
                    <a:pt x="1511427" y="134112"/>
                    <a:pt x="1511808" y="136017"/>
                  </a:cubicBezTo>
                  <a:cubicBezTo>
                    <a:pt x="1513713" y="140875"/>
                    <a:pt x="1520095" y="146495"/>
                    <a:pt x="1524762" y="146495"/>
                  </a:cubicBezTo>
                  <a:cubicBezTo>
                    <a:pt x="1530763" y="146495"/>
                    <a:pt x="1536954" y="145923"/>
                    <a:pt x="1542955" y="146495"/>
                  </a:cubicBezTo>
                  <a:cubicBezTo>
                    <a:pt x="1547146" y="146780"/>
                    <a:pt x="1549622" y="149352"/>
                    <a:pt x="1554290" y="148399"/>
                  </a:cubicBezTo>
                  <a:cubicBezTo>
                    <a:pt x="1561529" y="147066"/>
                    <a:pt x="1570768" y="150781"/>
                    <a:pt x="1577435" y="147447"/>
                  </a:cubicBezTo>
                  <a:cubicBezTo>
                    <a:pt x="1580864" y="145732"/>
                    <a:pt x="1582865" y="145828"/>
                    <a:pt x="1584960" y="142970"/>
                  </a:cubicBezTo>
                  <a:cubicBezTo>
                    <a:pt x="1588580" y="137922"/>
                    <a:pt x="1589246" y="130207"/>
                    <a:pt x="1594104" y="125825"/>
                  </a:cubicBezTo>
                  <a:cubicBezTo>
                    <a:pt x="1599914" y="128968"/>
                    <a:pt x="1619822" y="130969"/>
                    <a:pt x="1624870" y="125825"/>
                  </a:cubicBezTo>
                  <a:cubicBezTo>
                    <a:pt x="1625156" y="124396"/>
                    <a:pt x="1625822" y="123158"/>
                    <a:pt x="1626775" y="122015"/>
                  </a:cubicBezTo>
                  <a:cubicBezTo>
                    <a:pt x="1627918" y="120777"/>
                    <a:pt x="1629251" y="119729"/>
                    <a:pt x="1630680" y="118777"/>
                  </a:cubicBezTo>
                  <a:cubicBezTo>
                    <a:pt x="1632204" y="117253"/>
                    <a:pt x="1633157" y="116681"/>
                    <a:pt x="1634300" y="114395"/>
                  </a:cubicBezTo>
                  <a:cubicBezTo>
                    <a:pt x="1636490" y="110109"/>
                    <a:pt x="1635633" y="107442"/>
                    <a:pt x="1639729" y="105442"/>
                  </a:cubicBezTo>
                  <a:cubicBezTo>
                    <a:pt x="1642491" y="104013"/>
                    <a:pt x="1646301" y="102679"/>
                    <a:pt x="1649159" y="101441"/>
                  </a:cubicBezTo>
                  <a:cubicBezTo>
                    <a:pt x="1653445" y="99536"/>
                    <a:pt x="1655445" y="91726"/>
                    <a:pt x="1658874" y="88582"/>
                  </a:cubicBezTo>
                  <a:cubicBezTo>
                    <a:pt x="1660493" y="87058"/>
                    <a:pt x="1663351" y="89059"/>
                    <a:pt x="1664399" y="86868"/>
                  </a:cubicBezTo>
                  <a:cubicBezTo>
                    <a:pt x="1665256" y="84963"/>
                    <a:pt x="1667447" y="74676"/>
                    <a:pt x="1669542" y="73723"/>
                  </a:cubicBezTo>
                  <a:cubicBezTo>
                    <a:pt x="1672304" y="72485"/>
                    <a:pt x="1673924" y="74581"/>
                    <a:pt x="1676686" y="75629"/>
                  </a:cubicBezTo>
                  <a:cubicBezTo>
                    <a:pt x="1679734" y="76676"/>
                    <a:pt x="1682591" y="76962"/>
                    <a:pt x="1685735" y="76962"/>
                  </a:cubicBezTo>
                  <a:cubicBezTo>
                    <a:pt x="1689926" y="76962"/>
                    <a:pt x="1681829" y="66008"/>
                    <a:pt x="1685735" y="64579"/>
                  </a:cubicBezTo>
                  <a:cubicBezTo>
                    <a:pt x="1690211" y="62960"/>
                    <a:pt x="1693736" y="64389"/>
                    <a:pt x="1698117" y="64770"/>
                  </a:cubicBezTo>
                  <a:cubicBezTo>
                    <a:pt x="1701070" y="65056"/>
                    <a:pt x="1703261" y="64770"/>
                    <a:pt x="1706499" y="63437"/>
                  </a:cubicBezTo>
                  <a:cubicBezTo>
                    <a:pt x="1711166" y="61246"/>
                    <a:pt x="1712976" y="60198"/>
                    <a:pt x="1718215" y="60103"/>
                  </a:cubicBezTo>
                  <a:cubicBezTo>
                    <a:pt x="1723073" y="59912"/>
                    <a:pt x="1735455" y="57817"/>
                    <a:pt x="1739646" y="61436"/>
                  </a:cubicBezTo>
                  <a:cubicBezTo>
                    <a:pt x="1742123" y="63722"/>
                    <a:pt x="1740408" y="63341"/>
                    <a:pt x="1741456" y="65722"/>
                  </a:cubicBezTo>
                  <a:cubicBezTo>
                    <a:pt x="1742980" y="69151"/>
                    <a:pt x="1740503" y="68866"/>
                    <a:pt x="1745171" y="69437"/>
                  </a:cubicBezTo>
                  <a:cubicBezTo>
                    <a:pt x="1746599" y="69628"/>
                    <a:pt x="1749076" y="68580"/>
                    <a:pt x="1750314" y="69628"/>
                  </a:cubicBezTo>
                  <a:cubicBezTo>
                    <a:pt x="1752505" y="71247"/>
                    <a:pt x="1752695" y="78867"/>
                    <a:pt x="1755077" y="80391"/>
                  </a:cubicBezTo>
                  <a:cubicBezTo>
                    <a:pt x="1756886" y="81439"/>
                    <a:pt x="1760315" y="80677"/>
                    <a:pt x="1762220" y="80581"/>
                  </a:cubicBezTo>
                  <a:cubicBezTo>
                    <a:pt x="1767554" y="80581"/>
                    <a:pt x="1772888" y="80581"/>
                    <a:pt x="1778127" y="80581"/>
                  </a:cubicBezTo>
                  <a:cubicBezTo>
                    <a:pt x="1781556" y="80581"/>
                    <a:pt x="1784795" y="80296"/>
                    <a:pt x="1788033" y="80963"/>
                  </a:cubicBezTo>
                  <a:cubicBezTo>
                    <a:pt x="1788319" y="81820"/>
                    <a:pt x="1788890" y="82391"/>
                    <a:pt x="1789938" y="82582"/>
                  </a:cubicBezTo>
                  <a:cubicBezTo>
                    <a:pt x="1791748" y="82391"/>
                    <a:pt x="1793558" y="82391"/>
                    <a:pt x="1795367" y="82391"/>
                  </a:cubicBezTo>
                  <a:cubicBezTo>
                    <a:pt x="1797177" y="82963"/>
                    <a:pt x="1797558" y="84010"/>
                    <a:pt x="1799177" y="84391"/>
                  </a:cubicBezTo>
                  <a:cubicBezTo>
                    <a:pt x="1802130" y="85154"/>
                    <a:pt x="1805273" y="83439"/>
                    <a:pt x="1808226" y="84582"/>
                  </a:cubicBezTo>
                  <a:cubicBezTo>
                    <a:pt x="1808417" y="85439"/>
                    <a:pt x="1808893" y="86201"/>
                    <a:pt x="1809560" y="86868"/>
                  </a:cubicBezTo>
                  <a:cubicBezTo>
                    <a:pt x="1810131" y="87916"/>
                    <a:pt x="1811084" y="88297"/>
                    <a:pt x="1812417" y="88011"/>
                  </a:cubicBezTo>
                  <a:cubicBezTo>
                    <a:pt x="1816799" y="89725"/>
                    <a:pt x="1820228" y="87535"/>
                    <a:pt x="1824228" y="90297"/>
                  </a:cubicBezTo>
                  <a:cubicBezTo>
                    <a:pt x="1826705" y="92012"/>
                    <a:pt x="1827562" y="94202"/>
                    <a:pt x="1830610" y="95536"/>
                  </a:cubicBezTo>
                  <a:cubicBezTo>
                    <a:pt x="1836325" y="98203"/>
                    <a:pt x="1842135" y="96107"/>
                    <a:pt x="1847945" y="97536"/>
                  </a:cubicBezTo>
                  <a:cubicBezTo>
                    <a:pt x="1847945" y="98584"/>
                    <a:pt x="1848136" y="99536"/>
                    <a:pt x="1848326" y="100584"/>
                  </a:cubicBezTo>
                  <a:cubicBezTo>
                    <a:pt x="1849946" y="100774"/>
                    <a:pt x="1851565" y="100965"/>
                    <a:pt x="1853279" y="101155"/>
                  </a:cubicBezTo>
                  <a:cubicBezTo>
                    <a:pt x="1852994" y="108871"/>
                    <a:pt x="1862709" y="114490"/>
                    <a:pt x="1868805" y="114586"/>
                  </a:cubicBezTo>
                  <a:cubicBezTo>
                    <a:pt x="1875282" y="114776"/>
                    <a:pt x="1871377" y="115919"/>
                    <a:pt x="1873663" y="120205"/>
                  </a:cubicBezTo>
                  <a:cubicBezTo>
                    <a:pt x="1876235" y="125063"/>
                    <a:pt x="1880616" y="125635"/>
                    <a:pt x="1884617" y="126778"/>
                  </a:cubicBezTo>
                  <a:cubicBezTo>
                    <a:pt x="1884998" y="128968"/>
                    <a:pt x="1886712" y="133159"/>
                    <a:pt x="1888331" y="134588"/>
                  </a:cubicBezTo>
                  <a:cubicBezTo>
                    <a:pt x="1891379" y="137255"/>
                    <a:pt x="1895285" y="140017"/>
                    <a:pt x="1898999" y="141637"/>
                  </a:cubicBezTo>
                  <a:cubicBezTo>
                    <a:pt x="1897666" y="162877"/>
                    <a:pt x="1914144" y="169545"/>
                    <a:pt x="1915192" y="159163"/>
                  </a:cubicBezTo>
                  <a:cubicBezTo>
                    <a:pt x="1919573" y="160687"/>
                    <a:pt x="1921764" y="157448"/>
                    <a:pt x="1925384" y="161163"/>
                  </a:cubicBezTo>
                  <a:cubicBezTo>
                    <a:pt x="1927574" y="163449"/>
                    <a:pt x="1927574" y="172021"/>
                    <a:pt x="1927670" y="173546"/>
                  </a:cubicBezTo>
                  <a:cubicBezTo>
                    <a:pt x="1928241" y="180022"/>
                    <a:pt x="1926336" y="180213"/>
                    <a:pt x="1929003" y="186214"/>
                  </a:cubicBezTo>
                  <a:cubicBezTo>
                    <a:pt x="1931480" y="185547"/>
                    <a:pt x="1933194" y="187833"/>
                    <a:pt x="1935099" y="189071"/>
                  </a:cubicBezTo>
                  <a:cubicBezTo>
                    <a:pt x="1938433" y="191452"/>
                    <a:pt x="1946624" y="193834"/>
                    <a:pt x="1949291" y="197263"/>
                  </a:cubicBezTo>
                  <a:cubicBezTo>
                    <a:pt x="1951958" y="200692"/>
                    <a:pt x="1950720" y="207931"/>
                    <a:pt x="1950720" y="212122"/>
                  </a:cubicBezTo>
                  <a:cubicBezTo>
                    <a:pt x="1950720" y="219361"/>
                    <a:pt x="1949863" y="227171"/>
                    <a:pt x="1951101" y="234315"/>
                  </a:cubicBezTo>
                  <a:cubicBezTo>
                    <a:pt x="1952244" y="240982"/>
                    <a:pt x="1961198" y="237268"/>
                    <a:pt x="1962341" y="243745"/>
                  </a:cubicBezTo>
                  <a:cubicBezTo>
                    <a:pt x="1962912" y="247174"/>
                    <a:pt x="1962341" y="246793"/>
                    <a:pt x="1965008" y="249364"/>
                  </a:cubicBezTo>
                  <a:cubicBezTo>
                    <a:pt x="1969389" y="253460"/>
                    <a:pt x="1979771" y="254794"/>
                    <a:pt x="1981010" y="261747"/>
                  </a:cubicBezTo>
                  <a:cubicBezTo>
                    <a:pt x="1982343" y="268700"/>
                    <a:pt x="1976723" y="278987"/>
                    <a:pt x="1984343" y="282892"/>
                  </a:cubicBezTo>
                  <a:cubicBezTo>
                    <a:pt x="1986820" y="284131"/>
                    <a:pt x="1988344" y="284131"/>
                    <a:pt x="1991106" y="284702"/>
                  </a:cubicBezTo>
                  <a:cubicBezTo>
                    <a:pt x="1993773" y="285179"/>
                    <a:pt x="1996916" y="286226"/>
                    <a:pt x="1999393" y="286988"/>
                  </a:cubicBezTo>
                  <a:close/>
                </a:path>
              </a:pathLst>
            </a:custGeom>
            <a:solidFill>
              <a:schemeClr val="dk2"/>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grpSp>
      <p:sp>
        <p:nvSpPr>
          <p:cNvPr id="224" name="Google Shape;224;p18"/>
          <p:cNvSpPr txBox="1"/>
          <p:nvPr>
            <p:ph type="title"/>
          </p:nvPr>
        </p:nvSpPr>
        <p:spPr>
          <a:xfrm>
            <a:off x="720000" y="804538"/>
            <a:ext cx="3594000" cy="16320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25" name="Google Shape;225;p18"/>
          <p:cNvSpPr txBox="1"/>
          <p:nvPr>
            <p:ph idx="1" type="subTitle"/>
          </p:nvPr>
        </p:nvSpPr>
        <p:spPr>
          <a:xfrm>
            <a:off x="720000" y="2436525"/>
            <a:ext cx="2785500" cy="1116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26" name="Google Shape;226;p18"/>
          <p:cNvSpPr/>
          <p:nvPr>
            <p:ph idx="2" type="pic"/>
          </p:nvPr>
        </p:nvSpPr>
        <p:spPr>
          <a:xfrm rot="157976">
            <a:off x="4770424" y="915433"/>
            <a:ext cx="3520016" cy="3160237"/>
          </a:xfrm>
          <a:prstGeom prst="rect">
            <a:avLst/>
          </a:prstGeom>
          <a:noFill/>
          <a:ln cap="flat" cmpd="sng" w="76200">
            <a:solidFill>
              <a:schemeClr val="accent2"/>
            </a:solidFill>
            <a:prstDash val="solid"/>
            <a:round/>
            <a:headEnd len="sm" w="sm" type="none"/>
            <a:tailEnd len="sm" w="sm" type="none"/>
          </a:ln>
          <a:effectLst>
            <a:outerShdw rotWithShape="0" algn="bl" dir="5400000" dist="57150">
              <a:srgbClr val="260D03">
                <a:alpha val="18000"/>
              </a:srgbClr>
            </a:outerShdw>
          </a:effectLst>
        </p:spPr>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227" name="Shape 227"/>
        <p:cNvGrpSpPr/>
        <p:nvPr/>
      </p:nvGrpSpPr>
      <p:grpSpPr>
        <a:xfrm>
          <a:off x="0" y="0"/>
          <a:ext cx="0" cy="0"/>
          <a:chOff x="0" y="0"/>
          <a:chExt cx="0" cy="0"/>
        </a:xfrm>
      </p:grpSpPr>
      <p:grpSp>
        <p:nvGrpSpPr>
          <p:cNvPr id="228" name="Google Shape;228;p19"/>
          <p:cNvGrpSpPr/>
          <p:nvPr/>
        </p:nvGrpSpPr>
        <p:grpSpPr>
          <a:xfrm>
            <a:off x="295800" y="295800"/>
            <a:ext cx="8578967" cy="4556925"/>
            <a:chOff x="295800" y="295800"/>
            <a:chExt cx="8578967" cy="4556925"/>
          </a:xfrm>
        </p:grpSpPr>
        <p:grpSp>
          <p:nvGrpSpPr>
            <p:cNvPr id="229" name="Google Shape;229;p19"/>
            <p:cNvGrpSpPr/>
            <p:nvPr/>
          </p:nvGrpSpPr>
          <p:grpSpPr>
            <a:xfrm>
              <a:off x="295800" y="295800"/>
              <a:ext cx="8578967" cy="4556925"/>
              <a:chOff x="295800" y="295800"/>
              <a:chExt cx="8578967" cy="4556925"/>
            </a:xfrm>
          </p:grpSpPr>
          <p:sp>
            <p:nvSpPr>
              <p:cNvPr id="230" name="Google Shape;230;p19"/>
              <p:cNvSpPr/>
              <p:nvPr/>
            </p:nvSpPr>
            <p:spPr>
              <a:xfrm>
                <a:off x="295800" y="295800"/>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 name="Google Shape;231;p19"/>
              <p:cNvSpPr/>
              <p:nvPr/>
            </p:nvSpPr>
            <p:spPr>
              <a:xfrm>
                <a:off x="295800" y="1646161"/>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a:latin typeface="Anaheim"/>
                  <a:ea typeface="Anaheim"/>
                  <a:cs typeface="Anaheim"/>
                  <a:sym typeface="Anaheim"/>
                </a:endParaRPr>
              </a:p>
            </p:txBody>
          </p:sp>
          <p:sp>
            <p:nvSpPr>
              <p:cNvPr id="232" name="Google Shape;232;p19"/>
              <p:cNvSpPr/>
              <p:nvPr/>
            </p:nvSpPr>
            <p:spPr>
              <a:xfrm rot="-5400000">
                <a:off x="3678874" y="-343168"/>
                <a:ext cx="4554744" cy="5837042"/>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 name="Google Shape;233;p19"/>
              <p:cNvSpPr/>
              <p:nvPr/>
            </p:nvSpPr>
            <p:spPr>
              <a:xfrm>
                <a:off x="295800" y="2996523"/>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a:latin typeface="Anaheim"/>
                  <a:ea typeface="Anaheim"/>
                  <a:cs typeface="Anaheim"/>
                  <a:sym typeface="Anaheim"/>
                </a:endParaRPr>
              </a:p>
            </p:txBody>
          </p:sp>
          <p:sp>
            <p:nvSpPr>
              <p:cNvPr id="234" name="Google Shape;234;p19"/>
              <p:cNvSpPr/>
              <p:nvPr/>
            </p:nvSpPr>
            <p:spPr>
              <a:xfrm flipH="1" rot="-5400000">
                <a:off x="3678874" y="-343168"/>
                <a:ext cx="4554744" cy="5837042"/>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35" name="Google Shape;235;p19"/>
            <p:cNvSpPr/>
            <p:nvPr/>
          </p:nvSpPr>
          <p:spPr>
            <a:xfrm>
              <a:off x="295800" y="4821175"/>
              <a:ext cx="8447700" cy="27900"/>
            </a:xfrm>
            <a:prstGeom prst="rect">
              <a:avLst/>
            </a:prstGeom>
            <a:solidFill>
              <a:schemeClr val="lt1"/>
            </a:solidFill>
            <a:ln>
              <a:noFill/>
            </a:ln>
            <a:effectLst>
              <a:outerShdw rotWithShape="0" algn="bl" dir="5400000" dist="28575">
                <a:srgbClr val="260D03">
                  <a:alpha val="12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ctor"/>
                <a:ea typeface="Actor"/>
                <a:cs typeface="Actor"/>
                <a:sym typeface="Actor"/>
              </a:endParaRPr>
            </a:p>
          </p:txBody>
        </p:sp>
      </p:grpSp>
      <p:sp>
        <p:nvSpPr>
          <p:cNvPr id="236" name="Google Shape;236;p19"/>
          <p:cNvSpPr txBox="1"/>
          <p:nvPr>
            <p:ph type="title"/>
          </p:nvPr>
        </p:nvSpPr>
        <p:spPr>
          <a:xfrm>
            <a:off x="991450" y="1882800"/>
            <a:ext cx="32331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7" name="Google Shape;237;p19"/>
          <p:cNvSpPr txBox="1"/>
          <p:nvPr>
            <p:ph idx="1" type="subTitle"/>
          </p:nvPr>
        </p:nvSpPr>
        <p:spPr>
          <a:xfrm>
            <a:off x="991450" y="2455500"/>
            <a:ext cx="3233100" cy="8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238" name="Shape 238"/>
        <p:cNvGrpSpPr/>
        <p:nvPr/>
      </p:nvGrpSpPr>
      <p:grpSpPr>
        <a:xfrm>
          <a:off x="0" y="0"/>
          <a:ext cx="0" cy="0"/>
          <a:chOff x="0" y="0"/>
          <a:chExt cx="0" cy="0"/>
        </a:xfrm>
      </p:grpSpPr>
      <p:sp>
        <p:nvSpPr>
          <p:cNvPr id="239" name="Google Shape;239;p20"/>
          <p:cNvSpPr/>
          <p:nvPr/>
        </p:nvSpPr>
        <p:spPr>
          <a:xfrm flipH="1" rot="-5400000">
            <a:off x="7190817" y="-394499"/>
            <a:ext cx="1564134" cy="2353140"/>
          </a:xfrm>
          <a:custGeom>
            <a:rect b="b" l="l" r="r" t="t"/>
            <a:pathLst>
              <a:path extrusionOk="0" h="3447824" w="2291771">
                <a:moveTo>
                  <a:pt x="2270256" y="3440943"/>
                </a:moveTo>
                <a:cubicBezTo>
                  <a:pt x="2230562" y="3431238"/>
                  <a:pt x="2191792" y="3417887"/>
                  <a:pt x="2152766" y="3405614"/>
                </a:cubicBezTo>
                <a:cubicBezTo>
                  <a:pt x="2127604" y="3397655"/>
                  <a:pt x="2106756" y="3384817"/>
                  <a:pt x="2096640" y="3357909"/>
                </a:cubicBezTo>
                <a:cubicBezTo>
                  <a:pt x="2075278" y="3300962"/>
                  <a:pt x="2041849" y="3260446"/>
                  <a:pt x="1973707" y="3257263"/>
                </a:cubicBezTo>
                <a:cubicBezTo>
                  <a:pt x="1929186" y="3255209"/>
                  <a:pt x="1894165" y="3227531"/>
                  <a:pt x="1876500" y="3187631"/>
                </a:cubicBezTo>
                <a:cubicBezTo>
                  <a:pt x="1863560" y="3158413"/>
                  <a:pt x="1861198" y="3124265"/>
                  <a:pt x="1855652" y="3092068"/>
                </a:cubicBezTo>
                <a:cubicBezTo>
                  <a:pt x="1852879" y="3076149"/>
                  <a:pt x="1846358" y="3063466"/>
                  <a:pt x="1835420" y="3051861"/>
                </a:cubicBezTo>
                <a:cubicBezTo>
                  <a:pt x="1804045" y="3018586"/>
                  <a:pt x="1772053" y="2985619"/>
                  <a:pt x="1755878" y="2941303"/>
                </a:cubicBezTo>
                <a:cubicBezTo>
                  <a:pt x="1752078" y="2930931"/>
                  <a:pt x="1742835" y="2925744"/>
                  <a:pt x="1734157" y="2920455"/>
                </a:cubicBezTo>
                <a:cubicBezTo>
                  <a:pt x="1707147" y="2904125"/>
                  <a:pt x="1679828" y="2888309"/>
                  <a:pt x="1652920" y="2871878"/>
                </a:cubicBezTo>
                <a:cubicBezTo>
                  <a:pt x="1639877" y="2863918"/>
                  <a:pt x="1623651" y="2857602"/>
                  <a:pt x="1615435" y="2845894"/>
                </a:cubicBezTo>
                <a:cubicBezTo>
                  <a:pt x="1581954" y="2798241"/>
                  <a:pt x="1554584" y="2746685"/>
                  <a:pt x="1537485" y="2690919"/>
                </a:cubicBezTo>
                <a:cubicBezTo>
                  <a:pt x="1519512" y="2632327"/>
                  <a:pt x="1503953" y="2573480"/>
                  <a:pt x="1461434" y="2526186"/>
                </a:cubicBezTo>
                <a:cubicBezTo>
                  <a:pt x="1445670" y="2508676"/>
                  <a:pt x="1438327" y="2485825"/>
                  <a:pt x="1429084" y="2464001"/>
                </a:cubicBezTo>
                <a:cubicBezTo>
                  <a:pt x="1402844" y="2401969"/>
                  <a:pt x="1387901" y="2335573"/>
                  <a:pt x="1354779" y="2276109"/>
                </a:cubicBezTo>
                <a:cubicBezTo>
                  <a:pt x="1336910" y="2244015"/>
                  <a:pt x="1311183" y="2215208"/>
                  <a:pt x="1281451" y="2202216"/>
                </a:cubicBezTo>
                <a:cubicBezTo>
                  <a:pt x="1238830" y="2183576"/>
                  <a:pt x="1204220" y="2146603"/>
                  <a:pt x="1154359" y="2144139"/>
                </a:cubicBezTo>
                <a:cubicBezTo>
                  <a:pt x="1150199" y="2143933"/>
                  <a:pt x="1144499" y="2139209"/>
                  <a:pt x="1142651" y="2135152"/>
                </a:cubicBezTo>
                <a:cubicBezTo>
                  <a:pt x="1122624" y="2091607"/>
                  <a:pt x="1084265" y="2059873"/>
                  <a:pt x="1067474" y="2013606"/>
                </a:cubicBezTo>
                <a:cubicBezTo>
                  <a:pt x="1057152" y="1985106"/>
                  <a:pt x="1051196" y="1951728"/>
                  <a:pt x="1019256" y="1934988"/>
                </a:cubicBezTo>
                <a:cubicBezTo>
                  <a:pt x="979664" y="1914243"/>
                  <a:pt x="969086" y="1875319"/>
                  <a:pt x="959946" y="1835985"/>
                </a:cubicBezTo>
                <a:cubicBezTo>
                  <a:pt x="951832" y="1801169"/>
                  <a:pt x="944130" y="1766251"/>
                  <a:pt x="936273" y="1731384"/>
                </a:cubicBezTo>
                <a:cubicBezTo>
                  <a:pt x="930727" y="1706889"/>
                  <a:pt x="917530" y="1690971"/>
                  <a:pt x="890623" y="1689790"/>
                </a:cubicBezTo>
                <a:cubicBezTo>
                  <a:pt x="883844" y="1689482"/>
                  <a:pt x="871674" y="1687684"/>
                  <a:pt x="880147" y="1679058"/>
                </a:cubicBezTo>
                <a:cubicBezTo>
                  <a:pt x="895398" y="1663498"/>
                  <a:pt x="880147" y="1656925"/>
                  <a:pt x="873831" y="1649120"/>
                </a:cubicBezTo>
                <a:cubicBezTo>
                  <a:pt x="859093" y="1630839"/>
                  <a:pt x="844099" y="1612251"/>
                  <a:pt x="826589" y="1596794"/>
                </a:cubicBezTo>
                <a:cubicBezTo>
                  <a:pt x="796343" y="1570092"/>
                  <a:pt x="797421" y="1518279"/>
                  <a:pt x="751617" y="1504517"/>
                </a:cubicBezTo>
                <a:cubicBezTo>
                  <a:pt x="750590" y="1504209"/>
                  <a:pt x="749512" y="1500615"/>
                  <a:pt x="749974" y="1499074"/>
                </a:cubicBezTo>
                <a:cubicBezTo>
                  <a:pt x="755776" y="1481204"/>
                  <a:pt x="741193" y="1477096"/>
                  <a:pt x="731128" y="1468777"/>
                </a:cubicBezTo>
                <a:cubicBezTo>
                  <a:pt x="717777" y="1457737"/>
                  <a:pt x="704785" y="1445721"/>
                  <a:pt x="694053" y="1432216"/>
                </a:cubicBezTo>
                <a:cubicBezTo>
                  <a:pt x="646965" y="1372957"/>
                  <a:pt x="604703" y="1313339"/>
                  <a:pt x="619184" y="1229125"/>
                </a:cubicBezTo>
                <a:cubicBezTo>
                  <a:pt x="626065" y="1189225"/>
                  <a:pt x="610608" y="1150199"/>
                  <a:pt x="569682" y="1128735"/>
                </a:cubicBezTo>
                <a:cubicBezTo>
                  <a:pt x="552428" y="1119697"/>
                  <a:pt x="542774" y="1101878"/>
                  <a:pt x="528448" y="1090684"/>
                </a:cubicBezTo>
                <a:cubicBezTo>
                  <a:pt x="486494" y="1057871"/>
                  <a:pt x="454657" y="1020539"/>
                  <a:pt x="447673" y="965697"/>
                </a:cubicBezTo>
                <a:cubicBezTo>
                  <a:pt x="446492" y="956351"/>
                  <a:pt x="442692" y="942795"/>
                  <a:pt x="427955" y="955735"/>
                </a:cubicBezTo>
                <a:cubicBezTo>
                  <a:pt x="421279" y="961589"/>
                  <a:pt x="410136" y="965543"/>
                  <a:pt x="406028" y="959637"/>
                </a:cubicBezTo>
                <a:cubicBezTo>
                  <a:pt x="401150" y="952500"/>
                  <a:pt x="402844" y="937608"/>
                  <a:pt x="410290" y="933141"/>
                </a:cubicBezTo>
                <a:cubicBezTo>
                  <a:pt x="426209" y="923589"/>
                  <a:pt x="421998" y="913114"/>
                  <a:pt x="415323" y="902330"/>
                </a:cubicBezTo>
                <a:cubicBezTo>
                  <a:pt x="395604" y="870288"/>
                  <a:pt x="386464" y="834907"/>
                  <a:pt x="380199" y="798397"/>
                </a:cubicBezTo>
                <a:cubicBezTo>
                  <a:pt x="379839" y="796394"/>
                  <a:pt x="376707" y="794905"/>
                  <a:pt x="374858" y="793211"/>
                </a:cubicBezTo>
                <a:cubicBezTo>
                  <a:pt x="366232" y="800656"/>
                  <a:pt x="373010" y="809591"/>
                  <a:pt x="369467" y="819245"/>
                </a:cubicBezTo>
                <a:cubicBezTo>
                  <a:pt x="347283" y="794186"/>
                  <a:pt x="367156" y="775033"/>
                  <a:pt x="371161" y="752592"/>
                </a:cubicBezTo>
                <a:cubicBezTo>
                  <a:pt x="381380" y="695080"/>
                  <a:pt x="380404" y="636181"/>
                  <a:pt x="345897" y="583803"/>
                </a:cubicBezTo>
                <a:cubicBezTo>
                  <a:pt x="335216" y="567628"/>
                  <a:pt x="325562" y="550785"/>
                  <a:pt x="315395" y="534302"/>
                </a:cubicBezTo>
                <a:cubicBezTo>
                  <a:pt x="264095" y="451011"/>
                  <a:pt x="212026" y="368183"/>
                  <a:pt x="192256" y="270103"/>
                </a:cubicBezTo>
                <a:cubicBezTo>
                  <a:pt x="189945" y="258498"/>
                  <a:pt x="181010" y="248434"/>
                  <a:pt x="176543" y="237085"/>
                </a:cubicBezTo>
                <a:cubicBezTo>
                  <a:pt x="160111" y="195594"/>
                  <a:pt x="115230" y="181678"/>
                  <a:pt x="90480" y="147633"/>
                </a:cubicBezTo>
                <a:cubicBezTo>
                  <a:pt x="79131" y="132073"/>
                  <a:pt x="76974" y="108401"/>
                  <a:pt x="58231" y="100750"/>
                </a:cubicBezTo>
                <a:cubicBezTo>
                  <a:pt x="41029" y="93715"/>
                  <a:pt x="35535" y="80928"/>
                  <a:pt x="31221" y="66447"/>
                </a:cubicBezTo>
                <a:cubicBezTo>
                  <a:pt x="24186" y="42724"/>
                  <a:pt x="11143" y="21824"/>
                  <a:pt x="0" y="0"/>
                </a:cubicBezTo>
                <a:lnTo>
                  <a:pt x="0" y="3447824"/>
                </a:lnTo>
                <a:lnTo>
                  <a:pt x="2291772" y="3447824"/>
                </a:lnTo>
                <a:cubicBezTo>
                  <a:pt x="2285250" y="3445205"/>
                  <a:pt x="2278112" y="3442894"/>
                  <a:pt x="2270256" y="3440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40" name="Google Shape;240;p20"/>
          <p:cNvGrpSpPr/>
          <p:nvPr/>
        </p:nvGrpSpPr>
        <p:grpSpPr>
          <a:xfrm>
            <a:off x="295825" y="295692"/>
            <a:ext cx="8552803" cy="4551903"/>
            <a:chOff x="412975" y="295735"/>
            <a:chExt cx="8318229" cy="4541004"/>
          </a:xfrm>
        </p:grpSpPr>
        <p:grpSp>
          <p:nvGrpSpPr>
            <p:cNvPr id="241" name="Google Shape;241;p20"/>
            <p:cNvGrpSpPr/>
            <p:nvPr/>
          </p:nvGrpSpPr>
          <p:grpSpPr>
            <a:xfrm>
              <a:off x="412975" y="295735"/>
              <a:ext cx="8318229" cy="4541004"/>
              <a:chOff x="412975" y="295735"/>
              <a:chExt cx="8318229" cy="4541004"/>
            </a:xfrm>
          </p:grpSpPr>
          <p:grpSp>
            <p:nvGrpSpPr>
              <p:cNvPr id="242" name="Google Shape;242;p20"/>
              <p:cNvGrpSpPr/>
              <p:nvPr/>
            </p:nvGrpSpPr>
            <p:grpSpPr>
              <a:xfrm>
                <a:off x="412975" y="295735"/>
                <a:ext cx="8318229" cy="4062965"/>
                <a:chOff x="412975" y="295735"/>
                <a:chExt cx="8318229" cy="4062965"/>
              </a:xfrm>
            </p:grpSpPr>
            <p:grpSp>
              <p:nvGrpSpPr>
                <p:cNvPr id="243" name="Google Shape;243;p20"/>
                <p:cNvGrpSpPr/>
                <p:nvPr/>
              </p:nvGrpSpPr>
              <p:grpSpPr>
                <a:xfrm>
                  <a:off x="412987" y="295735"/>
                  <a:ext cx="8318217" cy="1704312"/>
                  <a:chOff x="491624" y="271576"/>
                  <a:chExt cx="8087717" cy="1657085"/>
                </a:xfrm>
              </p:grpSpPr>
              <p:sp>
                <p:nvSpPr>
                  <p:cNvPr id="244" name="Google Shape;244;p20"/>
                  <p:cNvSpPr/>
                  <p:nvPr/>
                </p:nvSpPr>
                <p:spPr>
                  <a:xfrm>
                    <a:off x="49162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245" name="Google Shape;245;p20"/>
                  <p:cNvSpPr/>
                  <p:nvPr/>
                </p:nvSpPr>
                <p:spPr>
                  <a:xfrm>
                    <a:off x="3162049"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246" name="Google Shape;246;p20"/>
                  <p:cNvSpPr/>
                  <p:nvPr/>
                </p:nvSpPr>
                <p:spPr>
                  <a:xfrm>
                    <a:off x="581717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grpSp>
            <p:sp>
              <p:nvSpPr>
                <p:cNvPr id="247" name="Google Shape;247;p20"/>
                <p:cNvSpPr/>
                <p:nvPr/>
              </p:nvSpPr>
              <p:spPr>
                <a:xfrm>
                  <a:off x="412975" y="1284900"/>
                  <a:ext cx="8318100" cy="3073800"/>
                </a:xfrm>
                <a:prstGeom prst="rect">
                  <a:avLst/>
                </a:prstGeom>
                <a:solidFill>
                  <a:schemeClr val="lt1"/>
                </a:solidFill>
                <a:ln>
                  <a:noFill/>
                </a:ln>
                <a:effectLst>
                  <a:outerShdw rotWithShape="0" algn="bl" dir="5400000" dist="57150">
                    <a:srgbClr val="260D03">
                      <a:alpha val="12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Actor"/>
                    <a:ea typeface="Actor"/>
                    <a:cs typeface="Actor"/>
                    <a:sym typeface="Actor"/>
                  </a:endParaRPr>
                </a:p>
              </p:txBody>
            </p:sp>
          </p:grpSp>
          <p:sp>
            <p:nvSpPr>
              <p:cNvPr id="248" name="Google Shape;248;p20"/>
              <p:cNvSpPr/>
              <p:nvPr/>
            </p:nvSpPr>
            <p:spPr>
              <a:xfrm rot="5400000">
                <a:off x="3456972" y="-437289"/>
                <a:ext cx="2231540" cy="8316517"/>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9" name="Google Shape;249;p20"/>
            <p:cNvGrpSpPr/>
            <p:nvPr/>
          </p:nvGrpSpPr>
          <p:grpSpPr>
            <a:xfrm>
              <a:off x="412975" y="295735"/>
              <a:ext cx="8318229" cy="4541004"/>
              <a:chOff x="412975" y="295735"/>
              <a:chExt cx="8318229" cy="4541004"/>
            </a:xfrm>
          </p:grpSpPr>
          <p:grpSp>
            <p:nvGrpSpPr>
              <p:cNvPr id="250" name="Google Shape;250;p20"/>
              <p:cNvGrpSpPr/>
              <p:nvPr/>
            </p:nvGrpSpPr>
            <p:grpSpPr>
              <a:xfrm>
                <a:off x="412975" y="295735"/>
                <a:ext cx="8318229" cy="4062965"/>
                <a:chOff x="412975" y="295735"/>
                <a:chExt cx="8318229" cy="4062965"/>
              </a:xfrm>
            </p:grpSpPr>
            <p:grpSp>
              <p:nvGrpSpPr>
                <p:cNvPr id="251" name="Google Shape;251;p20"/>
                <p:cNvGrpSpPr/>
                <p:nvPr/>
              </p:nvGrpSpPr>
              <p:grpSpPr>
                <a:xfrm>
                  <a:off x="412987" y="295735"/>
                  <a:ext cx="8318217" cy="1704312"/>
                  <a:chOff x="491624" y="271576"/>
                  <a:chExt cx="8087717" cy="1657085"/>
                </a:xfrm>
              </p:grpSpPr>
              <p:sp>
                <p:nvSpPr>
                  <p:cNvPr id="252" name="Google Shape;252;p20"/>
                  <p:cNvSpPr/>
                  <p:nvPr/>
                </p:nvSpPr>
                <p:spPr>
                  <a:xfrm>
                    <a:off x="49162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253" name="Google Shape;253;p20"/>
                  <p:cNvSpPr/>
                  <p:nvPr/>
                </p:nvSpPr>
                <p:spPr>
                  <a:xfrm>
                    <a:off x="3162049"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254" name="Google Shape;254;p20"/>
                  <p:cNvSpPr/>
                  <p:nvPr/>
                </p:nvSpPr>
                <p:spPr>
                  <a:xfrm>
                    <a:off x="581717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grpSp>
            <p:sp>
              <p:nvSpPr>
                <p:cNvPr id="255" name="Google Shape;255;p20"/>
                <p:cNvSpPr/>
                <p:nvPr/>
              </p:nvSpPr>
              <p:spPr>
                <a:xfrm>
                  <a:off x="412975" y="1284900"/>
                  <a:ext cx="8318100" cy="30738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Actor"/>
                    <a:ea typeface="Actor"/>
                    <a:cs typeface="Actor"/>
                    <a:sym typeface="Actor"/>
                  </a:endParaRPr>
                </a:p>
              </p:txBody>
            </p:sp>
          </p:grpSp>
          <p:sp>
            <p:nvSpPr>
              <p:cNvPr id="256" name="Google Shape;256;p20"/>
              <p:cNvSpPr/>
              <p:nvPr/>
            </p:nvSpPr>
            <p:spPr>
              <a:xfrm rot="5400000">
                <a:off x="3456972" y="-437289"/>
                <a:ext cx="2231540" cy="8316517"/>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57" name="Google Shape;257;p20"/>
          <p:cNvSpPr txBox="1"/>
          <p:nvPr>
            <p:ph type="title"/>
          </p:nvPr>
        </p:nvSpPr>
        <p:spPr>
          <a:xfrm>
            <a:off x="4651100" y="1882800"/>
            <a:ext cx="3332400" cy="572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58" name="Google Shape;258;p20"/>
          <p:cNvSpPr txBox="1"/>
          <p:nvPr>
            <p:ph idx="1" type="subTitle"/>
          </p:nvPr>
        </p:nvSpPr>
        <p:spPr>
          <a:xfrm>
            <a:off x="4651250" y="2455500"/>
            <a:ext cx="3332400" cy="805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2">
    <p:spTree>
      <p:nvGrpSpPr>
        <p:cNvPr id="259" name="Shape 259"/>
        <p:cNvGrpSpPr/>
        <p:nvPr/>
      </p:nvGrpSpPr>
      <p:grpSpPr>
        <a:xfrm>
          <a:off x="0" y="0"/>
          <a:ext cx="0" cy="0"/>
          <a:chOff x="0" y="0"/>
          <a:chExt cx="0" cy="0"/>
        </a:xfrm>
      </p:grpSpPr>
      <p:grpSp>
        <p:nvGrpSpPr>
          <p:cNvPr id="260" name="Google Shape;260;p21"/>
          <p:cNvGrpSpPr/>
          <p:nvPr/>
        </p:nvGrpSpPr>
        <p:grpSpPr>
          <a:xfrm>
            <a:off x="207749" y="-158951"/>
            <a:ext cx="7626121" cy="4543972"/>
            <a:chOff x="207749" y="-158951"/>
            <a:chExt cx="7626121" cy="4543972"/>
          </a:xfrm>
        </p:grpSpPr>
        <p:sp>
          <p:nvSpPr>
            <p:cNvPr id="261" name="Google Shape;261;p21"/>
            <p:cNvSpPr/>
            <p:nvPr/>
          </p:nvSpPr>
          <p:spPr>
            <a:xfrm rot="-794431">
              <a:off x="291734" y="291300"/>
              <a:ext cx="4071612" cy="1205930"/>
            </a:xfrm>
            <a:custGeom>
              <a:rect b="b" l="l" r="r" t="t"/>
              <a:pathLst>
                <a:path extrusionOk="0" h="613790" w="2072354">
                  <a:moveTo>
                    <a:pt x="2068449" y="515398"/>
                  </a:moveTo>
                  <a:lnTo>
                    <a:pt x="2043589" y="489299"/>
                  </a:lnTo>
                  <a:lnTo>
                    <a:pt x="2072354" y="463201"/>
                  </a:lnTo>
                  <a:lnTo>
                    <a:pt x="2045970" y="437102"/>
                  </a:lnTo>
                  <a:lnTo>
                    <a:pt x="2036921" y="411004"/>
                  </a:lnTo>
                  <a:lnTo>
                    <a:pt x="2055685" y="384905"/>
                  </a:lnTo>
                  <a:lnTo>
                    <a:pt x="2036731" y="358807"/>
                  </a:lnTo>
                  <a:lnTo>
                    <a:pt x="2039017" y="332708"/>
                  </a:lnTo>
                  <a:lnTo>
                    <a:pt x="2048066" y="306610"/>
                  </a:lnTo>
                  <a:lnTo>
                    <a:pt x="2050161" y="280511"/>
                  </a:lnTo>
                  <a:lnTo>
                    <a:pt x="2063972" y="254413"/>
                  </a:lnTo>
                  <a:lnTo>
                    <a:pt x="2048351" y="228314"/>
                  </a:lnTo>
                  <a:lnTo>
                    <a:pt x="2041588" y="202216"/>
                  </a:lnTo>
                  <a:lnTo>
                    <a:pt x="2038921" y="176117"/>
                  </a:lnTo>
                  <a:lnTo>
                    <a:pt x="2056543" y="150019"/>
                  </a:lnTo>
                  <a:lnTo>
                    <a:pt x="2063401" y="123920"/>
                  </a:lnTo>
                  <a:lnTo>
                    <a:pt x="2065973" y="97822"/>
                  </a:lnTo>
                  <a:lnTo>
                    <a:pt x="2060924" y="71819"/>
                  </a:lnTo>
                  <a:lnTo>
                    <a:pt x="2051018" y="45720"/>
                  </a:lnTo>
                  <a:lnTo>
                    <a:pt x="2063686" y="9049"/>
                  </a:lnTo>
                  <a:lnTo>
                    <a:pt x="2026920" y="15526"/>
                  </a:lnTo>
                  <a:lnTo>
                    <a:pt x="2000631" y="11906"/>
                  </a:lnTo>
                  <a:lnTo>
                    <a:pt x="1974342" y="22669"/>
                  </a:lnTo>
                  <a:lnTo>
                    <a:pt x="1948053" y="37243"/>
                  </a:lnTo>
                  <a:lnTo>
                    <a:pt x="1921764" y="38005"/>
                  </a:lnTo>
                  <a:lnTo>
                    <a:pt x="1895570" y="24670"/>
                  </a:lnTo>
                  <a:lnTo>
                    <a:pt x="1869281" y="17050"/>
                  </a:lnTo>
                  <a:lnTo>
                    <a:pt x="1842992" y="26765"/>
                  </a:lnTo>
                  <a:lnTo>
                    <a:pt x="1816703" y="11049"/>
                  </a:lnTo>
                  <a:lnTo>
                    <a:pt x="1790414" y="8953"/>
                  </a:lnTo>
                  <a:lnTo>
                    <a:pt x="1764125" y="1238"/>
                  </a:lnTo>
                  <a:lnTo>
                    <a:pt x="1737932" y="5715"/>
                  </a:lnTo>
                  <a:lnTo>
                    <a:pt x="1711643" y="34861"/>
                  </a:lnTo>
                  <a:lnTo>
                    <a:pt x="1685449" y="35909"/>
                  </a:lnTo>
                  <a:lnTo>
                    <a:pt x="1659160" y="3238"/>
                  </a:lnTo>
                  <a:lnTo>
                    <a:pt x="1632966" y="13621"/>
                  </a:lnTo>
                  <a:lnTo>
                    <a:pt x="1606772" y="9811"/>
                  </a:lnTo>
                  <a:lnTo>
                    <a:pt x="1580578" y="33814"/>
                  </a:lnTo>
                  <a:lnTo>
                    <a:pt x="1554385" y="17145"/>
                  </a:lnTo>
                  <a:lnTo>
                    <a:pt x="1528191" y="5144"/>
                  </a:lnTo>
                  <a:lnTo>
                    <a:pt x="1501997" y="27813"/>
                  </a:lnTo>
                  <a:lnTo>
                    <a:pt x="1475803" y="35623"/>
                  </a:lnTo>
                  <a:lnTo>
                    <a:pt x="1449610" y="6286"/>
                  </a:lnTo>
                  <a:lnTo>
                    <a:pt x="1423416" y="7620"/>
                  </a:lnTo>
                  <a:lnTo>
                    <a:pt x="1397222" y="0"/>
                  </a:lnTo>
                  <a:lnTo>
                    <a:pt x="1371028" y="9430"/>
                  </a:lnTo>
                  <a:lnTo>
                    <a:pt x="1344835" y="3905"/>
                  </a:lnTo>
                  <a:lnTo>
                    <a:pt x="1318641" y="8192"/>
                  </a:lnTo>
                  <a:lnTo>
                    <a:pt x="1292447" y="11335"/>
                  </a:lnTo>
                  <a:lnTo>
                    <a:pt x="1266253" y="9811"/>
                  </a:lnTo>
                  <a:lnTo>
                    <a:pt x="1240060" y="30575"/>
                  </a:lnTo>
                  <a:lnTo>
                    <a:pt x="1213866" y="12002"/>
                  </a:lnTo>
                  <a:lnTo>
                    <a:pt x="1187672" y="7239"/>
                  </a:lnTo>
                  <a:lnTo>
                    <a:pt x="1161478" y="17145"/>
                  </a:lnTo>
                  <a:lnTo>
                    <a:pt x="1135285" y="18383"/>
                  </a:lnTo>
                  <a:lnTo>
                    <a:pt x="1109091" y="36195"/>
                  </a:lnTo>
                  <a:lnTo>
                    <a:pt x="1082897" y="13525"/>
                  </a:lnTo>
                  <a:lnTo>
                    <a:pt x="1056703" y="39052"/>
                  </a:lnTo>
                  <a:lnTo>
                    <a:pt x="1030510" y="35909"/>
                  </a:lnTo>
                  <a:lnTo>
                    <a:pt x="1004316" y="32575"/>
                  </a:lnTo>
                  <a:lnTo>
                    <a:pt x="978122" y="29623"/>
                  </a:lnTo>
                  <a:lnTo>
                    <a:pt x="951928" y="4477"/>
                  </a:lnTo>
                  <a:lnTo>
                    <a:pt x="925735" y="20955"/>
                  </a:lnTo>
                  <a:lnTo>
                    <a:pt x="899541" y="34576"/>
                  </a:lnTo>
                  <a:lnTo>
                    <a:pt x="873347" y="17907"/>
                  </a:lnTo>
                  <a:lnTo>
                    <a:pt x="847153" y="24289"/>
                  </a:lnTo>
                  <a:lnTo>
                    <a:pt x="820960" y="10954"/>
                  </a:lnTo>
                  <a:lnTo>
                    <a:pt x="794766" y="31432"/>
                  </a:lnTo>
                  <a:lnTo>
                    <a:pt x="768572" y="28099"/>
                  </a:lnTo>
                  <a:lnTo>
                    <a:pt x="742378" y="18859"/>
                  </a:lnTo>
                  <a:lnTo>
                    <a:pt x="716185" y="37909"/>
                  </a:lnTo>
                  <a:lnTo>
                    <a:pt x="689991" y="28194"/>
                  </a:lnTo>
                  <a:lnTo>
                    <a:pt x="663797" y="22765"/>
                  </a:lnTo>
                  <a:lnTo>
                    <a:pt x="637603" y="20002"/>
                  </a:lnTo>
                  <a:lnTo>
                    <a:pt x="611410" y="21050"/>
                  </a:lnTo>
                  <a:lnTo>
                    <a:pt x="585216" y="39338"/>
                  </a:lnTo>
                  <a:lnTo>
                    <a:pt x="559022" y="13525"/>
                  </a:lnTo>
                  <a:lnTo>
                    <a:pt x="532828" y="27432"/>
                  </a:lnTo>
                  <a:lnTo>
                    <a:pt x="506635" y="13049"/>
                  </a:lnTo>
                  <a:lnTo>
                    <a:pt x="480441" y="26956"/>
                  </a:lnTo>
                  <a:lnTo>
                    <a:pt x="454247" y="34195"/>
                  </a:lnTo>
                  <a:lnTo>
                    <a:pt x="428053" y="31147"/>
                  </a:lnTo>
                  <a:lnTo>
                    <a:pt x="401860" y="26575"/>
                  </a:lnTo>
                  <a:lnTo>
                    <a:pt x="375666" y="18574"/>
                  </a:lnTo>
                  <a:lnTo>
                    <a:pt x="349472" y="28003"/>
                  </a:lnTo>
                  <a:lnTo>
                    <a:pt x="323278" y="18955"/>
                  </a:lnTo>
                  <a:lnTo>
                    <a:pt x="297085" y="2000"/>
                  </a:lnTo>
                  <a:lnTo>
                    <a:pt x="270891" y="9239"/>
                  </a:lnTo>
                  <a:lnTo>
                    <a:pt x="244697" y="34385"/>
                  </a:lnTo>
                  <a:lnTo>
                    <a:pt x="218503" y="10287"/>
                  </a:lnTo>
                  <a:lnTo>
                    <a:pt x="192310" y="2667"/>
                  </a:lnTo>
                  <a:lnTo>
                    <a:pt x="166116" y="5620"/>
                  </a:lnTo>
                  <a:lnTo>
                    <a:pt x="139922" y="17240"/>
                  </a:lnTo>
                  <a:lnTo>
                    <a:pt x="113728" y="17050"/>
                  </a:lnTo>
                  <a:lnTo>
                    <a:pt x="87535" y="12192"/>
                  </a:lnTo>
                  <a:lnTo>
                    <a:pt x="61341" y="20002"/>
                  </a:lnTo>
                  <a:lnTo>
                    <a:pt x="6572" y="4477"/>
                  </a:lnTo>
                  <a:lnTo>
                    <a:pt x="476" y="6286"/>
                  </a:lnTo>
                  <a:lnTo>
                    <a:pt x="476" y="72580"/>
                  </a:lnTo>
                  <a:lnTo>
                    <a:pt x="39815" y="76295"/>
                  </a:lnTo>
                  <a:cubicBezTo>
                    <a:pt x="43434" y="64579"/>
                    <a:pt x="54292" y="56102"/>
                    <a:pt x="67151" y="56102"/>
                  </a:cubicBezTo>
                  <a:cubicBezTo>
                    <a:pt x="83058" y="56102"/>
                    <a:pt x="95917" y="68961"/>
                    <a:pt x="95917" y="84868"/>
                  </a:cubicBezTo>
                  <a:cubicBezTo>
                    <a:pt x="95917" y="100775"/>
                    <a:pt x="83058" y="113633"/>
                    <a:pt x="67151" y="113633"/>
                  </a:cubicBezTo>
                  <a:cubicBezTo>
                    <a:pt x="56864" y="113633"/>
                    <a:pt x="47911" y="108204"/>
                    <a:pt x="42767" y="100013"/>
                  </a:cubicBezTo>
                  <a:lnTo>
                    <a:pt x="18193" y="100584"/>
                  </a:lnTo>
                  <a:lnTo>
                    <a:pt x="381" y="104489"/>
                  </a:lnTo>
                  <a:lnTo>
                    <a:pt x="381" y="179737"/>
                  </a:lnTo>
                  <a:lnTo>
                    <a:pt x="39719" y="183452"/>
                  </a:lnTo>
                  <a:cubicBezTo>
                    <a:pt x="43339" y="171736"/>
                    <a:pt x="54197" y="163259"/>
                    <a:pt x="67056" y="163259"/>
                  </a:cubicBezTo>
                  <a:cubicBezTo>
                    <a:pt x="82963" y="163259"/>
                    <a:pt x="95821" y="176117"/>
                    <a:pt x="95821" y="192024"/>
                  </a:cubicBezTo>
                  <a:cubicBezTo>
                    <a:pt x="95821" y="207931"/>
                    <a:pt x="82963" y="220790"/>
                    <a:pt x="67056" y="220790"/>
                  </a:cubicBezTo>
                  <a:cubicBezTo>
                    <a:pt x="56769" y="220790"/>
                    <a:pt x="47816" y="215360"/>
                    <a:pt x="42672" y="207169"/>
                  </a:cubicBezTo>
                  <a:lnTo>
                    <a:pt x="18098" y="207740"/>
                  </a:lnTo>
                  <a:lnTo>
                    <a:pt x="286" y="211645"/>
                  </a:lnTo>
                  <a:lnTo>
                    <a:pt x="286" y="286893"/>
                  </a:lnTo>
                  <a:lnTo>
                    <a:pt x="39624" y="290608"/>
                  </a:lnTo>
                  <a:cubicBezTo>
                    <a:pt x="43243" y="278892"/>
                    <a:pt x="54102" y="270415"/>
                    <a:pt x="66961" y="270415"/>
                  </a:cubicBezTo>
                  <a:cubicBezTo>
                    <a:pt x="82867" y="270415"/>
                    <a:pt x="95726" y="283273"/>
                    <a:pt x="95726" y="299180"/>
                  </a:cubicBezTo>
                  <a:cubicBezTo>
                    <a:pt x="95726" y="315087"/>
                    <a:pt x="82867" y="327946"/>
                    <a:pt x="66961" y="327946"/>
                  </a:cubicBezTo>
                  <a:cubicBezTo>
                    <a:pt x="56674" y="327946"/>
                    <a:pt x="47720" y="322516"/>
                    <a:pt x="42577" y="314325"/>
                  </a:cubicBezTo>
                  <a:lnTo>
                    <a:pt x="18002" y="314897"/>
                  </a:lnTo>
                  <a:lnTo>
                    <a:pt x="190" y="318802"/>
                  </a:lnTo>
                  <a:lnTo>
                    <a:pt x="190" y="394049"/>
                  </a:lnTo>
                  <a:lnTo>
                    <a:pt x="39529" y="397764"/>
                  </a:lnTo>
                  <a:cubicBezTo>
                    <a:pt x="43148" y="386048"/>
                    <a:pt x="54007" y="377571"/>
                    <a:pt x="66866" y="377571"/>
                  </a:cubicBezTo>
                  <a:cubicBezTo>
                    <a:pt x="82772" y="377571"/>
                    <a:pt x="95631" y="390430"/>
                    <a:pt x="95631" y="406336"/>
                  </a:cubicBezTo>
                  <a:cubicBezTo>
                    <a:pt x="95631" y="422243"/>
                    <a:pt x="82772" y="435102"/>
                    <a:pt x="66866" y="435102"/>
                  </a:cubicBezTo>
                  <a:cubicBezTo>
                    <a:pt x="56578" y="435102"/>
                    <a:pt x="47625" y="429673"/>
                    <a:pt x="42482" y="421481"/>
                  </a:cubicBezTo>
                  <a:lnTo>
                    <a:pt x="17907" y="422053"/>
                  </a:lnTo>
                  <a:lnTo>
                    <a:pt x="95" y="425958"/>
                  </a:lnTo>
                  <a:lnTo>
                    <a:pt x="95" y="501206"/>
                  </a:lnTo>
                  <a:lnTo>
                    <a:pt x="39433" y="504920"/>
                  </a:lnTo>
                  <a:cubicBezTo>
                    <a:pt x="43053" y="493204"/>
                    <a:pt x="53911" y="484727"/>
                    <a:pt x="66770" y="484727"/>
                  </a:cubicBezTo>
                  <a:cubicBezTo>
                    <a:pt x="82677" y="484727"/>
                    <a:pt x="95536" y="497586"/>
                    <a:pt x="95536" y="513493"/>
                  </a:cubicBezTo>
                  <a:cubicBezTo>
                    <a:pt x="95536" y="529399"/>
                    <a:pt x="82677" y="542258"/>
                    <a:pt x="66770" y="542258"/>
                  </a:cubicBezTo>
                  <a:cubicBezTo>
                    <a:pt x="56483" y="542258"/>
                    <a:pt x="47530" y="536829"/>
                    <a:pt x="42386" y="528637"/>
                  </a:cubicBezTo>
                  <a:lnTo>
                    <a:pt x="17812" y="529209"/>
                  </a:lnTo>
                  <a:lnTo>
                    <a:pt x="0" y="533114"/>
                  </a:lnTo>
                  <a:lnTo>
                    <a:pt x="0" y="598837"/>
                  </a:lnTo>
                  <a:lnTo>
                    <a:pt x="6191" y="597408"/>
                  </a:lnTo>
                  <a:lnTo>
                    <a:pt x="61150" y="608362"/>
                  </a:lnTo>
                  <a:lnTo>
                    <a:pt x="87440" y="610172"/>
                  </a:lnTo>
                  <a:lnTo>
                    <a:pt x="113728" y="573786"/>
                  </a:lnTo>
                  <a:lnTo>
                    <a:pt x="140017" y="579501"/>
                  </a:lnTo>
                  <a:lnTo>
                    <a:pt x="166211" y="588645"/>
                  </a:lnTo>
                  <a:lnTo>
                    <a:pt x="192500" y="600837"/>
                  </a:lnTo>
                  <a:lnTo>
                    <a:pt x="218789" y="588740"/>
                  </a:lnTo>
                  <a:lnTo>
                    <a:pt x="245078" y="605504"/>
                  </a:lnTo>
                  <a:lnTo>
                    <a:pt x="271367" y="580739"/>
                  </a:lnTo>
                  <a:lnTo>
                    <a:pt x="297656" y="603409"/>
                  </a:lnTo>
                  <a:lnTo>
                    <a:pt x="323850" y="606457"/>
                  </a:lnTo>
                  <a:lnTo>
                    <a:pt x="350139" y="611124"/>
                  </a:lnTo>
                  <a:lnTo>
                    <a:pt x="376333" y="577882"/>
                  </a:lnTo>
                  <a:lnTo>
                    <a:pt x="402622" y="597694"/>
                  </a:lnTo>
                  <a:lnTo>
                    <a:pt x="428816" y="578834"/>
                  </a:lnTo>
                  <a:lnTo>
                    <a:pt x="455009" y="598646"/>
                  </a:lnTo>
                  <a:lnTo>
                    <a:pt x="481203" y="584549"/>
                  </a:lnTo>
                  <a:lnTo>
                    <a:pt x="507397" y="588740"/>
                  </a:lnTo>
                  <a:lnTo>
                    <a:pt x="533591" y="589598"/>
                  </a:lnTo>
                  <a:lnTo>
                    <a:pt x="559784" y="588074"/>
                  </a:lnTo>
                  <a:lnTo>
                    <a:pt x="585978" y="588074"/>
                  </a:lnTo>
                  <a:cubicBezTo>
                    <a:pt x="585978" y="588074"/>
                    <a:pt x="612172" y="603599"/>
                    <a:pt x="612172" y="603599"/>
                  </a:cubicBezTo>
                  <a:lnTo>
                    <a:pt x="638366" y="611886"/>
                  </a:lnTo>
                  <a:lnTo>
                    <a:pt x="664559" y="590169"/>
                  </a:lnTo>
                  <a:lnTo>
                    <a:pt x="690753" y="589026"/>
                  </a:lnTo>
                  <a:lnTo>
                    <a:pt x="716947" y="594360"/>
                  </a:lnTo>
                  <a:lnTo>
                    <a:pt x="743141" y="595217"/>
                  </a:lnTo>
                  <a:lnTo>
                    <a:pt x="769334" y="602361"/>
                  </a:lnTo>
                  <a:lnTo>
                    <a:pt x="795623" y="584168"/>
                  </a:lnTo>
                  <a:lnTo>
                    <a:pt x="821817" y="589693"/>
                  </a:lnTo>
                  <a:lnTo>
                    <a:pt x="848011" y="585311"/>
                  </a:lnTo>
                  <a:lnTo>
                    <a:pt x="874204" y="611791"/>
                  </a:lnTo>
                  <a:lnTo>
                    <a:pt x="900398" y="584645"/>
                  </a:lnTo>
                  <a:lnTo>
                    <a:pt x="926592" y="597122"/>
                  </a:lnTo>
                  <a:lnTo>
                    <a:pt x="952786" y="599408"/>
                  </a:lnTo>
                  <a:lnTo>
                    <a:pt x="978979" y="610933"/>
                  </a:lnTo>
                  <a:lnTo>
                    <a:pt x="1005173" y="606647"/>
                  </a:lnTo>
                  <a:lnTo>
                    <a:pt x="1031367" y="598837"/>
                  </a:lnTo>
                  <a:lnTo>
                    <a:pt x="1057561" y="613791"/>
                  </a:lnTo>
                  <a:lnTo>
                    <a:pt x="1083754" y="607124"/>
                  </a:lnTo>
                  <a:lnTo>
                    <a:pt x="1109948" y="591312"/>
                  </a:lnTo>
                  <a:lnTo>
                    <a:pt x="1136142" y="591312"/>
                  </a:lnTo>
                  <a:cubicBezTo>
                    <a:pt x="1136142" y="591312"/>
                    <a:pt x="1162336" y="589407"/>
                    <a:pt x="1162336" y="589407"/>
                  </a:cubicBezTo>
                  <a:lnTo>
                    <a:pt x="1188529" y="588740"/>
                  </a:lnTo>
                  <a:lnTo>
                    <a:pt x="1214723" y="600075"/>
                  </a:lnTo>
                  <a:lnTo>
                    <a:pt x="1240917" y="603599"/>
                  </a:lnTo>
                  <a:lnTo>
                    <a:pt x="1267111" y="607886"/>
                  </a:lnTo>
                  <a:lnTo>
                    <a:pt x="1293304" y="597884"/>
                  </a:lnTo>
                  <a:lnTo>
                    <a:pt x="1319498" y="591217"/>
                  </a:lnTo>
                  <a:lnTo>
                    <a:pt x="1345692" y="603028"/>
                  </a:lnTo>
                  <a:lnTo>
                    <a:pt x="1371886" y="593789"/>
                  </a:lnTo>
                  <a:lnTo>
                    <a:pt x="1398079" y="583025"/>
                  </a:lnTo>
                  <a:lnTo>
                    <a:pt x="1424273" y="611981"/>
                  </a:lnTo>
                  <a:lnTo>
                    <a:pt x="1450467" y="592836"/>
                  </a:lnTo>
                  <a:lnTo>
                    <a:pt x="1476661" y="593122"/>
                  </a:lnTo>
                  <a:lnTo>
                    <a:pt x="1502854" y="588359"/>
                  </a:lnTo>
                  <a:lnTo>
                    <a:pt x="1529048" y="588169"/>
                  </a:lnTo>
                  <a:lnTo>
                    <a:pt x="1555242" y="604647"/>
                  </a:lnTo>
                  <a:lnTo>
                    <a:pt x="1581436" y="595694"/>
                  </a:lnTo>
                  <a:lnTo>
                    <a:pt x="1607629" y="590550"/>
                  </a:lnTo>
                  <a:lnTo>
                    <a:pt x="1633823" y="590169"/>
                  </a:lnTo>
                  <a:lnTo>
                    <a:pt x="1660017" y="603028"/>
                  </a:lnTo>
                  <a:lnTo>
                    <a:pt x="1686211" y="584264"/>
                  </a:lnTo>
                  <a:lnTo>
                    <a:pt x="1712404" y="576644"/>
                  </a:lnTo>
                  <a:lnTo>
                    <a:pt x="1738598" y="590740"/>
                  </a:lnTo>
                  <a:lnTo>
                    <a:pt x="1764792" y="580549"/>
                  </a:lnTo>
                  <a:lnTo>
                    <a:pt x="1790986" y="573595"/>
                  </a:lnTo>
                  <a:lnTo>
                    <a:pt x="1817179" y="582549"/>
                  </a:lnTo>
                  <a:lnTo>
                    <a:pt x="1843373" y="593884"/>
                  </a:lnTo>
                  <a:lnTo>
                    <a:pt x="1869567" y="611981"/>
                  </a:lnTo>
                  <a:lnTo>
                    <a:pt x="1895761" y="588359"/>
                  </a:lnTo>
                  <a:lnTo>
                    <a:pt x="1921954" y="593217"/>
                  </a:lnTo>
                  <a:lnTo>
                    <a:pt x="1948148" y="601218"/>
                  </a:lnTo>
                  <a:lnTo>
                    <a:pt x="1974342" y="575882"/>
                  </a:lnTo>
                  <a:lnTo>
                    <a:pt x="2000536" y="587788"/>
                  </a:lnTo>
                  <a:lnTo>
                    <a:pt x="2026729" y="595217"/>
                  </a:lnTo>
                  <a:lnTo>
                    <a:pt x="2057210" y="598075"/>
                  </a:lnTo>
                  <a:lnTo>
                    <a:pt x="2041493" y="568547"/>
                  </a:lnTo>
                  <a:lnTo>
                    <a:pt x="2070926" y="541496"/>
                  </a:lnTo>
                  <a:lnTo>
                    <a:pt x="2068259" y="515398"/>
                  </a:lnTo>
                  <a:close/>
                </a:path>
              </a:pathLst>
            </a:custGeom>
            <a:solidFill>
              <a:schemeClr val="dk2"/>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grpSp>
          <p:nvGrpSpPr>
            <p:cNvPr id="262" name="Google Shape;262;p21"/>
            <p:cNvGrpSpPr/>
            <p:nvPr/>
          </p:nvGrpSpPr>
          <p:grpSpPr>
            <a:xfrm>
              <a:off x="1310208" y="758531"/>
              <a:ext cx="6523662" cy="3626490"/>
              <a:chOff x="1310208" y="758531"/>
              <a:chExt cx="6523662" cy="3626490"/>
            </a:xfrm>
          </p:grpSpPr>
          <p:grpSp>
            <p:nvGrpSpPr>
              <p:cNvPr id="263" name="Google Shape;263;p21"/>
              <p:cNvGrpSpPr/>
              <p:nvPr/>
            </p:nvGrpSpPr>
            <p:grpSpPr>
              <a:xfrm>
                <a:off x="1310208" y="758531"/>
                <a:ext cx="6523662" cy="3626490"/>
                <a:chOff x="978488" y="574123"/>
                <a:chExt cx="7187024" cy="3995252"/>
              </a:xfrm>
            </p:grpSpPr>
            <p:sp>
              <p:nvSpPr>
                <p:cNvPr id="264" name="Google Shape;264;p21"/>
                <p:cNvSpPr/>
                <p:nvPr/>
              </p:nvSpPr>
              <p:spPr>
                <a:xfrm>
                  <a:off x="978488" y="574123"/>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 name="Google Shape;265;p21"/>
                <p:cNvSpPr/>
                <p:nvPr/>
              </p:nvSpPr>
              <p:spPr>
                <a:xfrm>
                  <a:off x="978488" y="1850542"/>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 name="Google Shape;266;p21"/>
                <p:cNvSpPr/>
                <p:nvPr/>
              </p:nvSpPr>
              <p:spPr>
                <a:xfrm>
                  <a:off x="978488" y="3126960"/>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 name="Google Shape;267;p21"/>
                <p:cNvSpPr/>
                <p:nvPr/>
              </p:nvSpPr>
              <p:spPr>
                <a:xfrm>
                  <a:off x="4198599" y="574123"/>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 name="Google Shape;268;p21"/>
                <p:cNvSpPr/>
                <p:nvPr/>
              </p:nvSpPr>
              <p:spPr>
                <a:xfrm>
                  <a:off x="4198599" y="1850542"/>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 name="Google Shape;269;p21"/>
                <p:cNvSpPr/>
                <p:nvPr/>
              </p:nvSpPr>
              <p:spPr>
                <a:xfrm>
                  <a:off x="4198599" y="3126960"/>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0" name="Google Shape;270;p21"/>
              <p:cNvGrpSpPr/>
              <p:nvPr/>
            </p:nvGrpSpPr>
            <p:grpSpPr>
              <a:xfrm>
                <a:off x="1310208" y="758531"/>
                <a:ext cx="6523662" cy="3626490"/>
                <a:chOff x="978488" y="574123"/>
                <a:chExt cx="7187024" cy="3995252"/>
              </a:xfrm>
            </p:grpSpPr>
            <p:sp>
              <p:nvSpPr>
                <p:cNvPr id="271" name="Google Shape;271;p21"/>
                <p:cNvSpPr/>
                <p:nvPr/>
              </p:nvSpPr>
              <p:spPr>
                <a:xfrm>
                  <a:off x="978488" y="574123"/>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 name="Google Shape;272;p21"/>
                <p:cNvSpPr/>
                <p:nvPr/>
              </p:nvSpPr>
              <p:spPr>
                <a:xfrm>
                  <a:off x="978488" y="1850542"/>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 name="Google Shape;273;p21"/>
                <p:cNvSpPr/>
                <p:nvPr/>
              </p:nvSpPr>
              <p:spPr>
                <a:xfrm>
                  <a:off x="978488" y="3126960"/>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 name="Google Shape;274;p21"/>
                <p:cNvSpPr/>
                <p:nvPr/>
              </p:nvSpPr>
              <p:spPr>
                <a:xfrm>
                  <a:off x="4198599" y="574123"/>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 name="Google Shape;275;p21"/>
                <p:cNvSpPr/>
                <p:nvPr/>
              </p:nvSpPr>
              <p:spPr>
                <a:xfrm>
                  <a:off x="4198599" y="1850542"/>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 name="Google Shape;276;p21"/>
                <p:cNvSpPr/>
                <p:nvPr/>
              </p:nvSpPr>
              <p:spPr>
                <a:xfrm>
                  <a:off x="4198599" y="3126960"/>
                  <a:ext cx="3966914" cy="1442415"/>
                </a:xfrm>
                <a:custGeom>
                  <a:rect b="b" l="l" r="r" t="t"/>
                  <a:pathLst>
                    <a:path extrusionOk="0" h="683609" w="1880054">
                      <a:moveTo>
                        <a:pt x="1871948" y="609600"/>
                      </a:moveTo>
                      <a:cubicBezTo>
                        <a:pt x="1864995" y="583406"/>
                        <a:pt x="1855661" y="585311"/>
                        <a:pt x="1855661" y="558260"/>
                      </a:cubicBezTo>
                      <a:cubicBezTo>
                        <a:pt x="1855661" y="531209"/>
                        <a:pt x="1860709" y="531209"/>
                        <a:pt x="1860709" y="504158"/>
                      </a:cubicBezTo>
                      <a:cubicBezTo>
                        <a:pt x="1860709" y="477107"/>
                        <a:pt x="1867376" y="477107"/>
                        <a:pt x="1867376" y="450056"/>
                      </a:cubicBezTo>
                      <a:cubicBezTo>
                        <a:pt x="1867376" y="423005"/>
                        <a:pt x="1843945" y="423005"/>
                        <a:pt x="1843945" y="395954"/>
                      </a:cubicBezTo>
                      <a:cubicBezTo>
                        <a:pt x="1843945" y="368903"/>
                        <a:pt x="1870424" y="368903"/>
                        <a:pt x="1870424" y="341852"/>
                      </a:cubicBezTo>
                      <a:cubicBezTo>
                        <a:pt x="1870424" y="314801"/>
                        <a:pt x="1843850" y="314801"/>
                        <a:pt x="1843850" y="287750"/>
                      </a:cubicBezTo>
                      <a:cubicBezTo>
                        <a:pt x="1843850" y="260699"/>
                        <a:pt x="1871091" y="260699"/>
                        <a:pt x="1871091" y="233648"/>
                      </a:cubicBezTo>
                      <a:cubicBezTo>
                        <a:pt x="1871091" y="206597"/>
                        <a:pt x="1858518" y="206597"/>
                        <a:pt x="1858518" y="179546"/>
                      </a:cubicBezTo>
                      <a:cubicBezTo>
                        <a:pt x="1858518" y="152495"/>
                        <a:pt x="1854994" y="152495"/>
                        <a:pt x="1854994" y="125539"/>
                      </a:cubicBezTo>
                      <a:cubicBezTo>
                        <a:pt x="1854994" y="98584"/>
                        <a:pt x="1874615" y="98488"/>
                        <a:pt x="1874615" y="71438"/>
                      </a:cubicBezTo>
                      <a:cubicBezTo>
                        <a:pt x="1874615" y="44387"/>
                        <a:pt x="1884902" y="32099"/>
                        <a:pt x="1865757" y="12954"/>
                      </a:cubicBezTo>
                      <a:cubicBezTo>
                        <a:pt x="1846707" y="-6191"/>
                        <a:pt x="1834325" y="15335"/>
                        <a:pt x="1807274" y="15335"/>
                      </a:cubicBezTo>
                      <a:cubicBezTo>
                        <a:pt x="1780223" y="15335"/>
                        <a:pt x="1780223" y="7048"/>
                        <a:pt x="1753267" y="7048"/>
                      </a:cubicBezTo>
                      <a:cubicBezTo>
                        <a:pt x="1726311" y="7048"/>
                        <a:pt x="1726311" y="32861"/>
                        <a:pt x="1699260" y="32861"/>
                      </a:cubicBezTo>
                      <a:cubicBezTo>
                        <a:pt x="1672209" y="32861"/>
                        <a:pt x="1672304" y="19717"/>
                        <a:pt x="1645349" y="19717"/>
                      </a:cubicBezTo>
                      <a:cubicBezTo>
                        <a:pt x="1618393" y="19717"/>
                        <a:pt x="1618393" y="5429"/>
                        <a:pt x="1591437" y="5429"/>
                      </a:cubicBezTo>
                      <a:cubicBezTo>
                        <a:pt x="1564481" y="5429"/>
                        <a:pt x="1564481" y="5810"/>
                        <a:pt x="1537526" y="5810"/>
                      </a:cubicBezTo>
                      <a:cubicBezTo>
                        <a:pt x="1510570" y="5810"/>
                        <a:pt x="1510570" y="29432"/>
                        <a:pt x="1483614" y="29432"/>
                      </a:cubicBezTo>
                      <a:cubicBezTo>
                        <a:pt x="1456658" y="29432"/>
                        <a:pt x="1456658" y="476"/>
                        <a:pt x="1429703" y="476"/>
                      </a:cubicBezTo>
                      <a:cubicBezTo>
                        <a:pt x="1402747" y="476"/>
                        <a:pt x="1402747" y="10096"/>
                        <a:pt x="1375791" y="10096"/>
                      </a:cubicBezTo>
                      <a:cubicBezTo>
                        <a:pt x="1348835" y="10096"/>
                        <a:pt x="1348835" y="32766"/>
                        <a:pt x="1321880" y="32766"/>
                      </a:cubicBezTo>
                      <a:cubicBezTo>
                        <a:pt x="1294924" y="32766"/>
                        <a:pt x="1294924" y="32099"/>
                        <a:pt x="1267968" y="32099"/>
                      </a:cubicBezTo>
                      <a:cubicBezTo>
                        <a:pt x="1241012" y="32099"/>
                        <a:pt x="1241012" y="34671"/>
                        <a:pt x="1214057" y="34671"/>
                      </a:cubicBezTo>
                      <a:cubicBezTo>
                        <a:pt x="1187101" y="34671"/>
                        <a:pt x="1187101" y="2857"/>
                        <a:pt x="1160145" y="2857"/>
                      </a:cubicBezTo>
                      <a:cubicBezTo>
                        <a:pt x="1133189" y="2857"/>
                        <a:pt x="1133189" y="27051"/>
                        <a:pt x="1106234" y="27051"/>
                      </a:cubicBezTo>
                      <a:cubicBezTo>
                        <a:pt x="1079278" y="27051"/>
                        <a:pt x="1079278" y="15430"/>
                        <a:pt x="1052322" y="15430"/>
                      </a:cubicBezTo>
                      <a:cubicBezTo>
                        <a:pt x="1025366" y="15430"/>
                        <a:pt x="1025366" y="14002"/>
                        <a:pt x="998411" y="14002"/>
                      </a:cubicBezTo>
                      <a:cubicBezTo>
                        <a:pt x="971455" y="14002"/>
                        <a:pt x="971455" y="19336"/>
                        <a:pt x="944499" y="19336"/>
                      </a:cubicBezTo>
                      <a:cubicBezTo>
                        <a:pt x="917543" y="19336"/>
                        <a:pt x="917543" y="31528"/>
                        <a:pt x="890587" y="31528"/>
                      </a:cubicBezTo>
                      <a:cubicBezTo>
                        <a:pt x="863632" y="31528"/>
                        <a:pt x="863632" y="24479"/>
                        <a:pt x="836676" y="24479"/>
                      </a:cubicBezTo>
                      <a:cubicBezTo>
                        <a:pt x="809720" y="24479"/>
                        <a:pt x="809720" y="6001"/>
                        <a:pt x="782765" y="6001"/>
                      </a:cubicBezTo>
                      <a:cubicBezTo>
                        <a:pt x="755809" y="6001"/>
                        <a:pt x="755809" y="10954"/>
                        <a:pt x="728853" y="10954"/>
                      </a:cubicBezTo>
                      <a:cubicBezTo>
                        <a:pt x="701897" y="10954"/>
                        <a:pt x="701897" y="35242"/>
                        <a:pt x="674942" y="35242"/>
                      </a:cubicBezTo>
                      <a:cubicBezTo>
                        <a:pt x="647986" y="35242"/>
                        <a:pt x="647986" y="33433"/>
                        <a:pt x="621030" y="33433"/>
                      </a:cubicBezTo>
                      <a:cubicBezTo>
                        <a:pt x="594074" y="33433"/>
                        <a:pt x="594074" y="11239"/>
                        <a:pt x="567119" y="11239"/>
                      </a:cubicBezTo>
                      <a:cubicBezTo>
                        <a:pt x="540163" y="11239"/>
                        <a:pt x="540163" y="2381"/>
                        <a:pt x="513207" y="2381"/>
                      </a:cubicBezTo>
                      <a:cubicBezTo>
                        <a:pt x="486251" y="2381"/>
                        <a:pt x="486251" y="6287"/>
                        <a:pt x="459296" y="6287"/>
                      </a:cubicBezTo>
                      <a:cubicBezTo>
                        <a:pt x="432340" y="6287"/>
                        <a:pt x="432340" y="3524"/>
                        <a:pt x="405384" y="3524"/>
                      </a:cubicBezTo>
                      <a:cubicBezTo>
                        <a:pt x="378428" y="3524"/>
                        <a:pt x="378428" y="6477"/>
                        <a:pt x="351473" y="6477"/>
                      </a:cubicBezTo>
                      <a:cubicBezTo>
                        <a:pt x="324517" y="6477"/>
                        <a:pt x="324517" y="34766"/>
                        <a:pt x="297561" y="34766"/>
                      </a:cubicBezTo>
                      <a:cubicBezTo>
                        <a:pt x="270605" y="34766"/>
                        <a:pt x="270605" y="16669"/>
                        <a:pt x="243649" y="16669"/>
                      </a:cubicBezTo>
                      <a:cubicBezTo>
                        <a:pt x="216694" y="16669"/>
                        <a:pt x="216694" y="26194"/>
                        <a:pt x="189738" y="26194"/>
                      </a:cubicBezTo>
                      <a:cubicBezTo>
                        <a:pt x="162782" y="26194"/>
                        <a:pt x="162782" y="14192"/>
                        <a:pt x="135826" y="14192"/>
                      </a:cubicBezTo>
                      <a:cubicBezTo>
                        <a:pt x="108871" y="14192"/>
                        <a:pt x="108871" y="95"/>
                        <a:pt x="81915" y="95"/>
                      </a:cubicBezTo>
                      <a:cubicBezTo>
                        <a:pt x="54959" y="95"/>
                        <a:pt x="54959" y="3334"/>
                        <a:pt x="28003" y="3334"/>
                      </a:cubicBezTo>
                      <a:cubicBezTo>
                        <a:pt x="17240" y="3334"/>
                        <a:pt x="8192" y="1238"/>
                        <a:pt x="0" y="0"/>
                      </a:cubicBezTo>
                      <a:lnTo>
                        <a:pt x="0" y="64484"/>
                      </a:lnTo>
                      <a:lnTo>
                        <a:pt x="48482" y="70485"/>
                      </a:lnTo>
                      <a:cubicBezTo>
                        <a:pt x="54293" y="59626"/>
                        <a:pt x="65627" y="52102"/>
                        <a:pt x="78772" y="52102"/>
                      </a:cubicBezTo>
                      <a:cubicBezTo>
                        <a:pt x="97822" y="52102"/>
                        <a:pt x="113157" y="67532"/>
                        <a:pt x="113157" y="86487"/>
                      </a:cubicBezTo>
                      <a:cubicBezTo>
                        <a:pt x="113157" y="105442"/>
                        <a:pt x="97726" y="120872"/>
                        <a:pt x="78772" y="120872"/>
                      </a:cubicBezTo>
                      <a:cubicBezTo>
                        <a:pt x="64770" y="120872"/>
                        <a:pt x="52673" y="112395"/>
                        <a:pt x="47339" y="100393"/>
                      </a:cubicBezTo>
                      <a:lnTo>
                        <a:pt x="40100" y="100393"/>
                      </a:lnTo>
                      <a:cubicBezTo>
                        <a:pt x="16478" y="100393"/>
                        <a:pt x="46958" y="99536"/>
                        <a:pt x="23622" y="108585"/>
                      </a:cubicBezTo>
                      <a:cubicBezTo>
                        <a:pt x="286" y="117729"/>
                        <a:pt x="8668" y="108585"/>
                        <a:pt x="8668" y="108585"/>
                      </a:cubicBezTo>
                      <a:lnTo>
                        <a:pt x="0" y="108585"/>
                      </a:lnTo>
                      <a:lnTo>
                        <a:pt x="0" y="186976"/>
                      </a:lnTo>
                      <a:lnTo>
                        <a:pt x="48482" y="192976"/>
                      </a:lnTo>
                      <a:cubicBezTo>
                        <a:pt x="54293" y="182118"/>
                        <a:pt x="65627" y="174593"/>
                        <a:pt x="78772" y="174593"/>
                      </a:cubicBezTo>
                      <a:cubicBezTo>
                        <a:pt x="97822" y="174593"/>
                        <a:pt x="113157" y="190024"/>
                        <a:pt x="113157" y="208979"/>
                      </a:cubicBezTo>
                      <a:cubicBezTo>
                        <a:pt x="113157" y="227933"/>
                        <a:pt x="97726" y="243364"/>
                        <a:pt x="78772" y="243364"/>
                      </a:cubicBezTo>
                      <a:cubicBezTo>
                        <a:pt x="64770" y="243364"/>
                        <a:pt x="52673" y="234887"/>
                        <a:pt x="47339" y="222885"/>
                      </a:cubicBezTo>
                      <a:lnTo>
                        <a:pt x="40100" y="222885"/>
                      </a:lnTo>
                      <a:cubicBezTo>
                        <a:pt x="16478" y="222885"/>
                        <a:pt x="46958" y="222028"/>
                        <a:pt x="23622" y="231076"/>
                      </a:cubicBezTo>
                      <a:cubicBezTo>
                        <a:pt x="286" y="240221"/>
                        <a:pt x="8668" y="231076"/>
                        <a:pt x="8668" y="231076"/>
                      </a:cubicBezTo>
                      <a:lnTo>
                        <a:pt x="0" y="231076"/>
                      </a:lnTo>
                      <a:lnTo>
                        <a:pt x="0" y="309467"/>
                      </a:lnTo>
                      <a:lnTo>
                        <a:pt x="48482" y="315468"/>
                      </a:lnTo>
                      <a:cubicBezTo>
                        <a:pt x="54293" y="304609"/>
                        <a:pt x="65627" y="297085"/>
                        <a:pt x="78772" y="297085"/>
                      </a:cubicBezTo>
                      <a:cubicBezTo>
                        <a:pt x="97822" y="297085"/>
                        <a:pt x="113157" y="312515"/>
                        <a:pt x="113157" y="331470"/>
                      </a:cubicBezTo>
                      <a:cubicBezTo>
                        <a:pt x="113157" y="350425"/>
                        <a:pt x="97726" y="365855"/>
                        <a:pt x="78772" y="365855"/>
                      </a:cubicBezTo>
                      <a:cubicBezTo>
                        <a:pt x="64770" y="365855"/>
                        <a:pt x="52673" y="357378"/>
                        <a:pt x="47339" y="345376"/>
                      </a:cubicBezTo>
                      <a:lnTo>
                        <a:pt x="40100" y="345376"/>
                      </a:lnTo>
                      <a:cubicBezTo>
                        <a:pt x="16478" y="345376"/>
                        <a:pt x="46958" y="344519"/>
                        <a:pt x="23622" y="353568"/>
                      </a:cubicBezTo>
                      <a:cubicBezTo>
                        <a:pt x="286" y="362712"/>
                        <a:pt x="8668" y="353568"/>
                        <a:pt x="8668" y="353568"/>
                      </a:cubicBezTo>
                      <a:lnTo>
                        <a:pt x="0" y="353568"/>
                      </a:lnTo>
                      <a:lnTo>
                        <a:pt x="0" y="431959"/>
                      </a:lnTo>
                      <a:lnTo>
                        <a:pt x="48482" y="437959"/>
                      </a:lnTo>
                      <a:cubicBezTo>
                        <a:pt x="54293" y="427101"/>
                        <a:pt x="65627" y="419576"/>
                        <a:pt x="78772" y="419576"/>
                      </a:cubicBezTo>
                      <a:cubicBezTo>
                        <a:pt x="97822" y="419576"/>
                        <a:pt x="113157" y="435007"/>
                        <a:pt x="113157" y="453962"/>
                      </a:cubicBezTo>
                      <a:cubicBezTo>
                        <a:pt x="113157" y="472916"/>
                        <a:pt x="97726" y="488347"/>
                        <a:pt x="78772" y="488347"/>
                      </a:cubicBezTo>
                      <a:cubicBezTo>
                        <a:pt x="64770" y="488347"/>
                        <a:pt x="52673" y="479870"/>
                        <a:pt x="47339" y="467868"/>
                      </a:cubicBezTo>
                      <a:lnTo>
                        <a:pt x="40100" y="467868"/>
                      </a:lnTo>
                      <a:cubicBezTo>
                        <a:pt x="16478" y="467868"/>
                        <a:pt x="46958" y="467011"/>
                        <a:pt x="23622" y="476059"/>
                      </a:cubicBezTo>
                      <a:cubicBezTo>
                        <a:pt x="286" y="485204"/>
                        <a:pt x="8668" y="476059"/>
                        <a:pt x="8668" y="476059"/>
                      </a:cubicBezTo>
                      <a:lnTo>
                        <a:pt x="0" y="476059"/>
                      </a:lnTo>
                      <a:lnTo>
                        <a:pt x="0" y="554450"/>
                      </a:lnTo>
                      <a:lnTo>
                        <a:pt x="48482" y="560451"/>
                      </a:lnTo>
                      <a:cubicBezTo>
                        <a:pt x="54293" y="549592"/>
                        <a:pt x="65627" y="542068"/>
                        <a:pt x="78772" y="542068"/>
                      </a:cubicBezTo>
                      <a:cubicBezTo>
                        <a:pt x="97822" y="542068"/>
                        <a:pt x="113157" y="557498"/>
                        <a:pt x="113157" y="576453"/>
                      </a:cubicBezTo>
                      <a:cubicBezTo>
                        <a:pt x="113157" y="595408"/>
                        <a:pt x="97726" y="610838"/>
                        <a:pt x="78772" y="610838"/>
                      </a:cubicBezTo>
                      <a:cubicBezTo>
                        <a:pt x="64770" y="610838"/>
                        <a:pt x="52673" y="602361"/>
                        <a:pt x="47339" y="590359"/>
                      </a:cubicBezTo>
                      <a:lnTo>
                        <a:pt x="40100" y="590359"/>
                      </a:lnTo>
                      <a:cubicBezTo>
                        <a:pt x="16478" y="590359"/>
                        <a:pt x="46958" y="589502"/>
                        <a:pt x="23622" y="598551"/>
                      </a:cubicBezTo>
                      <a:cubicBezTo>
                        <a:pt x="286" y="607695"/>
                        <a:pt x="8668" y="598551"/>
                        <a:pt x="8668" y="598551"/>
                      </a:cubicBezTo>
                      <a:lnTo>
                        <a:pt x="0" y="598551"/>
                      </a:lnTo>
                      <a:lnTo>
                        <a:pt x="0" y="673227"/>
                      </a:lnTo>
                      <a:cubicBezTo>
                        <a:pt x="7239" y="671036"/>
                        <a:pt x="15526" y="667322"/>
                        <a:pt x="28099" y="667322"/>
                      </a:cubicBezTo>
                      <a:cubicBezTo>
                        <a:pt x="55150" y="667322"/>
                        <a:pt x="55150" y="649319"/>
                        <a:pt x="82105" y="649319"/>
                      </a:cubicBezTo>
                      <a:cubicBezTo>
                        <a:pt x="109061" y="649319"/>
                        <a:pt x="109061" y="649891"/>
                        <a:pt x="136112" y="649891"/>
                      </a:cubicBezTo>
                      <a:cubicBezTo>
                        <a:pt x="163163" y="649891"/>
                        <a:pt x="163068" y="661130"/>
                        <a:pt x="190024" y="661130"/>
                      </a:cubicBezTo>
                      <a:cubicBezTo>
                        <a:pt x="216979" y="661130"/>
                        <a:pt x="216979" y="669226"/>
                        <a:pt x="243935" y="669226"/>
                      </a:cubicBezTo>
                      <a:cubicBezTo>
                        <a:pt x="270891" y="669226"/>
                        <a:pt x="270891" y="661892"/>
                        <a:pt x="297847" y="661892"/>
                      </a:cubicBezTo>
                      <a:cubicBezTo>
                        <a:pt x="324803" y="661892"/>
                        <a:pt x="324803" y="672560"/>
                        <a:pt x="351758" y="672560"/>
                      </a:cubicBezTo>
                      <a:cubicBezTo>
                        <a:pt x="378714" y="672560"/>
                        <a:pt x="378714" y="655510"/>
                        <a:pt x="405670" y="655510"/>
                      </a:cubicBezTo>
                      <a:cubicBezTo>
                        <a:pt x="432625" y="655510"/>
                        <a:pt x="432625" y="671227"/>
                        <a:pt x="459581" y="671227"/>
                      </a:cubicBezTo>
                      <a:cubicBezTo>
                        <a:pt x="486537" y="671227"/>
                        <a:pt x="486537" y="666464"/>
                        <a:pt x="513493" y="666464"/>
                      </a:cubicBezTo>
                      <a:cubicBezTo>
                        <a:pt x="540449" y="666464"/>
                        <a:pt x="540449" y="680656"/>
                        <a:pt x="567404" y="680656"/>
                      </a:cubicBezTo>
                      <a:cubicBezTo>
                        <a:pt x="594360" y="680656"/>
                        <a:pt x="594360" y="652558"/>
                        <a:pt x="621316" y="652558"/>
                      </a:cubicBezTo>
                      <a:cubicBezTo>
                        <a:pt x="648272" y="652558"/>
                        <a:pt x="648272" y="675608"/>
                        <a:pt x="675227" y="675608"/>
                      </a:cubicBezTo>
                      <a:cubicBezTo>
                        <a:pt x="702183" y="675608"/>
                        <a:pt x="702183" y="683609"/>
                        <a:pt x="729139" y="683609"/>
                      </a:cubicBezTo>
                      <a:cubicBezTo>
                        <a:pt x="756095" y="683609"/>
                        <a:pt x="756095" y="659987"/>
                        <a:pt x="783050" y="659987"/>
                      </a:cubicBezTo>
                      <a:cubicBezTo>
                        <a:pt x="810006" y="659987"/>
                        <a:pt x="810006" y="670274"/>
                        <a:pt x="836962" y="670274"/>
                      </a:cubicBezTo>
                      <a:cubicBezTo>
                        <a:pt x="863918" y="670274"/>
                        <a:pt x="863918" y="677132"/>
                        <a:pt x="890873" y="677132"/>
                      </a:cubicBezTo>
                      <a:cubicBezTo>
                        <a:pt x="917829" y="677132"/>
                        <a:pt x="917829" y="677513"/>
                        <a:pt x="944785" y="677513"/>
                      </a:cubicBezTo>
                      <a:cubicBezTo>
                        <a:pt x="971740" y="677513"/>
                        <a:pt x="971740" y="670560"/>
                        <a:pt x="998696" y="670560"/>
                      </a:cubicBezTo>
                      <a:cubicBezTo>
                        <a:pt x="1025652" y="670560"/>
                        <a:pt x="1025652" y="656654"/>
                        <a:pt x="1052608" y="656654"/>
                      </a:cubicBezTo>
                      <a:cubicBezTo>
                        <a:pt x="1079564" y="656654"/>
                        <a:pt x="1079564" y="671893"/>
                        <a:pt x="1106519" y="671893"/>
                      </a:cubicBezTo>
                      <a:cubicBezTo>
                        <a:pt x="1133475" y="671893"/>
                        <a:pt x="1133475" y="660368"/>
                        <a:pt x="1160431" y="660368"/>
                      </a:cubicBezTo>
                      <a:cubicBezTo>
                        <a:pt x="1187387" y="660368"/>
                        <a:pt x="1187387" y="655130"/>
                        <a:pt x="1214342" y="655130"/>
                      </a:cubicBezTo>
                      <a:cubicBezTo>
                        <a:pt x="1241298" y="655130"/>
                        <a:pt x="1241298" y="667607"/>
                        <a:pt x="1268254" y="667607"/>
                      </a:cubicBezTo>
                      <a:cubicBezTo>
                        <a:pt x="1295210" y="667607"/>
                        <a:pt x="1295210" y="675989"/>
                        <a:pt x="1322165" y="675989"/>
                      </a:cubicBezTo>
                      <a:cubicBezTo>
                        <a:pt x="1349121" y="675989"/>
                        <a:pt x="1349121" y="668274"/>
                        <a:pt x="1376077" y="668274"/>
                      </a:cubicBezTo>
                      <a:cubicBezTo>
                        <a:pt x="1403033" y="668274"/>
                        <a:pt x="1403033" y="665035"/>
                        <a:pt x="1429988" y="665035"/>
                      </a:cubicBezTo>
                      <a:cubicBezTo>
                        <a:pt x="1456944" y="665035"/>
                        <a:pt x="1456944" y="679799"/>
                        <a:pt x="1483900" y="679799"/>
                      </a:cubicBezTo>
                      <a:cubicBezTo>
                        <a:pt x="1510856" y="679799"/>
                        <a:pt x="1510856" y="651034"/>
                        <a:pt x="1537811" y="651034"/>
                      </a:cubicBezTo>
                      <a:cubicBezTo>
                        <a:pt x="1564767" y="651034"/>
                        <a:pt x="1564767" y="672084"/>
                        <a:pt x="1591723" y="672084"/>
                      </a:cubicBezTo>
                      <a:cubicBezTo>
                        <a:pt x="1618679" y="672084"/>
                        <a:pt x="1618679" y="659797"/>
                        <a:pt x="1645634" y="659797"/>
                      </a:cubicBezTo>
                      <a:cubicBezTo>
                        <a:pt x="1672590" y="659797"/>
                        <a:pt x="1672590" y="682562"/>
                        <a:pt x="1699451" y="682562"/>
                      </a:cubicBezTo>
                      <a:cubicBezTo>
                        <a:pt x="1726311" y="682562"/>
                        <a:pt x="1726406" y="673417"/>
                        <a:pt x="1753362" y="673417"/>
                      </a:cubicBezTo>
                      <a:cubicBezTo>
                        <a:pt x="1780318" y="673417"/>
                        <a:pt x="1780318" y="659606"/>
                        <a:pt x="1807274" y="659606"/>
                      </a:cubicBezTo>
                      <a:cubicBezTo>
                        <a:pt x="1834229" y="659606"/>
                        <a:pt x="1848612" y="691896"/>
                        <a:pt x="1867662" y="672751"/>
                      </a:cubicBezTo>
                      <a:cubicBezTo>
                        <a:pt x="1886807" y="653605"/>
                        <a:pt x="1880140" y="640842"/>
                        <a:pt x="1871758" y="6094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
        <p:nvSpPr>
          <p:cNvPr id="277" name="Google Shape;277;p21"/>
          <p:cNvSpPr txBox="1"/>
          <p:nvPr>
            <p:ph type="title"/>
          </p:nvPr>
        </p:nvSpPr>
        <p:spPr>
          <a:xfrm>
            <a:off x="1813500" y="1133425"/>
            <a:ext cx="55170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78" name="Google Shape;278;p21"/>
          <p:cNvSpPr txBox="1"/>
          <p:nvPr>
            <p:ph idx="1" type="subTitle"/>
          </p:nvPr>
        </p:nvSpPr>
        <p:spPr>
          <a:xfrm>
            <a:off x="1813500" y="1629925"/>
            <a:ext cx="5517000" cy="238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279" name="Shape 279"/>
        <p:cNvGrpSpPr/>
        <p:nvPr/>
      </p:nvGrpSpPr>
      <p:grpSpPr>
        <a:xfrm>
          <a:off x="0" y="0"/>
          <a:ext cx="0" cy="0"/>
          <a:chOff x="0" y="0"/>
          <a:chExt cx="0" cy="0"/>
        </a:xfrm>
      </p:grpSpPr>
      <p:sp>
        <p:nvSpPr>
          <p:cNvPr id="280" name="Google Shape;280;p22"/>
          <p:cNvSpPr/>
          <p:nvPr/>
        </p:nvSpPr>
        <p:spPr>
          <a:xfrm>
            <a:off x="295800" y="295800"/>
            <a:ext cx="8553691" cy="4749438"/>
          </a:xfrm>
          <a:custGeom>
            <a:rect b="b" l="l" r="r" t="t"/>
            <a:pathLst>
              <a:path extrusionOk="0" h="1027461" w="1648110">
                <a:moveTo>
                  <a:pt x="1648111" y="0"/>
                </a:moveTo>
                <a:lnTo>
                  <a:pt x="1648111" y="1027462"/>
                </a:lnTo>
                <a:cubicBezTo>
                  <a:pt x="1646206" y="1026986"/>
                  <a:pt x="1644396" y="1026890"/>
                  <a:pt x="1642396" y="1026890"/>
                </a:cubicBezTo>
                <a:cubicBezTo>
                  <a:pt x="1631537" y="1027271"/>
                  <a:pt x="1621727" y="1023461"/>
                  <a:pt x="1612678" y="1018984"/>
                </a:cubicBezTo>
                <a:cubicBezTo>
                  <a:pt x="1598581" y="1011936"/>
                  <a:pt x="1585722" y="983075"/>
                  <a:pt x="1571435" y="976408"/>
                </a:cubicBezTo>
                <a:cubicBezTo>
                  <a:pt x="1560767" y="971359"/>
                  <a:pt x="1550003" y="967264"/>
                  <a:pt x="1537240" y="966216"/>
                </a:cubicBezTo>
                <a:cubicBezTo>
                  <a:pt x="1527905" y="965549"/>
                  <a:pt x="1516856" y="957834"/>
                  <a:pt x="1508284" y="950690"/>
                </a:cubicBezTo>
                <a:cubicBezTo>
                  <a:pt x="1501616" y="945071"/>
                  <a:pt x="1494663" y="942404"/>
                  <a:pt x="1486662" y="941737"/>
                </a:cubicBezTo>
                <a:cubicBezTo>
                  <a:pt x="1480376" y="941165"/>
                  <a:pt x="1474184" y="941642"/>
                  <a:pt x="1468374" y="937546"/>
                </a:cubicBezTo>
                <a:cubicBezTo>
                  <a:pt x="1465326" y="935450"/>
                  <a:pt x="1460659" y="954881"/>
                  <a:pt x="1456658" y="956691"/>
                </a:cubicBezTo>
                <a:cubicBezTo>
                  <a:pt x="1445705" y="961263"/>
                  <a:pt x="1434560" y="964883"/>
                  <a:pt x="1422464" y="961549"/>
                </a:cubicBezTo>
                <a:cubicBezTo>
                  <a:pt x="1419701" y="960692"/>
                  <a:pt x="1416749" y="961454"/>
                  <a:pt x="1414367" y="962787"/>
                </a:cubicBezTo>
                <a:cubicBezTo>
                  <a:pt x="1404080" y="968883"/>
                  <a:pt x="1391698" y="993838"/>
                  <a:pt x="1381125" y="992410"/>
                </a:cubicBezTo>
                <a:cubicBezTo>
                  <a:pt x="1363980" y="990029"/>
                  <a:pt x="1348169" y="996696"/>
                  <a:pt x="1331214" y="995458"/>
                </a:cubicBezTo>
                <a:cubicBezTo>
                  <a:pt x="1315022" y="994220"/>
                  <a:pt x="1298448" y="987838"/>
                  <a:pt x="1282351" y="991362"/>
                </a:cubicBezTo>
                <a:cubicBezTo>
                  <a:pt x="1267015" y="994791"/>
                  <a:pt x="1253490" y="1003745"/>
                  <a:pt x="1239774" y="1000601"/>
                </a:cubicBezTo>
                <a:cubicBezTo>
                  <a:pt x="1230249" y="998506"/>
                  <a:pt x="1221200" y="1002316"/>
                  <a:pt x="1211390" y="999649"/>
                </a:cubicBezTo>
                <a:cubicBezTo>
                  <a:pt x="1204151" y="997744"/>
                  <a:pt x="1195483" y="1001173"/>
                  <a:pt x="1187958" y="1004983"/>
                </a:cubicBezTo>
                <a:cubicBezTo>
                  <a:pt x="1181195" y="1008221"/>
                  <a:pt x="1173385" y="1007936"/>
                  <a:pt x="1165860" y="1004125"/>
                </a:cubicBezTo>
                <a:cubicBezTo>
                  <a:pt x="1160145" y="1001458"/>
                  <a:pt x="1153763" y="993077"/>
                  <a:pt x="1147191" y="992219"/>
                </a:cubicBezTo>
                <a:cubicBezTo>
                  <a:pt x="1141095" y="991362"/>
                  <a:pt x="1133189" y="993743"/>
                  <a:pt x="1128903" y="988409"/>
                </a:cubicBezTo>
                <a:cubicBezTo>
                  <a:pt x="1118521" y="975836"/>
                  <a:pt x="1099471" y="984123"/>
                  <a:pt x="1089470" y="971359"/>
                </a:cubicBezTo>
                <a:cubicBezTo>
                  <a:pt x="1088517" y="970312"/>
                  <a:pt x="1085279" y="971264"/>
                  <a:pt x="1083088" y="971169"/>
                </a:cubicBezTo>
                <a:cubicBezTo>
                  <a:pt x="1080611" y="971074"/>
                  <a:pt x="1078040" y="971264"/>
                  <a:pt x="1075849" y="970502"/>
                </a:cubicBezTo>
                <a:cubicBezTo>
                  <a:pt x="1064609" y="966692"/>
                  <a:pt x="1053941" y="968788"/>
                  <a:pt x="1045845" y="976217"/>
                </a:cubicBezTo>
                <a:cubicBezTo>
                  <a:pt x="1032986" y="988219"/>
                  <a:pt x="1021366" y="985933"/>
                  <a:pt x="1007364" y="978313"/>
                </a:cubicBezTo>
                <a:cubicBezTo>
                  <a:pt x="995648" y="972026"/>
                  <a:pt x="982599" y="956786"/>
                  <a:pt x="968693" y="958882"/>
                </a:cubicBezTo>
                <a:cubicBezTo>
                  <a:pt x="946214" y="962120"/>
                  <a:pt x="923735" y="952024"/>
                  <a:pt x="901732" y="957739"/>
                </a:cubicBezTo>
                <a:cubicBezTo>
                  <a:pt x="893445" y="959929"/>
                  <a:pt x="884206" y="961168"/>
                  <a:pt x="876205" y="963454"/>
                </a:cubicBezTo>
                <a:cubicBezTo>
                  <a:pt x="860679" y="967931"/>
                  <a:pt x="847725" y="960787"/>
                  <a:pt x="833914" y="958215"/>
                </a:cubicBezTo>
                <a:cubicBezTo>
                  <a:pt x="826198" y="956786"/>
                  <a:pt x="819531" y="964883"/>
                  <a:pt x="810577" y="966597"/>
                </a:cubicBezTo>
                <a:cubicBezTo>
                  <a:pt x="805815" y="967454"/>
                  <a:pt x="800672" y="970121"/>
                  <a:pt x="795242" y="968121"/>
                </a:cubicBezTo>
                <a:cubicBezTo>
                  <a:pt x="789337" y="965740"/>
                  <a:pt x="783812" y="966502"/>
                  <a:pt x="777716" y="968978"/>
                </a:cubicBezTo>
                <a:cubicBezTo>
                  <a:pt x="769906" y="972121"/>
                  <a:pt x="761238" y="973646"/>
                  <a:pt x="752856" y="972788"/>
                </a:cubicBezTo>
                <a:cubicBezTo>
                  <a:pt x="745046" y="972121"/>
                  <a:pt x="737521" y="974884"/>
                  <a:pt x="732092" y="977932"/>
                </a:cubicBezTo>
                <a:cubicBezTo>
                  <a:pt x="722186" y="983647"/>
                  <a:pt x="713423" y="984599"/>
                  <a:pt x="703993" y="979361"/>
                </a:cubicBezTo>
                <a:cubicBezTo>
                  <a:pt x="687991" y="970598"/>
                  <a:pt x="673418" y="976694"/>
                  <a:pt x="659892" y="988504"/>
                </a:cubicBezTo>
                <a:cubicBezTo>
                  <a:pt x="657987" y="990124"/>
                  <a:pt x="656463" y="991457"/>
                  <a:pt x="653510" y="990600"/>
                </a:cubicBezTo>
                <a:cubicBezTo>
                  <a:pt x="641509" y="987076"/>
                  <a:pt x="629507" y="983456"/>
                  <a:pt x="616744" y="983456"/>
                </a:cubicBezTo>
                <a:cubicBezTo>
                  <a:pt x="598742" y="983552"/>
                  <a:pt x="580168" y="973455"/>
                  <a:pt x="562547" y="985552"/>
                </a:cubicBezTo>
                <a:cubicBezTo>
                  <a:pt x="561975" y="986028"/>
                  <a:pt x="560832" y="986028"/>
                  <a:pt x="559880" y="985933"/>
                </a:cubicBezTo>
                <a:cubicBezTo>
                  <a:pt x="541211" y="985552"/>
                  <a:pt x="522637" y="984790"/>
                  <a:pt x="503872" y="986981"/>
                </a:cubicBezTo>
                <a:cubicBezTo>
                  <a:pt x="487204" y="989076"/>
                  <a:pt x="470916" y="997649"/>
                  <a:pt x="456343" y="990886"/>
                </a:cubicBezTo>
                <a:cubicBezTo>
                  <a:pt x="439674" y="983075"/>
                  <a:pt x="425101" y="982504"/>
                  <a:pt x="409670" y="991076"/>
                </a:cubicBezTo>
                <a:cubicBezTo>
                  <a:pt x="405098" y="993553"/>
                  <a:pt x="401384" y="992600"/>
                  <a:pt x="397669" y="990124"/>
                </a:cubicBezTo>
                <a:cubicBezTo>
                  <a:pt x="391287" y="985933"/>
                  <a:pt x="384143" y="984504"/>
                  <a:pt x="376523" y="984409"/>
                </a:cubicBezTo>
                <a:cubicBezTo>
                  <a:pt x="363569" y="984218"/>
                  <a:pt x="348710" y="986409"/>
                  <a:pt x="336042" y="984409"/>
                </a:cubicBezTo>
                <a:cubicBezTo>
                  <a:pt x="318326" y="981266"/>
                  <a:pt x="307372" y="951833"/>
                  <a:pt x="288608" y="956024"/>
                </a:cubicBezTo>
                <a:cubicBezTo>
                  <a:pt x="287179" y="956215"/>
                  <a:pt x="285655" y="955072"/>
                  <a:pt x="284131" y="954881"/>
                </a:cubicBezTo>
                <a:cubicBezTo>
                  <a:pt x="264319" y="950881"/>
                  <a:pt x="244697" y="942499"/>
                  <a:pt x="224123" y="951929"/>
                </a:cubicBezTo>
                <a:cubicBezTo>
                  <a:pt x="220694" y="953453"/>
                  <a:pt x="216884" y="952119"/>
                  <a:pt x="213455" y="950309"/>
                </a:cubicBezTo>
                <a:cubicBezTo>
                  <a:pt x="188786" y="936974"/>
                  <a:pt x="159639" y="956500"/>
                  <a:pt x="134874" y="964692"/>
                </a:cubicBezTo>
                <a:cubicBezTo>
                  <a:pt x="126968" y="967264"/>
                  <a:pt x="117729" y="968312"/>
                  <a:pt x="111633" y="963740"/>
                </a:cubicBezTo>
                <a:cubicBezTo>
                  <a:pt x="99727" y="954881"/>
                  <a:pt x="87249" y="949262"/>
                  <a:pt x="72485" y="948404"/>
                </a:cubicBezTo>
                <a:cubicBezTo>
                  <a:pt x="71628" y="948404"/>
                  <a:pt x="70771" y="947833"/>
                  <a:pt x="70009" y="947261"/>
                </a:cubicBezTo>
                <a:cubicBezTo>
                  <a:pt x="65723" y="943832"/>
                  <a:pt x="61151" y="944213"/>
                  <a:pt x="56102" y="945833"/>
                </a:cubicBezTo>
                <a:cubicBezTo>
                  <a:pt x="44672" y="949547"/>
                  <a:pt x="33338" y="950309"/>
                  <a:pt x="23051" y="941832"/>
                </a:cubicBezTo>
                <a:cubicBezTo>
                  <a:pt x="21907" y="940784"/>
                  <a:pt x="19526" y="940594"/>
                  <a:pt x="17812" y="940784"/>
                </a:cubicBezTo>
                <a:cubicBezTo>
                  <a:pt x="13145" y="941356"/>
                  <a:pt x="10477" y="938594"/>
                  <a:pt x="7906" y="935260"/>
                </a:cubicBezTo>
                <a:cubicBezTo>
                  <a:pt x="5620" y="932117"/>
                  <a:pt x="2857" y="946499"/>
                  <a:pt x="0" y="944213"/>
                </a:cubicBezTo>
                <a:lnTo>
                  <a:pt x="0" y="0"/>
                </a:lnTo>
                <a:lnTo>
                  <a:pt x="1648111"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 name="Google Shape;281;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2" name="Google Shape;282;p22"/>
          <p:cNvSpPr txBox="1"/>
          <p:nvPr>
            <p:ph idx="1" type="subTitle"/>
          </p:nvPr>
        </p:nvSpPr>
        <p:spPr>
          <a:xfrm>
            <a:off x="4958039" y="2728348"/>
            <a:ext cx="2754900" cy="101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3" name="Google Shape;283;p22"/>
          <p:cNvSpPr txBox="1"/>
          <p:nvPr>
            <p:ph idx="2" type="subTitle"/>
          </p:nvPr>
        </p:nvSpPr>
        <p:spPr>
          <a:xfrm>
            <a:off x="1431061" y="2728348"/>
            <a:ext cx="2754900" cy="101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4" name="Google Shape;284;p22"/>
          <p:cNvSpPr txBox="1"/>
          <p:nvPr>
            <p:ph idx="3" type="subTitle"/>
          </p:nvPr>
        </p:nvSpPr>
        <p:spPr>
          <a:xfrm>
            <a:off x="1431061" y="2240725"/>
            <a:ext cx="2754900" cy="55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5" name="Google Shape;285;p22"/>
          <p:cNvSpPr txBox="1"/>
          <p:nvPr>
            <p:ph idx="4" type="subTitle"/>
          </p:nvPr>
        </p:nvSpPr>
        <p:spPr>
          <a:xfrm>
            <a:off x="4958039" y="2240725"/>
            <a:ext cx="2754900" cy="55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286" name="Shape 286"/>
        <p:cNvGrpSpPr/>
        <p:nvPr/>
      </p:nvGrpSpPr>
      <p:grpSpPr>
        <a:xfrm>
          <a:off x="0" y="0"/>
          <a:ext cx="0" cy="0"/>
          <a:chOff x="0" y="0"/>
          <a:chExt cx="0" cy="0"/>
        </a:xfrm>
      </p:grpSpPr>
      <p:grpSp>
        <p:nvGrpSpPr>
          <p:cNvPr id="287" name="Google Shape;287;p23"/>
          <p:cNvGrpSpPr/>
          <p:nvPr/>
        </p:nvGrpSpPr>
        <p:grpSpPr>
          <a:xfrm>
            <a:off x="0" y="295800"/>
            <a:ext cx="8874767" cy="4846085"/>
            <a:chOff x="0" y="295800"/>
            <a:chExt cx="8874767" cy="4846085"/>
          </a:xfrm>
        </p:grpSpPr>
        <p:sp>
          <p:nvSpPr>
            <p:cNvPr id="288" name="Google Shape;288;p23"/>
            <p:cNvSpPr/>
            <p:nvPr/>
          </p:nvSpPr>
          <p:spPr>
            <a:xfrm>
              <a:off x="0" y="2698075"/>
              <a:ext cx="2178676" cy="2443810"/>
            </a:xfrm>
            <a:custGeom>
              <a:rect b="b" l="l" r="r" t="t"/>
              <a:pathLst>
                <a:path extrusionOk="0" h="2040760" w="1819354">
                  <a:moveTo>
                    <a:pt x="1746836" y="2000838"/>
                  </a:moveTo>
                  <a:cubicBezTo>
                    <a:pt x="1729118" y="1982933"/>
                    <a:pt x="1707662" y="1972055"/>
                    <a:pt x="1688186" y="1957626"/>
                  </a:cubicBezTo>
                  <a:cubicBezTo>
                    <a:pt x="1666842" y="1941851"/>
                    <a:pt x="1644712" y="1928507"/>
                    <a:pt x="1630994" y="1902191"/>
                  </a:cubicBezTo>
                  <a:cubicBezTo>
                    <a:pt x="1621200" y="1883463"/>
                    <a:pt x="1602622" y="1866791"/>
                    <a:pt x="1581315" y="1854941"/>
                  </a:cubicBezTo>
                  <a:cubicBezTo>
                    <a:pt x="1561540" y="1843952"/>
                    <a:pt x="1539112" y="1834457"/>
                    <a:pt x="1529954" y="1808963"/>
                  </a:cubicBezTo>
                  <a:cubicBezTo>
                    <a:pt x="1522253" y="1787544"/>
                    <a:pt x="1509058" y="1769788"/>
                    <a:pt x="1481209" y="1771022"/>
                  </a:cubicBezTo>
                  <a:cubicBezTo>
                    <a:pt x="1471117" y="1771470"/>
                    <a:pt x="1458482" y="1768480"/>
                    <a:pt x="1452389" y="1760181"/>
                  </a:cubicBezTo>
                  <a:cubicBezTo>
                    <a:pt x="1429923" y="1729679"/>
                    <a:pt x="1395907" y="1725417"/>
                    <a:pt x="1363273" y="1721081"/>
                  </a:cubicBezTo>
                  <a:cubicBezTo>
                    <a:pt x="1343424" y="1718465"/>
                    <a:pt x="1324510" y="1708260"/>
                    <a:pt x="1303763" y="1712596"/>
                  </a:cubicBezTo>
                  <a:cubicBezTo>
                    <a:pt x="1282681" y="1717007"/>
                    <a:pt x="1261598" y="1715362"/>
                    <a:pt x="1241599" y="1708708"/>
                  </a:cubicBezTo>
                  <a:cubicBezTo>
                    <a:pt x="1224516" y="1703026"/>
                    <a:pt x="1207284" y="1700073"/>
                    <a:pt x="1190051" y="1702316"/>
                  </a:cubicBezTo>
                  <a:cubicBezTo>
                    <a:pt x="1136784" y="1709232"/>
                    <a:pt x="1086619" y="1692074"/>
                    <a:pt x="1035183" y="1684598"/>
                  </a:cubicBezTo>
                  <a:cubicBezTo>
                    <a:pt x="1028455" y="1683626"/>
                    <a:pt x="1023483" y="1679813"/>
                    <a:pt x="1020156" y="1674206"/>
                  </a:cubicBezTo>
                  <a:cubicBezTo>
                    <a:pt x="1011932" y="1660450"/>
                    <a:pt x="1002438" y="1661422"/>
                    <a:pt x="988270" y="1666842"/>
                  </a:cubicBezTo>
                  <a:cubicBezTo>
                    <a:pt x="963375" y="1676337"/>
                    <a:pt x="935003" y="1679776"/>
                    <a:pt x="911117" y="1669197"/>
                  </a:cubicBezTo>
                  <a:cubicBezTo>
                    <a:pt x="884165" y="1657272"/>
                    <a:pt x="868054" y="1633386"/>
                    <a:pt x="867232" y="1600790"/>
                  </a:cubicBezTo>
                  <a:cubicBezTo>
                    <a:pt x="866335" y="1565690"/>
                    <a:pt x="850896" y="1550812"/>
                    <a:pt x="815721" y="1546925"/>
                  </a:cubicBezTo>
                  <a:cubicBezTo>
                    <a:pt x="806787" y="1545953"/>
                    <a:pt x="799535" y="1543822"/>
                    <a:pt x="795274" y="1535038"/>
                  </a:cubicBezTo>
                  <a:cubicBezTo>
                    <a:pt x="777929" y="1499526"/>
                    <a:pt x="757931" y="1465734"/>
                    <a:pt x="732063" y="1435605"/>
                  </a:cubicBezTo>
                  <a:cubicBezTo>
                    <a:pt x="727129" y="1429848"/>
                    <a:pt x="721597" y="1423905"/>
                    <a:pt x="721223" y="1415644"/>
                  </a:cubicBezTo>
                  <a:cubicBezTo>
                    <a:pt x="718681" y="1359236"/>
                    <a:pt x="674086" y="1328696"/>
                    <a:pt x="640929" y="1293259"/>
                  </a:cubicBezTo>
                  <a:cubicBezTo>
                    <a:pt x="624444" y="1275653"/>
                    <a:pt x="603063" y="1261673"/>
                    <a:pt x="587961" y="1241263"/>
                  </a:cubicBezTo>
                  <a:cubicBezTo>
                    <a:pt x="579774" y="1230198"/>
                    <a:pt x="569345" y="1219993"/>
                    <a:pt x="557981" y="1212255"/>
                  </a:cubicBezTo>
                  <a:cubicBezTo>
                    <a:pt x="534133" y="1196032"/>
                    <a:pt x="509648" y="1179996"/>
                    <a:pt x="495369" y="1154614"/>
                  </a:cubicBezTo>
                  <a:cubicBezTo>
                    <a:pt x="482360" y="1131551"/>
                    <a:pt x="454138" y="1117458"/>
                    <a:pt x="454811" y="1086245"/>
                  </a:cubicBezTo>
                  <a:cubicBezTo>
                    <a:pt x="454923" y="1081386"/>
                    <a:pt x="450886" y="1076265"/>
                    <a:pt x="446026" y="1075367"/>
                  </a:cubicBezTo>
                  <a:cubicBezTo>
                    <a:pt x="423486" y="1071143"/>
                    <a:pt x="409505" y="1052603"/>
                    <a:pt x="390366" y="1043070"/>
                  </a:cubicBezTo>
                  <a:cubicBezTo>
                    <a:pt x="368013" y="1031968"/>
                    <a:pt x="361845" y="1011484"/>
                    <a:pt x="361733" y="991037"/>
                  </a:cubicBezTo>
                  <a:cubicBezTo>
                    <a:pt x="361546" y="956123"/>
                    <a:pt x="352500" y="922966"/>
                    <a:pt x="341248" y="891529"/>
                  </a:cubicBezTo>
                  <a:cubicBezTo>
                    <a:pt x="330931" y="862671"/>
                    <a:pt x="323941" y="837327"/>
                    <a:pt x="335006" y="807049"/>
                  </a:cubicBezTo>
                  <a:cubicBezTo>
                    <a:pt x="344949" y="779836"/>
                    <a:pt x="339080" y="768136"/>
                    <a:pt x="314708" y="752361"/>
                  </a:cubicBezTo>
                  <a:cubicBezTo>
                    <a:pt x="304466" y="745745"/>
                    <a:pt x="302260" y="737708"/>
                    <a:pt x="300541" y="726606"/>
                  </a:cubicBezTo>
                  <a:cubicBezTo>
                    <a:pt x="295420" y="693673"/>
                    <a:pt x="297176" y="659507"/>
                    <a:pt x="283719" y="627995"/>
                  </a:cubicBezTo>
                  <a:cubicBezTo>
                    <a:pt x="280243" y="619809"/>
                    <a:pt x="280804" y="611361"/>
                    <a:pt x="286037" y="603960"/>
                  </a:cubicBezTo>
                  <a:cubicBezTo>
                    <a:pt x="292466" y="594951"/>
                    <a:pt x="289850" y="587138"/>
                    <a:pt x="284355" y="578915"/>
                  </a:cubicBezTo>
                  <a:cubicBezTo>
                    <a:pt x="275458" y="565532"/>
                    <a:pt x="266711" y="552038"/>
                    <a:pt x="258525" y="538207"/>
                  </a:cubicBezTo>
                  <a:cubicBezTo>
                    <a:pt x="251273" y="525946"/>
                    <a:pt x="243161" y="508602"/>
                    <a:pt x="249367" y="498770"/>
                  </a:cubicBezTo>
                  <a:cubicBezTo>
                    <a:pt x="264020" y="475445"/>
                    <a:pt x="250637" y="461764"/>
                    <a:pt x="239610" y="445166"/>
                  </a:cubicBezTo>
                  <a:cubicBezTo>
                    <a:pt x="233891" y="436532"/>
                    <a:pt x="228209" y="426775"/>
                    <a:pt x="226303" y="416832"/>
                  </a:cubicBezTo>
                  <a:cubicBezTo>
                    <a:pt x="216359" y="365546"/>
                    <a:pt x="187016" y="319231"/>
                    <a:pt x="187501" y="265291"/>
                  </a:cubicBezTo>
                  <a:cubicBezTo>
                    <a:pt x="187501" y="261328"/>
                    <a:pt x="186081" y="256731"/>
                    <a:pt x="183838" y="253478"/>
                  </a:cubicBezTo>
                  <a:cubicBezTo>
                    <a:pt x="163765" y="224396"/>
                    <a:pt x="146869" y="192884"/>
                    <a:pt x="121001" y="168176"/>
                  </a:cubicBezTo>
                  <a:cubicBezTo>
                    <a:pt x="93115" y="141523"/>
                    <a:pt x="69491" y="113525"/>
                    <a:pt x="54875" y="75808"/>
                  </a:cubicBezTo>
                  <a:cubicBezTo>
                    <a:pt x="43810" y="47586"/>
                    <a:pt x="22129" y="21681"/>
                    <a:pt x="0" y="0"/>
                  </a:cubicBezTo>
                  <a:lnTo>
                    <a:pt x="0" y="2040761"/>
                  </a:lnTo>
                  <a:lnTo>
                    <a:pt x="1819355" y="2040761"/>
                  </a:lnTo>
                  <a:cubicBezTo>
                    <a:pt x="1813225" y="2037396"/>
                    <a:pt x="1806982" y="2034182"/>
                    <a:pt x="1800553" y="2031154"/>
                  </a:cubicBezTo>
                  <a:cubicBezTo>
                    <a:pt x="1782161" y="2022556"/>
                    <a:pt x="1760742" y="2014893"/>
                    <a:pt x="1746836" y="200080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9" name="Google Shape;289;p23"/>
            <p:cNvGrpSpPr/>
            <p:nvPr/>
          </p:nvGrpSpPr>
          <p:grpSpPr>
            <a:xfrm>
              <a:off x="295800" y="295800"/>
              <a:ext cx="8578967" cy="4556925"/>
              <a:chOff x="295800" y="295800"/>
              <a:chExt cx="8578967" cy="4556925"/>
            </a:xfrm>
          </p:grpSpPr>
          <p:grpSp>
            <p:nvGrpSpPr>
              <p:cNvPr id="290" name="Google Shape;290;p23"/>
              <p:cNvGrpSpPr/>
              <p:nvPr/>
            </p:nvGrpSpPr>
            <p:grpSpPr>
              <a:xfrm>
                <a:off x="295800" y="295800"/>
                <a:ext cx="8578967" cy="4556925"/>
                <a:chOff x="295800" y="295800"/>
                <a:chExt cx="8578967" cy="4556925"/>
              </a:xfrm>
            </p:grpSpPr>
            <p:sp>
              <p:nvSpPr>
                <p:cNvPr id="291" name="Google Shape;291;p23"/>
                <p:cNvSpPr/>
                <p:nvPr/>
              </p:nvSpPr>
              <p:spPr>
                <a:xfrm>
                  <a:off x="295800" y="295800"/>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 name="Google Shape;292;p23"/>
                <p:cNvSpPr/>
                <p:nvPr/>
              </p:nvSpPr>
              <p:spPr>
                <a:xfrm>
                  <a:off x="295800" y="1646161"/>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a:latin typeface="Anaheim"/>
                    <a:ea typeface="Anaheim"/>
                    <a:cs typeface="Anaheim"/>
                    <a:sym typeface="Anaheim"/>
                  </a:endParaRPr>
                </a:p>
              </p:txBody>
            </p:sp>
            <p:sp>
              <p:nvSpPr>
                <p:cNvPr id="293" name="Google Shape;293;p23"/>
                <p:cNvSpPr/>
                <p:nvPr/>
              </p:nvSpPr>
              <p:spPr>
                <a:xfrm rot="-5400000">
                  <a:off x="3678874" y="-343168"/>
                  <a:ext cx="4554744" cy="5837042"/>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 name="Google Shape;294;p23"/>
                <p:cNvSpPr/>
                <p:nvPr/>
              </p:nvSpPr>
              <p:spPr>
                <a:xfrm>
                  <a:off x="295800" y="2996523"/>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a:latin typeface="Anaheim"/>
                    <a:ea typeface="Anaheim"/>
                    <a:cs typeface="Anaheim"/>
                    <a:sym typeface="Anaheim"/>
                  </a:endParaRPr>
                </a:p>
              </p:txBody>
            </p:sp>
            <p:sp>
              <p:nvSpPr>
                <p:cNvPr id="295" name="Google Shape;295;p23"/>
                <p:cNvSpPr/>
                <p:nvPr/>
              </p:nvSpPr>
              <p:spPr>
                <a:xfrm flipH="1" rot="-5400000">
                  <a:off x="3678874" y="-343168"/>
                  <a:ext cx="4554744" cy="5837042"/>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96" name="Google Shape;296;p23"/>
              <p:cNvSpPr/>
              <p:nvPr/>
            </p:nvSpPr>
            <p:spPr>
              <a:xfrm>
                <a:off x="295800" y="4821175"/>
                <a:ext cx="8447700" cy="27900"/>
              </a:xfrm>
              <a:prstGeom prst="rect">
                <a:avLst/>
              </a:prstGeom>
              <a:solidFill>
                <a:schemeClr val="lt1"/>
              </a:solidFill>
              <a:ln>
                <a:noFill/>
              </a:ln>
              <a:effectLst>
                <a:outerShdw rotWithShape="0" algn="bl" dir="5400000" dist="28575">
                  <a:srgbClr val="260D03">
                    <a:alpha val="12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ctor"/>
                  <a:ea typeface="Actor"/>
                  <a:cs typeface="Actor"/>
                  <a:sym typeface="Actor"/>
                </a:endParaRPr>
              </a:p>
            </p:txBody>
          </p:sp>
        </p:grpSp>
      </p:grpSp>
      <p:sp>
        <p:nvSpPr>
          <p:cNvPr id="297" name="Google Shape;297;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98" name="Google Shape;298;p23"/>
          <p:cNvSpPr txBox="1"/>
          <p:nvPr>
            <p:ph idx="1" type="subTitle"/>
          </p:nvPr>
        </p:nvSpPr>
        <p:spPr>
          <a:xfrm>
            <a:off x="4692742" y="1361375"/>
            <a:ext cx="3612300" cy="3181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9" name="Google Shape;299;p23"/>
          <p:cNvSpPr txBox="1"/>
          <p:nvPr>
            <p:ph idx="2" type="subTitle"/>
          </p:nvPr>
        </p:nvSpPr>
        <p:spPr>
          <a:xfrm>
            <a:off x="838958" y="1361375"/>
            <a:ext cx="3612300" cy="3181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TITLE_AND_TWO_COLUMNS_1_1_1">
    <p:spTree>
      <p:nvGrpSpPr>
        <p:cNvPr id="300" name="Shape 300"/>
        <p:cNvGrpSpPr/>
        <p:nvPr/>
      </p:nvGrpSpPr>
      <p:grpSpPr>
        <a:xfrm>
          <a:off x="0" y="0"/>
          <a:ext cx="0" cy="0"/>
          <a:chOff x="0" y="0"/>
          <a:chExt cx="0" cy="0"/>
        </a:xfrm>
      </p:grpSpPr>
      <p:sp>
        <p:nvSpPr>
          <p:cNvPr id="301" name="Google Shape;301;p24"/>
          <p:cNvSpPr/>
          <p:nvPr/>
        </p:nvSpPr>
        <p:spPr>
          <a:xfrm flipH="1" rot="5400000">
            <a:off x="394492" y="3212301"/>
            <a:ext cx="1564134" cy="2353140"/>
          </a:xfrm>
          <a:custGeom>
            <a:rect b="b" l="l" r="r" t="t"/>
            <a:pathLst>
              <a:path extrusionOk="0" h="3447824" w="2291771">
                <a:moveTo>
                  <a:pt x="2270256" y="3440943"/>
                </a:moveTo>
                <a:cubicBezTo>
                  <a:pt x="2230562" y="3431238"/>
                  <a:pt x="2191792" y="3417887"/>
                  <a:pt x="2152766" y="3405614"/>
                </a:cubicBezTo>
                <a:cubicBezTo>
                  <a:pt x="2127604" y="3397655"/>
                  <a:pt x="2106756" y="3384817"/>
                  <a:pt x="2096640" y="3357909"/>
                </a:cubicBezTo>
                <a:cubicBezTo>
                  <a:pt x="2075278" y="3300962"/>
                  <a:pt x="2041849" y="3260446"/>
                  <a:pt x="1973707" y="3257263"/>
                </a:cubicBezTo>
                <a:cubicBezTo>
                  <a:pt x="1929186" y="3255209"/>
                  <a:pt x="1894165" y="3227531"/>
                  <a:pt x="1876500" y="3187631"/>
                </a:cubicBezTo>
                <a:cubicBezTo>
                  <a:pt x="1863560" y="3158413"/>
                  <a:pt x="1861198" y="3124265"/>
                  <a:pt x="1855652" y="3092068"/>
                </a:cubicBezTo>
                <a:cubicBezTo>
                  <a:pt x="1852879" y="3076149"/>
                  <a:pt x="1846358" y="3063466"/>
                  <a:pt x="1835420" y="3051861"/>
                </a:cubicBezTo>
                <a:cubicBezTo>
                  <a:pt x="1804045" y="3018586"/>
                  <a:pt x="1772053" y="2985619"/>
                  <a:pt x="1755878" y="2941303"/>
                </a:cubicBezTo>
                <a:cubicBezTo>
                  <a:pt x="1752078" y="2930931"/>
                  <a:pt x="1742835" y="2925744"/>
                  <a:pt x="1734157" y="2920455"/>
                </a:cubicBezTo>
                <a:cubicBezTo>
                  <a:pt x="1707147" y="2904125"/>
                  <a:pt x="1679828" y="2888309"/>
                  <a:pt x="1652920" y="2871878"/>
                </a:cubicBezTo>
                <a:cubicBezTo>
                  <a:pt x="1639877" y="2863918"/>
                  <a:pt x="1623651" y="2857602"/>
                  <a:pt x="1615435" y="2845894"/>
                </a:cubicBezTo>
                <a:cubicBezTo>
                  <a:pt x="1581954" y="2798241"/>
                  <a:pt x="1554584" y="2746685"/>
                  <a:pt x="1537485" y="2690919"/>
                </a:cubicBezTo>
                <a:cubicBezTo>
                  <a:pt x="1519512" y="2632327"/>
                  <a:pt x="1503953" y="2573480"/>
                  <a:pt x="1461434" y="2526186"/>
                </a:cubicBezTo>
                <a:cubicBezTo>
                  <a:pt x="1445670" y="2508676"/>
                  <a:pt x="1438327" y="2485825"/>
                  <a:pt x="1429084" y="2464001"/>
                </a:cubicBezTo>
                <a:cubicBezTo>
                  <a:pt x="1402844" y="2401969"/>
                  <a:pt x="1387901" y="2335573"/>
                  <a:pt x="1354779" y="2276109"/>
                </a:cubicBezTo>
                <a:cubicBezTo>
                  <a:pt x="1336910" y="2244015"/>
                  <a:pt x="1311183" y="2215208"/>
                  <a:pt x="1281451" y="2202216"/>
                </a:cubicBezTo>
                <a:cubicBezTo>
                  <a:pt x="1238830" y="2183576"/>
                  <a:pt x="1204220" y="2146603"/>
                  <a:pt x="1154359" y="2144139"/>
                </a:cubicBezTo>
                <a:cubicBezTo>
                  <a:pt x="1150199" y="2143933"/>
                  <a:pt x="1144499" y="2139209"/>
                  <a:pt x="1142651" y="2135152"/>
                </a:cubicBezTo>
                <a:cubicBezTo>
                  <a:pt x="1122624" y="2091607"/>
                  <a:pt x="1084265" y="2059873"/>
                  <a:pt x="1067474" y="2013606"/>
                </a:cubicBezTo>
                <a:cubicBezTo>
                  <a:pt x="1057152" y="1985106"/>
                  <a:pt x="1051196" y="1951728"/>
                  <a:pt x="1019256" y="1934988"/>
                </a:cubicBezTo>
                <a:cubicBezTo>
                  <a:pt x="979664" y="1914243"/>
                  <a:pt x="969086" y="1875319"/>
                  <a:pt x="959946" y="1835985"/>
                </a:cubicBezTo>
                <a:cubicBezTo>
                  <a:pt x="951832" y="1801169"/>
                  <a:pt x="944130" y="1766251"/>
                  <a:pt x="936273" y="1731384"/>
                </a:cubicBezTo>
                <a:cubicBezTo>
                  <a:pt x="930727" y="1706889"/>
                  <a:pt x="917530" y="1690971"/>
                  <a:pt x="890623" y="1689790"/>
                </a:cubicBezTo>
                <a:cubicBezTo>
                  <a:pt x="883844" y="1689482"/>
                  <a:pt x="871674" y="1687684"/>
                  <a:pt x="880147" y="1679058"/>
                </a:cubicBezTo>
                <a:cubicBezTo>
                  <a:pt x="895398" y="1663498"/>
                  <a:pt x="880147" y="1656925"/>
                  <a:pt x="873831" y="1649120"/>
                </a:cubicBezTo>
                <a:cubicBezTo>
                  <a:pt x="859093" y="1630839"/>
                  <a:pt x="844099" y="1612251"/>
                  <a:pt x="826589" y="1596794"/>
                </a:cubicBezTo>
                <a:cubicBezTo>
                  <a:pt x="796343" y="1570092"/>
                  <a:pt x="797421" y="1518279"/>
                  <a:pt x="751617" y="1504517"/>
                </a:cubicBezTo>
                <a:cubicBezTo>
                  <a:pt x="750590" y="1504209"/>
                  <a:pt x="749512" y="1500615"/>
                  <a:pt x="749974" y="1499074"/>
                </a:cubicBezTo>
                <a:cubicBezTo>
                  <a:pt x="755776" y="1481204"/>
                  <a:pt x="741193" y="1477096"/>
                  <a:pt x="731128" y="1468777"/>
                </a:cubicBezTo>
                <a:cubicBezTo>
                  <a:pt x="717777" y="1457737"/>
                  <a:pt x="704785" y="1445721"/>
                  <a:pt x="694053" y="1432216"/>
                </a:cubicBezTo>
                <a:cubicBezTo>
                  <a:pt x="646965" y="1372957"/>
                  <a:pt x="604703" y="1313339"/>
                  <a:pt x="619184" y="1229125"/>
                </a:cubicBezTo>
                <a:cubicBezTo>
                  <a:pt x="626065" y="1189225"/>
                  <a:pt x="610608" y="1150199"/>
                  <a:pt x="569682" y="1128735"/>
                </a:cubicBezTo>
                <a:cubicBezTo>
                  <a:pt x="552428" y="1119697"/>
                  <a:pt x="542774" y="1101878"/>
                  <a:pt x="528448" y="1090684"/>
                </a:cubicBezTo>
                <a:cubicBezTo>
                  <a:pt x="486494" y="1057871"/>
                  <a:pt x="454657" y="1020539"/>
                  <a:pt x="447673" y="965697"/>
                </a:cubicBezTo>
                <a:cubicBezTo>
                  <a:pt x="446492" y="956351"/>
                  <a:pt x="442692" y="942795"/>
                  <a:pt x="427955" y="955735"/>
                </a:cubicBezTo>
                <a:cubicBezTo>
                  <a:pt x="421279" y="961589"/>
                  <a:pt x="410136" y="965543"/>
                  <a:pt x="406028" y="959637"/>
                </a:cubicBezTo>
                <a:cubicBezTo>
                  <a:pt x="401150" y="952500"/>
                  <a:pt x="402844" y="937608"/>
                  <a:pt x="410290" y="933141"/>
                </a:cubicBezTo>
                <a:cubicBezTo>
                  <a:pt x="426209" y="923589"/>
                  <a:pt x="421998" y="913114"/>
                  <a:pt x="415323" y="902330"/>
                </a:cubicBezTo>
                <a:cubicBezTo>
                  <a:pt x="395604" y="870288"/>
                  <a:pt x="386464" y="834907"/>
                  <a:pt x="380199" y="798397"/>
                </a:cubicBezTo>
                <a:cubicBezTo>
                  <a:pt x="379839" y="796394"/>
                  <a:pt x="376707" y="794905"/>
                  <a:pt x="374858" y="793211"/>
                </a:cubicBezTo>
                <a:cubicBezTo>
                  <a:pt x="366232" y="800656"/>
                  <a:pt x="373010" y="809591"/>
                  <a:pt x="369467" y="819245"/>
                </a:cubicBezTo>
                <a:cubicBezTo>
                  <a:pt x="347283" y="794186"/>
                  <a:pt x="367156" y="775033"/>
                  <a:pt x="371161" y="752592"/>
                </a:cubicBezTo>
                <a:cubicBezTo>
                  <a:pt x="381380" y="695080"/>
                  <a:pt x="380404" y="636181"/>
                  <a:pt x="345897" y="583803"/>
                </a:cubicBezTo>
                <a:cubicBezTo>
                  <a:pt x="335216" y="567628"/>
                  <a:pt x="325562" y="550785"/>
                  <a:pt x="315395" y="534302"/>
                </a:cubicBezTo>
                <a:cubicBezTo>
                  <a:pt x="264095" y="451011"/>
                  <a:pt x="212026" y="368183"/>
                  <a:pt x="192256" y="270103"/>
                </a:cubicBezTo>
                <a:cubicBezTo>
                  <a:pt x="189945" y="258498"/>
                  <a:pt x="181010" y="248434"/>
                  <a:pt x="176543" y="237085"/>
                </a:cubicBezTo>
                <a:cubicBezTo>
                  <a:pt x="160111" y="195594"/>
                  <a:pt x="115230" y="181678"/>
                  <a:pt x="90480" y="147633"/>
                </a:cubicBezTo>
                <a:cubicBezTo>
                  <a:pt x="79131" y="132073"/>
                  <a:pt x="76974" y="108401"/>
                  <a:pt x="58231" y="100750"/>
                </a:cubicBezTo>
                <a:cubicBezTo>
                  <a:pt x="41029" y="93715"/>
                  <a:pt x="35535" y="80928"/>
                  <a:pt x="31221" y="66447"/>
                </a:cubicBezTo>
                <a:cubicBezTo>
                  <a:pt x="24186" y="42724"/>
                  <a:pt x="11143" y="21824"/>
                  <a:pt x="0" y="0"/>
                </a:cubicBezTo>
                <a:lnTo>
                  <a:pt x="0" y="3447824"/>
                </a:lnTo>
                <a:lnTo>
                  <a:pt x="2291772" y="3447824"/>
                </a:lnTo>
                <a:cubicBezTo>
                  <a:pt x="2285250" y="3445205"/>
                  <a:pt x="2278112" y="3442894"/>
                  <a:pt x="2270256" y="34409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 name="Google Shape;302;p24"/>
          <p:cNvSpPr txBox="1"/>
          <p:nvPr>
            <p:ph idx="1" type="subTitle"/>
          </p:nvPr>
        </p:nvSpPr>
        <p:spPr>
          <a:xfrm>
            <a:off x="5027582" y="1615374"/>
            <a:ext cx="2829000" cy="289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3" name="Google Shape;303;p24"/>
          <p:cNvSpPr txBox="1"/>
          <p:nvPr>
            <p:ph idx="2" type="subTitle"/>
          </p:nvPr>
        </p:nvSpPr>
        <p:spPr>
          <a:xfrm>
            <a:off x="1287404" y="1615374"/>
            <a:ext cx="2829000" cy="289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4" name="Google Shape;304;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TITLE_AND_TWO_COLUMNS_1_1_1_1">
    <p:spTree>
      <p:nvGrpSpPr>
        <p:cNvPr id="305" name="Shape 305"/>
        <p:cNvGrpSpPr/>
        <p:nvPr/>
      </p:nvGrpSpPr>
      <p:grpSpPr>
        <a:xfrm>
          <a:off x="0" y="0"/>
          <a:ext cx="0" cy="0"/>
          <a:chOff x="0" y="0"/>
          <a:chExt cx="0" cy="0"/>
        </a:xfrm>
      </p:grpSpPr>
      <p:grpSp>
        <p:nvGrpSpPr>
          <p:cNvPr id="306" name="Google Shape;306;p25"/>
          <p:cNvGrpSpPr/>
          <p:nvPr/>
        </p:nvGrpSpPr>
        <p:grpSpPr>
          <a:xfrm>
            <a:off x="295800" y="295800"/>
            <a:ext cx="8578967" cy="4556925"/>
            <a:chOff x="295800" y="295800"/>
            <a:chExt cx="8578967" cy="4556925"/>
          </a:xfrm>
        </p:grpSpPr>
        <p:grpSp>
          <p:nvGrpSpPr>
            <p:cNvPr id="307" name="Google Shape;307;p25"/>
            <p:cNvGrpSpPr/>
            <p:nvPr/>
          </p:nvGrpSpPr>
          <p:grpSpPr>
            <a:xfrm>
              <a:off x="295800" y="295800"/>
              <a:ext cx="8578967" cy="4556925"/>
              <a:chOff x="295800" y="295800"/>
              <a:chExt cx="8578967" cy="4556925"/>
            </a:xfrm>
          </p:grpSpPr>
          <p:sp>
            <p:nvSpPr>
              <p:cNvPr id="308" name="Google Shape;308;p25"/>
              <p:cNvSpPr/>
              <p:nvPr/>
            </p:nvSpPr>
            <p:spPr>
              <a:xfrm>
                <a:off x="295800" y="295800"/>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 name="Google Shape;309;p25"/>
              <p:cNvSpPr/>
              <p:nvPr/>
            </p:nvSpPr>
            <p:spPr>
              <a:xfrm>
                <a:off x="295800" y="1646161"/>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a:latin typeface="Anaheim"/>
                  <a:ea typeface="Anaheim"/>
                  <a:cs typeface="Anaheim"/>
                  <a:sym typeface="Anaheim"/>
                </a:endParaRPr>
              </a:p>
            </p:txBody>
          </p:sp>
          <p:sp>
            <p:nvSpPr>
              <p:cNvPr id="310" name="Google Shape;310;p25"/>
              <p:cNvSpPr/>
              <p:nvPr/>
            </p:nvSpPr>
            <p:spPr>
              <a:xfrm rot="-5400000">
                <a:off x="3678874" y="-343168"/>
                <a:ext cx="4554744" cy="5837042"/>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 name="Google Shape;311;p25"/>
              <p:cNvSpPr/>
              <p:nvPr/>
            </p:nvSpPr>
            <p:spPr>
              <a:xfrm>
                <a:off x="295800" y="2996523"/>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a:latin typeface="Anaheim"/>
                  <a:ea typeface="Anaheim"/>
                  <a:cs typeface="Anaheim"/>
                  <a:sym typeface="Anaheim"/>
                </a:endParaRPr>
              </a:p>
            </p:txBody>
          </p:sp>
          <p:sp>
            <p:nvSpPr>
              <p:cNvPr id="312" name="Google Shape;312;p25"/>
              <p:cNvSpPr/>
              <p:nvPr/>
            </p:nvSpPr>
            <p:spPr>
              <a:xfrm flipH="1" rot="-5400000">
                <a:off x="3678874" y="-343168"/>
                <a:ext cx="4554744" cy="5837042"/>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13" name="Google Shape;313;p25"/>
            <p:cNvSpPr/>
            <p:nvPr/>
          </p:nvSpPr>
          <p:spPr>
            <a:xfrm>
              <a:off x="295800" y="4821175"/>
              <a:ext cx="8447700" cy="27900"/>
            </a:xfrm>
            <a:prstGeom prst="rect">
              <a:avLst/>
            </a:prstGeom>
            <a:solidFill>
              <a:schemeClr val="lt1"/>
            </a:solidFill>
            <a:ln>
              <a:noFill/>
            </a:ln>
            <a:effectLst>
              <a:outerShdw rotWithShape="0" algn="bl" dir="5400000" dist="28575">
                <a:srgbClr val="260D03">
                  <a:alpha val="12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ctor"/>
                <a:ea typeface="Actor"/>
                <a:cs typeface="Actor"/>
                <a:sym typeface="Actor"/>
              </a:endParaRPr>
            </a:p>
          </p:txBody>
        </p:sp>
      </p:grpSp>
      <p:sp>
        <p:nvSpPr>
          <p:cNvPr id="314" name="Google Shape;314;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15" name="Google Shape;315;p25"/>
          <p:cNvSpPr txBox="1"/>
          <p:nvPr>
            <p:ph idx="1" type="subTitle"/>
          </p:nvPr>
        </p:nvSpPr>
        <p:spPr>
          <a:xfrm>
            <a:off x="4696574" y="1102425"/>
            <a:ext cx="3727500" cy="350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000000"/>
              </a:buClr>
              <a:buSzPts val="1400"/>
              <a:buChar char="●"/>
              <a:defRPr b="0" u="sng"/>
            </a:lvl1pPr>
            <a:lvl2pPr lvl="1" rtl="0" algn="ctr">
              <a:lnSpc>
                <a:spcPct val="100000"/>
              </a:lnSpc>
              <a:spcBef>
                <a:spcPts val="0"/>
              </a:spcBef>
              <a:spcAft>
                <a:spcPts val="0"/>
              </a:spcAft>
              <a:buClr>
                <a:srgbClr val="000000"/>
              </a:buClr>
              <a:buSzPts val="1400"/>
              <a:buFont typeface="Arial"/>
              <a:buChar char="○"/>
              <a:defRPr/>
            </a:lvl2pPr>
            <a:lvl3pPr lvl="2" rtl="0" algn="ctr">
              <a:lnSpc>
                <a:spcPct val="100000"/>
              </a:lnSpc>
              <a:spcBef>
                <a:spcPts val="0"/>
              </a:spcBef>
              <a:spcAft>
                <a:spcPts val="0"/>
              </a:spcAft>
              <a:buClr>
                <a:srgbClr val="000000"/>
              </a:buClr>
              <a:buSzPts val="1400"/>
              <a:buFont typeface="Arial"/>
              <a:buChar char="■"/>
              <a:defRPr/>
            </a:lvl3pPr>
            <a:lvl4pPr lvl="3" rtl="0" algn="ctr">
              <a:lnSpc>
                <a:spcPct val="100000"/>
              </a:lnSpc>
              <a:spcBef>
                <a:spcPts val="0"/>
              </a:spcBef>
              <a:spcAft>
                <a:spcPts val="0"/>
              </a:spcAft>
              <a:buClr>
                <a:srgbClr val="000000"/>
              </a:buClr>
              <a:buSzPts val="1400"/>
              <a:buFont typeface="Arial"/>
              <a:buChar char="●"/>
              <a:defRPr/>
            </a:lvl4pPr>
            <a:lvl5pPr lvl="4" rtl="0" algn="ctr">
              <a:lnSpc>
                <a:spcPct val="100000"/>
              </a:lnSpc>
              <a:spcBef>
                <a:spcPts val="0"/>
              </a:spcBef>
              <a:spcAft>
                <a:spcPts val="0"/>
              </a:spcAft>
              <a:buClr>
                <a:srgbClr val="000000"/>
              </a:buClr>
              <a:buSzPts val="1400"/>
              <a:buFont typeface="Arial"/>
              <a:buChar char="○"/>
              <a:defRPr/>
            </a:lvl5pPr>
            <a:lvl6pPr lvl="5" rtl="0" algn="ctr">
              <a:lnSpc>
                <a:spcPct val="100000"/>
              </a:lnSpc>
              <a:spcBef>
                <a:spcPts val="0"/>
              </a:spcBef>
              <a:spcAft>
                <a:spcPts val="0"/>
              </a:spcAft>
              <a:buClr>
                <a:srgbClr val="000000"/>
              </a:buClr>
              <a:buSzPts val="1400"/>
              <a:buFont typeface="Arial"/>
              <a:buChar char="■"/>
              <a:defRPr/>
            </a:lvl6pPr>
            <a:lvl7pPr lvl="6" rtl="0" algn="ctr">
              <a:lnSpc>
                <a:spcPct val="100000"/>
              </a:lnSpc>
              <a:spcBef>
                <a:spcPts val="0"/>
              </a:spcBef>
              <a:spcAft>
                <a:spcPts val="0"/>
              </a:spcAft>
              <a:buClr>
                <a:srgbClr val="000000"/>
              </a:buClr>
              <a:buSzPts val="1400"/>
              <a:buFont typeface="Arial"/>
              <a:buChar char="●"/>
              <a:defRPr/>
            </a:lvl7pPr>
            <a:lvl8pPr lvl="7" rtl="0" algn="ctr">
              <a:lnSpc>
                <a:spcPct val="100000"/>
              </a:lnSpc>
              <a:spcBef>
                <a:spcPts val="0"/>
              </a:spcBef>
              <a:spcAft>
                <a:spcPts val="0"/>
              </a:spcAft>
              <a:buClr>
                <a:srgbClr val="000000"/>
              </a:buClr>
              <a:buSzPts val="1400"/>
              <a:buFont typeface="Arial"/>
              <a:buChar char="○"/>
              <a:defRPr/>
            </a:lvl8pPr>
            <a:lvl9pPr lvl="8" rtl="0" algn="ctr">
              <a:lnSpc>
                <a:spcPct val="100000"/>
              </a:lnSpc>
              <a:spcBef>
                <a:spcPts val="0"/>
              </a:spcBef>
              <a:spcAft>
                <a:spcPts val="0"/>
              </a:spcAft>
              <a:buClr>
                <a:srgbClr val="000000"/>
              </a:buClr>
              <a:buSzPts val="1400"/>
              <a:buFont typeface="Arial"/>
              <a:buChar char="■"/>
              <a:defRPr/>
            </a:lvl9pPr>
          </a:lstStyle>
          <a:p/>
        </p:txBody>
      </p:sp>
      <p:sp>
        <p:nvSpPr>
          <p:cNvPr id="316" name="Google Shape;316;p25"/>
          <p:cNvSpPr txBox="1"/>
          <p:nvPr>
            <p:ph idx="2" type="subTitle"/>
          </p:nvPr>
        </p:nvSpPr>
        <p:spPr>
          <a:xfrm>
            <a:off x="719975" y="1102425"/>
            <a:ext cx="3727500" cy="350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b="0"/>
            </a:lvl1pPr>
            <a:lvl2pPr lvl="1" rtl="0" algn="ctr">
              <a:lnSpc>
                <a:spcPct val="100000"/>
              </a:lnSpc>
              <a:spcBef>
                <a:spcPts val="0"/>
              </a:spcBef>
              <a:spcAft>
                <a:spcPts val="0"/>
              </a:spcAft>
              <a:buClr>
                <a:srgbClr val="000000"/>
              </a:buClr>
              <a:buSzPts val="1400"/>
              <a:buFont typeface="Arial"/>
              <a:buChar char="○"/>
              <a:defRPr/>
            </a:lvl2pPr>
            <a:lvl3pPr lvl="2" rtl="0" algn="ctr">
              <a:lnSpc>
                <a:spcPct val="100000"/>
              </a:lnSpc>
              <a:spcBef>
                <a:spcPts val="0"/>
              </a:spcBef>
              <a:spcAft>
                <a:spcPts val="0"/>
              </a:spcAft>
              <a:buClr>
                <a:srgbClr val="000000"/>
              </a:buClr>
              <a:buSzPts val="1400"/>
              <a:buFont typeface="Arial"/>
              <a:buChar char="■"/>
              <a:defRPr/>
            </a:lvl3pPr>
            <a:lvl4pPr lvl="3" rtl="0" algn="ctr">
              <a:lnSpc>
                <a:spcPct val="100000"/>
              </a:lnSpc>
              <a:spcBef>
                <a:spcPts val="0"/>
              </a:spcBef>
              <a:spcAft>
                <a:spcPts val="0"/>
              </a:spcAft>
              <a:buClr>
                <a:srgbClr val="000000"/>
              </a:buClr>
              <a:buSzPts val="1400"/>
              <a:buFont typeface="Arial"/>
              <a:buChar char="●"/>
              <a:defRPr/>
            </a:lvl4pPr>
            <a:lvl5pPr lvl="4" rtl="0" algn="ctr">
              <a:lnSpc>
                <a:spcPct val="100000"/>
              </a:lnSpc>
              <a:spcBef>
                <a:spcPts val="0"/>
              </a:spcBef>
              <a:spcAft>
                <a:spcPts val="0"/>
              </a:spcAft>
              <a:buClr>
                <a:srgbClr val="000000"/>
              </a:buClr>
              <a:buSzPts val="1400"/>
              <a:buFont typeface="Arial"/>
              <a:buChar char="○"/>
              <a:defRPr/>
            </a:lvl5pPr>
            <a:lvl6pPr lvl="5" rtl="0" algn="ctr">
              <a:lnSpc>
                <a:spcPct val="100000"/>
              </a:lnSpc>
              <a:spcBef>
                <a:spcPts val="0"/>
              </a:spcBef>
              <a:spcAft>
                <a:spcPts val="0"/>
              </a:spcAft>
              <a:buClr>
                <a:srgbClr val="000000"/>
              </a:buClr>
              <a:buSzPts val="1400"/>
              <a:buFont typeface="Arial"/>
              <a:buChar char="■"/>
              <a:defRPr/>
            </a:lvl6pPr>
            <a:lvl7pPr lvl="6" rtl="0" algn="ctr">
              <a:lnSpc>
                <a:spcPct val="100000"/>
              </a:lnSpc>
              <a:spcBef>
                <a:spcPts val="0"/>
              </a:spcBef>
              <a:spcAft>
                <a:spcPts val="0"/>
              </a:spcAft>
              <a:buClr>
                <a:srgbClr val="000000"/>
              </a:buClr>
              <a:buSzPts val="1400"/>
              <a:buFont typeface="Arial"/>
              <a:buChar char="●"/>
              <a:defRPr/>
            </a:lvl7pPr>
            <a:lvl8pPr lvl="7" rtl="0" algn="ctr">
              <a:lnSpc>
                <a:spcPct val="100000"/>
              </a:lnSpc>
              <a:spcBef>
                <a:spcPts val="0"/>
              </a:spcBef>
              <a:spcAft>
                <a:spcPts val="0"/>
              </a:spcAft>
              <a:buClr>
                <a:srgbClr val="000000"/>
              </a:buClr>
              <a:buSzPts val="1400"/>
              <a:buFont typeface="Arial"/>
              <a:buChar char="○"/>
              <a:defRPr/>
            </a:lvl8pPr>
            <a:lvl9pPr lvl="8" rtl="0" algn="ctr">
              <a:lnSpc>
                <a:spcPct val="100000"/>
              </a:lnSpc>
              <a:spcBef>
                <a:spcPts val="0"/>
              </a:spcBef>
              <a:spcAft>
                <a:spcPts val="0"/>
              </a:spcAft>
              <a:buClr>
                <a:srgbClr val="000000"/>
              </a:buClr>
              <a:buSzPts val="1400"/>
              <a:buFont typeface="Arial"/>
              <a:buChar char="■"/>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17" name="Shape 317"/>
        <p:cNvGrpSpPr/>
        <p:nvPr/>
      </p:nvGrpSpPr>
      <p:grpSpPr>
        <a:xfrm>
          <a:off x="0" y="0"/>
          <a:ext cx="0" cy="0"/>
          <a:chOff x="0" y="0"/>
          <a:chExt cx="0" cy="0"/>
        </a:xfrm>
      </p:grpSpPr>
      <p:grpSp>
        <p:nvGrpSpPr>
          <p:cNvPr id="318" name="Google Shape;318;p26"/>
          <p:cNvGrpSpPr/>
          <p:nvPr/>
        </p:nvGrpSpPr>
        <p:grpSpPr>
          <a:xfrm>
            <a:off x="295825" y="295692"/>
            <a:ext cx="8848176" cy="4846193"/>
            <a:chOff x="295825" y="295692"/>
            <a:chExt cx="8848176" cy="4846193"/>
          </a:xfrm>
        </p:grpSpPr>
        <p:grpSp>
          <p:nvGrpSpPr>
            <p:cNvPr id="319" name="Google Shape;319;p26"/>
            <p:cNvGrpSpPr/>
            <p:nvPr/>
          </p:nvGrpSpPr>
          <p:grpSpPr>
            <a:xfrm>
              <a:off x="295825" y="295692"/>
              <a:ext cx="8552803" cy="4551903"/>
              <a:chOff x="412975" y="295735"/>
              <a:chExt cx="8318229" cy="4541004"/>
            </a:xfrm>
          </p:grpSpPr>
          <p:grpSp>
            <p:nvGrpSpPr>
              <p:cNvPr id="320" name="Google Shape;320;p26"/>
              <p:cNvGrpSpPr/>
              <p:nvPr/>
            </p:nvGrpSpPr>
            <p:grpSpPr>
              <a:xfrm>
                <a:off x="412975" y="295735"/>
                <a:ext cx="8318229" cy="4541004"/>
                <a:chOff x="412975" y="295735"/>
                <a:chExt cx="8318229" cy="4541004"/>
              </a:xfrm>
            </p:grpSpPr>
            <p:grpSp>
              <p:nvGrpSpPr>
                <p:cNvPr id="321" name="Google Shape;321;p26"/>
                <p:cNvGrpSpPr/>
                <p:nvPr/>
              </p:nvGrpSpPr>
              <p:grpSpPr>
                <a:xfrm>
                  <a:off x="412975" y="295735"/>
                  <a:ext cx="8318229" cy="4062965"/>
                  <a:chOff x="412975" y="295735"/>
                  <a:chExt cx="8318229" cy="4062965"/>
                </a:xfrm>
              </p:grpSpPr>
              <p:grpSp>
                <p:nvGrpSpPr>
                  <p:cNvPr id="322" name="Google Shape;322;p26"/>
                  <p:cNvGrpSpPr/>
                  <p:nvPr/>
                </p:nvGrpSpPr>
                <p:grpSpPr>
                  <a:xfrm>
                    <a:off x="412987" y="295735"/>
                    <a:ext cx="8318217" cy="1704312"/>
                    <a:chOff x="491624" y="271576"/>
                    <a:chExt cx="8087717" cy="1657085"/>
                  </a:xfrm>
                </p:grpSpPr>
                <p:sp>
                  <p:nvSpPr>
                    <p:cNvPr id="323" name="Google Shape;323;p26"/>
                    <p:cNvSpPr/>
                    <p:nvPr/>
                  </p:nvSpPr>
                  <p:spPr>
                    <a:xfrm>
                      <a:off x="49162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324" name="Google Shape;324;p26"/>
                    <p:cNvSpPr/>
                    <p:nvPr/>
                  </p:nvSpPr>
                  <p:spPr>
                    <a:xfrm>
                      <a:off x="3162049"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325" name="Google Shape;325;p26"/>
                    <p:cNvSpPr/>
                    <p:nvPr/>
                  </p:nvSpPr>
                  <p:spPr>
                    <a:xfrm>
                      <a:off x="581717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grpSp>
              <p:sp>
                <p:nvSpPr>
                  <p:cNvPr id="326" name="Google Shape;326;p26"/>
                  <p:cNvSpPr/>
                  <p:nvPr/>
                </p:nvSpPr>
                <p:spPr>
                  <a:xfrm>
                    <a:off x="412975" y="1284900"/>
                    <a:ext cx="8318100" cy="3073800"/>
                  </a:xfrm>
                  <a:prstGeom prst="rect">
                    <a:avLst/>
                  </a:prstGeom>
                  <a:solidFill>
                    <a:schemeClr val="lt1"/>
                  </a:solidFill>
                  <a:ln>
                    <a:noFill/>
                  </a:ln>
                  <a:effectLst>
                    <a:outerShdw rotWithShape="0" algn="bl" dir="5400000" dist="57150">
                      <a:srgbClr val="260D03">
                        <a:alpha val="12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Actor"/>
                      <a:ea typeface="Actor"/>
                      <a:cs typeface="Actor"/>
                      <a:sym typeface="Actor"/>
                    </a:endParaRPr>
                  </a:p>
                </p:txBody>
              </p:sp>
            </p:grpSp>
            <p:sp>
              <p:nvSpPr>
                <p:cNvPr id="327" name="Google Shape;327;p26"/>
                <p:cNvSpPr/>
                <p:nvPr/>
              </p:nvSpPr>
              <p:spPr>
                <a:xfrm rot="5400000">
                  <a:off x="3456972" y="-437289"/>
                  <a:ext cx="2231540" cy="8316517"/>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8" name="Google Shape;328;p26"/>
              <p:cNvGrpSpPr/>
              <p:nvPr/>
            </p:nvGrpSpPr>
            <p:grpSpPr>
              <a:xfrm>
                <a:off x="412975" y="295735"/>
                <a:ext cx="8318229" cy="4541004"/>
                <a:chOff x="412975" y="295735"/>
                <a:chExt cx="8318229" cy="4541004"/>
              </a:xfrm>
            </p:grpSpPr>
            <p:grpSp>
              <p:nvGrpSpPr>
                <p:cNvPr id="329" name="Google Shape;329;p26"/>
                <p:cNvGrpSpPr/>
                <p:nvPr/>
              </p:nvGrpSpPr>
              <p:grpSpPr>
                <a:xfrm>
                  <a:off x="412975" y="295735"/>
                  <a:ext cx="8318229" cy="4062965"/>
                  <a:chOff x="412975" y="295735"/>
                  <a:chExt cx="8318229" cy="4062965"/>
                </a:xfrm>
              </p:grpSpPr>
              <p:grpSp>
                <p:nvGrpSpPr>
                  <p:cNvPr id="330" name="Google Shape;330;p26"/>
                  <p:cNvGrpSpPr/>
                  <p:nvPr/>
                </p:nvGrpSpPr>
                <p:grpSpPr>
                  <a:xfrm>
                    <a:off x="412987" y="295735"/>
                    <a:ext cx="8318217" cy="1704312"/>
                    <a:chOff x="491624" y="271576"/>
                    <a:chExt cx="8087717" cy="1657085"/>
                  </a:xfrm>
                </p:grpSpPr>
                <p:sp>
                  <p:nvSpPr>
                    <p:cNvPr id="331" name="Google Shape;331;p26"/>
                    <p:cNvSpPr/>
                    <p:nvPr/>
                  </p:nvSpPr>
                  <p:spPr>
                    <a:xfrm>
                      <a:off x="49162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332" name="Google Shape;332;p26"/>
                    <p:cNvSpPr/>
                    <p:nvPr/>
                  </p:nvSpPr>
                  <p:spPr>
                    <a:xfrm>
                      <a:off x="3162049"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333" name="Google Shape;333;p26"/>
                    <p:cNvSpPr/>
                    <p:nvPr/>
                  </p:nvSpPr>
                  <p:spPr>
                    <a:xfrm>
                      <a:off x="581717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grpSp>
              <p:sp>
                <p:nvSpPr>
                  <p:cNvPr id="334" name="Google Shape;334;p26"/>
                  <p:cNvSpPr/>
                  <p:nvPr/>
                </p:nvSpPr>
                <p:spPr>
                  <a:xfrm>
                    <a:off x="412975" y="1284900"/>
                    <a:ext cx="8318100" cy="30738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Actor"/>
                      <a:ea typeface="Actor"/>
                      <a:cs typeface="Actor"/>
                      <a:sym typeface="Actor"/>
                    </a:endParaRPr>
                  </a:p>
                </p:txBody>
              </p:sp>
            </p:grpSp>
            <p:sp>
              <p:nvSpPr>
                <p:cNvPr id="335" name="Google Shape;335;p26"/>
                <p:cNvSpPr/>
                <p:nvPr/>
              </p:nvSpPr>
              <p:spPr>
                <a:xfrm rot="5400000">
                  <a:off x="3456972" y="-437289"/>
                  <a:ext cx="2231540" cy="8316517"/>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36" name="Google Shape;336;p26"/>
            <p:cNvSpPr/>
            <p:nvPr/>
          </p:nvSpPr>
          <p:spPr>
            <a:xfrm flipH="1">
              <a:off x="6965325" y="2698075"/>
              <a:ext cx="2178676" cy="2443810"/>
            </a:xfrm>
            <a:custGeom>
              <a:rect b="b" l="l" r="r" t="t"/>
              <a:pathLst>
                <a:path extrusionOk="0" h="2040760" w="1819354">
                  <a:moveTo>
                    <a:pt x="1746836" y="2000838"/>
                  </a:moveTo>
                  <a:cubicBezTo>
                    <a:pt x="1729118" y="1982933"/>
                    <a:pt x="1707662" y="1972055"/>
                    <a:pt x="1688186" y="1957626"/>
                  </a:cubicBezTo>
                  <a:cubicBezTo>
                    <a:pt x="1666842" y="1941851"/>
                    <a:pt x="1644712" y="1928507"/>
                    <a:pt x="1630994" y="1902191"/>
                  </a:cubicBezTo>
                  <a:cubicBezTo>
                    <a:pt x="1621200" y="1883463"/>
                    <a:pt x="1602622" y="1866791"/>
                    <a:pt x="1581315" y="1854941"/>
                  </a:cubicBezTo>
                  <a:cubicBezTo>
                    <a:pt x="1561540" y="1843952"/>
                    <a:pt x="1539112" y="1834457"/>
                    <a:pt x="1529954" y="1808963"/>
                  </a:cubicBezTo>
                  <a:cubicBezTo>
                    <a:pt x="1522253" y="1787544"/>
                    <a:pt x="1509058" y="1769788"/>
                    <a:pt x="1481209" y="1771022"/>
                  </a:cubicBezTo>
                  <a:cubicBezTo>
                    <a:pt x="1471117" y="1771470"/>
                    <a:pt x="1458482" y="1768480"/>
                    <a:pt x="1452389" y="1760181"/>
                  </a:cubicBezTo>
                  <a:cubicBezTo>
                    <a:pt x="1429923" y="1729679"/>
                    <a:pt x="1395907" y="1725417"/>
                    <a:pt x="1363273" y="1721081"/>
                  </a:cubicBezTo>
                  <a:cubicBezTo>
                    <a:pt x="1343424" y="1718465"/>
                    <a:pt x="1324510" y="1708260"/>
                    <a:pt x="1303763" y="1712596"/>
                  </a:cubicBezTo>
                  <a:cubicBezTo>
                    <a:pt x="1282681" y="1717007"/>
                    <a:pt x="1261598" y="1715362"/>
                    <a:pt x="1241599" y="1708708"/>
                  </a:cubicBezTo>
                  <a:cubicBezTo>
                    <a:pt x="1224516" y="1703026"/>
                    <a:pt x="1207284" y="1700073"/>
                    <a:pt x="1190051" y="1702316"/>
                  </a:cubicBezTo>
                  <a:cubicBezTo>
                    <a:pt x="1136784" y="1709232"/>
                    <a:pt x="1086619" y="1692074"/>
                    <a:pt x="1035183" y="1684598"/>
                  </a:cubicBezTo>
                  <a:cubicBezTo>
                    <a:pt x="1028455" y="1683626"/>
                    <a:pt x="1023483" y="1679813"/>
                    <a:pt x="1020156" y="1674206"/>
                  </a:cubicBezTo>
                  <a:cubicBezTo>
                    <a:pt x="1011932" y="1660450"/>
                    <a:pt x="1002438" y="1661422"/>
                    <a:pt x="988270" y="1666842"/>
                  </a:cubicBezTo>
                  <a:cubicBezTo>
                    <a:pt x="963375" y="1676337"/>
                    <a:pt x="935003" y="1679776"/>
                    <a:pt x="911117" y="1669197"/>
                  </a:cubicBezTo>
                  <a:cubicBezTo>
                    <a:pt x="884165" y="1657272"/>
                    <a:pt x="868054" y="1633386"/>
                    <a:pt x="867232" y="1600790"/>
                  </a:cubicBezTo>
                  <a:cubicBezTo>
                    <a:pt x="866335" y="1565690"/>
                    <a:pt x="850896" y="1550812"/>
                    <a:pt x="815721" y="1546925"/>
                  </a:cubicBezTo>
                  <a:cubicBezTo>
                    <a:pt x="806787" y="1545953"/>
                    <a:pt x="799535" y="1543822"/>
                    <a:pt x="795274" y="1535038"/>
                  </a:cubicBezTo>
                  <a:cubicBezTo>
                    <a:pt x="777929" y="1499526"/>
                    <a:pt x="757931" y="1465734"/>
                    <a:pt x="732063" y="1435605"/>
                  </a:cubicBezTo>
                  <a:cubicBezTo>
                    <a:pt x="727129" y="1429848"/>
                    <a:pt x="721597" y="1423905"/>
                    <a:pt x="721223" y="1415644"/>
                  </a:cubicBezTo>
                  <a:cubicBezTo>
                    <a:pt x="718681" y="1359236"/>
                    <a:pt x="674086" y="1328696"/>
                    <a:pt x="640929" y="1293259"/>
                  </a:cubicBezTo>
                  <a:cubicBezTo>
                    <a:pt x="624444" y="1275653"/>
                    <a:pt x="603063" y="1261673"/>
                    <a:pt x="587961" y="1241263"/>
                  </a:cubicBezTo>
                  <a:cubicBezTo>
                    <a:pt x="579774" y="1230198"/>
                    <a:pt x="569345" y="1219993"/>
                    <a:pt x="557981" y="1212255"/>
                  </a:cubicBezTo>
                  <a:cubicBezTo>
                    <a:pt x="534133" y="1196032"/>
                    <a:pt x="509648" y="1179996"/>
                    <a:pt x="495369" y="1154614"/>
                  </a:cubicBezTo>
                  <a:cubicBezTo>
                    <a:pt x="482360" y="1131551"/>
                    <a:pt x="454138" y="1117458"/>
                    <a:pt x="454811" y="1086245"/>
                  </a:cubicBezTo>
                  <a:cubicBezTo>
                    <a:pt x="454923" y="1081386"/>
                    <a:pt x="450886" y="1076265"/>
                    <a:pt x="446026" y="1075367"/>
                  </a:cubicBezTo>
                  <a:cubicBezTo>
                    <a:pt x="423486" y="1071143"/>
                    <a:pt x="409505" y="1052603"/>
                    <a:pt x="390366" y="1043070"/>
                  </a:cubicBezTo>
                  <a:cubicBezTo>
                    <a:pt x="368013" y="1031968"/>
                    <a:pt x="361845" y="1011484"/>
                    <a:pt x="361733" y="991037"/>
                  </a:cubicBezTo>
                  <a:cubicBezTo>
                    <a:pt x="361546" y="956123"/>
                    <a:pt x="352500" y="922966"/>
                    <a:pt x="341248" y="891529"/>
                  </a:cubicBezTo>
                  <a:cubicBezTo>
                    <a:pt x="330931" y="862671"/>
                    <a:pt x="323941" y="837327"/>
                    <a:pt x="335006" y="807049"/>
                  </a:cubicBezTo>
                  <a:cubicBezTo>
                    <a:pt x="344949" y="779836"/>
                    <a:pt x="339080" y="768136"/>
                    <a:pt x="314708" y="752361"/>
                  </a:cubicBezTo>
                  <a:cubicBezTo>
                    <a:pt x="304466" y="745745"/>
                    <a:pt x="302260" y="737708"/>
                    <a:pt x="300541" y="726606"/>
                  </a:cubicBezTo>
                  <a:cubicBezTo>
                    <a:pt x="295420" y="693673"/>
                    <a:pt x="297176" y="659507"/>
                    <a:pt x="283719" y="627995"/>
                  </a:cubicBezTo>
                  <a:cubicBezTo>
                    <a:pt x="280243" y="619809"/>
                    <a:pt x="280804" y="611361"/>
                    <a:pt x="286037" y="603960"/>
                  </a:cubicBezTo>
                  <a:cubicBezTo>
                    <a:pt x="292466" y="594951"/>
                    <a:pt x="289850" y="587138"/>
                    <a:pt x="284355" y="578915"/>
                  </a:cubicBezTo>
                  <a:cubicBezTo>
                    <a:pt x="275458" y="565532"/>
                    <a:pt x="266711" y="552038"/>
                    <a:pt x="258525" y="538207"/>
                  </a:cubicBezTo>
                  <a:cubicBezTo>
                    <a:pt x="251273" y="525946"/>
                    <a:pt x="243161" y="508602"/>
                    <a:pt x="249367" y="498770"/>
                  </a:cubicBezTo>
                  <a:cubicBezTo>
                    <a:pt x="264020" y="475445"/>
                    <a:pt x="250637" y="461764"/>
                    <a:pt x="239610" y="445166"/>
                  </a:cubicBezTo>
                  <a:cubicBezTo>
                    <a:pt x="233891" y="436532"/>
                    <a:pt x="228209" y="426775"/>
                    <a:pt x="226303" y="416832"/>
                  </a:cubicBezTo>
                  <a:cubicBezTo>
                    <a:pt x="216359" y="365546"/>
                    <a:pt x="187016" y="319231"/>
                    <a:pt x="187501" y="265291"/>
                  </a:cubicBezTo>
                  <a:cubicBezTo>
                    <a:pt x="187501" y="261328"/>
                    <a:pt x="186081" y="256731"/>
                    <a:pt x="183838" y="253478"/>
                  </a:cubicBezTo>
                  <a:cubicBezTo>
                    <a:pt x="163765" y="224396"/>
                    <a:pt x="146869" y="192884"/>
                    <a:pt x="121001" y="168176"/>
                  </a:cubicBezTo>
                  <a:cubicBezTo>
                    <a:pt x="93115" y="141523"/>
                    <a:pt x="69491" y="113525"/>
                    <a:pt x="54875" y="75808"/>
                  </a:cubicBezTo>
                  <a:cubicBezTo>
                    <a:pt x="43810" y="47586"/>
                    <a:pt x="22129" y="21681"/>
                    <a:pt x="0" y="0"/>
                  </a:cubicBezTo>
                  <a:lnTo>
                    <a:pt x="0" y="2040761"/>
                  </a:lnTo>
                  <a:lnTo>
                    <a:pt x="1819355" y="2040761"/>
                  </a:lnTo>
                  <a:cubicBezTo>
                    <a:pt x="1813225" y="2037396"/>
                    <a:pt x="1806982" y="2034182"/>
                    <a:pt x="1800553" y="2031154"/>
                  </a:cubicBezTo>
                  <a:cubicBezTo>
                    <a:pt x="1782161" y="2022556"/>
                    <a:pt x="1760742" y="2014893"/>
                    <a:pt x="1746836" y="200080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7" name="Google Shape;337;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38" name="Google Shape;338;p26"/>
          <p:cNvSpPr txBox="1"/>
          <p:nvPr>
            <p:ph idx="1" type="subTitle"/>
          </p:nvPr>
        </p:nvSpPr>
        <p:spPr>
          <a:xfrm>
            <a:off x="730525" y="2850190"/>
            <a:ext cx="2175300" cy="86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39" name="Google Shape;339;p26"/>
          <p:cNvSpPr txBox="1"/>
          <p:nvPr>
            <p:ph idx="2" type="subTitle"/>
          </p:nvPr>
        </p:nvSpPr>
        <p:spPr>
          <a:xfrm>
            <a:off x="3484350" y="2850190"/>
            <a:ext cx="2175300" cy="86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40" name="Google Shape;340;p26"/>
          <p:cNvSpPr txBox="1"/>
          <p:nvPr>
            <p:ph idx="3" type="subTitle"/>
          </p:nvPr>
        </p:nvSpPr>
        <p:spPr>
          <a:xfrm>
            <a:off x="6238175" y="2850190"/>
            <a:ext cx="2175300" cy="86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41" name="Google Shape;341;p26"/>
          <p:cNvSpPr txBox="1"/>
          <p:nvPr>
            <p:ph idx="4" type="subTitle"/>
          </p:nvPr>
        </p:nvSpPr>
        <p:spPr>
          <a:xfrm>
            <a:off x="730525" y="2395613"/>
            <a:ext cx="2175300" cy="52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42" name="Google Shape;342;p26"/>
          <p:cNvSpPr txBox="1"/>
          <p:nvPr>
            <p:ph idx="5" type="subTitle"/>
          </p:nvPr>
        </p:nvSpPr>
        <p:spPr>
          <a:xfrm>
            <a:off x="3484350" y="2395613"/>
            <a:ext cx="2175300" cy="52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43" name="Google Shape;343;p26"/>
          <p:cNvSpPr txBox="1"/>
          <p:nvPr>
            <p:ph idx="6" type="subTitle"/>
          </p:nvPr>
        </p:nvSpPr>
        <p:spPr>
          <a:xfrm>
            <a:off x="6238175" y="2395613"/>
            <a:ext cx="2175300" cy="52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344" name="Shape 344"/>
        <p:cNvGrpSpPr/>
        <p:nvPr/>
      </p:nvGrpSpPr>
      <p:grpSpPr>
        <a:xfrm>
          <a:off x="0" y="0"/>
          <a:ext cx="0" cy="0"/>
          <a:chOff x="0" y="0"/>
          <a:chExt cx="0" cy="0"/>
        </a:xfrm>
      </p:grpSpPr>
      <p:grpSp>
        <p:nvGrpSpPr>
          <p:cNvPr id="345" name="Google Shape;345;p27"/>
          <p:cNvGrpSpPr/>
          <p:nvPr/>
        </p:nvGrpSpPr>
        <p:grpSpPr>
          <a:xfrm>
            <a:off x="295825" y="295692"/>
            <a:ext cx="8552803" cy="4551903"/>
            <a:chOff x="412975" y="295735"/>
            <a:chExt cx="8318229" cy="4541004"/>
          </a:xfrm>
        </p:grpSpPr>
        <p:grpSp>
          <p:nvGrpSpPr>
            <p:cNvPr id="346" name="Google Shape;346;p27"/>
            <p:cNvGrpSpPr/>
            <p:nvPr/>
          </p:nvGrpSpPr>
          <p:grpSpPr>
            <a:xfrm>
              <a:off x="412975" y="295735"/>
              <a:ext cx="8318229" cy="4541004"/>
              <a:chOff x="412975" y="295735"/>
              <a:chExt cx="8318229" cy="4541004"/>
            </a:xfrm>
          </p:grpSpPr>
          <p:grpSp>
            <p:nvGrpSpPr>
              <p:cNvPr id="347" name="Google Shape;347;p27"/>
              <p:cNvGrpSpPr/>
              <p:nvPr/>
            </p:nvGrpSpPr>
            <p:grpSpPr>
              <a:xfrm>
                <a:off x="412975" y="295735"/>
                <a:ext cx="8318229" cy="4062965"/>
                <a:chOff x="412975" y="295735"/>
                <a:chExt cx="8318229" cy="4062965"/>
              </a:xfrm>
            </p:grpSpPr>
            <p:grpSp>
              <p:nvGrpSpPr>
                <p:cNvPr id="348" name="Google Shape;348;p27"/>
                <p:cNvGrpSpPr/>
                <p:nvPr/>
              </p:nvGrpSpPr>
              <p:grpSpPr>
                <a:xfrm>
                  <a:off x="412987" y="295735"/>
                  <a:ext cx="8318217" cy="1704312"/>
                  <a:chOff x="491624" y="271576"/>
                  <a:chExt cx="8087717" cy="1657085"/>
                </a:xfrm>
              </p:grpSpPr>
              <p:sp>
                <p:nvSpPr>
                  <p:cNvPr id="349" name="Google Shape;349;p27"/>
                  <p:cNvSpPr/>
                  <p:nvPr/>
                </p:nvSpPr>
                <p:spPr>
                  <a:xfrm>
                    <a:off x="49162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350" name="Google Shape;350;p27"/>
                  <p:cNvSpPr/>
                  <p:nvPr/>
                </p:nvSpPr>
                <p:spPr>
                  <a:xfrm>
                    <a:off x="3162049"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351" name="Google Shape;351;p27"/>
                  <p:cNvSpPr/>
                  <p:nvPr/>
                </p:nvSpPr>
                <p:spPr>
                  <a:xfrm>
                    <a:off x="581717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grpSp>
            <p:sp>
              <p:nvSpPr>
                <p:cNvPr id="352" name="Google Shape;352;p27"/>
                <p:cNvSpPr/>
                <p:nvPr/>
              </p:nvSpPr>
              <p:spPr>
                <a:xfrm>
                  <a:off x="412975" y="1284900"/>
                  <a:ext cx="8318100" cy="3073800"/>
                </a:xfrm>
                <a:prstGeom prst="rect">
                  <a:avLst/>
                </a:prstGeom>
                <a:solidFill>
                  <a:schemeClr val="lt1"/>
                </a:solidFill>
                <a:ln>
                  <a:noFill/>
                </a:ln>
                <a:effectLst>
                  <a:outerShdw rotWithShape="0" algn="bl" dir="5400000" dist="57150">
                    <a:srgbClr val="260D03">
                      <a:alpha val="12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Actor"/>
                    <a:ea typeface="Actor"/>
                    <a:cs typeface="Actor"/>
                    <a:sym typeface="Actor"/>
                  </a:endParaRPr>
                </a:p>
              </p:txBody>
            </p:sp>
          </p:grpSp>
          <p:sp>
            <p:nvSpPr>
              <p:cNvPr id="353" name="Google Shape;353;p27"/>
              <p:cNvSpPr/>
              <p:nvPr/>
            </p:nvSpPr>
            <p:spPr>
              <a:xfrm rot="5400000">
                <a:off x="3456972" y="-437289"/>
                <a:ext cx="2231540" cy="8316517"/>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4" name="Google Shape;354;p27"/>
            <p:cNvGrpSpPr/>
            <p:nvPr/>
          </p:nvGrpSpPr>
          <p:grpSpPr>
            <a:xfrm>
              <a:off x="412975" y="295735"/>
              <a:ext cx="8318229" cy="4541004"/>
              <a:chOff x="412975" y="295735"/>
              <a:chExt cx="8318229" cy="4541004"/>
            </a:xfrm>
          </p:grpSpPr>
          <p:grpSp>
            <p:nvGrpSpPr>
              <p:cNvPr id="355" name="Google Shape;355;p27"/>
              <p:cNvGrpSpPr/>
              <p:nvPr/>
            </p:nvGrpSpPr>
            <p:grpSpPr>
              <a:xfrm>
                <a:off x="412975" y="295735"/>
                <a:ext cx="8318229" cy="4062965"/>
                <a:chOff x="412975" y="295735"/>
                <a:chExt cx="8318229" cy="4062965"/>
              </a:xfrm>
            </p:grpSpPr>
            <p:grpSp>
              <p:nvGrpSpPr>
                <p:cNvPr id="356" name="Google Shape;356;p27"/>
                <p:cNvGrpSpPr/>
                <p:nvPr/>
              </p:nvGrpSpPr>
              <p:grpSpPr>
                <a:xfrm>
                  <a:off x="412987" y="295735"/>
                  <a:ext cx="8318217" cy="1704312"/>
                  <a:chOff x="491624" y="271576"/>
                  <a:chExt cx="8087717" cy="1657085"/>
                </a:xfrm>
              </p:grpSpPr>
              <p:sp>
                <p:nvSpPr>
                  <p:cNvPr id="357" name="Google Shape;357;p27"/>
                  <p:cNvSpPr/>
                  <p:nvPr/>
                </p:nvSpPr>
                <p:spPr>
                  <a:xfrm>
                    <a:off x="49162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358" name="Google Shape;358;p27"/>
                  <p:cNvSpPr/>
                  <p:nvPr/>
                </p:nvSpPr>
                <p:spPr>
                  <a:xfrm>
                    <a:off x="3162049"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359" name="Google Shape;359;p27"/>
                  <p:cNvSpPr/>
                  <p:nvPr/>
                </p:nvSpPr>
                <p:spPr>
                  <a:xfrm>
                    <a:off x="581717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grpSp>
            <p:sp>
              <p:nvSpPr>
                <p:cNvPr id="360" name="Google Shape;360;p27"/>
                <p:cNvSpPr/>
                <p:nvPr/>
              </p:nvSpPr>
              <p:spPr>
                <a:xfrm>
                  <a:off x="412975" y="1284900"/>
                  <a:ext cx="8318100" cy="30738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Actor"/>
                    <a:ea typeface="Actor"/>
                    <a:cs typeface="Actor"/>
                    <a:sym typeface="Actor"/>
                  </a:endParaRPr>
                </a:p>
              </p:txBody>
            </p:sp>
          </p:grpSp>
          <p:sp>
            <p:nvSpPr>
              <p:cNvPr id="361" name="Google Shape;361;p27"/>
              <p:cNvSpPr/>
              <p:nvPr/>
            </p:nvSpPr>
            <p:spPr>
              <a:xfrm rot="5400000">
                <a:off x="3456972" y="-437289"/>
                <a:ext cx="2231540" cy="8316517"/>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62" name="Google Shape;362;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63" name="Google Shape;363;p27"/>
          <p:cNvSpPr txBox="1"/>
          <p:nvPr>
            <p:ph idx="1" type="subTitle"/>
          </p:nvPr>
        </p:nvSpPr>
        <p:spPr>
          <a:xfrm>
            <a:off x="1627550" y="1548500"/>
            <a:ext cx="5918100" cy="66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64" name="Google Shape;364;p27"/>
          <p:cNvSpPr txBox="1"/>
          <p:nvPr>
            <p:ph idx="2" type="subTitle"/>
          </p:nvPr>
        </p:nvSpPr>
        <p:spPr>
          <a:xfrm>
            <a:off x="1627550" y="2675450"/>
            <a:ext cx="5918100" cy="66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65" name="Google Shape;365;p27"/>
          <p:cNvSpPr txBox="1"/>
          <p:nvPr>
            <p:ph idx="3" type="subTitle"/>
          </p:nvPr>
        </p:nvSpPr>
        <p:spPr>
          <a:xfrm>
            <a:off x="1627550" y="3802400"/>
            <a:ext cx="5918100" cy="66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66" name="Google Shape;366;p27"/>
          <p:cNvSpPr txBox="1"/>
          <p:nvPr>
            <p:ph idx="4" type="subTitle"/>
          </p:nvPr>
        </p:nvSpPr>
        <p:spPr>
          <a:xfrm>
            <a:off x="1627550" y="1170125"/>
            <a:ext cx="59181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67" name="Google Shape;367;p27"/>
          <p:cNvSpPr txBox="1"/>
          <p:nvPr>
            <p:ph idx="5" type="subTitle"/>
          </p:nvPr>
        </p:nvSpPr>
        <p:spPr>
          <a:xfrm>
            <a:off x="1627550" y="2297074"/>
            <a:ext cx="59181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68" name="Google Shape;368;p27"/>
          <p:cNvSpPr txBox="1"/>
          <p:nvPr>
            <p:ph idx="6" type="subTitle"/>
          </p:nvPr>
        </p:nvSpPr>
        <p:spPr>
          <a:xfrm>
            <a:off x="1627550" y="3424023"/>
            <a:ext cx="59181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69" name="Shape 369"/>
        <p:cNvGrpSpPr/>
        <p:nvPr/>
      </p:nvGrpSpPr>
      <p:grpSpPr>
        <a:xfrm>
          <a:off x="0" y="0"/>
          <a:ext cx="0" cy="0"/>
          <a:chOff x="0" y="0"/>
          <a:chExt cx="0" cy="0"/>
        </a:xfrm>
      </p:grpSpPr>
      <p:grpSp>
        <p:nvGrpSpPr>
          <p:cNvPr id="370" name="Google Shape;370;p28"/>
          <p:cNvGrpSpPr/>
          <p:nvPr/>
        </p:nvGrpSpPr>
        <p:grpSpPr>
          <a:xfrm>
            <a:off x="295800" y="295800"/>
            <a:ext cx="8578967" cy="4556925"/>
            <a:chOff x="295800" y="295800"/>
            <a:chExt cx="8578967" cy="4556925"/>
          </a:xfrm>
        </p:grpSpPr>
        <p:grpSp>
          <p:nvGrpSpPr>
            <p:cNvPr id="371" name="Google Shape;371;p28"/>
            <p:cNvGrpSpPr/>
            <p:nvPr/>
          </p:nvGrpSpPr>
          <p:grpSpPr>
            <a:xfrm>
              <a:off x="295800" y="295800"/>
              <a:ext cx="8578967" cy="4556925"/>
              <a:chOff x="295800" y="295800"/>
              <a:chExt cx="8578967" cy="4556925"/>
            </a:xfrm>
          </p:grpSpPr>
          <p:sp>
            <p:nvSpPr>
              <p:cNvPr id="372" name="Google Shape;372;p28"/>
              <p:cNvSpPr/>
              <p:nvPr/>
            </p:nvSpPr>
            <p:spPr>
              <a:xfrm>
                <a:off x="295800" y="295800"/>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 name="Google Shape;373;p28"/>
              <p:cNvSpPr/>
              <p:nvPr/>
            </p:nvSpPr>
            <p:spPr>
              <a:xfrm>
                <a:off x="295800" y="1646161"/>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a:latin typeface="Anaheim"/>
                  <a:ea typeface="Anaheim"/>
                  <a:cs typeface="Anaheim"/>
                  <a:sym typeface="Anaheim"/>
                </a:endParaRPr>
              </a:p>
            </p:txBody>
          </p:sp>
          <p:sp>
            <p:nvSpPr>
              <p:cNvPr id="374" name="Google Shape;374;p28"/>
              <p:cNvSpPr/>
              <p:nvPr/>
            </p:nvSpPr>
            <p:spPr>
              <a:xfrm rot="-5400000">
                <a:off x="3678874" y="-343168"/>
                <a:ext cx="4554744" cy="5837042"/>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 name="Google Shape;375;p28"/>
              <p:cNvSpPr/>
              <p:nvPr/>
            </p:nvSpPr>
            <p:spPr>
              <a:xfrm>
                <a:off x="295800" y="2996523"/>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a:latin typeface="Anaheim"/>
                  <a:ea typeface="Anaheim"/>
                  <a:cs typeface="Anaheim"/>
                  <a:sym typeface="Anaheim"/>
                </a:endParaRPr>
              </a:p>
            </p:txBody>
          </p:sp>
          <p:sp>
            <p:nvSpPr>
              <p:cNvPr id="376" name="Google Shape;376;p28"/>
              <p:cNvSpPr/>
              <p:nvPr/>
            </p:nvSpPr>
            <p:spPr>
              <a:xfrm flipH="1" rot="-5400000">
                <a:off x="3678874" y="-343168"/>
                <a:ext cx="4554744" cy="5837042"/>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77" name="Google Shape;377;p28"/>
            <p:cNvSpPr/>
            <p:nvPr/>
          </p:nvSpPr>
          <p:spPr>
            <a:xfrm>
              <a:off x="295800" y="4821175"/>
              <a:ext cx="8447700" cy="27900"/>
            </a:xfrm>
            <a:prstGeom prst="rect">
              <a:avLst/>
            </a:prstGeom>
            <a:solidFill>
              <a:schemeClr val="lt1"/>
            </a:solidFill>
            <a:ln>
              <a:noFill/>
            </a:ln>
            <a:effectLst>
              <a:outerShdw rotWithShape="0" algn="bl" dir="5400000" dist="28575">
                <a:srgbClr val="260D03">
                  <a:alpha val="12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ctor"/>
                <a:ea typeface="Actor"/>
                <a:cs typeface="Actor"/>
                <a:sym typeface="Actor"/>
              </a:endParaRPr>
            </a:p>
          </p:txBody>
        </p:sp>
      </p:grpSp>
      <p:sp>
        <p:nvSpPr>
          <p:cNvPr id="378" name="Google Shape;378;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79" name="Google Shape;379;p28"/>
          <p:cNvSpPr txBox="1"/>
          <p:nvPr>
            <p:ph idx="1" type="subTitle"/>
          </p:nvPr>
        </p:nvSpPr>
        <p:spPr>
          <a:xfrm>
            <a:off x="2108161" y="1928025"/>
            <a:ext cx="19782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0" name="Google Shape;380;p28"/>
          <p:cNvSpPr txBox="1"/>
          <p:nvPr>
            <p:ph idx="2" type="subTitle"/>
          </p:nvPr>
        </p:nvSpPr>
        <p:spPr>
          <a:xfrm>
            <a:off x="5057639" y="1928025"/>
            <a:ext cx="19782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1" name="Google Shape;381;p28"/>
          <p:cNvSpPr txBox="1"/>
          <p:nvPr>
            <p:ph idx="3" type="subTitle"/>
          </p:nvPr>
        </p:nvSpPr>
        <p:spPr>
          <a:xfrm>
            <a:off x="2108161" y="3361500"/>
            <a:ext cx="19782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2" name="Google Shape;382;p28"/>
          <p:cNvSpPr txBox="1"/>
          <p:nvPr>
            <p:ph idx="4" type="subTitle"/>
          </p:nvPr>
        </p:nvSpPr>
        <p:spPr>
          <a:xfrm>
            <a:off x="5057639" y="3361500"/>
            <a:ext cx="19782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3" name="Google Shape;383;p28"/>
          <p:cNvSpPr txBox="1"/>
          <p:nvPr>
            <p:ph idx="5" type="subTitle"/>
          </p:nvPr>
        </p:nvSpPr>
        <p:spPr>
          <a:xfrm>
            <a:off x="2108161" y="1627125"/>
            <a:ext cx="19782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4" name="Google Shape;384;p28"/>
          <p:cNvSpPr txBox="1"/>
          <p:nvPr>
            <p:ph idx="6" type="subTitle"/>
          </p:nvPr>
        </p:nvSpPr>
        <p:spPr>
          <a:xfrm>
            <a:off x="2108161" y="3060600"/>
            <a:ext cx="19782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5" name="Google Shape;385;p28"/>
          <p:cNvSpPr txBox="1"/>
          <p:nvPr>
            <p:ph idx="7" type="subTitle"/>
          </p:nvPr>
        </p:nvSpPr>
        <p:spPr>
          <a:xfrm>
            <a:off x="5057636" y="1627125"/>
            <a:ext cx="19782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6" name="Google Shape;386;p28"/>
          <p:cNvSpPr txBox="1"/>
          <p:nvPr>
            <p:ph idx="8" type="subTitle"/>
          </p:nvPr>
        </p:nvSpPr>
        <p:spPr>
          <a:xfrm>
            <a:off x="5057636" y="3060600"/>
            <a:ext cx="19782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87" name="Shape 387"/>
        <p:cNvGrpSpPr/>
        <p:nvPr/>
      </p:nvGrpSpPr>
      <p:grpSpPr>
        <a:xfrm>
          <a:off x="0" y="0"/>
          <a:ext cx="0" cy="0"/>
          <a:chOff x="0" y="0"/>
          <a:chExt cx="0" cy="0"/>
        </a:xfrm>
      </p:grpSpPr>
      <p:grpSp>
        <p:nvGrpSpPr>
          <p:cNvPr id="388" name="Google Shape;388;p29"/>
          <p:cNvGrpSpPr/>
          <p:nvPr/>
        </p:nvGrpSpPr>
        <p:grpSpPr>
          <a:xfrm>
            <a:off x="-1707438" y="-1307968"/>
            <a:ext cx="10556929" cy="6449853"/>
            <a:chOff x="-1707438" y="-1307968"/>
            <a:chExt cx="10556929" cy="6449853"/>
          </a:xfrm>
        </p:grpSpPr>
        <p:grpSp>
          <p:nvGrpSpPr>
            <p:cNvPr id="389" name="Google Shape;389;p29"/>
            <p:cNvGrpSpPr/>
            <p:nvPr/>
          </p:nvGrpSpPr>
          <p:grpSpPr>
            <a:xfrm>
              <a:off x="0" y="295800"/>
              <a:ext cx="8849491" cy="4846085"/>
              <a:chOff x="0" y="295800"/>
              <a:chExt cx="8849491" cy="4846085"/>
            </a:xfrm>
          </p:grpSpPr>
          <p:sp>
            <p:nvSpPr>
              <p:cNvPr id="390" name="Google Shape;390;p29"/>
              <p:cNvSpPr/>
              <p:nvPr/>
            </p:nvSpPr>
            <p:spPr>
              <a:xfrm>
                <a:off x="295800" y="295800"/>
                <a:ext cx="8553691" cy="4749438"/>
              </a:xfrm>
              <a:custGeom>
                <a:rect b="b" l="l" r="r" t="t"/>
                <a:pathLst>
                  <a:path extrusionOk="0" h="1027461" w="1648110">
                    <a:moveTo>
                      <a:pt x="1648111" y="0"/>
                    </a:moveTo>
                    <a:lnTo>
                      <a:pt x="1648111" y="1027462"/>
                    </a:lnTo>
                    <a:cubicBezTo>
                      <a:pt x="1646206" y="1026986"/>
                      <a:pt x="1644396" y="1026890"/>
                      <a:pt x="1642396" y="1026890"/>
                    </a:cubicBezTo>
                    <a:cubicBezTo>
                      <a:pt x="1631537" y="1027271"/>
                      <a:pt x="1621727" y="1023461"/>
                      <a:pt x="1612678" y="1018984"/>
                    </a:cubicBezTo>
                    <a:cubicBezTo>
                      <a:pt x="1598581" y="1011936"/>
                      <a:pt x="1585722" y="983075"/>
                      <a:pt x="1571435" y="976408"/>
                    </a:cubicBezTo>
                    <a:cubicBezTo>
                      <a:pt x="1560767" y="971359"/>
                      <a:pt x="1550003" y="967264"/>
                      <a:pt x="1537240" y="966216"/>
                    </a:cubicBezTo>
                    <a:cubicBezTo>
                      <a:pt x="1527905" y="965549"/>
                      <a:pt x="1516856" y="957834"/>
                      <a:pt x="1508284" y="950690"/>
                    </a:cubicBezTo>
                    <a:cubicBezTo>
                      <a:pt x="1501616" y="945071"/>
                      <a:pt x="1494663" y="942404"/>
                      <a:pt x="1486662" y="941737"/>
                    </a:cubicBezTo>
                    <a:cubicBezTo>
                      <a:pt x="1480376" y="941165"/>
                      <a:pt x="1474184" y="941642"/>
                      <a:pt x="1468374" y="937546"/>
                    </a:cubicBezTo>
                    <a:cubicBezTo>
                      <a:pt x="1465326" y="935450"/>
                      <a:pt x="1460659" y="954881"/>
                      <a:pt x="1456658" y="956691"/>
                    </a:cubicBezTo>
                    <a:cubicBezTo>
                      <a:pt x="1445705" y="961263"/>
                      <a:pt x="1434560" y="964883"/>
                      <a:pt x="1422464" y="961549"/>
                    </a:cubicBezTo>
                    <a:cubicBezTo>
                      <a:pt x="1419701" y="960692"/>
                      <a:pt x="1416749" y="961454"/>
                      <a:pt x="1414367" y="962787"/>
                    </a:cubicBezTo>
                    <a:cubicBezTo>
                      <a:pt x="1404080" y="968883"/>
                      <a:pt x="1391698" y="993838"/>
                      <a:pt x="1381125" y="992410"/>
                    </a:cubicBezTo>
                    <a:cubicBezTo>
                      <a:pt x="1363980" y="990029"/>
                      <a:pt x="1348169" y="996696"/>
                      <a:pt x="1331214" y="995458"/>
                    </a:cubicBezTo>
                    <a:cubicBezTo>
                      <a:pt x="1315022" y="994220"/>
                      <a:pt x="1298448" y="987838"/>
                      <a:pt x="1282351" y="991362"/>
                    </a:cubicBezTo>
                    <a:cubicBezTo>
                      <a:pt x="1267015" y="994791"/>
                      <a:pt x="1253490" y="1003745"/>
                      <a:pt x="1239774" y="1000601"/>
                    </a:cubicBezTo>
                    <a:cubicBezTo>
                      <a:pt x="1230249" y="998506"/>
                      <a:pt x="1221200" y="1002316"/>
                      <a:pt x="1211390" y="999649"/>
                    </a:cubicBezTo>
                    <a:cubicBezTo>
                      <a:pt x="1204151" y="997744"/>
                      <a:pt x="1195483" y="1001173"/>
                      <a:pt x="1187958" y="1004983"/>
                    </a:cubicBezTo>
                    <a:cubicBezTo>
                      <a:pt x="1181195" y="1008221"/>
                      <a:pt x="1173385" y="1007936"/>
                      <a:pt x="1165860" y="1004125"/>
                    </a:cubicBezTo>
                    <a:cubicBezTo>
                      <a:pt x="1160145" y="1001458"/>
                      <a:pt x="1153763" y="993077"/>
                      <a:pt x="1147191" y="992219"/>
                    </a:cubicBezTo>
                    <a:cubicBezTo>
                      <a:pt x="1141095" y="991362"/>
                      <a:pt x="1133189" y="993743"/>
                      <a:pt x="1128903" y="988409"/>
                    </a:cubicBezTo>
                    <a:cubicBezTo>
                      <a:pt x="1118521" y="975836"/>
                      <a:pt x="1099471" y="984123"/>
                      <a:pt x="1089470" y="971359"/>
                    </a:cubicBezTo>
                    <a:cubicBezTo>
                      <a:pt x="1088517" y="970312"/>
                      <a:pt x="1085279" y="971264"/>
                      <a:pt x="1083088" y="971169"/>
                    </a:cubicBezTo>
                    <a:cubicBezTo>
                      <a:pt x="1080611" y="971074"/>
                      <a:pt x="1078040" y="971264"/>
                      <a:pt x="1075849" y="970502"/>
                    </a:cubicBezTo>
                    <a:cubicBezTo>
                      <a:pt x="1064609" y="966692"/>
                      <a:pt x="1053941" y="968788"/>
                      <a:pt x="1045845" y="976217"/>
                    </a:cubicBezTo>
                    <a:cubicBezTo>
                      <a:pt x="1032986" y="988219"/>
                      <a:pt x="1021366" y="985933"/>
                      <a:pt x="1007364" y="978313"/>
                    </a:cubicBezTo>
                    <a:cubicBezTo>
                      <a:pt x="995648" y="972026"/>
                      <a:pt x="982599" y="956786"/>
                      <a:pt x="968693" y="958882"/>
                    </a:cubicBezTo>
                    <a:cubicBezTo>
                      <a:pt x="946214" y="962120"/>
                      <a:pt x="923735" y="952024"/>
                      <a:pt x="901732" y="957739"/>
                    </a:cubicBezTo>
                    <a:cubicBezTo>
                      <a:pt x="893445" y="959929"/>
                      <a:pt x="884206" y="961168"/>
                      <a:pt x="876205" y="963454"/>
                    </a:cubicBezTo>
                    <a:cubicBezTo>
                      <a:pt x="860679" y="967931"/>
                      <a:pt x="847725" y="960787"/>
                      <a:pt x="833914" y="958215"/>
                    </a:cubicBezTo>
                    <a:cubicBezTo>
                      <a:pt x="826198" y="956786"/>
                      <a:pt x="819531" y="964883"/>
                      <a:pt x="810577" y="966597"/>
                    </a:cubicBezTo>
                    <a:cubicBezTo>
                      <a:pt x="805815" y="967454"/>
                      <a:pt x="800672" y="970121"/>
                      <a:pt x="795242" y="968121"/>
                    </a:cubicBezTo>
                    <a:cubicBezTo>
                      <a:pt x="789337" y="965740"/>
                      <a:pt x="783812" y="966502"/>
                      <a:pt x="777716" y="968978"/>
                    </a:cubicBezTo>
                    <a:cubicBezTo>
                      <a:pt x="769906" y="972121"/>
                      <a:pt x="761238" y="973646"/>
                      <a:pt x="752856" y="972788"/>
                    </a:cubicBezTo>
                    <a:cubicBezTo>
                      <a:pt x="745046" y="972121"/>
                      <a:pt x="737521" y="974884"/>
                      <a:pt x="732092" y="977932"/>
                    </a:cubicBezTo>
                    <a:cubicBezTo>
                      <a:pt x="722186" y="983647"/>
                      <a:pt x="713423" y="984599"/>
                      <a:pt x="703993" y="979361"/>
                    </a:cubicBezTo>
                    <a:cubicBezTo>
                      <a:pt x="687991" y="970598"/>
                      <a:pt x="673418" y="976694"/>
                      <a:pt x="659892" y="988504"/>
                    </a:cubicBezTo>
                    <a:cubicBezTo>
                      <a:pt x="657987" y="990124"/>
                      <a:pt x="656463" y="991457"/>
                      <a:pt x="653510" y="990600"/>
                    </a:cubicBezTo>
                    <a:cubicBezTo>
                      <a:pt x="641509" y="987076"/>
                      <a:pt x="629507" y="983456"/>
                      <a:pt x="616744" y="983456"/>
                    </a:cubicBezTo>
                    <a:cubicBezTo>
                      <a:pt x="598742" y="983552"/>
                      <a:pt x="580168" y="973455"/>
                      <a:pt x="562547" y="985552"/>
                    </a:cubicBezTo>
                    <a:cubicBezTo>
                      <a:pt x="561975" y="986028"/>
                      <a:pt x="560832" y="986028"/>
                      <a:pt x="559880" y="985933"/>
                    </a:cubicBezTo>
                    <a:cubicBezTo>
                      <a:pt x="541211" y="985552"/>
                      <a:pt x="522637" y="984790"/>
                      <a:pt x="503872" y="986981"/>
                    </a:cubicBezTo>
                    <a:cubicBezTo>
                      <a:pt x="487204" y="989076"/>
                      <a:pt x="470916" y="997649"/>
                      <a:pt x="456343" y="990886"/>
                    </a:cubicBezTo>
                    <a:cubicBezTo>
                      <a:pt x="439674" y="983075"/>
                      <a:pt x="425101" y="982504"/>
                      <a:pt x="409670" y="991076"/>
                    </a:cubicBezTo>
                    <a:cubicBezTo>
                      <a:pt x="405098" y="993553"/>
                      <a:pt x="401384" y="992600"/>
                      <a:pt x="397669" y="990124"/>
                    </a:cubicBezTo>
                    <a:cubicBezTo>
                      <a:pt x="391287" y="985933"/>
                      <a:pt x="384143" y="984504"/>
                      <a:pt x="376523" y="984409"/>
                    </a:cubicBezTo>
                    <a:cubicBezTo>
                      <a:pt x="363569" y="984218"/>
                      <a:pt x="348710" y="986409"/>
                      <a:pt x="336042" y="984409"/>
                    </a:cubicBezTo>
                    <a:cubicBezTo>
                      <a:pt x="318326" y="981266"/>
                      <a:pt x="307372" y="951833"/>
                      <a:pt x="288608" y="956024"/>
                    </a:cubicBezTo>
                    <a:cubicBezTo>
                      <a:pt x="287179" y="956215"/>
                      <a:pt x="285655" y="955072"/>
                      <a:pt x="284131" y="954881"/>
                    </a:cubicBezTo>
                    <a:cubicBezTo>
                      <a:pt x="264319" y="950881"/>
                      <a:pt x="244697" y="942499"/>
                      <a:pt x="224123" y="951929"/>
                    </a:cubicBezTo>
                    <a:cubicBezTo>
                      <a:pt x="220694" y="953453"/>
                      <a:pt x="216884" y="952119"/>
                      <a:pt x="213455" y="950309"/>
                    </a:cubicBezTo>
                    <a:cubicBezTo>
                      <a:pt x="188786" y="936974"/>
                      <a:pt x="159639" y="956500"/>
                      <a:pt x="134874" y="964692"/>
                    </a:cubicBezTo>
                    <a:cubicBezTo>
                      <a:pt x="126968" y="967264"/>
                      <a:pt x="117729" y="968312"/>
                      <a:pt x="111633" y="963740"/>
                    </a:cubicBezTo>
                    <a:cubicBezTo>
                      <a:pt x="99727" y="954881"/>
                      <a:pt x="87249" y="949262"/>
                      <a:pt x="72485" y="948404"/>
                    </a:cubicBezTo>
                    <a:cubicBezTo>
                      <a:pt x="71628" y="948404"/>
                      <a:pt x="70771" y="947833"/>
                      <a:pt x="70009" y="947261"/>
                    </a:cubicBezTo>
                    <a:cubicBezTo>
                      <a:pt x="65723" y="943832"/>
                      <a:pt x="61151" y="944213"/>
                      <a:pt x="56102" y="945833"/>
                    </a:cubicBezTo>
                    <a:cubicBezTo>
                      <a:pt x="44672" y="949547"/>
                      <a:pt x="33338" y="950309"/>
                      <a:pt x="23051" y="941832"/>
                    </a:cubicBezTo>
                    <a:cubicBezTo>
                      <a:pt x="21907" y="940784"/>
                      <a:pt x="19526" y="940594"/>
                      <a:pt x="17812" y="940784"/>
                    </a:cubicBezTo>
                    <a:cubicBezTo>
                      <a:pt x="13145" y="941356"/>
                      <a:pt x="10477" y="938594"/>
                      <a:pt x="7906" y="935260"/>
                    </a:cubicBezTo>
                    <a:cubicBezTo>
                      <a:pt x="5620" y="932117"/>
                      <a:pt x="2857" y="946499"/>
                      <a:pt x="0" y="944213"/>
                    </a:cubicBezTo>
                    <a:lnTo>
                      <a:pt x="0" y="0"/>
                    </a:lnTo>
                    <a:lnTo>
                      <a:pt x="1648111"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29"/>
              <p:cNvSpPr/>
              <p:nvPr/>
            </p:nvSpPr>
            <p:spPr>
              <a:xfrm>
                <a:off x="0" y="2698075"/>
                <a:ext cx="2178676" cy="2443810"/>
              </a:xfrm>
              <a:custGeom>
                <a:rect b="b" l="l" r="r" t="t"/>
                <a:pathLst>
                  <a:path extrusionOk="0" h="2040760" w="1819354">
                    <a:moveTo>
                      <a:pt x="1746836" y="2000838"/>
                    </a:moveTo>
                    <a:cubicBezTo>
                      <a:pt x="1729118" y="1982933"/>
                      <a:pt x="1707662" y="1972055"/>
                      <a:pt x="1688186" y="1957626"/>
                    </a:cubicBezTo>
                    <a:cubicBezTo>
                      <a:pt x="1666842" y="1941851"/>
                      <a:pt x="1644712" y="1928507"/>
                      <a:pt x="1630994" y="1902191"/>
                    </a:cubicBezTo>
                    <a:cubicBezTo>
                      <a:pt x="1621200" y="1883463"/>
                      <a:pt x="1602622" y="1866791"/>
                      <a:pt x="1581315" y="1854941"/>
                    </a:cubicBezTo>
                    <a:cubicBezTo>
                      <a:pt x="1561540" y="1843952"/>
                      <a:pt x="1539112" y="1834457"/>
                      <a:pt x="1529954" y="1808963"/>
                    </a:cubicBezTo>
                    <a:cubicBezTo>
                      <a:pt x="1522253" y="1787544"/>
                      <a:pt x="1509058" y="1769788"/>
                      <a:pt x="1481209" y="1771022"/>
                    </a:cubicBezTo>
                    <a:cubicBezTo>
                      <a:pt x="1471117" y="1771470"/>
                      <a:pt x="1458482" y="1768480"/>
                      <a:pt x="1452389" y="1760181"/>
                    </a:cubicBezTo>
                    <a:cubicBezTo>
                      <a:pt x="1429923" y="1729679"/>
                      <a:pt x="1395907" y="1725417"/>
                      <a:pt x="1363273" y="1721081"/>
                    </a:cubicBezTo>
                    <a:cubicBezTo>
                      <a:pt x="1343424" y="1718465"/>
                      <a:pt x="1324510" y="1708260"/>
                      <a:pt x="1303763" y="1712596"/>
                    </a:cubicBezTo>
                    <a:cubicBezTo>
                      <a:pt x="1282681" y="1717007"/>
                      <a:pt x="1261598" y="1715362"/>
                      <a:pt x="1241599" y="1708708"/>
                    </a:cubicBezTo>
                    <a:cubicBezTo>
                      <a:pt x="1224516" y="1703026"/>
                      <a:pt x="1207284" y="1700073"/>
                      <a:pt x="1190051" y="1702316"/>
                    </a:cubicBezTo>
                    <a:cubicBezTo>
                      <a:pt x="1136784" y="1709232"/>
                      <a:pt x="1086619" y="1692074"/>
                      <a:pt x="1035183" y="1684598"/>
                    </a:cubicBezTo>
                    <a:cubicBezTo>
                      <a:pt x="1028455" y="1683626"/>
                      <a:pt x="1023483" y="1679813"/>
                      <a:pt x="1020156" y="1674206"/>
                    </a:cubicBezTo>
                    <a:cubicBezTo>
                      <a:pt x="1011932" y="1660450"/>
                      <a:pt x="1002438" y="1661422"/>
                      <a:pt x="988270" y="1666842"/>
                    </a:cubicBezTo>
                    <a:cubicBezTo>
                      <a:pt x="963375" y="1676337"/>
                      <a:pt x="935003" y="1679776"/>
                      <a:pt x="911117" y="1669197"/>
                    </a:cubicBezTo>
                    <a:cubicBezTo>
                      <a:pt x="884165" y="1657272"/>
                      <a:pt x="868054" y="1633386"/>
                      <a:pt x="867232" y="1600790"/>
                    </a:cubicBezTo>
                    <a:cubicBezTo>
                      <a:pt x="866335" y="1565690"/>
                      <a:pt x="850896" y="1550812"/>
                      <a:pt x="815721" y="1546925"/>
                    </a:cubicBezTo>
                    <a:cubicBezTo>
                      <a:pt x="806787" y="1545953"/>
                      <a:pt x="799535" y="1543822"/>
                      <a:pt x="795274" y="1535038"/>
                    </a:cubicBezTo>
                    <a:cubicBezTo>
                      <a:pt x="777929" y="1499526"/>
                      <a:pt x="757931" y="1465734"/>
                      <a:pt x="732063" y="1435605"/>
                    </a:cubicBezTo>
                    <a:cubicBezTo>
                      <a:pt x="727129" y="1429848"/>
                      <a:pt x="721597" y="1423905"/>
                      <a:pt x="721223" y="1415644"/>
                    </a:cubicBezTo>
                    <a:cubicBezTo>
                      <a:pt x="718681" y="1359236"/>
                      <a:pt x="674086" y="1328696"/>
                      <a:pt x="640929" y="1293259"/>
                    </a:cubicBezTo>
                    <a:cubicBezTo>
                      <a:pt x="624444" y="1275653"/>
                      <a:pt x="603063" y="1261673"/>
                      <a:pt x="587961" y="1241263"/>
                    </a:cubicBezTo>
                    <a:cubicBezTo>
                      <a:pt x="579774" y="1230198"/>
                      <a:pt x="569345" y="1219993"/>
                      <a:pt x="557981" y="1212255"/>
                    </a:cubicBezTo>
                    <a:cubicBezTo>
                      <a:pt x="534133" y="1196032"/>
                      <a:pt x="509648" y="1179996"/>
                      <a:pt x="495369" y="1154614"/>
                    </a:cubicBezTo>
                    <a:cubicBezTo>
                      <a:pt x="482360" y="1131551"/>
                      <a:pt x="454138" y="1117458"/>
                      <a:pt x="454811" y="1086245"/>
                    </a:cubicBezTo>
                    <a:cubicBezTo>
                      <a:pt x="454923" y="1081386"/>
                      <a:pt x="450886" y="1076265"/>
                      <a:pt x="446026" y="1075367"/>
                    </a:cubicBezTo>
                    <a:cubicBezTo>
                      <a:pt x="423486" y="1071143"/>
                      <a:pt x="409505" y="1052603"/>
                      <a:pt x="390366" y="1043070"/>
                    </a:cubicBezTo>
                    <a:cubicBezTo>
                      <a:pt x="368013" y="1031968"/>
                      <a:pt x="361845" y="1011484"/>
                      <a:pt x="361733" y="991037"/>
                    </a:cubicBezTo>
                    <a:cubicBezTo>
                      <a:pt x="361546" y="956123"/>
                      <a:pt x="352500" y="922966"/>
                      <a:pt x="341248" y="891529"/>
                    </a:cubicBezTo>
                    <a:cubicBezTo>
                      <a:pt x="330931" y="862671"/>
                      <a:pt x="323941" y="837327"/>
                      <a:pt x="335006" y="807049"/>
                    </a:cubicBezTo>
                    <a:cubicBezTo>
                      <a:pt x="344949" y="779836"/>
                      <a:pt x="339080" y="768136"/>
                      <a:pt x="314708" y="752361"/>
                    </a:cubicBezTo>
                    <a:cubicBezTo>
                      <a:pt x="304466" y="745745"/>
                      <a:pt x="302260" y="737708"/>
                      <a:pt x="300541" y="726606"/>
                    </a:cubicBezTo>
                    <a:cubicBezTo>
                      <a:pt x="295420" y="693673"/>
                      <a:pt x="297176" y="659507"/>
                      <a:pt x="283719" y="627995"/>
                    </a:cubicBezTo>
                    <a:cubicBezTo>
                      <a:pt x="280243" y="619809"/>
                      <a:pt x="280804" y="611361"/>
                      <a:pt x="286037" y="603960"/>
                    </a:cubicBezTo>
                    <a:cubicBezTo>
                      <a:pt x="292466" y="594951"/>
                      <a:pt x="289850" y="587138"/>
                      <a:pt x="284355" y="578915"/>
                    </a:cubicBezTo>
                    <a:cubicBezTo>
                      <a:pt x="275458" y="565532"/>
                      <a:pt x="266711" y="552038"/>
                      <a:pt x="258525" y="538207"/>
                    </a:cubicBezTo>
                    <a:cubicBezTo>
                      <a:pt x="251273" y="525946"/>
                      <a:pt x="243161" y="508602"/>
                      <a:pt x="249367" y="498770"/>
                    </a:cubicBezTo>
                    <a:cubicBezTo>
                      <a:pt x="264020" y="475445"/>
                      <a:pt x="250637" y="461764"/>
                      <a:pt x="239610" y="445166"/>
                    </a:cubicBezTo>
                    <a:cubicBezTo>
                      <a:pt x="233891" y="436532"/>
                      <a:pt x="228209" y="426775"/>
                      <a:pt x="226303" y="416832"/>
                    </a:cubicBezTo>
                    <a:cubicBezTo>
                      <a:pt x="216359" y="365546"/>
                      <a:pt x="187016" y="319231"/>
                      <a:pt x="187501" y="265291"/>
                    </a:cubicBezTo>
                    <a:cubicBezTo>
                      <a:pt x="187501" y="261328"/>
                      <a:pt x="186081" y="256731"/>
                      <a:pt x="183838" y="253478"/>
                    </a:cubicBezTo>
                    <a:cubicBezTo>
                      <a:pt x="163765" y="224396"/>
                      <a:pt x="146869" y="192884"/>
                      <a:pt x="121001" y="168176"/>
                    </a:cubicBezTo>
                    <a:cubicBezTo>
                      <a:pt x="93115" y="141523"/>
                      <a:pt x="69491" y="113525"/>
                      <a:pt x="54875" y="75808"/>
                    </a:cubicBezTo>
                    <a:cubicBezTo>
                      <a:pt x="43810" y="47586"/>
                      <a:pt x="22129" y="21681"/>
                      <a:pt x="0" y="0"/>
                    </a:cubicBezTo>
                    <a:lnTo>
                      <a:pt x="0" y="2040761"/>
                    </a:lnTo>
                    <a:lnTo>
                      <a:pt x="1819355" y="2040761"/>
                    </a:lnTo>
                    <a:cubicBezTo>
                      <a:pt x="1813225" y="2037396"/>
                      <a:pt x="1806982" y="2034182"/>
                      <a:pt x="1800553" y="2031154"/>
                    </a:cubicBezTo>
                    <a:cubicBezTo>
                      <a:pt x="1782161" y="2022556"/>
                      <a:pt x="1760742" y="2014893"/>
                      <a:pt x="1746836" y="20008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2" name="Google Shape;392;p29"/>
            <p:cNvGrpSpPr/>
            <p:nvPr/>
          </p:nvGrpSpPr>
          <p:grpSpPr>
            <a:xfrm rot="6156949">
              <a:off x="-1589097" y="-862875"/>
              <a:ext cx="3086197" cy="2714348"/>
              <a:chOff x="6783141" y="-621410"/>
              <a:chExt cx="3086375" cy="2714505"/>
            </a:xfrm>
          </p:grpSpPr>
          <p:sp>
            <p:nvSpPr>
              <p:cNvPr id="393" name="Google Shape;393;p29"/>
              <p:cNvSpPr/>
              <p:nvPr/>
            </p:nvSpPr>
            <p:spPr>
              <a:xfrm rot="10800000">
                <a:off x="6783141" y="-618659"/>
                <a:ext cx="3059909" cy="2689841"/>
              </a:xfrm>
              <a:custGeom>
                <a:rect b="b" l="l" r="r" t="t"/>
                <a:pathLst>
                  <a:path extrusionOk="0" h="1308925" w="1489007">
                    <a:moveTo>
                      <a:pt x="1209770" y="1308926"/>
                    </a:moveTo>
                    <a:lnTo>
                      <a:pt x="0" y="873919"/>
                    </a:lnTo>
                    <a:lnTo>
                      <a:pt x="117634" y="546830"/>
                    </a:lnTo>
                    <a:cubicBezTo>
                      <a:pt x="121063" y="546640"/>
                      <a:pt x="124587" y="546545"/>
                      <a:pt x="127445" y="547307"/>
                    </a:cubicBezTo>
                    <a:cubicBezTo>
                      <a:pt x="132112" y="540544"/>
                      <a:pt x="131636" y="533686"/>
                      <a:pt x="138398" y="528733"/>
                    </a:cubicBezTo>
                    <a:cubicBezTo>
                      <a:pt x="145732" y="523208"/>
                      <a:pt x="157067" y="521875"/>
                      <a:pt x="164211" y="516160"/>
                    </a:cubicBezTo>
                    <a:cubicBezTo>
                      <a:pt x="170974" y="510731"/>
                      <a:pt x="173641" y="500539"/>
                      <a:pt x="176308" y="490442"/>
                    </a:cubicBezTo>
                    <a:cubicBezTo>
                      <a:pt x="176974" y="487394"/>
                      <a:pt x="177832" y="484346"/>
                      <a:pt x="178689" y="481394"/>
                    </a:cubicBezTo>
                    <a:cubicBezTo>
                      <a:pt x="180022" y="476441"/>
                      <a:pt x="181832" y="471869"/>
                      <a:pt x="184309" y="468154"/>
                    </a:cubicBezTo>
                    <a:cubicBezTo>
                      <a:pt x="202882" y="475488"/>
                      <a:pt x="210788" y="436055"/>
                      <a:pt x="214884" y="424624"/>
                    </a:cubicBezTo>
                    <a:lnTo>
                      <a:pt x="226219" y="393192"/>
                    </a:lnTo>
                    <a:cubicBezTo>
                      <a:pt x="229076" y="385286"/>
                      <a:pt x="230600" y="375571"/>
                      <a:pt x="234887" y="368522"/>
                    </a:cubicBezTo>
                    <a:cubicBezTo>
                      <a:pt x="236125" y="366427"/>
                      <a:pt x="238411" y="367094"/>
                      <a:pt x="239554" y="365379"/>
                    </a:cubicBezTo>
                    <a:cubicBezTo>
                      <a:pt x="245554" y="356140"/>
                      <a:pt x="249746" y="347091"/>
                      <a:pt x="253651" y="337566"/>
                    </a:cubicBezTo>
                    <a:cubicBezTo>
                      <a:pt x="254889" y="334709"/>
                      <a:pt x="255937" y="331851"/>
                      <a:pt x="256985" y="328898"/>
                    </a:cubicBezTo>
                    <a:cubicBezTo>
                      <a:pt x="257461" y="327755"/>
                      <a:pt x="257842" y="326708"/>
                      <a:pt x="258223" y="325565"/>
                    </a:cubicBezTo>
                    <a:cubicBezTo>
                      <a:pt x="262128" y="314897"/>
                      <a:pt x="262319" y="319754"/>
                      <a:pt x="271939" y="320040"/>
                    </a:cubicBezTo>
                    <a:cubicBezTo>
                      <a:pt x="273939" y="320040"/>
                      <a:pt x="275463" y="319564"/>
                      <a:pt x="276987" y="318802"/>
                    </a:cubicBezTo>
                    <a:cubicBezTo>
                      <a:pt x="278416" y="318230"/>
                      <a:pt x="279845" y="317564"/>
                      <a:pt x="281369" y="317183"/>
                    </a:cubicBezTo>
                    <a:cubicBezTo>
                      <a:pt x="283845" y="316801"/>
                      <a:pt x="285464" y="317564"/>
                      <a:pt x="287179" y="317754"/>
                    </a:cubicBezTo>
                    <a:cubicBezTo>
                      <a:pt x="288417" y="317945"/>
                      <a:pt x="289750" y="317754"/>
                      <a:pt x="291655" y="316516"/>
                    </a:cubicBezTo>
                    <a:cubicBezTo>
                      <a:pt x="296799" y="312992"/>
                      <a:pt x="300609" y="302800"/>
                      <a:pt x="303562" y="297751"/>
                    </a:cubicBezTo>
                    <a:cubicBezTo>
                      <a:pt x="311277" y="299847"/>
                      <a:pt x="316992" y="298323"/>
                      <a:pt x="324803" y="300323"/>
                    </a:cubicBezTo>
                    <a:cubicBezTo>
                      <a:pt x="329660" y="293561"/>
                      <a:pt x="330232" y="283559"/>
                      <a:pt x="333661" y="275844"/>
                    </a:cubicBezTo>
                    <a:cubicBezTo>
                      <a:pt x="334899" y="273272"/>
                      <a:pt x="336423" y="270891"/>
                      <a:pt x="338709" y="269081"/>
                    </a:cubicBezTo>
                    <a:cubicBezTo>
                      <a:pt x="338995" y="268796"/>
                      <a:pt x="339471" y="268415"/>
                      <a:pt x="339947" y="268224"/>
                    </a:cubicBezTo>
                    <a:cubicBezTo>
                      <a:pt x="342233" y="266605"/>
                      <a:pt x="345377" y="265367"/>
                      <a:pt x="347853" y="264890"/>
                    </a:cubicBezTo>
                    <a:cubicBezTo>
                      <a:pt x="348996" y="264605"/>
                      <a:pt x="356521" y="265748"/>
                      <a:pt x="356806" y="265462"/>
                    </a:cubicBezTo>
                    <a:cubicBezTo>
                      <a:pt x="362236" y="261366"/>
                      <a:pt x="356806" y="241078"/>
                      <a:pt x="357473" y="234696"/>
                    </a:cubicBezTo>
                    <a:cubicBezTo>
                      <a:pt x="358330" y="226409"/>
                      <a:pt x="357092" y="220599"/>
                      <a:pt x="354806" y="212884"/>
                    </a:cubicBezTo>
                    <a:cubicBezTo>
                      <a:pt x="353949" y="210026"/>
                      <a:pt x="348424" y="201454"/>
                      <a:pt x="350330" y="198596"/>
                    </a:cubicBezTo>
                    <a:cubicBezTo>
                      <a:pt x="354139" y="193262"/>
                      <a:pt x="379952" y="203549"/>
                      <a:pt x="385096" y="204597"/>
                    </a:cubicBezTo>
                    <a:cubicBezTo>
                      <a:pt x="386239" y="204788"/>
                      <a:pt x="387191" y="204978"/>
                      <a:pt x="388334" y="205169"/>
                    </a:cubicBezTo>
                    <a:cubicBezTo>
                      <a:pt x="394525" y="206312"/>
                      <a:pt x="400717" y="207264"/>
                      <a:pt x="407003" y="208312"/>
                    </a:cubicBezTo>
                    <a:cubicBezTo>
                      <a:pt x="410051" y="208788"/>
                      <a:pt x="413290" y="209360"/>
                      <a:pt x="416338" y="209931"/>
                    </a:cubicBezTo>
                    <a:cubicBezTo>
                      <a:pt x="417481" y="210026"/>
                      <a:pt x="418433" y="210312"/>
                      <a:pt x="419576" y="210503"/>
                    </a:cubicBezTo>
                    <a:cubicBezTo>
                      <a:pt x="420433" y="209741"/>
                      <a:pt x="421100" y="208598"/>
                      <a:pt x="421291" y="207074"/>
                    </a:cubicBezTo>
                    <a:cubicBezTo>
                      <a:pt x="422148" y="204121"/>
                      <a:pt x="421767" y="199930"/>
                      <a:pt x="421291" y="195834"/>
                    </a:cubicBezTo>
                    <a:cubicBezTo>
                      <a:pt x="420814" y="191357"/>
                      <a:pt x="420338" y="186785"/>
                      <a:pt x="421005" y="183928"/>
                    </a:cubicBezTo>
                    <a:cubicBezTo>
                      <a:pt x="422624" y="177165"/>
                      <a:pt x="425958" y="171736"/>
                      <a:pt x="427387" y="164878"/>
                    </a:cubicBezTo>
                    <a:cubicBezTo>
                      <a:pt x="429196" y="155353"/>
                      <a:pt x="430435" y="141732"/>
                      <a:pt x="434816" y="131445"/>
                    </a:cubicBezTo>
                    <a:cubicBezTo>
                      <a:pt x="435864" y="128969"/>
                      <a:pt x="437197" y="126587"/>
                      <a:pt x="438626" y="124587"/>
                    </a:cubicBezTo>
                    <a:cubicBezTo>
                      <a:pt x="439007" y="124016"/>
                      <a:pt x="439388" y="123635"/>
                      <a:pt x="439769" y="123349"/>
                    </a:cubicBezTo>
                    <a:cubicBezTo>
                      <a:pt x="441388" y="121730"/>
                      <a:pt x="443103" y="121825"/>
                      <a:pt x="445198" y="120491"/>
                    </a:cubicBezTo>
                    <a:cubicBezTo>
                      <a:pt x="446627" y="119539"/>
                      <a:pt x="448056" y="118586"/>
                      <a:pt x="449389" y="117539"/>
                    </a:cubicBezTo>
                    <a:cubicBezTo>
                      <a:pt x="454247" y="114300"/>
                      <a:pt x="458819" y="110966"/>
                      <a:pt x="463487" y="107442"/>
                    </a:cubicBezTo>
                    <a:cubicBezTo>
                      <a:pt x="472821" y="100298"/>
                      <a:pt x="479679" y="93917"/>
                      <a:pt x="484441" y="83915"/>
                    </a:cubicBezTo>
                    <a:cubicBezTo>
                      <a:pt x="487680" y="77057"/>
                      <a:pt x="493966" y="70390"/>
                      <a:pt x="499396" y="64199"/>
                    </a:cubicBezTo>
                    <a:cubicBezTo>
                      <a:pt x="499967" y="63722"/>
                      <a:pt x="500348" y="63151"/>
                      <a:pt x="500824" y="62675"/>
                    </a:cubicBezTo>
                    <a:cubicBezTo>
                      <a:pt x="502920" y="60293"/>
                      <a:pt x="505111" y="58579"/>
                      <a:pt x="507302" y="57245"/>
                    </a:cubicBezTo>
                    <a:cubicBezTo>
                      <a:pt x="511493" y="54578"/>
                      <a:pt x="515874" y="52864"/>
                      <a:pt x="520065" y="49340"/>
                    </a:cubicBezTo>
                    <a:cubicBezTo>
                      <a:pt x="526352" y="44291"/>
                      <a:pt x="532447" y="40291"/>
                      <a:pt x="537686" y="34385"/>
                    </a:cubicBezTo>
                    <a:cubicBezTo>
                      <a:pt x="540353" y="31433"/>
                      <a:pt x="542449" y="26003"/>
                      <a:pt x="545306" y="23432"/>
                    </a:cubicBezTo>
                    <a:cubicBezTo>
                      <a:pt x="550640" y="18669"/>
                      <a:pt x="557784" y="20860"/>
                      <a:pt x="564166" y="22384"/>
                    </a:cubicBezTo>
                    <a:cubicBezTo>
                      <a:pt x="565499" y="22670"/>
                      <a:pt x="566928" y="22955"/>
                      <a:pt x="568071" y="23241"/>
                    </a:cubicBezTo>
                    <a:cubicBezTo>
                      <a:pt x="570166" y="20384"/>
                      <a:pt x="569309" y="16002"/>
                      <a:pt x="568071" y="11621"/>
                    </a:cubicBezTo>
                    <a:lnTo>
                      <a:pt x="572262" y="0"/>
                    </a:lnTo>
                    <a:lnTo>
                      <a:pt x="574643" y="857"/>
                    </a:lnTo>
                    <a:cubicBezTo>
                      <a:pt x="573500" y="3905"/>
                      <a:pt x="571976" y="6001"/>
                      <a:pt x="574167" y="9811"/>
                    </a:cubicBezTo>
                    <a:cubicBezTo>
                      <a:pt x="575024" y="11049"/>
                      <a:pt x="576167" y="12287"/>
                      <a:pt x="577310" y="13430"/>
                    </a:cubicBezTo>
                    <a:cubicBezTo>
                      <a:pt x="579691" y="15621"/>
                      <a:pt x="582549" y="17812"/>
                      <a:pt x="584454" y="20288"/>
                    </a:cubicBezTo>
                    <a:cubicBezTo>
                      <a:pt x="588836" y="26099"/>
                      <a:pt x="591312" y="26289"/>
                      <a:pt x="596741" y="29813"/>
                    </a:cubicBezTo>
                    <a:cubicBezTo>
                      <a:pt x="605219" y="35147"/>
                      <a:pt x="609314" y="48101"/>
                      <a:pt x="609505" y="58388"/>
                    </a:cubicBezTo>
                    <a:cubicBezTo>
                      <a:pt x="617506" y="62960"/>
                      <a:pt x="623506" y="67818"/>
                      <a:pt x="630936" y="73628"/>
                    </a:cubicBezTo>
                    <a:cubicBezTo>
                      <a:pt x="632365" y="74676"/>
                      <a:pt x="633698" y="75724"/>
                      <a:pt x="635127" y="76486"/>
                    </a:cubicBezTo>
                    <a:cubicBezTo>
                      <a:pt x="637889" y="78296"/>
                      <a:pt x="640652" y="79629"/>
                      <a:pt x="643414" y="80867"/>
                    </a:cubicBezTo>
                    <a:cubicBezTo>
                      <a:pt x="649986" y="83630"/>
                      <a:pt x="656844" y="85344"/>
                      <a:pt x="663988" y="87916"/>
                    </a:cubicBezTo>
                    <a:cubicBezTo>
                      <a:pt x="665036" y="86106"/>
                      <a:pt x="666464" y="85820"/>
                      <a:pt x="668369" y="87059"/>
                    </a:cubicBezTo>
                    <a:cubicBezTo>
                      <a:pt x="671989" y="90011"/>
                      <a:pt x="674561" y="93726"/>
                      <a:pt x="676180" y="98203"/>
                    </a:cubicBezTo>
                    <a:cubicBezTo>
                      <a:pt x="679323" y="104585"/>
                      <a:pt x="680466" y="110585"/>
                      <a:pt x="686657" y="114681"/>
                    </a:cubicBezTo>
                    <a:cubicBezTo>
                      <a:pt x="692468" y="118396"/>
                      <a:pt x="700754" y="120968"/>
                      <a:pt x="708850" y="123158"/>
                    </a:cubicBezTo>
                    <a:cubicBezTo>
                      <a:pt x="711898" y="123920"/>
                      <a:pt x="714947" y="124873"/>
                      <a:pt x="717804" y="125730"/>
                    </a:cubicBezTo>
                    <a:cubicBezTo>
                      <a:pt x="719899" y="126397"/>
                      <a:pt x="721900" y="126968"/>
                      <a:pt x="723710" y="127635"/>
                    </a:cubicBezTo>
                    <a:cubicBezTo>
                      <a:pt x="733425" y="131255"/>
                      <a:pt x="733520" y="130588"/>
                      <a:pt x="742093" y="129826"/>
                    </a:cubicBezTo>
                    <a:cubicBezTo>
                      <a:pt x="742950" y="129731"/>
                      <a:pt x="748379" y="129445"/>
                      <a:pt x="749141" y="129159"/>
                    </a:cubicBezTo>
                    <a:cubicBezTo>
                      <a:pt x="750856" y="127349"/>
                      <a:pt x="752951" y="126016"/>
                      <a:pt x="755332" y="125159"/>
                    </a:cubicBezTo>
                    <a:lnTo>
                      <a:pt x="769144" y="122968"/>
                    </a:lnTo>
                    <a:cubicBezTo>
                      <a:pt x="771620" y="122206"/>
                      <a:pt x="773621" y="120872"/>
                      <a:pt x="775430" y="118967"/>
                    </a:cubicBezTo>
                    <a:cubicBezTo>
                      <a:pt x="777049" y="119063"/>
                      <a:pt x="778764" y="119158"/>
                      <a:pt x="780383" y="119348"/>
                    </a:cubicBezTo>
                    <a:cubicBezTo>
                      <a:pt x="783241" y="118586"/>
                      <a:pt x="786289" y="117443"/>
                      <a:pt x="789146" y="116491"/>
                    </a:cubicBezTo>
                    <a:cubicBezTo>
                      <a:pt x="794766" y="114491"/>
                      <a:pt x="797243" y="112109"/>
                      <a:pt x="802386" y="113919"/>
                    </a:cubicBezTo>
                    <a:cubicBezTo>
                      <a:pt x="802862" y="114110"/>
                      <a:pt x="803338" y="114395"/>
                      <a:pt x="803815" y="114586"/>
                    </a:cubicBezTo>
                    <a:cubicBezTo>
                      <a:pt x="808482" y="116681"/>
                      <a:pt x="807720" y="117729"/>
                      <a:pt x="809911" y="120491"/>
                    </a:cubicBezTo>
                    <a:cubicBezTo>
                      <a:pt x="810197" y="120872"/>
                      <a:pt x="810387" y="121158"/>
                      <a:pt x="810673" y="121539"/>
                    </a:cubicBezTo>
                    <a:cubicBezTo>
                      <a:pt x="816673" y="128492"/>
                      <a:pt x="828485" y="126778"/>
                      <a:pt x="834485" y="133350"/>
                    </a:cubicBezTo>
                    <a:cubicBezTo>
                      <a:pt x="836771" y="135731"/>
                      <a:pt x="835914" y="138970"/>
                      <a:pt x="839057" y="141351"/>
                    </a:cubicBezTo>
                    <a:cubicBezTo>
                      <a:pt x="843439" y="144780"/>
                      <a:pt x="852202" y="146018"/>
                      <a:pt x="857536" y="147923"/>
                    </a:cubicBezTo>
                    <a:cubicBezTo>
                      <a:pt x="864489" y="150400"/>
                      <a:pt x="871347" y="152495"/>
                      <a:pt x="878205" y="154591"/>
                    </a:cubicBezTo>
                    <a:cubicBezTo>
                      <a:pt x="881158" y="155448"/>
                      <a:pt x="884206" y="156305"/>
                      <a:pt x="887254" y="157067"/>
                    </a:cubicBezTo>
                    <a:cubicBezTo>
                      <a:pt x="898970" y="160401"/>
                      <a:pt x="910780" y="163640"/>
                      <a:pt x="922591" y="167926"/>
                    </a:cubicBezTo>
                    <a:cubicBezTo>
                      <a:pt x="933926" y="172022"/>
                      <a:pt x="948309" y="174689"/>
                      <a:pt x="954596" y="186404"/>
                    </a:cubicBezTo>
                    <a:cubicBezTo>
                      <a:pt x="955262" y="187643"/>
                      <a:pt x="955548" y="188976"/>
                      <a:pt x="955834" y="190310"/>
                    </a:cubicBezTo>
                    <a:cubicBezTo>
                      <a:pt x="956310" y="192215"/>
                      <a:pt x="956881" y="193929"/>
                      <a:pt x="958691" y="195072"/>
                    </a:cubicBezTo>
                    <a:cubicBezTo>
                      <a:pt x="960025" y="195929"/>
                      <a:pt x="961739" y="196215"/>
                      <a:pt x="963549" y="196310"/>
                    </a:cubicBezTo>
                    <a:cubicBezTo>
                      <a:pt x="966883" y="196406"/>
                      <a:pt x="970597" y="195644"/>
                      <a:pt x="973455" y="196406"/>
                    </a:cubicBezTo>
                    <a:cubicBezTo>
                      <a:pt x="980599" y="198215"/>
                      <a:pt x="986695" y="203454"/>
                      <a:pt x="994505" y="201930"/>
                    </a:cubicBezTo>
                    <a:cubicBezTo>
                      <a:pt x="999744" y="200882"/>
                      <a:pt x="1003268" y="196691"/>
                      <a:pt x="1007936" y="194405"/>
                    </a:cubicBezTo>
                    <a:cubicBezTo>
                      <a:pt x="1022699" y="186785"/>
                      <a:pt x="1032034" y="189738"/>
                      <a:pt x="1044702" y="194405"/>
                    </a:cubicBezTo>
                    <a:cubicBezTo>
                      <a:pt x="1046893" y="195263"/>
                      <a:pt x="1049179" y="196120"/>
                      <a:pt x="1051465" y="196977"/>
                    </a:cubicBezTo>
                    <a:cubicBezTo>
                      <a:pt x="1052036" y="197168"/>
                      <a:pt x="1052703" y="197453"/>
                      <a:pt x="1053370" y="197739"/>
                    </a:cubicBezTo>
                    <a:cubicBezTo>
                      <a:pt x="1058894" y="200025"/>
                      <a:pt x="1066705" y="204407"/>
                      <a:pt x="1071944" y="204407"/>
                    </a:cubicBezTo>
                    <a:cubicBezTo>
                      <a:pt x="1074896" y="204407"/>
                      <a:pt x="1077468" y="202692"/>
                      <a:pt x="1079945" y="202597"/>
                    </a:cubicBezTo>
                    <a:cubicBezTo>
                      <a:pt x="1090803" y="202311"/>
                      <a:pt x="1109186" y="227933"/>
                      <a:pt x="1121093" y="218885"/>
                    </a:cubicBezTo>
                    <a:cubicBezTo>
                      <a:pt x="1125093" y="221456"/>
                      <a:pt x="1124426" y="224504"/>
                      <a:pt x="1123283" y="227648"/>
                    </a:cubicBezTo>
                    <a:lnTo>
                      <a:pt x="1122712" y="229267"/>
                    </a:lnTo>
                    <a:cubicBezTo>
                      <a:pt x="1122140" y="230886"/>
                      <a:pt x="1121664" y="232505"/>
                      <a:pt x="1121759" y="234029"/>
                    </a:cubicBezTo>
                    <a:cubicBezTo>
                      <a:pt x="1122140" y="236887"/>
                      <a:pt x="1124522" y="240411"/>
                      <a:pt x="1127284" y="243840"/>
                    </a:cubicBezTo>
                    <a:cubicBezTo>
                      <a:pt x="1130522" y="247555"/>
                      <a:pt x="1134332" y="251079"/>
                      <a:pt x="1136714" y="253174"/>
                    </a:cubicBezTo>
                    <a:cubicBezTo>
                      <a:pt x="1143476" y="258985"/>
                      <a:pt x="1145000" y="257556"/>
                      <a:pt x="1151858" y="258128"/>
                    </a:cubicBezTo>
                    <a:cubicBezTo>
                      <a:pt x="1157097" y="258509"/>
                      <a:pt x="1161955" y="260985"/>
                      <a:pt x="1167098" y="262795"/>
                    </a:cubicBezTo>
                    <a:cubicBezTo>
                      <a:pt x="1176242" y="266129"/>
                      <a:pt x="1185386" y="269558"/>
                      <a:pt x="1194625" y="272701"/>
                    </a:cubicBezTo>
                    <a:cubicBezTo>
                      <a:pt x="1195578" y="273082"/>
                      <a:pt x="1196435" y="273272"/>
                      <a:pt x="1197102" y="273463"/>
                    </a:cubicBezTo>
                    <a:cubicBezTo>
                      <a:pt x="1201007" y="274701"/>
                      <a:pt x="1202817" y="274701"/>
                      <a:pt x="1207103" y="273082"/>
                    </a:cubicBezTo>
                    <a:cubicBezTo>
                      <a:pt x="1207580" y="272891"/>
                      <a:pt x="1208056" y="272606"/>
                      <a:pt x="1208627" y="272415"/>
                    </a:cubicBezTo>
                    <a:cubicBezTo>
                      <a:pt x="1214152" y="270129"/>
                      <a:pt x="1213866" y="271272"/>
                      <a:pt x="1219295" y="271272"/>
                    </a:cubicBezTo>
                    <a:cubicBezTo>
                      <a:pt x="1225106" y="271177"/>
                      <a:pt x="1226630" y="270129"/>
                      <a:pt x="1232821" y="272510"/>
                    </a:cubicBezTo>
                    <a:cubicBezTo>
                      <a:pt x="1239869" y="275177"/>
                      <a:pt x="1248156" y="279845"/>
                      <a:pt x="1255681" y="280511"/>
                    </a:cubicBezTo>
                    <a:cubicBezTo>
                      <a:pt x="1264539" y="281369"/>
                      <a:pt x="1268444" y="275463"/>
                      <a:pt x="1277303" y="278130"/>
                    </a:cubicBezTo>
                    <a:cubicBezTo>
                      <a:pt x="1279684" y="278892"/>
                      <a:pt x="1282256" y="280035"/>
                      <a:pt x="1284732" y="281178"/>
                    </a:cubicBezTo>
                    <a:cubicBezTo>
                      <a:pt x="1287494" y="282321"/>
                      <a:pt x="1290161" y="283559"/>
                      <a:pt x="1292923" y="283940"/>
                    </a:cubicBezTo>
                    <a:cubicBezTo>
                      <a:pt x="1293114" y="283940"/>
                      <a:pt x="1293400" y="283940"/>
                      <a:pt x="1293590" y="283940"/>
                    </a:cubicBezTo>
                    <a:cubicBezTo>
                      <a:pt x="1298448" y="284512"/>
                      <a:pt x="1301210" y="282512"/>
                      <a:pt x="1305782" y="281273"/>
                    </a:cubicBezTo>
                    <a:cubicBezTo>
                      <a:pt x="1320832" y="277463"/>
                      <a:pt x="1337310" y="291846"/>
                      <a:pt x="1352360" y="294037"/>
                    </a:cubicBezTo>
                    <a:cubicBezTo>
                      <a:pt x="1353788" y="292703"/>
                      <a:pt x="1354931" y="290989"/>
                      <a:pt x="1355598" y="289179"/>
                    </a:cubicBezTo>
                    <a:cubicBezTo>
                      <a:pt x="1359980" y="289751"/>
                      <a:pt x="1359598" y="295085"/>
                      <a:pt x="1362361" y="297656"/>
                    </a:cubicBezTo>
                    <a:cubicBezTo>
                      <a:pt x="1363694" y="298895"/>
                      <a:pt x="1365885" y="299847"/>
                      <a:pt x="1368076" y="300609"/>
                    </a:cubicBezTo>
                    <a:cubicBezTo>
                      <a:pt x="1369409" y="301181"/>
                      <a:pt x="1370743" y="301752"/>
                      <a:pt x="1371695" y="302324"/>
                    </a:cubicBezTo>
                    <a:cubicBezTo>
                      <a:pt x="1373219" y="303181"/>
                      <a:pt x="1374743" y="304229"/>
                      <a:pt x="1376267" y="305276"/>
                    </a:cubicBezTo>
                    <a:cubicBezTo>
                      <a:pt x="1382839" y="310039"/>
                      <a:pt x="1388650" y="315849"/>
                      <a:pt x="1397032" y="317849"/>
                    </a:cubicBezTo>
                    <a:cubicBezTo>
                      <a:pt x="1406081" y="320040"/>
                      <a:pt x="1415320" y="316611"/>
                      <a:pt x="1424654" y="317849"/>
                    </a:cubicBezTo>
                    <a:cubicBezTo>
                      <a:pt x="1427416" y="318230"/>
                      <a:pt x="1429893" y="319754"/>
                      <a:pt x="1432465" y="320040"/>
                    </a:cubicBezTo>
                    <a:cubicBezTo>
                      <a:pt x="1434560" y="320231"/>
                      <a:pt x="1436941" y="319278"/>
                      <a:pt x="1438561" y="319373"/>
                    </a:cubicBezTo>
                    <a:cubicBezTo>
                      <a:pt x="1442371" y="319659"/>
                      <a:pt x="1446562" y="321088"/>
                      <a:pt x="1450562" y="322707"/>
                    </a:cubicBezTo>
                    <a:cubicBezTo>
                      <a:pt x="1453515" y="323850"/>
                      <a:pt x="1456468" y="325184"/>
                      <a:pt x="1459230" y="326136"/>
                    </a:cubicBezTo>
                    <a:lnTo>
                      <a:pt x="1459706" y="326326"/>
                    </a:lnTo>
                    <a:cubicBezTo>
                      <a:pt x="1466374" y="328708"/>
                      <a:pt x="1473041" y="330994"/>
                      <a:pt x="1479709" y="333566"/>
                    </a:cubicBezTo>
                    <a:cubicBezTo>
                      <a:pt x="1479709" y="334232"/>
                      <a:pt x="1479709" y="334899"/>
                      <a:pt x="1479042" y="335566"/>
                    </a:cubicBezTo>
                    <a:cubicBezTo>
                      <a:pt x="1475613" y="337090"/>
                      <a:pt x="1472565" y="339376"/>
                      <a:pt x="1469993" y="342233"/>
                    </a:cubicBezTo>
                    <a:cubicBezTo>
                      <a:pt x="1467422" y="345567"/>
                      <a:pt x="1462564" y="356330"/>
                      <a:pt x="1462373" y="360998"/>
                    </a:cubicBezTo>
                    <a:cubicBezTo>
                      <a:pt x="1461992" y="368046"/>
                      <a:pt x="1462754" y="365855"/>
                      <a:pt x="1467040" y="370523"/>
                    </a:cubicBezTo>
                    <a:cubicBezTo>
                      <a:pt x="1470089" y="373761"/>
                      <a:pt x="1472756" y="374904"/>
                      <a:pt x="1476089" y="377571"/>
                    </a:cubicBezTo>
                    <a:cubicBezTo>
                      <a:pt x="1482281" y="382619"/>
                      <a:pt x="1481519" y="379095"/>
                      <a:pt x="1483519" y="388715"/>
                    </a:cubicBezTo>
                    <a:cubicBezTo>
                      <a:pt x="1485233" y="396335"/>
                      <a:pt x="1485900" y="402336"/>
                      <a:pt x="1484566" y="408432"/>
                    </a:cubicBezTo>
                    <a:cubicBezTo>
                      <a:pt x="1483900" y="411290"/>
                      <a:pt x="1482852" y="414052"/>
                      <a:pt x="1481138" y="417100"/>
                    </a:cubicBezTo>
                    <a:cubicBezTo>
                      <a:pt x="1480566" y="418148"/>
                      <a:pt x="1479899" y="419291"/>
                      <a:pt x="1479137" y="420529"/>
                    </a:cubicBezTo>
                    <a:cubicBezTo>
                      <a:pt x="1476661" y="424434"/>
                      <a:pt x="1474470" y="421291"/>
                      <a:pt x="1474661" y="427958"/>
                    </a:cubicBezTo>
                    <a:cubicBezTo>
                      <a:pt x="1474946" y="435197"/>
                      <a:pt x="1481423" y="444818"/>
                      <a:pt x="1484376" y="451199"/>
                    </a:cubicBezTo>
                    <a:cubicBezTo>
                      <a:pt x="1487900" y="458629"/>
                      <a:pt x="1489329" y="462534"/>
                      <a:pt x="1488948" y="467487"/>
                    </a:cubicBezTo>
                    <a:cubicBezTo>
                      <a:pt x="1488662" y="470440"/>
                      <a:pt x="1487710" y="473678"/>
                      <a:pt x="1486281" y="478250"/>
                    </a:cubicBezTo>
                    <a:cubicBezTo>
                      <a:pt x="1484566" y="483680"/>
                      <a:pt x="1483709" y="490823"/>
                      <a:pt x="1482662" y="498158"/>
                    </a:cubicBezTo>
                    <a:cubicBezTo>
                      <a:pt x="1482185" y="501206"/>
                      <a:pt x="1481709" y="504444"/>
                      <a:pt x="1481042" y="507397"/>
                    </a:cubicBezTo>
                    <a:cubicBezTo>
                      <a:pt x="1479042" y="516731"/>
                      <a:pt x="1475708" y="525113"/>
                      <a:pt x="1468564" y="528828"/>
                    </a:cubicBezTo>
                    <a:cubicBezTo>
                      <a:pt x="1470089" y="529685"/>
                      <a:pt x="1472756" y="531209"/>
                      <a:pt x="1475327" y="532924"/>
                    </a:cubicBezTo>
                    <a:cubicBezTo>
                      <a:pt x="1478852" y="535210"/>
                      <a:pt x="1482281" y="537782"/>
                      <a:pt x="1483043" y="540163"/>
                    </a:cubicBezTo>
                    <a:cubicBezTo>
                      <a:pt x="1485614" y="548069"/>
                      <a:pt x="1474089" y="558356"/>
                      <a:pt x="1476280" y="566833"/>
                    </a:cubicBezTo>
                    <a:cubicBezTo>
                      <a:pt x="1477232" y="570833"/>
                      <a:pt x="1479423" y="569976"/>
                      <a:pt x="1479137" y="574929"/>
                    </a:cubicBezTo>
                    <a:cubicBezTo>
                      <a:pt x="1478947" y="577501"/>
                      <a:pt x="1476565" y="581216"/>
                      <a:pt x="1475708" y="583692"/>
                    </a:cubicBezTo>
                    <a:cubicBezTo>
                      <a:pt x="1475518" y="584264"/>
                      <a:pt x="1475137" y="584930"/>
                      <a:pt x="1474851" y="585692"/>
                    </a:cubicBezTo>
                    <a:cubicBezTo>
                      <a:pt x="1473708" y="588264"/>
                      <a:pt x="1472374" y="591312"/>
                      <a:pt x="1471231" y="594265"/>
                    </a:cubicBezTo>
                    <a:cubicBezTo>
                      <a:pt x="1470279" y="596837"/>
                      <a:pt x="1469612" y="599313"/>
                      <a:pt x="1469517" y="601504"/>
                    </a:cubicBezTo>
                    <a:cubicBezTo>
                      <a:pt x="1469136" y="610172"/>
                      <a:pt x="1481995" y="625697"/>
                      <a:pt x="1470660" y="630650"/>
                    </a:cubicBezTo>
                    <a:cubicBezTo>
                      <a:pt x="1468946" y="631317"/>
                      <a:pt x="1465516" y="628460"/>
                      <a:pt x="1463897" y="629222"/>
                    </a:cubicBezTo>
                    <a:cubicBezTo>
                      <a:pt x="1459516" y="631412"/>
                      <a:pt x="1457801" y="637699"/>
                      <a:pt x="1455039" y="641414"/>
                    </a:cubicBezTo>
                    <a:cubicBezTo>
                      <a:pt x="1448562" y="649986"/>
                      <a:pt x="1447514" y="649415"/>
                      <a:pt x="1437894" y="647414"/>
                    </a:cubicBezTo>
                    <a:cubicBezTo>
                      <a:pt x="1436465" y="650939"/>
                      <a:pt x="1433798" y="650843"/>
                      <a:pt x="1432179" y="653225"/>
                    </a:cubicBezTo>
                    <a:cubicBezTo>
                      <a:pt x="1431989" y="653415"/>
                      <a:pt x="1431893" y="653796"/>
                      <a:pt x="1431798" y="654082"/>
                    </a:cubicBezTo>
                    <a:cubicBezTo>
                      <a:pt x="1430750" y="655892"/>
                      <a:pt x="1430369" y="657987"/>
                      <a:pt x="1429226" y="659606"/>
                    </a:cubicBezTo>
                    <a:lnTo>
                      <a:pt x="1429226" y="659606"/>
                    </a:lnTo>
                    <a:cubicBezTo>
                      <a:pt x="1427131" y="662369"/>
                      <a:pt x="1425321" y="665036"/>
                      <a:pt x="1423416" y="667512"/>
                    </a:cubicBezTo>
                    <a:cubicBezTo>
                      <a:pt x="1420463" y="671608"/>
                      <a:pt x="1417320" y="675227"/>
                      <a:pt x="1413224" y="678275"/>
                    </a:cubicBezTo>
                    <a:cubicBezTo>
                      <a:pt x="1410843" y="680085"/>
                      <a:pt x="1408081" y="681800"/>
                      <a:pt x="1404842" y="683133"/>
                    </a:cubicBezTo>
                    <a:cubicBezTo>
                      <a:pt x="1395031" y="687419"/>
                      <a:pt x="1394174" y="688181"/>
                      <a:pt x="1393412" y="698659"/>
                    </a:cubicBezTo>
                    <a:cubicBezTo>
                      <a:pt x="1392841" y="708279"/>
                      <a:pt x="1393698" y="715042"/>
                      <a:pt x="1396746" y="724091"/>
                    </a:cubicBezTo>
                    <a:cubicBezTo>
                      <a:pt x="1396746" y="724091"/>
                      <a:pt x="1396746" y="724281"/>
                      <a:pt x="1396746" y="724376"/>
                    </a:cubicBezTo>
                    <a:cubicBezTo>
                      <a:pt x="1396746" y="724376"/>
                      <a:pt x="1396679" y="724376"/>
                      <a:pt x="1396556" y="724376"/>
                    </a:cubicBezTo>
                    <a:cubicBezTo>
                      <a:pt x="1391888" y="723995"/>
                      <a:pt x="1388936" y="720376"/>
                      <a:pt x="1384173" y="721709"/>
                    </a:cubicBezTo>
                    <a:cubicBezTo>
                      <a:pt x="1382649" y="722186"/>
                      <a:pt x="1378648" y="726472"/>
                      <a:pt x="1375220" y="730758"/>
                    </a:cubicBezTo>
                    <a:cubicBezTo>
                      <a:pt x="1372838" y="733520"/>
                      <a:pt x="1370743" y="736378"/>
                      <a:pt x="1369695" y="737997"/>
                    </a:cubicBezTo>
                    <a:lnTo>
                      <a:pt x="1369314" y="738569"/>
                    </a:lnTo>
                    <a:lnTo>
                      <a:pt x="1369314" y="738569"/>
                    </a:lnTo>
                    <a:cubicBezTo>
                      <a:pt x="1363599" y="748379"/>
                      <a:pt x="1361504" y="761714"/>
                      <a:pt x="1357503" y="772382"/>
                    </a:cubicBezTo>
                    <a:cubicBezTo>
                      <a:pt x="1355312" y="778097"/>
                      <a:pt x="1351502" y="784289"/>
                      <a:pt x="1353122" y="790575"/>
                    </a:cubicBezTo>
                    <a:cubicBezTo>
                      <a:pt x="1354455" y="796195"/>
                      <a:pt x="1358551" y="797909"/>
                      <a:pt x="1358074" y="804005"/>
                    </a:cubicBezTo>
                    <a:cubicBezTo>
                      <a:pt x="1357789" y="806958"/>
                      <a:pt x="1356360" y="810387"/>
                      <a:pt x="1354836" y="813816"/>
                    </a:cubicBezTo>
                    <a:cubicBezTo>
                      <a:pt x="1353693" y="816578"/>
                      <a:pt x="1352360" y="819150"/>
                      <a:pt x="1351502" y="821436"/>
                    </a:cubicBezTo>
                    <a:lnTo>
                      <a:pt x="1351121" y="822389"/>
                    </a:lnTo>
                    <a:cubicBezTo>
                      <a:pt x="1347788" y="831914"/>
                      <a:pt x="1347978" y="839915"/>
                      <a:pt x="1345882" y="849630"/>
                    </a:cubicBezTo>
                    <a:cubicBezTo>
                      <a:pt x="1347692" y="850487"/>
                      <a:pt x="1349312" y="851249"/>
                      <a:pt x="1350740" y="852011"/>
                    </a:cubicBezTo>
                    <a:cubicBezTo>
                      <a:pt x="1354169" y="853821"/>
                      <a:pt x="1356455" y="855821"/>
                      <a:pt x="1357503" y="860774"/>
                    </a:cubicBezTo>
                    <a:cubicBezTo>
                      <a:pt x="1357503" y="860965"/>
                      <a:pt x="1357503" y="861060"/>
                      <a:pt x="1357598" y="861346"/>
                    </a:cubicBezTo>
                    <a:cubicBezTo>
                      <a:pt x="1358646" y="866775"/>
                      <a:pt x="1355693" y="869537"/>
                      <a:pt x="1355789" y="874871"/>
                    </a:cubicBezTo>
                    <a:cubicBezTo>
                      <a:pt x="1355789" y="881158"/>
                      <a:pt x="1360551" y="887444"/>
                      <a:pt x="1360361" y="894493"/>
                    </a:cubicBezTo>
                    <a:cubicBezTo>
                      <a:pt x="1360265" y="897636"/>
                      <a:pt x="1359789" y="901827"/>
                      <a:pt x="1359027" y="905923"/>
                    </a:cubicBezTo>
                    <a:cubicBezTo>
                      <a:pt x="1358456" y="908971"/>
                      <a:pt x="1357789" y="911924"/>
                      <a:pt x="1357027" y="914210"/>
                    </a:cubicBezTo>
                    <a:lnTo>
                      <a:pt x="1356741" y="914972"/>
                    </a:lnTo>
                    <a:cubicBezTo>
                      <a:pt x="1354455" y="921449"/>
                      <a:pt x="1352931" y="919925"/>
                      <a:pt x="1348454" y="923735"/>
                    </a:cubicBezTo>
                    <a:cubicBezTo>
                      <a:pt x="1342263" y="929069"/>
                      <a:pt x="1343597" y="938498"/>
                      <a:pt x="1337786" y="943737"/>
                    </a:cubicBezTo>
                    <a:cubicBezTo>
                      <a:pt x="1331786" y="949166"/>
                      <a:pt x="1330452" y="945166"/>
                      <a:pt x="1327118" y="953738"/>
                    </a:cubicBezTo>
                    <a:cubicBezTo>
                      <a:pt x="1324547" y="960120"/>
                      <a:pt x="1319403" y="969454"/>
                      <a:pt x="1319689" y="976122"/>
                    </a:cubicBezTo>
                    <a:cubicBezTo>
                      <a:pt x="1325308" y="977646"/>
                      <a:pt x="1326452" y="980408"/>
                      <a:pt x="1327309" y="984790"/>
                    </a:cubicBezTo>
                    <a:cubicBezTo>
                      <a:pt x="1327404" y="985552"/>
                      <a:pt x="1327595" y="986409"/>
                      <a:pt x="1327785" y="987266"/>
                    </a:cubicBezTo>
                    <a:cubicBezTo>
                      <a:pt x="1328452" y="990695"/>
                      <a:pt x="1329976" y="993267"/>
                      <a:pt x="1331119" y="996125"/>
                    </a:cubicBezTo>
                    <a:cubicBezTo>
                      <a:pt x="1331405" y="996887"/>
                      <a:pt x="1331690" y="997839"/>
                      <a:pt x="1331976" y="998792"/>
                    </a:cubicBezTo>
                    <a:cubicBezTo>
                      <a:pt x="1333881" y="1007650"/>
                      <a:pt x="1326547" y="1022890"/>
                      <a:pt x="1318165" y="1026509"/>
                    </a:cubicBezTo>
                    <a:cubicBezTo>
                      <a:pt x="1320451" y="1030415"/>
                      <a:pt x="1317498" y="1036701"/>
                      <a:pt x="1314926" y="1040225"/>
                    </a:cubicBezTo>
                    <a:cubicBezTo>
                      <a:pt x="1307306" y="1038130"/>
                      <a:pt x="1301591" y="1039558"/>
                      <a:pt x="1293876" y="1037654"/>
                    </a:cubicBezTo>
                    <a:lnTo>
                      <a:pt x="1293686" y="1037654"/>
                    </a:lnTo>
                    <a:cubicBezTo>
                      <a:pt x="1289209" y="1044226"/>
                      <a:pt x="1287399" y="1052227"/>
                      <a:pt x="1285304" y="1060133"/>
                    </a:cubicBezTo>
                    <a:cubicBezTo>
                      <a:pt x="1284541" y="1063181"/>
                      <a:pt x="1283589" y="1066133"/>
                      <a:pt x="1282541" y="1068991"/>
                    </a:cubicBezTo>
                    <a:cubicBezTo>
                      <a:pt x="1281684" y="1070991"/>
                      <a:pt x="1280827" y="1072896"/>
                      <a:pt x="1279874" y="1074706"/>
                    </a:cubicBezTo>
                    <a:cubicBezTo>
                      <a:pt x="1277017" y="1079659"/>
                      <a:pt x="1277683" y="1078325"/>
                      <a:pt x="1273683" y="1081088"/>
                    </a:cubicBezTo>
                    <a:cubicBezTo>
                      <a:pt x="1272254" y="1082135"/>
                      <a:pt x="1269587" y="1082993"/>
                      <a:pt x="1267301" y="1084136"/>
                    </a:cubicBezTo>
                    <a:cubicBezTo>
                      <a:pt x="1265396" y="1084993"/>
                      <a:pt x="1263682" y="1086231"/>
                      <a:pt x="1263015" y="1087755"/>
                    </a:cubicBezTo>
                    <a:cubicBezTo>
                      <a:pt x="1262158" y="1089946"/>
                      <a:pt x="1262444" y="1092518"/>
                      <a:pt x="1263301" y="1095280"/>
                    </a:cubicBezTo>
                    <a:cubicBezTo>
                      <a:pt x="1264730" y="1099947"/>
                      <a:pt x="1267397" y="1104805"/>
                      <a:pt x="1267968" y="1108329"/>
                    </a:cubicBezTo>
                    <a:cubicBezTo>
                      <a:pt x="1267968" y="1108615"/>
                      <a:pt x="1267968" y="1108901"/>
                      <a:pt x="1268158" y="1109282"/>
                    </a:cubicBezTo>
                    <a:cubicBezTo>
                      <a:pt x="1269111" y="1115092"/>
                      <a:pt x="1268825" y="1115282"/>
                      <a:pt x="1267015" y="1121283"/>
                    </a:cubicBezTo>
                    <a:cubicBezTo>
                      <a:pt x="1265301" y="1126712"/>
                      <a:pt x="1263206" y="1131665"/>
                      <a:pt x="1262158" y="1137095"/>
                    </a:cubicBezTo>
                    <a:cubicBezTo>
                      <a:pt x="1261681" y="1139095"/>
                      <a:pt x="1263015" y="1140809"/>
                      <a:pt x="1263015" y="1142333"/>
                    </a:cubicBezTo>
                    <a:cubicBezTo>
                      <a:pt x="1263015" y="1143572"/>
                      <a:pt x="1262348" y="1144715"/>
                      <a:pt x="1259586" y="1145762"/>
                    </a:cubicBezTo>
                    <a:cubicBezTo>
                      <a:pt x="1259777" y="1147953"/>
                      <a:pt x="1260539" y="1149858"/>
                      <a:pt x="1261586" y="1151763"/>
                    </a:cubicBezTo>
                    <a:cubicBezTo>
                      <a:pt x="1264539" y="1157288"/>
                      <a:pt x="1269492" y="1162050"/>
                      <a:pt x="1268825" y="1169575"/>
                    </a:cubicBezTo>
                    <a:cubicBezTo>
                      <a:pt x="1268254" y="1174909"/>
                      <a:pt x="1264825" y="1183386"/>
                      <a:pt x="1261872" y="1187577"/>
                    </a:cubicBezTo>
                    <a:cubicBezTo>
                      <a:pt x="1259681" y="1187291"/>
                      <a:pt x="1257681" y="1186910"/>
                      <a:pt x="1255586" y="1186720"/>
                    </a:cubicBezTo>
                    <a:cubicBezTo>
                      <a:pt x="1254538" y="1190530"/>
                      <a:pt x="1256062" y="1193673"/>
                      <a:pt x="1255205" y="1197578"/>
                    </a:cubicBezTo>
                    <a:cubicBezTo>
                      <a:pt x="1254728" y="1200245"/>
                      <a:pt x="1251966" y="1202817"/>
                      <a:pt x="1252061" y="1205675"/>
                    </a:cubicBezTo>
                    <a:cubicBezTo>
                      <a:pt x="1252347" y="1216057"/>
                      <a:pt x="1268730" y="1221105"/>
                      <a:pt x="1270635" y="1229487"/>
                    </a:cubicBezTo>
                    <a:cubicBezTo>
                      <a:pt x="1261015" y="1230249"/>
                      <a:pt x="1258633" y="1224058"/>
                      <a:pt x="1255300" y="1230059"/>
                    </a:cubicBezTo>
                    <a:cubicBezTo>
                      <a:pt x="1254538" y="1231297"/>
                      <a:pt x="1253776" y="1233107"/>
                      <a:pt x="1253014" y="1235583"/>
                    </a:cubicBezTo>
                    <a:cubicBezTo>
                      <a:pt x="1252633" y="1236631"/>
                      <a:pt x="1252252" y="1237679"/>
                      <a:pt x="1251966" y="1238726"/>
                    </a:cubicBezTo>
                    <a:cubicBezTo>
                      <a:pt x="1249680" y="1245680"/>
                      <a:pt x="1247299" y="1253014"/>
                      <a:pt x="1244441" y="1259681"/>
                    </a:cubicBezTo>
                    <a:cubicBezTo>
                      <a:pt x="1242250" y="1264539"/>
                      <a:pt x="1238917" y="1267587"/>
                      <a:pt x="1236250" y="1272159"/>
                    </a:cubicBezTo>
                    <a:cubicBezTo>
                      <a:pt x="1233964" y="1276160"/>
                      <a:pt x="1233869" y="1282637"/>
                      <a:pt x="1231106" y="1285970"/>
                    </a:cubicBezTo>
                    <a:cubicBezTo>
                      <a:pt x="1224915" y="1293495"/>
                      <a:pt x="1219295" y="1287685"/>
                      <a:pt x="1211389" y="1287304"/>
                    </a:cubicBezTo>
                    <a:cubicBezTo>
                      <a:pt x="1210532" y="1294352"/>
                      <a:pt x="1217676" y="1295591"/>
                      <a:pt x="1212818" y="1304639"/>
                    </a:cubicBezTo>
                    <a:cubicBezTo>
                      <a:pt x="1212818" y="1304830"/>
                      <a:pt x="1212628" y="1304925"/>
                      <a:pt x="1212532" y="1305116"/>
                    </a:cubicBezTo>
                    <a:cubicBezTo>
                      <a:pt x="1211580" y="1306640"/>
                      <a:pt x="1210628" y="1307783"/>
                      <a:pt x="1209675" y="1308830"/>
                    </a:cubicBezTo>
                    <a:close/>
                  </a:path>
                </a:pathLst>
              </a:custGeom>
              <a:solidFill>
                <a:schemeClr val="accent4"/>
              </a:solidFill>
              <a:ln>
                <a:noFill/>
              </a:ln>
              <a:effectLst>
                <a:outerShdw rotWithShape="0" algn="bl" dir="19140000" dist="47625">
                  <a:srgbClr val="260D03">
                    <a:alpha val="14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94" name="Google Shape;394;p29"/>
              <p:cNvGrpSpPr/>
              <p:nvPr/>
            </p:nvGrpSpPr>
            <p:grpSpPr>
              <a:xfrm rot="10800000">
                <a:off x="6784212" y="-617871"/>
                <a:ext cx="3059426" cy="2688663"/>
                <a:chOff x="9590772" y="632648"/>
                <a:chExt cx="1489424" cy="1308925"/>
              </a:xfrm>
            </p:grpSpPr>
            <p:grpSp>
              <p:nvGrpSpPr>
                <p:cNvPr id="395" name="Google Shape;395;p29"/>
                <p:cNvGrpSpPr/>
                <p:nvPr/>
              </p:nvGrpSpPr>
              <p:grpSpPr>
                <a:xfrm>
                  <a:off x="9590772" y="689798"/>
                  <a:ext cx="1484947" cy="1251775"/>
                  <a:chOff x="9590772" y="689798"/>
                  <a:chExt cx="1484947" cy="1251775"/>
                </a:xfrm>
              </p:grpSpPr>
              <p:sp>
                <p:nvSpPr>
                  <p:cNvPr id="396" name="Google Shape;396;p29"/>
                  <p:cNvSpPr/>
                  <p:nvPr/>
                </p:nvSpPr>
                <p:spPr>
                  <a:xfrm>
                    <a:off x="10090739" y="689798"/>
                    <a:ext cx="984980" cy="360045"/>
                  </a:xfrm>
                  <a:custGeom>
                    <a:rect b="b" l="l" r="r" t="t"/>
                    <a:pathLst>
                      <a:path extrusionOk="0" h="360045" w="984980">
                        <a:moveTo>
                          <a:pt x="981647" y="359950"/>
                        </a:moveTo>
                        <a:lnTo>
                          <a:pt x="0" y="6953"/>
                        </a:lnTo>
                        <a:cubicBezTo>
                          <a:pt x="571" y="6477"/>
                          <a:pt x="953" y="5906"/>
                          <a:pt x="1429" y="5429"/>
                        </a:cubicBezTo>
                        <a:cubicBezTo>
                          <a:pt x="3524" y="3048"/>
                          <a:pt x="5715" y="1333"/>
                          <a:pt x="7906" y="0"/>
                        </a:cubicBezTo>
                        <a:lnTo>
                          <a:pt x="984980" y="351377"/>
                        </a:lnTo>
                        <a:cubicBezTo>
                          <a:pt x="984313" y="354235"/>
                          <a:pt x="983266" y="356997"/>
                          <a:pt x="981551" y="360045"/>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 name="Google Shape;397;p29"/>
                  <p:cNvSpPr/>
                  <p:nvPr/>
                </p:nvSpPr>
                <p:spPr>
                  <a:xfrm>
                    <a:off x="10025874" y="755045"/>
                    <a:ext cx="1047940" cy="385095"/>
                  </a:xfrm>
                  <a:custGeom>
                    <a:rect b="b" l="l" r="r" t="t"/>
                    <a:pathLst>
                      <a:path extrusionOk="0" h="385095" w="1047940">
                        <a:moveTo>
                          <a:pt x="1046321" y="385096"/>
                        </a:moveTo>
                        <a:lnTo>
                          <a:pt x="0" y="8763"/>
                        </a:lnTo>
                        <a:lnTo>
                          <a:pt x="3143" y="0"/>
                        </a:lnTo>
                        <a:lnTo>
                          <a:pt x="1047940" y="375761"/>
                        </a:lnTo>
                        <a:cubicBezTo>
                          <a:pt x="1047464" y="378809"/>
                          <a:pt x="1046988" y="382048"/>
                          <a:pt x="1046321" y="38500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 name="Google Shape;398;p29"/>
                  <p:cNvSpPr/>
                  <p:nvPr/>
                </p:nvSpPr>
                <p:spPr>
                  <a:xfrm>
                    <a:off x="9979583" y="835150"/>
                    <a:ext cx="1086421" cy="391858"/>
                  </a:xfrm>
                  <a:custGeom>
                    <a:rect b="b" l="l" r="r" t="t"/>
                    <a:pathLst>
                      <a:path extrusionOk="0" h="391858" w="1086421">
                        <a:moveTo>
                          <a:pt x="1082802" y="391859"/>
                        </a:moveTo>
                        <a:lnTo>
                          <a:pt x="0" y="2476"/>
                        </a:lnTo>
                        <a:cubicBezTo>
                          <a:pt x="6191" y="3619"/>
                          <a:pt x="12382" y="4572"/>
                          <a:pt x="18669" y="5620"/>
                        </a:cubicBezTo>
                        <a:lnTo>
                          <a:pt x="20669" y="0"/>
                        </a:lnTo>
                        <a:lnTo>
                          <a:pt x="1086422" y="383286"/>
                        </a:lnTo>
                        <a:cubicBezTo>
                          <a:pt x="1085279" y="385858"/>
                          <a:pt x="1083945" y="388906"/>
                          <a:pt x="1082802" y="39185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 name="Google Shape;399;p29"/>
                  <p:cNvSpPr/>
                  <p:nvPr/>
                </p:nvSpPr>
                <p:spPr>
                  <a:xfrm>
                    <a:off x="9924909" y="900682"/>
                    <a:ext cx="1095470" cy="399478"/>
                  </a:xfrm>
                  <a:custGeom>
                    <a:rect b="b" l="l" r="r" t="t"/>
                    <a:pathLst>
                      <a:path extrusionOk="0" h="399478" w="1095470">
                        <a:moveTo>
                          <a:pt x="1089660" y="399479"/>
                        </a:moveTo>
                        <a:lnTo>
                          <a:pt x="0" y="7620"/>
                        </a:lnTo>
                        <a:cubicBezTo>
                          <a:pt x="1238" y="5048"/>
                          <a:pt x="2762" y="2667"/>
                          <a:pt x="5048" y="857"/>
                        </a:cubicBezTo>
                        <a:cubicBezTo>
                          <a:pt x="5334" y="572"/>
                          <a:pt x="5810" y="191"/>
                          <a:pt x="6287" y="0"/>
                        </a:cubicBezTo>
                        <a:lnTo>
                          <a:pt x="1095470" y="391668"/>
                        </a:lnTo>
                        <a:cubicBezTo>
                          <a:pt x="1093375" y="394430"/>
                          <a:pt x="1091565" y="397002"/>
                          <a:pt x="1089660" y="39947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 name="Google Shape;400;p29"/>
                  <p:cNvSpPr/>
                  <p:nvPr/>
                </p:nvSpPr>
                <p:spPr>
                  <a:xfrm>
                    <a:off x="9844423" y="961452"/>
                    <a:ext cx="1121949" cy="409670"/>
                  </a:xfrm>
                  <a:custGeom>
                    <a:rect b="b" l="l" r="r" t="t"/>
                    <a:pathLst>
                      <a:path extrusionOk="0" h="409670" w="1121949">
                        <a:moveTo>
                          <a:pt x="1121950" y="401955"/>
                        </a:moveTo>
                        <a:lnTo>
                          <a:pt x="1067467" y="382334"/>
                        </a:lnTo>
                        <a:lnTo>
                          <a:pt x="1058704" y="379190"/>
                        </a:lnTo>
                        <a:lnTo>
                          <a:pt x="987362" y="353568"/>
                        </a:lnTo>
                        <a:lnTo>
                          <a:pt x="978598" y="350425"/>
                        </a:lnTo>
                        <a:lnTo>
                          <a:pt x="907351" y="324803"/>
                        </a:lnTo>
                        <a:lnTo>
                          <a:pt x="898588" y="321659"/>
                        </a:lnTo>
                        <a:lnTo>
                          <a:pt x="827246" y="296037"/>
                        </a:lnTo>
                        <a:lnTo>
                          <a:pt x="818483" y="292894"/>
                        </a:lnTo>
                        <a:lnTo>
                          <a:pt x="747236" y="267271"/>
                        </a:lnTo>
                        <a:lnTo>
                          <a:pt x="738473" y="264128"/>
                        </a:lnTo>
                        <a:lnTo>
                          <a:pt x="667131" y="238506"/>
                        </a:lnTo>
                        <a:lnTo>
                          <a:pt x="658368" y="235363"/>
                        </a:lnTo>
                        <a:lnTo>
                          <a:pt x="587121" y="209740"/>
                        </a:lnTo>
                        <a:lnTo>
                          <a:pt x="578358" y="206597"/>
                        </a:lnTo>
                        <a:lnTo>
                          <a:pt x="507016" y="180975"/>
                        </a:lnTo>
                        <a:lnTo>
                          <a:pt x="498253" y="177832"/>
                        </a:lnTo>
                        <a:lnTo>
                          <a:pt x="426910" y="152209"/>
                        </a:lnTo>
                        <a:lnTo>
                          <a:pt x="418147" y="149066"/>
                        </a:lnTo>
                        <a:lnTo>
                          <a:pt x="346900" y="123444"/>
                        </a:lnTo>
                        <a:lnTo>
                          <a:pt x="338138" y="120301"/>
                        </a:lnTo>
                        <a:lnTo>
                          <a:pt x="266795" y="94678"/>
                        </a:lnTo>
                        <a:lnTo>
                          <a:pt x="258032" y="91535"/>
                        </a:lnTo>
                        <a:lnTo>
                          <a:pt x="186785" y="65913"/>
                        </a:lnTo>
                        <a:lnTo>
                          <a:pt x="178022" y="62770"/>
                        </a:lnTo>
                        <a:lnTo>
                          <a:pt x="106680" y="37147"/>
                        </a:lnTo>
                        <a:lnTo>
                          <a:pt x="97917" y="34004"/>
                        </a:lnTo>
                        <a:lnTo>
                          <a:pt x="26670" y="8382"/>
                        </a:lnTo>
                        <a:lnTo>
                          <a:pt x="17907" y="5239"/>
                        </a:lnTo>
                        <a:lnTo>
                          <a:pt x="3334" y="0"/>
                        </a:lnTo>
                        <a:cubicBezTo>
                          <a:pt x="2286" y="2953"/>
                          <a:pt x="1238" y="5905"/>
                          <a:pt x="0" y="8668"/>
                        </a:cubicBezTo>
                        <a:lnTo>
                          <a:pt x="14764" y="14002"/>
                        </a:lnTo>
                        <a:lnTo>
                          <a:pt x="23527" y="17145"/>
                        </a:lnTo>
                        <a:lnTo>
                          <a:pt x="94774" y="42767"/>
                        </a:lnTo>
                        <a:lnTo>
                          <a:pt x="103537" y="45910"/>
                        </a:lnTo>
                        <a:lnTo>
                          <a:pt x="174879" y="71533"/>
                        </a:lnTo>
                        <a:lnTo>
                          <a:pt x="183642" y="74676"/>
                        </a:lnTo>
                        <a:lnTo>
                          <a:pt x="254889" y="100298"/>
                        </a:lnTo>
                        <a:lnTo>
                          <a:pt x="263652" y="103442"/>
                        </a:lnTo>
                        <a:lnTo>
                          <a:pt x="334994" y="129064"/>
                        </a:lnTo>
                        <a:lnTo>
                          <a:pt x="343757" y="132207"/>
                        </a:lnTo>
                        <a:lnTo>
                          <a:pt x="415004" y="157829"/>
                        </a:lnTo>
                        <a:lnTo>
                          <a:pt x="423767" y="160972"/>
                        </a:lnTo>
                        <a:lnTo>
                          <a:pt x="495109" y="186595"/>
                        </a:lnTo>
                        <a:lnTo>
                          <a:pt x="503872" y="189738"/>
                        </a:lnTo>
                        <a:lnTo>
                          <a:pt x="575215" y="215360"/>
                        </a:lnTo>
                        <a:lnTo>
                          <a:pt x="583978" y="218503"/>
                        </a:lnTo>
                        <a:lnTo>
                          <a:pt x="655225" y="244126"/>
                        </a:lnTo>
                        <a:lnTo>
                          <a:pt x="663988" y="247269"/>
                        </a:lnTo>
                        <a:lnTo>
                          <a:pt x="735330" y="272891"/>
                        </a:lnTo>
                        <a:lnTo>
                          <a:pt x="744093" y="276034"/>
                        </a:lnTo>
                        <a:lnTo>
                          <a:pt x="815340" y="301657"/>
                        </a:lnTo>
                        <a:lnTo>
                          <a:pt x="824103" y="304800"/>
                        </a:lnTo>
                        <a:lnTo>
                          <a:pt x="895445" y="330422"/>
                        </a:lnTo>
                        <a:lnTo>
                          <a:pt x="904208" y="333565"/>
                        </a:lnTo>
                        <a:lnTo>
                          <a:pt x="975455" y="359188"/>
                        </a:lnTo>
                        <a:lnTo>
                          <a:pt x="984218" y="362331"/>
                        </a:lnTo>
                        <a:lnTo>
                          <a:pt x="1055560" y="387953"/>
                        </a:lnTo>
                        <a:lnTo>
                          <a:pt x="1064323" y="391096"/>
                        </a:lnTo>
                        <a:lnTo>
                          <a:pt x="1115949" y="409670"/>
                        </a:lnTo>
                        <a:lnTo>
                          <a:pt x="1121855" y="40195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 name="Google Shape;401;p29"/>
                  <p:cNvSpPr/>
                  <p:nvPr/>
                </p:nvSpPr>
                <p:spPr>
                  <a:xfrm>
                    <a:off x="9809371" y="1038794"/>
                    <a:ext cx="1136523" cy="416147"/>
                  </a:xfrm>
                  <a:custGeom>
                    <a:rect b="b" l="l" r="r" t="t"/>
                    <a:pathLst>
                      <a:path extrusionOk="0" h="416147" w="1136523">
                        <a:moveTo>
                          <a:pt x="1132904" y="416147"/>
                        </a:moveTo>
                        <a:lnTo>
                          <a:pt x="0" y="8763"/>
                        </a:lnTo>
                        <a:lnTo>
                          <a:pt x="3143" y="0"/>
                        </a:lnTo>
                        <a:lnTo>
                          <a:pt x="1136523" y="407575"/>
                        </a:lnTo>
                        <a:cubicBezTo>
                          <a:pt x="1135380" y="410337"/>
                          <a:pt x="1134047" y="412909"/>
                          <a:pt x="1133189" y="415195"/>
                        </a:cubicBezTo>
                        <a:lnTo>
                          <a:pt x="1132809" y="41614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 name="Google Shape;402;p29"/>
                  <p:cNvSpPr/>
                  <p:nvPr/>
                </p:nvSpPr>
                <p:spPr>
                  <a:xfrm>
                    <a:off x="9767271" y="1113852"/>
                    <a:ext cx="1182909" cy="433578"/>
                  </a:xfrm>
                  <a:custGeom>
                    <a:rect b="b" l="l" r="r" t="t"/>
                    <a:pathLst>
                      <a:path extrusionOk="0" h="433578" w="1182909">
                        <a:moveTo>
                          <a:pt x="1180624" y="433578"/>
                        </a:moveTo>
                        <a:lnTo>
                          <a:pt x="0" y="9049"/>
                        </a:lnTo>
                        <a:cubicBezTo>
                          <a:pt x="667" y="6001"/>
                          <a:pt x="1524" y="2953"/>
                          <a:pt x="2381" y="0"/>
                        </a:cubicBezTo>
                        <a:lnTo>
                          <a:pt x="1182910" y="424529"/>
                        </a:lnTo>
                        <a:cubicBezTo>
                          <a:pt x="1182338" y="427577"/>
                          <a:pt x="1181672" y="430530"/>
                          <a:pt x="1180910" y="432816"/>
                        </a:cubicBezTo>
                        <a:lnTo>
                          <a:pt x="1180624" y="43357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 name="Google Shape;403;p29"/>
                  <p:cNvSpPr/>
                  <p:nvPr/>
                </p:nvSpPr>
                <p:spPr>
                  <a:xfrm>
                    <a:off x="9704691" y="1181860"/>
                    <a:ext cx="1217675" cy="446722"/>
                  </a:xfrm>
                  <a:custGeom>
                    <a:rect b="b" l="l" r="r" t="t"/>
                    <a:pathLst>
                      <a:path extrusionOk="0" h="446722" w="1217675">
                        <a:moveTo>
                          <a:pt x="1217676" y="446722"/>
                        </a:moveTo>
                        <a:lnTo>
                          <a:pt x="0" y="8763"/>
                        </a:lnTo>
                        <a:lnTo>
                          <a:pt x="3143" y="0"/>
                        </a:lnTo>
                        <a:lnTo>
                          <a:pt x="1213866" y="435388"/>
                        </a:lnTo>
                        <a:cubicBezTo>
                          <a:pt x="1213961" y="436150"/>
                          <a:pt x="1214152" y="437007"/>
                          <a:pt x="1214342" y="437864"/>
                        </a:cubicBezTo>
                        <a:cubicBezTo>
                          <a:pt x="1215009" y="441293"/>
                          <a:pt x="1216533" y="443865"/>
                          <a:pt x="1217676" y="446722"/>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 name="Google Shape;404;p29"/>
                  <p:cNvSpPr/>
                  <p:nvPr/>
                </p:nvSpPr>
                <p:spPr>
                  <a:xfrm rot="-4214982">
                    <a:off x="10271028" y="845490"/>
                    <a:ext cx="9322" cy="1271428"/>
                  </a:xfrm>
                  <a:custGeom>
                    <a:rect b="b" l="l" r="r" t="t"/>
                    <a:pathLst>
                      <a:path extrusionOk="0" h="1273016" w="9334">
                        <a:moveTo>
                          <a:pt x="0" y="0"/>
                        </a:moveTo>
                        <a:lnTo>
                          <a:pt x="9335" y="0"/>
                        </a:lnTo>
                        <a:lnTo>
                          <a:pt x="9335" y="1273016"/>
                        </a:lnTo>
                        <a:lnTo>
                          <a:pt x="0" y="1273016"/>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 name="Google Shape;405;p29"/>
                  <p:cNvSpPr/>
                  <p:nvPr/>
                </p:nvSpPr>
                <p:spPr>
                  <a:xfrm>
                    <a:off x="9647065" y="1341975"/>
                    <a:ext cx="1207008" cy="442341"/>
                  </a:xfrm>
                  <a:custGeom>
                    <a:rect b="b" l="l" r="r" t="t"/>
                    <a:pathLst>
                      <a:path extrusionOk="0" h="442341" w="1207008">
                        <a:moveTo>
                          <a:pt x="1205579" y="442341"/>
                        </a:moveTo>
                        <a:lnTo>
                          <a:pt x="0" y="8763"/>
                        </a:lnTo>
                        <a:lnTo>
                          <a:pt x="3143" y="0"/>
                        </a:lnTo>
                        <a:lnTo>
                          <a:pt x="1207008" y="432911"/>
                        </a:lnTo>
                        <a:cubicBezTo>
                          <a:pt x="1207008" y="434150"/>
                          <a:pt x="1206341" y="435292"/>
                          <a:pt x="1203579" y="436340"/>
                        </a:cubicBezTo>
                        <a:cubicBezTo>
                          <a:pt x="1203770" y="438531"/>
                          <a:pt x="1204531" y="440436"/>
                          <a:pt x="1205579" y="44234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 name="Google Shape;406;p29"/>
                  <p:cNvSpPr/>
                  <p:nvPr/>
                </p:nvSpPr>
                <p:spPr>
                  <a:xfrm>
                    <a:off x="9618204" y="1422081"/>
                    <a:ext cx="1228058" cy="449199"/>
                  </a:xfrm>
                  <a:custGeom>
                    <a:rect b="b" l="l" r="r" t="t"/>
                    <a:pathLst>
                      <a:path extrusionOk="0" h="449199" w="1228058">
                        <a:moveTo>
                          <a:pt x="1224820" y="449199"/>
                        </a:moveTo>
                        <a:lnTo>
                          <a:pt x="0" y="8763"/>
                        </a:lnTo>
                        <a:lnTo>
                          <a:pt x="3143" y="0"/>
                        </a:lnTo>
                        <a:lnTo>
                          <a:pt x="1228058" y="440531"/>
                        </a:lnTo>
                        <a:cubicBezTo>
                          <a:pt x="1227297" y="441769"/>
                          <a:pt x="1226534" y="443579"/>
                          <a:pt x="1225772" y="446056"/>
                        </a:cubicBezTo>
                        <a:cubicBezTo>
                          <a:pt x="1225391" y="447104"/>
                          <a:pt x="1225010" y="448151"/>
                          <a:pt x="1224725" y="44919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 name="Google Shape;407;p29"/>
                  <p:cNvSpPr/>
                  <p:nvPr/>
                </p:nvSpPr>
                <p:spPr>
                  <a:xfrm>
                    <a:off x="9590772" y="1502376"/>
                    <a:ext cx="1212532" cy="439197"/>
                  </a:xfrm>
                  <a:custGeom>
                    <a:rect b="b" l="l" r="r" t="t"/>
                    <a:pathLst>
                      <a:path extrusionOk="0" h="439197" w="1212532">
                        <a:moveTo>
                          <a:pt x="1109377" y="402812"/>
                        </a:moveTo>
                        <a:lnTo>
                          <a:pt x="1038035" y="377190"/>
                        </a:lnTo>
                        <a:lnTo>
                          <a:pt x="1029176" y="374237"/>
                        </a:lnTo>
                        <a:lnTo>
                          <a:pt x="1029176" y="374047"/>
                        </a:lnTo>
                        <a:cubicBezTo>
                          <a:pt x="1029176" y="374047"/>
                          <a:pt x="958024" y="348425"/>
                          <a:pt x="958024" y="348425"/>
                        </a:cubicBezTo>
                        <a:lnTo>
                          <a:pt x="949166" y="345472"/>
                        </a:lnTo>
                        <a:lnTo>
                          <a:pt x="949166" y="345281"/>
                        </a:lnTo>
                        <a:cubicBezTo>
                          <a:pt x="949166" y="345281"/>
                          <a:pt x="877919" y="319659"/>
                          <a:pt x="877919" y="319659"/>
                        </a:cubicBezTo>
                        <a:lnTo>
                          <a:pt x="869061" y="316706"/>
                        </a:lnTo>
                        <a:lnTo>
                          <a:pt x="869061" y="316516"/>
                        </a:lnTo>
                        <a:cubicBezTo>
                          <a:pt x="869061" y="316516"/>
                          <a:pt x="797909" y="290894"/>
                          <a:pt x="797909" y="290894"/>
                        </a:cubicBezTo>
                        <a:lnTo>
                          <a:pt x="789051" y="287941"/>
                        </a:lnTo>
                        <a:lnTo>
                          <a:pt x="789051" y="287750"/>
                        </a:lnTo>
                        <a:cubicBezTo>
                          <a:pt x="789051" y="287750"/>
                          <a:pt x="717804" y="262128"/>
                          <a:pt x="717804" y="262128"/>
                        </a:cubicBezTo>
                        <a:lnTo>
                          <a:pt x="708946" y="259175"/>
                        </a:lnTo>
                        <a:lnTo>
                          <a:pt x="708946" y="258985"/>
                        </a:lnTo>
                        <a:cubicBezTo>
                          <a:pt x="708946" y="258985"/>
                          <a:pt x="637794" y="233363"/>
                          <a:pt x="637794" y="233363"/>
                        </a:cubicBezTo>
                        <a:lnTo>
                          <a:pt x="628936" y="230410"/>
                        </a:lnTo>
                        <a:lnTo>
                          <a:pt x="628936" y="230219"/>
                        </a:lnTo>
                        <a:cubicBezTo>
                          <a:pt x="628936" y="230219"/>
                          <a:pt x="557689" y="204597"/>
                          <a:pt x="557689" y="204597"/>
                        </a:cubicBezTo>
                        <a:lnTo>
                          <a:pt x="548830" y="201644"/>
                        </a:lnTo>
                        <a:lnTo>
                          <a:pt x="548830" y="201454"/>
                        </a:lnTo>
                        <a:cubicBezTo>
                          <a:pt x="548830" y="201454"/>
                          <a:pt x="477583" y="175832"/>
                          <a:pt x="477583" y="175832"/>
                        </a:cubicBezTo>
                        <a:lnTo>
                          <a:pt x="468725" y="172879"/>
                        </a:lnTo>
                        <a:lnTo>
                          <a:pt x="468725" y="172688"/>
                        </a:lnTo>
                        <a:cubicBezTo>
                          <a:pt x="468725" y="172688"/>
                          <a:pt x="397573" y="147066"/>
                          <a:pt x="397573" y="147066"/>
                        </a:cubicBezTo>
                        <a:lnTo>
                          <a:pt x="388715" y="144113"/>
                        </a:lnTo>
                        <a:lnTo>
                          <a:pt x="388715" y="143923"/>
                        </a:lnTo>
                        <a:cubicBezTo>
                          <a:pt x="388715" y="143923"/>
                          <a:pt x="317468" y="118300"/>
                          <a:pt x="317468" y="118300"/>
                        </a:cubicBezTo>
                        <a:lnTo>
                          <a:pt x="308610" y="115348"/>
                        </a:lnTo>
                        <a:lnTo>
                          <a:pt x="308610" y="115157"/>
                        </a:lnTo>
                        <a:cubicBezTo>
                          <a:pt x="308610" y="115157"/>
                          <a:pt x="237458" y="89535"/>
                          <a:pt x="237458" y="89535"/>
                        </a:cubicBezTo>
                        <a:lnTo>
                          <a:pt x="228600" y="86582"/>
                        </a:lnTo>
                        <a:lnTo>
                          <a:pt x="228600" y="86392"/>
                        </a:lnTo>
                        <a:cubicBezTo>
                          <a:pt x="228600" y="86392"/>
                          <a:pt x="157353" y="60770"/>
                          <a:pt x="157353" y="60770"/>
                        </a:cubicBezTo>
                        <a:lnTo>
                          <a:pt x="148495" y="57817"/>
                        </a:lnTo>
                        <a:lnTo>
                          <a:pt x="148495" y="57626"/>
                        </a:lnTo>
                        <a:cubicBezTo>
                          <a:pt x="148495" y="57626"/>
                          <a:pt x="77343" y="32004"/>
                          <a:pt x="77343" y="32004"/>
                        </a:cubicBezTo>
                        <a:lnTo>
                          <a:pt x="68485" y="29051"/>
                        </a:lnTo>
                        <a:lnTo>
                          <a:pt x="68485" y="28861"/>
                        </a:lnTo>
                        <a:cubicBezTo>
                          <a:pt x="68485" y="28861"/>
                          <a:pt x="0" y="4191"/>
                          <a:pt x="0" y="4191"/>
                        </a:cubicBezTo>
                        <a:lnTo>
                          <a:pt x="1524" y="0"/>
                        </a:lnTo>
                        <a:lnTo>
                          <a:pt x="1212532" y="435483"/>
                        </a:lnTo>
                        <a:cubicBezTo>
                          <a:pt x="1211580" y="437007"/>
                          <a:pt x="1210628" y="438150"/>
                          <a:pt x="1209675" y="439198"/>
                        </a:cubicBezTo>
                        <a:lnTo>
                          <a:pt x="1197864" y="434912"/>
                        </a:lnTo>
                        <a:lnTo>
                          <a:pt x="1189006" y="431959"/>
                        </a:lnTo>
                        <a:lnTo>
                          <a:pt x="1189006" y="431768"/>
                        </a:lnTo>
                        <a:cubicBezTo>
                          <a:pt x="1189006" y="431768"/>
                          <a:pt x="1117759" y="406146"/>
                          <a:pt x="1117759" y="406146"/>
                        </a:cubicBezTo>
                        <a:lnTo>
                          <a:pt x="1108900" y="403193"/>
                        </a:lnTo>
                        <a:lnTo>
                          <a:pt x="1108900" y="40300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8" name="Google Shape;408;p29"/>
                <p:cNvGrpSpPr/>
                <p:nvPr/>
              </p:nvGrpSpPr>
              <p:grpSpPr>
                <a:xfrm>
                  <a:off x="9659447" y="632648"/>
                  <a:ext cx="1420749" cy="1304449"/>
                  <a:chOff x="9659447" y="632648"/>
                  <a:chExt cx="1420749" cy="1304449"/>
                </a:xfrm>
              </p:grpSpPr>
              <p:grpSp>
                <p:nvGrpSpPr>
                  <p:cNvPr id="409" name="Google Shape;409;p29"/>
                  <p:cNvGrpSpPr/>
                  <p:nvPr/>
                </p:nvGrpSpPr>
                <p:grpSpPr>
                  <a:xfrm>
                    <a:off x="10780064" y="1100040"/>
                    <a:ext cx="300132" cy="837057"/>
                    <a:chOff x="10780064" y="1100040"/>
                    <a:chExt cx="300132" cy="837057"/>
                  </a:xfrm>
                </p:grpSpPr>
                <p:sp>
                  <p:nvSpPr>
                    <p:cNvPr id="410" name="Google Shape;410;p29"/>
                    <p:cNvSpPr/>
                    <p:nvPr/>
                  </p:nvSpPr>
                  <p:spPr>
                    <a:xfrm>
                      <a:off x="11004378" y="1100040"/>
                      <a:ext cx="75818" cy="210883"/>
                    </a:xfrm>
                    <a:custGeom>
                      <a:rect b="b" l="l" r="r" t="t"/>
                      <a:pathLst>
                        <a:path extrusionOk="0" h="210883" w="75818">
                          <a:moveTo>
                            <a:pt x="10192" y="200120"/>
                          </a:moveTo>
                          <a:cubicBezTo>
                            <a:pt x="7239" y="204216"/>
                            <a:pt x="4096" y="207836"/>
                            <a:pt x="0" y="210884"/>
                          </a:cubicBezTo>
                          <a:lnTo>
                            <a:pt x="75819" y="0"/>
                          </a:lnTo>
                          <a:cubicBezTo>
                            <a:pt x="75533" y="2953"/>
                            <a:pt x="74581" y="6191"/>
                            <a:pt x="73152" y="10763"/>
                          </a:cubicBezTo>
                          <a:cubicBezTo>
                            <a:pt x="71438" y="16193"/>
                            <a:pt x="70580" y="23336"/>
                            <a:pt x="69532" y="30671"/>
                          </a:cubicBezTo>
                          <a:cubicBezTo>
                            <a:pt x="69056" y="33719"/>
                            <a:pt x="68580" y="36957"/>
                            <a:pt x="67913" y="39910"/>
                          </a:cubicBezTo>
                          <a:cubicBezTo>
                            <a:pt x="65913" y="49244"/>
                            <a:pt x="62579" y="57626"/>
                            <a:pt x="55436" y="61341"/>
                          </a:cubicBezTo>
                          <a:cubicBezTo>
                            <a:pt x="56959" y="62198"/>
                            <a:pt x="59626" y="63722"/>
                            <a:pt x="62198" y="65437"/>
                          </a:cubicBezTo>
                          <a:lnTo>
                            <a:pt x="16573" y="192310"/>
                          </a:lnTo>
                          <a:lnTo>
                            <a:pt x="16002" y="192119"/>
                          </a:lnTo>
                          <a:cubicBezTo>
                            <a:pt x="13906" y="194881"/>
                            <a:pt x="12097" y="197453"/>
                            <a:pt x="10192" y="199930"/>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 name="Google Shape;411;p29"/>
                    <p:cNvSpPr/>
                    <p:nvPr/>
                  </p:nvSpPr>
                  <p:spPr>
                    <a:xfrm>
                      <a:off x="10987613" y="1356834"/>
                      <a:ext cx="190" cy="285"/>
                    </a:xfrm>
                    <a:custGeom>
                      <a:rect b="b" l="l" r="r" t="t"/>
                      <a:pathLst>
                        <a:path extrusionOk="0" h="285" w="190">
                          <a:moveTo>
                            <a:pt x="190" y="0"/>
                          </a:moveTo>
                          <a:cubicBezTo>
                            <a:pt x="190" y="0"/>
                            <a:pt x="190" y="191"/>
                            <a:pt x="190" y="286"/>
                          </a:cubicBezTo>
                          <a:cubicBezTo>
                            <a:pt x="190" y="286"/>
                            <a:pt x="124" y="286"/>
                            <a:pt x="0" y="286"/>
                          </a:cubicBezTo>
                          <a:lnTo>
                            <a:pt x="0" y="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 name="Google Shape;412;p29"/>
                    <p:cNvSpPr/>
                    <p:nvPr/>
                  </p:nvSpPr>
                  <p:spPr>
                    <a:xfrm>
                      <a:off x="10858455" y="1484565"/>
                      <a:ext cx="90201" cy="232124"/>
                    </a:xfrm>
                    <a:custGeom>
                      <a:rect b="b" l="l" r="r" t="t"/>
                      <a:pathLst>
                        <a:path extrusionOk="0" h="232124" w="90201">
                          <a:moveTo>
                            <a:pt x="0" y="232124"/>
                          </a:moveTo>
                          <a:lnTo>
                            <a:pt x="83439" y="0"/>
                          </a:lnTo>
                          <a:cubicBezTo>
                            <a:pt x="86868" y="1810"/>
                            <a:pt x="89154" y="3810"/>
                            <a:pt x="90202" y="8763"/>
                          </a:cubicBezTo>
                          <a:lnTo>
                            <a:pt x="26575" y="185547"/>
                          </a:lnTo>
                          <a:lnTo>
                            <a:pt x="26384" y="185547"/>
                          </a:lnTo>
                          <a:cubicBezTo>
                            <a:pt x="21907" y="192119"/>
                            <a:pt x="20098" y="200120"/>
                            <a:pt x="18002" y="208026"/>
                          </a:cubicBezTo>
                          <a:lnTo>
                            <a:pt x="18479" y="208217"/>
                          </a:lnTo>
                          <a:lnTo>
                            <a:pt x="15335" y="216979"/>
                          </a:lnTo>
                          <a:lnTo>
                            <a:pt x="15335" y="216979"/>
                          </a:lnTo>
                          <a:cubicBezTo>
                            <a:pt x="14478" y="218884"/>
                            <a:pt x="13621" y="220885"/>
                            <a:pt x="12668" y="222695"/>
                          </a:cubicBezTo>
                          <a:cubicBezTo>
                            <a:pt x="9811" y="227647"/>
                            <a:pt x="10478" y="226314"/>
                            <a:pt x="6477" y="229076"/>
                          </a:cubicBezTo>
                          <a:cubicBezTo>
                            <a:pt x="5048" y="230124"/>
                            <a:pt x="2381" y="230981"/>
                            <a:pt x="95" y="232124"/>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 name="Google Shape;413;p29"/>
                    <p:cNvSpPr/>
                    <p:nvPr/>
                  </p:nvSpPr>
                  <p:spPr>
                    <a:xfrm>
                      <a:off x="10780064" y="1727738"/>
                      <a:ext cx="79152" cy="209359"/>
                    </a:xfrm>
                    <a:custGeom>
                      <a:rect b="b" l="l" r="r" t="t"/>
                      <a:pathLst>
                        <a:path extrusionOk="0" h="209359" w="79152">
                          <a:moveTo>
                            <a:pt x="95" y="206407"/>
                          </a:moveTo>
                          <a:lnTo>
                            <a:pt x="74295" y="0"/>
                          </a:lnTo>
                          <a:cubicBezTo>
                            <a:pt x="75724" y="4667"/>
                            <a:pt x="78391" y="9525"/>
                            <a:pt x="78962" y="13049"/>
                          </a:cubicBezTo>
                          <a:cubicBezTo>
                            <a:pt x="78962" y="13335"/>
                            <a:pt x="78962" y="13621"/>
                            <a:pt x="79153" y="14002"/>
                          </a:cubicBezTo>
                          <a:lnTo>
                            <a:pt x="8858" y="209359"/>
                          </a:lnTo>
                          <a:lnTo>
                            <a:pt x="0" y="20640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14" name="Google Shape;414;p29"/>
                  <p:cNvSpPr/>
                  <p:nvPr/>
                </p:nvSpPr>
                <p:spPr>
                  <a:xfrm>
                    <a:off x="10700149" y="955356"/>
                    <a:ext cx="350329" cy="953071"/>
                  </a:xfrm>
                  <a:custGeom>
                    <a:rect b="b" l="l" r="r" t="t"/>
                    <a:pathLst>
                      <a:path extrusionOk="0" h="953071" w="350329">
                        <a:moveTo>
                          <a:pt x="0" y="950023"/>
                        </a:moveTo>
                        <a:lnTo>
                          <a:pt x="341662" y="0"/>
                        </a:lnTo>
                        <a:cubicBezTo>
                          <a:pt x="344614" y="1143"/>
                          <a:pt x="347567" y="2476"/>
                          <a:pt x="350330" y="3429"/>
                        </a:cubicBezTo>
                        <a:lnTo>
                          <a:pt x="8858" y="953072"/>
                        </a:lnTo>
                        <a:lnTo>
                          <a:pt x="0" y="950119"/>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 name="Google Shape;415;p29"/>
                  <p:cNvSpPr/>
                  <p:nvPr/>
                </p:nvSpPr>
                <p:spPr>
                  <a:xfrm>
                    <a:off x="10619948" y="933257"/>
                    <a:ext cx="347567" cy="946404"/>
                  </a:xfrm>
                  <a:custGeom>
                    <a:rect b="b" l="l" r="r" t="t"/>
                    <a:pathLst>
                      <a:path extrusionOk="0" h="946404" w="347567">
                        <a:moveTo>
                          <a:pt x="95" y="943356"/>
                        </a:moveTo>
                        <a:lnTo>
                          <a:pt x="339376" y="0"/>
                        </a:lnTo>
                        <a:cubicBezTo>
                          <a:pt x="340709" y="572"/>
                          <a:pt x="342043" y="1143"/>
                          <a:pt x="342995" y="1715"/>
                        </a:cubicBezTo>
                        <a:cubicBezTo>
                          <a:pt x="344519" y="2572"/>
                          <a:pt x="346043" y="3620"/>
                          <a:pt x="347567" y="4667"/>
                        </a:cubicBezTo>
                        <a:lnTo>
                          <a:pt x="8858" y="946404"/>
                        </a:lnTo>
                        <a:lnTo>
                          <a:pt x="0" y="94345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 name="Google Shape;416;p29"/>
                  <p:cNvSpPr/>
                  <p:nvPr/>
                </p:nvSpPr>
                <p:spPr>
                  <a:xfrm>
                    <a:off x="10539938" y="913731"/>
                    <a:ext cx="344900" cy="937069"/>
                  </a:xfrm>
                  <a:custGeom>
                    <a:rect b="b" l="l" r="r" t="t"/>
                    <a:pathLst>
                      <a:path extrusionOk="0" h="937069" w="344900">
                        <a:moveTo>
                          <a:pt x="95" y="934117"/>
                        </a:moveTo>
                        <a:lnTo>
                          <a:pt x="336042" y="0"/>
                        </a:lnTo>
                        <a:cubicBezTo>
                          <a:pt x="338804" y="1143"/>
                          <a:pt x="341471" y="2381"/>
                          <a:pt x="344234" y="2762"/>
                        </a:cubicBezTo>
                        <a:cubicBezTo>
                          <a:pt x="344424" y="2762"/>
                          <a:pt x="344710" y="2762"/>
                          <a:pt x="344900" y="2762"/>
                        </a:cubicBezTo>
                        <a:lnTo>
                          <a:pt x="8858" y="937070"/>
                        </a:lnTo>
                        <a:lnTo>
                          <a:pt x="0" y="93411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 name="Google Shape;417;p29"/>
                  <p:cNvSpPr/>
                  <p:nvPr/>
                </p:nvSpPr>
                <p:spPr>
                  <a:xfrm>
                    <a:off x="10459833" y="905540"/>
                    <a:ext cx="338423" cy="916400"/>
                  </a:xfrm>
                  <a:custGeom>
                    <a:rect b="b" l="l" r="r" t="t"/>
                    <a:pathLst>
                      <a:path extrusionOk="0" h="916400" w="338423">
                        <a:moveTo>
                          <a:pt x="95" y="913448"/>
                        </a:moveTo>
                        <a:lnTo>
                          <a:pt x="328422" y="381"/>
                        </a:lnTo>
                        <a:cubicBezTo>
                          <a:pt x="332327" y="1619"/>
                          <a:pt x="334137" y="1619"/>
                          <a:pt x="338423" y="0"/>
                        </a:cubicBezTo>
                        <a:lnTo>
                          <a:pt x="8858" y="916400"/>
                        </a:lnTo>
                        <a:lnTo>
                          <a:pt x="0" y="91344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 name="Google Shape;418;p29"/>
                  <p:cNvSpPr/>
                  <p:nvPr/>
                </p:nvSpPr>
                <p:spPr>
                  <a:xfrm>
                    <a:off x="10379823" y="861725"/>
                    <a:ext cx="338613" cy="931449"/>
                  </a:xfrm>
                  <a:custGeom>
                    <a:rect b="b" l="l" r="r" t="t"/>
                    <a:pathLst>
                      <a:path extrusionOk="0" h="931449" w="338613">
                        <a:moveTo>
                          <a:pt x="95" y="928497"/>
                        </a:moveTo>
                        <a:lnTo>
                          <a:pt x="334042" y="0"/>
                        </a:lnTo>
                        <a:cubicBezTo>
                          <a:pt x="333470" y="1619"/>
                          <a:pt x="332994" y="3238"/>
                          <a:pt x="333089" y="4763"/>
                        </a:cubicBezTo>
                        <a:cubicBezTo>
                          <a:pt x="333470" y="7620"/>
                          <a:pt x="335852" y="11144"/>
                          <a:pt x="338614" y="14573"/>
                        </a:cubicBezTo>
                        <a:lnTo>
                          <a:pt x="8858" y="931450"/>
                        </a:lnTo>
                        <a:lnTo>
                          <a:pt x="0" y="92849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 name="Google Shape;419;p29"/>
                  <p:cNvSpPr/>
                  <p:nvPr/>
                </p:nvSpPr>
                <p:spPr>
                  <a:xfrm>
                    <a:off x="10299908" y="826863"/>
                    <a:ext cx="344805" cy="937545"/>
                  </a:xfrm>
                  <a:custGeom>
                    <a:rect b="b" l="l" r="r" t="t"/>
                    <a:pathLst>
                      <a:path extrusionOk="0" h="937545" w="344805">
                        <a:moveTo>
                          <a:pt x="0" y="934593"/>
                        </a:moveTo>
                        <a:lnTo>
                          <a:pt x="336137" y="0"/>
                        </a:lnTo>
                        <a:cubicBezTo>
                          <a:pt x="338328" y="857"/>
                          <a:pt x="340614" y="1715"/>
                          <a:pt x="342900" y="2572"/>
                        </a:cubicBezTo>
                        <a:cubicBezTo>
                          <a:pt x="343472" y="2762"/>
                          <a:pt x="344138" y="3048"/>
                          <a:pt x="344805" y="3334"/>
                        </a:cubicBezTo>
                        <a:lnTo>
                          <a:pt x="8858" y="937546"/>
                        </a:lnTo>
                        <a:lnTo>
                          <a:pt x="0" y="93459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 name="Google Shape;420;p29"/>
                  <p:cNvSpPr/>
                  <p:nvPr/>
                </p:nvSpPr>
                <p:spPr>
                  <a:xfrm>
                    <a:off x="10219803" y="822768"/>
                    <a:ext cx="334994" cy="912780"/>
                  </a:xfrm>
                  <a:custGeom>
                    <a:rect b="b" l="l" r="r" t="t"/>
                    <a:pathLst>
                      <a:path extrusionOk="0" h="912780" w="334994">
                        <a:moveTo>
                          <a:pt x="95" y="909923"/>
                        </a:moveTo>
                        <a:lnTo>
                          <a:pt x="327279" y="0"/>
                        </a:lnTo>
                        <a:cubicBezTo>
                          <a:pt x="327755" y="1905"/>
                          <a:pt x="328327" y="3619"/>
                          <a:pt x="330136" y="4763"/>
                        </a:cubicBezTo>
                        <a:cubicBezTo>
                          <a:pt x="331470" y="5620"/>
                          <a:pt x="333184" y="5905"/>
                          <a:pt x="334994" y="6001"/>
                        </a:cubicBezTo>
                        <a:lnTo>
                          <a:pt x="8858" y="912781"/>
                        </a:lnTo>
                        <a:lnTo>
                          <a:pt x="0" y="90982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 name="Google Shape;421;p29"/>
                  <p:cNvSpPr/>
                  <p:nvPr/>
                </p:nvSpPr>
                <p:spPr>
                  <a:xfrm>
                    <a:off x="10139793" y="787239"/>
                    <a:ext cx="338708" cy="919734"/>
                  </a:xfrm>
                  <a:custGeom>
                    <a:rect b="b" l="l" r="r" t="t"/>
                    <a:pathLst>
                      <a:path extrusionOk="0" h="919734" w="338708">
                        <a:moveTo>
                          <a:pt x="0" y="916686"/>
                        </a:moveTo>
                        <a:lnTo>
                          <a:pt x="329660" y="0"/>
                        </a:lnTo>
                        <a:cubicBezTo>
                          <a:pt x="332613" y="857"/>
                          <a:pt x="335661" y="1715"/>
                          <a:pt x="338709" y="2477"/>
                        </a:cubicBezTo>
                        <a:lnTo>
                          <a:pt x="8858" y="919734"/>
                        </a:lnTo>
                        <a:lnTo>
                          <a:pt x="0" y="91678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 name="Google Shape;422;p29"/>
                  <p:cNvSpPr/>
                  <p:nvPr/>
                </p:nvSpPr>
                <p:spPr>
                  <a:xfrm>
                    <a:off x="10059688" y="746568"/>
                    <a:ext cx="341471" cy="931544"/>
                  </a:xfrm>
                  <a:custGeom>
                    <a:rect b="b" l="l" r="r" t="t"/>
                    <a:pathLst>
                      <a:path extrusionOk="0" h="931544" w="341471">
                        <a:moveTo>
                          <a:pt x="0" y="928497"/>
                        </a:moveTo>
                        <a:lnTo>
                          <a:pt x="333946" y="0"/>
                        </a:lnTo>
                        <a:cubicBezTo>
                          <a:pt x="333946" y="0"/>
                          <a:pt x="334899" y="476"/>
                          <a:pt x="335375" y="667"/>
                        </a:cubicBezTo>
                        <a:cubicBezTo>
                          <a:pt x="340042" y="2762"/>
                          <a:pt x="339280" y="3810"/>
                          <a:pt x="341471" y="6572"/>
                        </a:cubicBezTo>
                        <a:lnTo>
                          <a:pt x="8858" y="931545"/>
                        </a:lnTo>
                        <a:lnTo>
                          <a:pt x="0" y="92859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 name="Google Shape;423;p29"/>
                  <p:cNvSpPr/>
                  <p:nvPr/>
                </p:nvSpPr>
                <p:spPr>
                  <a:xfrm>
                    <a:off x="9979678" y="755712"/>
                    <a:ext cx="329279" cy="893635"/>
                  </a:xfrm>
                  <a:custGeom>
                    <a:rect b="b" l="l" r="r" t="t"/>
                    <a:pathLst>
                      <a:path extrusionOk="0" h="893635" w="329279">
                        <a:moveTo>
                          <a:pt x="0" y="890587"/>
                        </a:moveTo>
                        <a:lnTo>
                          <a:pt x="320326" y="0"/>
                        </a:lnTo>
                        <a:cubicBezTo>
                          <a:pt x="323374" y="762"/>
                          <a:pt x="326422" y="1715"/>
                          <a:pt x="329279" y="2572"/>
                        </a:cubicBezTo>
                        <a:lnTo>
                          <a:pt x="8858" y="893636"/>
                        </a:lnTo>
                        <a:lnTo>
                          <a:pt x="0" y="89068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 name="Google Shape;424;p29"/>
                  <p:cNvSpPr/>
                  <p:nvPr/>
                </p:nvSpPr>
                <p:spPr>
                  <a:xfrm>
                    <a:off x="9899573" y="709039"/>
                    <a:ext cx="335089" cy="911447"/>
                  </a:xfrm>
                  <a:custGeom>
                    <a:rect b="b" l="l" r="r" t="t"/>
                    <a:pathLst>
                      <a:path extrusionOk="0" h="911447" w="335089">
                        <a:moveTo>
                          <a:pt x="95" y="908494"/>
                        </a:moveTo>
                        <a:lnTo>
                          <a:pt x="326803" y="0"/>
                        </a:lnTo>
                        <a:cubicBezTo>
                          <a:pt x="329565" y="1810"/>
                          <a:pt x="332327" y="3143"/>
                          <a:pt x="335090" y="4381"/>
                        </a:cubicBezTo>
                        <a:lnTo>
                          <a:pt x="8858" y="911447"/>
                        </a:lnTo>
                        <a:lnTo>
                          <a:pt x="0" y="908494"/>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 name="Google Shape;425;p29"/>
                  <p:cNvSpPr/>
                  <p:nvPr/>
                </p:nvSpPr>
                <p:spPr>
                  <a:xfrm>
                    <a:off x="9819658" y="632648"/>
                    <a:ext cx="348995" cy="959167"/>
                  </a:xfrm>
                  <a:custGeom>
                    <a:rect b="b" l="l" r="r" t="t"/>
                    <a:pathLst>
                      <a:path extrusionOk="0" h="959167" w="348995">
                        <a:moveTo>
                          <a:pt x="0" y="956120"/>
                        </a:moveTo>
                        <a:lnTo>
                          <a:pt x="335852" y="22384"/>
                        </a:lnTo>
                        <a:cubicBezTo>
                          <a:pt x="337185" y="22670"/>
                          <a:pt x="338614" y="22955"/>
                          <a:pt x="339757" y="23241"/>
                        </a:cubicBezTo>
                        <a:cubicBezTo>
                          <a:pt x="341852" y="20383"/>
                          <a:pt x="340995" y="16002"/>
                          <a:pt x="339757" y="11621"/>
                        </a:cubicBezTo>
                        <a:lnTo>
                          <a:pt x="343948" y="0"/>
                        </a:lnTo>
                        <a:lnTo>
                          <a:pt x="346329" y="857"/>
                        </a:lnTo>
                        <a:cubicBezTo>
                          <a:pt x="345186" y="3905"/>
                          <a:pt x="343662" y="6001"/>
                          <a:pt x="345853" y="9811"/>
                        </a:cubicBezTo>
                        <a:cubicBezTo>
                          <a:pt x="346710" y="11049"/>
                          <a:pt x="347853" y="12287"/>
                          <a:pt x="348996" y="13430"/>
                        </a:cubicBezTo>
                        <a:lnTo>
                          <a:pt x="8858" y="959168"/>
                        </a:lnTo>
                        <a:lnTo>
                          <a:pt x="0" y="95621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26" name="Google Shape;426;p29"/>
                  <p:cNvGrpSpPr/>
                  <p:nvPr/>
                </p:nvGrpSpPr>
                <p:grpSpPr>
                  <a:xfrm>
                    <a:off x="9739553" y="749996"/>
                    <a:ext cx="301084" cy="812959"/>
                    <a:chOff x="9739553" y="749996"/>
                    <a:chExt cx="301084" cy="812959"/>
                  </a:xfrm>
                </p:grpSpPr>
                <p:sp>
                  <p:nvSpPr>
                    <p:cNvPr id="427" name="Google Shape;427;p29"/>
                    <p:cNvSpPr/>
                    <p:nvPr/>
                  </p:nvSpPr>
                  <p:spPr>
                    <a:xfrm>
                      <a:off x="10011924" y="749996"/>
                      <a:ext cx="28713" cy="78295"/>
                    </a:xfrm>
                    <a:custGeom>
                      <a:rect b="b" l="l" r="r" t="t"/>
                      <a:pathLst>
                        <a:path extrusionOk="0" h="78295" w="28713">
                          <a:moveTo>
                            <a:pt x="615" y="78296"/>
                          </a:moveTo>
                          <a:cubicBezTo>
                            <a:pt x="139" y="73819"/>
                            <a:pt x="-338" y="69247"/>
                            <a:pt x="329" y="66389"/>
                          </a:cubicBezTo>
                          <a:cubicBezTo>
                            <a:pt x="1948" y="59627"/>
                            <a:pt x="5282" y="54197"/>
                            <a:pt x="6711" y="47339"/>
                          </a:cubicBezTo>
                          <a:cubicBezTo>
                            <a:pt x="8520" y="37814"/>
                            <a:pt x="9759" y="24194"/>
                            <a:pt x="14140" y="13907"/>
                          </a:cubicBezTo>
                          <a:lnTo>
                            <a:pt x="13854" y="13907"/>
                          </a:lnTo>
                          <a:cubicBezTo>
                            <a:pt x="13854" y="13907"/>
                            <a:pt x="16998" y="5048"/>
                            <a:pt x="16998" y="5048"/>
                          </a:cubicBezTo>
                          <a:lnTo>
                            <a:pt x="19093" y="5810"/>
                          </a:lnTo>
                          <a:cubicBezTo>
                            <a:pt x="20712" y="4191"/>
                            <a:pt x="22427" y="4286"/>
                            <a:pt x="24523" y="2953"/>
                          </a:cubicBezTo>
                          <a:cubicBezTo>
                            <a:pt x="25951" y="2000"/>
                            <a:pt x="27380" y="1048"/>
                            <a:pt x="28714" y="0"/>
                          </a:cubicBezTo>
                          <a:lnTo>
                            <a:pt x="615" y="7820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 name="Google Shape;428;p29"/>
                    <p:cNvSpPr/>
                    <p:nvPr/>
                  </p:nvSpPr>
                  <p:spPr>
                    <a:xfrm>
                      <a:off x="9739553" y="835055"/>
                      <a:ext cx="269462" cy="727900"/>
                    </a:xfrm>
                    <a:custGeom>
                      <a:rect b="b" l="l" r="r" t="t"/>
                      <a:pathLst>
                        <a:path extrusionOk="0" h="727900" w="269462">
                          <a:moveTo>
                            <a:pt x="0" y="724853"/>
                          </a:moveTo>
                          <a:lnTo>
                            <a:pt x="260699" y="0"/>
                          </a:lnTo>
                          <a:lnTo>
                            <a:pt x="269462" y="3143"/>
                          </a:lnTo>
                          <a:lnTo>
                            <a:pt x="8858" y="727901"/>
                          </a:lnTo>
                          <a:lnTo>
                            <a:pt x="0" y="72485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29" name="Google Shape;429;p29"/>
                  <p:cNvSpPr/>
                  <p:nvPr/>
                </p:nvSpPr>
                <p:spPr>
                  <a:xfrm>
                    <a:off x="9659447" y="949440"/>
                    <a:ext cx="218884" cy="584654"/>
                  </a:xfrm>
                  <a:custGeom>
                    <a:rect b="b" l="l" r="r" t="t"/>
                    <a:pathLst>
                      <a:path extrusionOk="0" h="584654" w="218884">
                        <a:moveTo>
                          <a:pt x="95" y="581702"/>
                        </a:moveTo>
                        <a:lnTo>
                          <a:pt x="208693" y="1724"/>
                        </a:lnTo>
                        <a:cubicBezTo>
                          <a:pt x="210121" y="1153"/>
                          <a:pt x="211550" y="486"/>
                          <a:pt x="213074" y="105"/>
                        </a:cubicBezTo>
                        <a:cubicBezTo>
                          <a:pt x="215551" y="-276"/>
                          <a:pt x="217170" y="486"/>
                          <a:pt x="218885" y="677"/>
                        </a:cubicBezTo>
                        <a:lnTo>
                          <a:pt x="8858" y="584654"/>
                        </a:lnTo>
                        <a:lnTo>
                          <a:pt x="0" y="58170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30" name="Google Shape;430;p29"/>
              <p:cNvSpPr/>
              <p:nvPr/>
            </p:nvSpPr>
            <p:spPr>
              <a:xfrm rot="10800000">
                <a:off x="6783141" y="-621410"/>
                <a:ext cx="3085593" cy="2714505"/>
              </a:xfrm>
              <a:custGeom>
                <a:rect b="b" l="l" r="r" t="t"/>
                <a:pathLst>
                  <a:path extrusionOk="0" h="1320927" w="1501505">
                    <a:moveTo>
                      <a:pt x="1212247" y="1320927"/>
                    </a:moveTo>
                    <a:lnTo>
                      <a:pt x="0" y="884492"/>
                    </a:lnTo>
                    <a:lnTo>
                      <a:pt x="115824" y="562547"/>
                    </a:lnTo>
                    <a:cubicBezTo>
                      <a:pt x="119253" y="562356"/>
                      <a:pt x="113157" y="555879"/>
                      <a:pt x="116110" y="556641"/>
                    </a:cubicBezTo>
                    <a:cubicBezTo>
                      <a:pt x="120872" y="549783"/>
                      <a:pt x="120396" y="542830"/>
                      <a:pt x="127254" y="537686"/>
                    </a:cubicBezTo>
                    <a:cubicBezTo>
                      <a:pt x="134684" y="532067"/>
                      <a:pt x="146209" y="530733"/>
                      <a:pt x="153448" y="524923"/>
                    </a:cubicBezTo>
                    <a:cubicBezTo>
                      <a:pt x="160401" y="519398"/>
                      <a:pt x="163449" y="497681"/>
                      <a:pt x="166116" y="487394"/>
                    </a:cubicBezTo>
                    <a:cubicBezTo>
                      <a:pt x="166783" y="484346"/>
                      <a:pt x="167640" y="481203"/>
                      <a:pt x="168497" y="478250"/>
                    </a:cubicBezTo>
                    <a:cubicBezTo>
                      <a:pt x="169926" y="473202"/>
                      <a:pt x="171641" y="468535"/>
                      <a:pt x="174308" y="464725"/>
                    </a:cubicBezTo>
                    <a:cubicBezTo>
                      <a:pt x="193262" y="472250"/>
                      <a:pt x="200882" y="443389"/>
                      <a:pt x="205073" y="431768"/>
                    </a:cubicBezTo>
                    <a:lnTo>
                      <a:pt x="216599" y="399764"/>
                    </a:lnTo>
                    <a:cubicBezTo>
                      <a:pt x="219456" y="391763"/>
                      <a:pt x="214503" y="376238"/>
                      <a:pt x="218884" y="369094"/>
                    </a:cubicBezTo>
                    <a:cubicBezTo>
                      <a:pt x="220123" y="366903"/>
                      <a:pt x="222504" y="367665"/>
                      <a:pt x="223647" y="365855"/>
                    </a:cubicBezTo>
                    <a:cubicBezTo>
                      <a:pt x="229743" y="356521"/>
                      <a:pt x="234029" y="347282"/>
                      <a:pt x="237934" y="337566"/>
                    </a:cubicBezTo>
                    <a:cubicBezTo>
                      <a:pt x="239173" y="334709"/>
                      <a:pt x="240221" y="331756"/>
                      <a:pt x="241268" y="328708"/>
                    </a:cubicBezTo>
                    <a:cubicBezTo>
                      <a:pt x="241744" y="327565"/>
                      <a:pt x="242125" y="326517"/>
                      <a:pt x="242602" y="325374"/>
                    </a:cubicBezTo>
                    <a:cubicBezTo>
                      <a:pt x="246602" y="314516"/>
                      <a:pt x="253270" y="325088"/>
                      <a:pt x="263081" y="325374"/>
                    </a:cubicBezTo>
                    <a:cubicBezTo>
                      <a:pt x="265081" y="325374"/>
                      <a:pt x="266700" y="324898"/>
                      <a:pt x="268224" y="324136"/>
                    </a:cubicBezTo>
                    <a:cubicBezTo>
                      <a:pt x="269653" y="323564"/>
                      <a:pt x="271082" y="322898"/>
                      <a:pt x="272701" y="322517"/>
                    </a:cubicBezTo>
                    <a:cubicBezTo>
                      <a:pt x="275273" y="322136"/>
                      <a:pt x="276892" y="322898"/>
                      <a:pt x="278606" y="323088"/>
                    </a:cubicBezTo>
                    <a:cubicBezTo>
                      <a:pt x="279844" y="323279"/>
                      <a:pt x="281178" y="323088"/>
                      <a:pt x="283178" y="321850"/>
                    </a:cubicBezTo>
                    <a:cubicBezTo>
                      <a:pt x="288417" y="318325"/>
                      <a:pt x="284988" y="300323"/>
                      <a:pt x="287941" y="295180"/>
                    </a:cubicBezTo>
                    <a:cubicBezTo>
                      <a:pt x="295847" y="297275"/>
                      <a:pt x="301561" y="295751"/>
                      <a:pt x="309563" y="297847"/>
                    </a:cubicBezTo>
                    <a:cubicBezTo>
                      <a:pt x="314516" y="290989"/>
                      <a:pt x="315944" y="279368"/>
                      <a:pt x="319564" y="271463"/>
                    </a:cubicBezTo>
                    <a:cubicBezTo>
                      <a:pt x="320802" y="268796"/>
                      <a:pt x="322421" y="266414"/>
                      <a:pt x="324707" y="264509"/>
                    </a:cubicBezTo>
                    <a:cubicBezTo>
                      <a:pt x="324993" y="264223"/>
                      <a:pt x="325469" y="263842"/>
                      <a:pt x="325946" y="263652"/>
                    </a:cubicBezTo>
                    <a:cubicBezTo>
                      <a:pt x="328232" y="261938"/>
                      <a:pt x="337852" y="269843"/>
                      <a:pt x="340424" y="269367"/>
                    </a:cubicBezTo>
                    <a:cubicBezTo>
                      <a:pt x="341662" y="269081"/>
                      <a:pt x="342805" y="261080"/>
                      <a:pt x="343091" y="260794"/>
                    </a:cubicBezTo>
                    <a:cubicBezTo>
                      <a:pt x="348615" y="256604"/>
                      <a:pt x="349567" y="245078"/>
                      <a:pt x="350234" y="238601"/>
                    </a:cubicBezTo>
                    <a:cubicBezTo>
                      <a:pt x="351092" y="230124"/>
                      <a:pt x="349853" y="224314"/>
                      <a:pt x="347567" y="216408"/>
                    </a:cubicBezTo>
                    <a:cubicBezTo>
                      <a:pt x="346710" y="213455"/>
                      <a:pt x="341090" y="204692"/>
                      <a:pt x="342995" y="201930"/>
                    </a:cubicBezTo>
                    <a:cubicBezTo>
                      <a:pt x="346900" y="196501"/>
                      <a:pt x="373190" y="206978"/>
                      <a:pt x="378333" y="208026"/>
                    </a:cubicBezTo>
                    <a:cubicBezTo>
                      <a:pt x="379476" y="208217"/>
                      <a:pt x="380524" y="208407"/>
                      <a:pt x="381667" y="208598"/>
                    </a:cubicBezTo>
                    <a:cubicBezTo>
                      <a:pt x="387953" y="209741"/>
                      <a:pt x="394240" y="210693"/>
                      <a:pt x="400622" y="211836"/>
                    </a:cubicBezTo>
                    <a:cubicBezTo>
                      <a:pt x="403765" y="212312"/>
                      <a:pt x="407003" y="212884"/>
                      <a:pt x="410051" y="213551"/>
                    </a:cubicBezTo>
                    <a:cubicBezTo>
                      <a:pt x="411194" y="213646"/>
                      <a:pt x="412242" y="213931"/>
                      <a:pt x="413385" y="214122"/>
                    </a:cubicBezTo>
                    <a:cubicBezTo>
                      <a:pt x="414242" y="213360"/>
                      <a:pt x="414909" y="212122"/>
                      <a:pt x="415100" y="210598"/>
                    </a:cubicBezTo>
                    <a:cubicBezTo>
                      <a:pt x="415957" y="207550"/>
                      <a:pt x="415576" y="203359"/>
                      <a:pt x="415100" y="199168"/>
                    </a:cubicBezTo>
                    <a:cubicBezTo>
                      <a:pt x="414623" y="194596"/>
                      <a:pt x="414052" y="189929"/>
                      <a:pt x="414814" y="187071"/>
                    </a:cubicBezTo>
                    <a:cubicBezTo>
                      <a:pt x="416433" y="180213"/>
                      <a:pt x="419862" y="174689"/>
                      <a:pt x="421291" y="167640"/>
                    </a:cubicBezTo>
                    <a:cubicBezTo>
                      <a:pt x="423196" y="157925"/>
                      <a:pt x="424434" y="144113"/>
                      <a:pt x="428911" y="133636"/>
                    </a:cubicBezTo>
                    <a:cubicBezTo>
                      <a:pt x="429959" y="131064"/>
                      <a:pt x="431292" y="128683"/>
                      <a:pt x="432816" y="126682"/>
                    </a:cubicBezTo>
                    <a:cubicBezTo>
                      <a:pt x="433197" y="126111"/>
                      <a:pt x="433578" y="125730"/>
                      <a:pt x="433959" y="125349"/>
                    </a:cubicBezTo>
                    <a:cubicBezTo>
                      <a:pt x="435674" y="123730"/>
                      <a:pt x="437388" y="123730"/>
                      <a:pt x="439484" y="122396"/>
                    </a:cubicBezTo>
                    <a:cubicBezTo>
                      <a:pt x="440912" y="121444"/>
                      <a:pt x="442436" y="120396"/>
                      <a:pt x="443770" y="119444"/>
                    </a:cubicBezTo>
                    <a:cubicBezTo>
                      <a:pt x="448627" y="116205"/>
                      <a:pt x="453295" y="112681"/>
                      <a:pt x="458152" y="109252"/>
                    </a:cubicBezTo>
                    <a:cubicBezTo>
                      <a:pt x="467677" y="102013"/>
                      <a:pt x="474631" y="95441"/>
                      <a:pt x="479393" y="85344"/>
                    </a:cubicBezTo>
                    <a:cubicBezTo>
                      <a:pt x="482727" y="78391"/>
                      <a:pt x="489014" y="71628"/>
                      <a:pt x="494633" y="65246"/>
                    </a:cubicBezTo>
                    <a:cubicBezTo>
                      <a:pt x="495205" y="64770"/>
                      <a:pt x="495586" y="64199"/>
                      <a:pt x="496062" y="63627"/>
                    </a:cubicBezTo>
                    <a:cubicBezTo>
                      <a:pt x="498158" y="61151"/>
                      <a:pt x="500348" y="59436"/>
                      <a:pt x="502730" y="58103"/>
                    </a:cubicBezTo>
                    <a:cubicBezTo>
                      <a:pt x="507016" y="55435"/>
                      <a:pt x="511492" y="53626"/>
                      <a:pt x="515684" y="50102"/>
                    </a:cubicBezTo>
                    <a:cubicBezTo>
                      <a:pt x="522065" y="44958"/>
                      <a:pt x="528257" y="40862"/>
                      <a:pt x="533591" y="34957"/>
                    </a:cubicBezTo>
                    <a:cubicBezTo>
                      <a:pt x="536258" y="31909"/>
                      <a:pt x="538448" y="26479"/>
                      <a:pt x="541306" y="23813"/>
                    </a:cubicBezTo>
                    <a:cubicBezTo>
                      <a:pt x="546735" y="18955"/>
                      <a:pt x="554069" y="21146"/>
                      <a:pt x="560451" y="22765"/>
                    </a:cubicBezTo>
                    <a:cubicBezTo>
                      <a:pt x="561880" y="23051"/>
                      <a:pt x="563213" y="23336"/>
                      <a:pt x="564451" y="23622"/>
                    </a:cubicBezTo>
                    <a:cubicBezTo>
                      <a:pt x="566642" y="20669"/>
                      <a:pt x="565690" y="16193"/>
                      <a:pt x="564451" y="11811"/>
                    </a:cubicBezTo>
                    <a:lnTo>
                      <a:pt x="568738" y="0"/>
                    </a:lnTo>
                    <a:lnTo>
                      <a:pt x="571119" y="857"/>
                    </a:lnTo>
                    <a:cubicBezTo>
                      <a:pt x="569881" y="3905"/>
                      <a:pt x="568452" y="6096"/>
                      <a:pt x="570643" y="9906"/>
                    </a:cubicBezTo>
                    <a:cubicBezTo>
                      <a:pt x="571500" y="11240"/>
                      <a:pt x="572643" y="12478"/>
                      <a:pt x="573881" y="13526"/>
                    </a:cubicBezTo>
                    <a:cubicBezTo>
                      <a:pt x="576358" y="15716"/>
                      <a:pt x="579215" y="18002"/>
                      <a:pt x="581120" y="20479"/>
                    </a:cubicBezTo>
                    <a:cubicBezTo>
                      <a:pt x="585597" y="26384"/>
                      <a:pt x="588074" y="26575"/>
                      <a:pt x="593598" y="30194"/>
                    </a:cubicBezTo>
                    <a:cubicBezTo>
                      <a:pt x="602171" y="35624"/>
                      <a:pt x="606457" y="48768"/>
                      <a:pt x="606552" y="59246"/>
                    </a:cubicBezTo>
                    <a:cubicBezTo>
                      <a:pt x="614743" y="63913"/>
                      <a:pt x="620840" y="68771"/>
                      <a:pt x="628364" y="74676"/>
                    </a:cubicBezTo>
                    <a:cubicBezTo>
                      <a:pt x="629793" y="75819"/>
                      <a:pt x="631222" y="76772"/>
                      <a:pt x="632651" y="77629"/>
                    </a:cubicBezTo>
                    <a:cubicBezTo>
                      <a:pt x="635413" y="79439"/>
                      <a:pt x="638270" y="80867"/>
                      <a:pt x="641128" y="82105"/>
                    </a:cubicBezTo>
                    <a:cubicBezTo>
                      <a:pt x="647891" y="84963"/>
                      <a:pt x="654749" y="86678"/>
                      <a:pt x="662083" y="89249"/>
                    </a:cubicBezTo>
                    <a:cubicBezTo>
                      <a:pt x="663131" y="87440"/>
                      <a:pt x="664655" y="87154"/>
                      <a:pt x="666464" y="88392"/>
                    </a:cubicBezTo>
                    <a:cubicBezTo>
                      <a:pt x="670179" y="91440"/>
                      <a:pt x="672751" y="95155"/>
                      <a:pt x="674370" y="99727"/>
                    </a:cubicBezTo>
                    <a:cubicBezTo>
                      <a:pt x="677609" y="106204"/>
                      <a:pt x="678751" y="112395"/>
                      <a:pt x="685038" y="116491"/>
                    </a:cubicBezTo>
                    <a:cubicBezTo>
                      <a:pt x="690943" y="120301"/>
                      <a:pt x="699326" y="122873"/>
                      <a:pt x="707612" y="125063"/>
                    </a:cubicBezTo>
                    <a:cubicBezTo>
                      <a:pt x="710756" y="125921"/>
                      <a:pt x="713804" y="126778"/>
                      <a:pt x="716756" y="127635"/>
                    </a:cubicBezTo>
                    <a:cubicBezTo>
                      <a:pt x="718947" y="128302"/>
                      <a:pt x="720947" y="128969"/>
                      <a:pt x="722757" y="129635"/>
                    </a:cubicBezTo>
                    <a:cubicBezTo>
                      <a:pt x="732568" y="133255"/>
                      <a:pt x="732758" y="132588"/>
                      <a:pt x="741426" y="131826"/>
                    </a:cubicBezTo>
                    <a:cubicBezTo>
                      <a:pt x="742283" y="131731"/>
                      <a:pt x="747808" y="131445"/>
                      <a:pt x="748570" y="131159"/>
                    </a:cubicBezTo>
                    <a:cubicBezTo>
                      <a:pt x="750380" y="129254"/>
                      <a:pt x="752475" y="127921"/>
                      <a:pt x="754856" y="127064"/>
                    </a:cubicBezTo>
                    <a:lnTo>
                      <a:pt x="768953" y="124873"/>
                    </a:lnTo>
                    <a:cubicBezTo>
                      <a:pt x="771430" y="124111"/>
                      <a:pt x="773525" y="122682"/>
                      <a:pt x="775335" y="120872"/>
                    </a:cubicBezTo>
                    <a:cubicBezTo>
                      <a:pt x="777050" y="120968"/>
                      <a:pt x="778764" y="121063"/>
                      <a:pt x="780383" y="121253"/>
                    </a:cubicBezTo>
                    <a:cubicBezTo>
                      <a:pt x="783241" y="120491"/>
                      <a:pt x="786384" y="119253"/>
                      <a:pt x="789242" y="118301"/>
                    </a:cubicBezTo>
                    <a:cubicBezTo>
                      <a:pt x="794957" y="116205"/>
                      <a:pt x="797528" y="113824"/>
                      <a:pt x="802767" y="115729"/>
                    </a:cubicBezTo>
                    <a:cubicBezTo>
                      <a:pt x="803243" y="115919"/>
                      <a:pt x="803719" y="116205"/>
                      <a:pt x="804291" y="116396"/>
                    </a:cubicBezTo>
                    <a:cubicBezTo>
                      <a:pt x="809054" y="118491"/>
                      <a:pt x="808292" y="119634"/>
                      <a:pt x="810482" y="122396"/>
                    </a:cubicBezTo>
                    <a:cubicBezTo>
                      <a:pt x="810768" y="122777"/>
                      <a:pt x="810959" y="123063"/>
                      <a:pt x="811340" y="123539"/>
                    </a:cubicBezTo>
                    <a:cubicBezTo>
                      <a:pt x="817435" y="130588"/>
                      <a:pt x="829437" y="128873"/>
                      <a:pt x="835533" y="135541"/>
                    </a:cubicBezTo>
                    <a:cubicBezTo>
                      <a:pt x="837914" y="138017"/>
                      <a:pt x="836962" y="141256"/>
                      <a:pt x="840200" y="143637"/>
                    </a:cubicBezTo>
                    <a:cubicBezTo>
                      <a:pt x="844677" y="147161"/>
                      <a:pt x="853631" y="148304"/>
                      <a:pt x="859060" y="150304"/>
                    </a:cubicBezTo>
                    <a:cubicBezTo>
                      <a:pt x="866108" y="152876"/>
                      <a:pt x="873061" y="154972"/>
                      <a:pt x="880015" y="157067"/>
                    </a:cubicBezTo>
                    <a:cubicBezTo>
                      <a:pt x="883063" y="157925"/>
                      <a:pt x="886111" y="158782"/>
                      <a:pt x="889159" y="159544"/>
                    </a:cubicBezTo>
                    <a:cubicBezTo>
                      <a:pt x="901065" y="162973"/>
                      <a:pt x="913067" y="166211"/>
                      <a:pt x="925068" y="170593"/>
                    </a:cubicBezTo>
                    <a:cubicBezTo>
                      <a:pt x="936689" y="174784"/>
                      <a:pt x="951262" y="177451"/>
                      <a:pt x="957643" y="189357"/>
                    </a:cubicBezTo>
                    <a:cubicBezTo>
                      <a:pt x="958310" y="190595"/>
                      <a:pt x="958596" y="192024"/>
                      <a:pt x="958882" y="193358"/>
                    </a:cubicBezTo>
                    <a:cubicBezTo>
                      <a:pt x="959358" y="195263"/>
                      <a:pt x="959930" y="197072"/>
                      <a:pt x="961739" y="198215"/>
                    </a:cubicBezTo>
                    <a:cubicBezTo>
                      <a:pt x="963168" y="199073"/>
                      <a:pt x="964787" y="199454"/>
                      <a:pt x="966692" y="199454"/>
                    </a:cubicBezTo>
                    <a:cubicBezTo>
                      <a:pt x="970026" y="199549"/>
                      <a:pt x="973836" y="198787"/>
                      <a:pt x="976789" y="199549"/>
                    </a:cubicBezTo>
                    <a:cubicBezTo>
                      <a:pt x="984123" y="201359"/>
                      <a:pt x="990314" y="206693"/>
                      <a:pt x="998220" y="205169"/>
                    </a:cubicBezTo>
                    <a:cubicBezTo>
                      <a:pt x="1003554" y="204026"/>
                      <a:pt x="1007174" y="199835"/>
                      <a:pt x="1011841" y="197453"/>
                    </a:cubicBezTo>
                    <a:cubicBezTo>
                      <a:pt x="1026890" y="189738"/>
                      <a:pt x="1036415" y="192691"/>
                      <a:pt x="1049274" y="197453"/>
                    </a:cubicBezTo>
                    <a:cubicBezTo>
                      <a:pt x="1051465" y="198311"/>
                      <a:pt x="1053751" y="199168"/>
                      <a:pt x="1056227" y="200025"/>
                    </a:cubicBezTo>
                    <a:cubicBezTo>
                      <a:pt x="1056894" y="200216"/>
                      <a:pt x="1057466" y="200501"/>
                      <a:pt x="1058132" y="200787"/>
                    </a:cubicBezTo>
                    <a:cubicBezTo>
                      <a:pt x="1063752" y="203073"/>
                      <a:pt x="1071658" y="207550"/>
                      <a:pt x="1076992" y="207550"/>
                    </a:cubicBezTo>
                    <a:cubicBezTo>
                      <a:pt x="1079944" y="207550"/>
                      <a:pt x="1082611" y="205740"/>
                      <a:pt x="1085088" y="205740"/>
                    </a:cubicBezTo>
                    <a:cubicBezTo>
                      <a:pt x="1096137" y="205454"/>
                      <a:pt x="1114806" y="231553"/>
                      <a:pt x="1126903" y="222314"/>
                    </a:cubicBezTo>
                    <a:cubicBezTo>
                      <a:pt x="1130999" y="224885"/>
                      <a:pt x="1130236" y="228029"/>
                      <a:pt x="1129093" y="231267"/>
                    </a:cubicBezTo>
                    <a:lnTo>
                      <a:pt x="1128522" y="232886"/>
                    </a:lnTo>
                    <a:cubicBezTo>
                      <a:pt x="1127951" y="234601"/>
                      <a:pt x="1127379" y="236220"/>
                      <a:pt x="1127569" y="237744"/>
                    </a:cubicBezTo>
                    <a:cubicBezTo>
                      <a:pt x="1127951" y="240697"/>
                      <a:pt x="1130332" y="244316"/>
                      <a:pt x="1133189" y="247745"/>
                    </a:cubicBezTo>
                    <a:cubicBezTo>
                      <a:pt x="1136428" y="251555"/>
                      <a:pt x="1140333" y="255175"/>
                      <a:pt x="1142714" y="257175"/>
                    </a:cubicBezTo>
                    <a:cubicBezTo>
                      <a:pt x="1149572" y="263081"/>
                      <a:pt x="1151192" y="261652"/>
                      <a:pt x="1158050" y="262223"/>
                    </a:cubicBezTo>
                    <a:cubicBezTo>
                      <a:pt x="1163384" y="262604"/>
                      <a:pt x="1168336" y="265176"/>
                      <a:pt x="1173575" y="266986"/>
                    </a:cubicBezTo>
                    <a:cubicBezTo>
                      <a:pt x="1182910" y="270319"/>
                      <a:pt x="1192244" y="273844"/>
                      <a:pt x="1201579" y="277082"/>
                    </a:cubicBezTo>
                    <a:cubicBezTo>
                      <a:pt x="1202531" y="277463"/>
                      <a:pt x="1203389" y="277654"/>
                      <a:pt x="1204151" y="277844"/>
                    </a:cubicBezTo>
                    <a:cubicBezTo>
                      <a:pt x="1208151" y="279083"/>
                      <a:pt x="1209961" y="279083"/>
                      <a:pt x="1214342" y="277463"/>
                    </a:cubicBezTo>
                    <a:cubicBezTo>
                      <a:pt x="1214818" y="277273"/>
                      <a:pt x="1215295" y="276987"/>
                      <a:pt x="1215866" y="276796"/>
                    </a:cubicBezTo>
                    <a:cubicBezTo>
                      <a:pt x="1221486" y="274511"/>
                      <a:pt x="1221200" y="275558"/>
                      <a:pt x="1226725" y="275558"/>
                    </a:cubicBezTo>
                    <a:cubicBezTo>
                      <a:pt x="1232630" y="275463"/>
                      <a:pt x="1234154" y="274415"/>
                      <a:pt x="1240441" y="276796"/>
                    </a:cubicBezTo>
                    <a:cubicBezTo>
                      <a:pt x="1247585" y="279464"/>
                      <a:pt x="1256062" y="284226"/>
                      <a:pt x="1263777" y="284988"/>
                    </a:cubicBezTo>
                    <a:cubicBezTo>
                      <a:pt x="1272826" y="285845"/>
                      <a:pt x="1276826" y="279844"/>
                      <a:pt x="1285780" y="282512"/>
                    </a:cubicBezTo>
                    <a:cubicBezTo>
                      <a:pt x="1288256" y="283273"/>
                      <a:pt x="1290828" y="284417"/>
                      <a:pt x="1293305" y="285655"/>
                    </a:cubicBezTo>
                    <a:cubicBezTo>
                      <a:pt x="1296067" y="286893"/>
                      <a:pt x="1298829" y="288036"/>
                      <a:pt x="1301686" y="288417"/>
                    </a:cubicBezTo>
                    <a:cubicBezTo>
                      <a:pt x="1301877" y="288417"/>
                      <a:pt x="1302163" y="288417"/>
                      <a:pt x="1302353" y="288417"/>
                    </a:cubicBezTo>
                    <a:cubicBezTo>
                      <a:pt x="1307306" y="288989"/>
                      <a:pt x="1310068" y="286988"/>
                      <a:pt x="1314736" y="285750"/>
                    </a:cubicBezTo>
                    <a:cubicBezTo>
                      <a:pt x="1329976" y="281845"/>
                      <a:pt x="1346740" y="296513"/>
                      <a:pt x="1362170" y="298799"/>
                    </a:cubicBezTo>
                    <a:cubicBezTo>
                      <a:pt x="1363694" y="297466"/>
                      <a:pt x="1364742" y="295751"/>
                      <a:pt x="1365504" y="293846"/>
                    </a:cubicBezTo>
                    <a:cubicBezTo>
                      <a:pt x="1369981" y="294418"/>
                      <a:pt x="1369600" y="299847"/>
                      <a:pt x="1372362" y="302419"/>
                    </a:cubicBezTo>
                    <a:cubicBezTo>
                      <a:pt x="1373696" y="303752"/>
                      <a:pt x="1375982" y="304610"/>
                      <a:pt x="1378172" y="305371"/>
                    </a:cubicBezTo>
                    <a:cubicBezTo>
                      <a:pt x="1379601" y="305943"/>
                      <a:pt x="1380839" y="306515"/>
                      <a:pt x="1381887" y="307086"/>
                    </a:cubicBezTo>
                    <a:cubicBezTo>
                      <a:pt x="1383506" y="307943"/>
                      <a:pt x="1385030" y="308991"/>
                      <a:pt x="1386554" y="310039"/>
                    </a:cubicBezTo>
                    <a:cubicBezTo>
                      <a:pt x="1393222" y="314896"/>
                      <a:pt x="1399127" y="320802"/>
                      <a:pt x="1407700" y="322898"/>
                    </a:cubicBezTo>
                    <a:cubicBezTo>
                      <a:pt x="1416844" y="325088"/>
                      <a:pt x="1426369" y="321659"/>
                      <a:pt x="1435799" y="322898"/>
                    </a:cubicBezTo>
                    <a:cubicBezTo>
                      <a:pt x="1438561" y="323279"/>
                      <a:pt x="1441133" y="324803"/>
                      <a:pt x="1443704" y="325184"/>
                    </a:cubicBezTo>
                    <a:cubicBezTo>
                      <a:pt x="1445895" y="325374"/>
                      <a:pt x="1448181" y="324421"/>
                      <a:pt x="1449896" y="324517"/>
                    </a:cubicBezTo>
                    <a:cubicBezTo>
                      <a:pt x="1453801" y="324803"/>
                      <a:pt x="1457992" y="326231"/>
                      <a:pt x="1462088" y="327850"/>
                    </a:cubicBezTo>
                    <a:cubicBezTo>
                      <a:pt x="1465040" y="328994"/>
                      <a:pt x="1468088" y="330327"/>
                      <a:pt x="1470851" y="331280"/>
                    </a:cubicBezTo>
                    <a:lnTo>
                      <a:pt x="1471327" y="331470"/>
                    </a:lnTo>
                    <a:cubicBezTo>
                      <a:pt x="1478090" y="333946"/>
                      <a:pt x="1484852" y="336233"/>
                      <a:pt x="1491710" y="338804"/>
                    </a:cubicBezTo>
                    <a:cubicBezTo>
                      <a:pt x="1491710" y="339471"/>
                      <a:pt x="1491710" y="340138"/>
                      <a:pt x="1491043" y="340900"/>
                    </a:cubicBezTo>
                    <a:cubicBezTo>
                      <a:pt x="1487519" y="342424"/>
                      <a:pt x="1484471" y="344710"/>
                      <a:pt x="1481900" y="347663"/>
                    </a:cubicBezTo>
                    <a:cubicBezTo>
                      <a:pt x="1479233" y="350996"/>
                      <a:pt x="1474280" y="362045"/>
                      <a:pt x="1474089" y="366808"/>
                    </a:cubicBezTo>
                    <a:cubicBezTo>
                      <a:pt x="1473708" y="374047"/>
                      <a:pt x="1474470" y="371761"/>
                      <a:pt x="1478852" y="376428"/>
                    </a:cubicBezTo>
                    <a:cubicBezTo>
                      <a:pt x="1481995" y="379762"/>
                      <a:pt x="1484662" y="380810"/>
                      <a:pt x="1487996" y="383667"/>
                    </a:cubicBezTo>
                    <a:cubicBezTo>
                      <a:pt x="1494282" y="388811"/>
                      <a:pt x="1493520" y="385286"/>
                      <a:pt x="1495616" y="395002"/>
                    </a:cubicBezTo>
                    <a:cubicBezTo>
                      <a:pt x="1497330" y="402717"/>
                      <a:pt x="1498092" y="408813"/>
                      <a:pt x="1496663" y="415100"/>
                    </a:cubicBezTo>
                    <a:cubicBezTo>
                      <a:pt x="1495997" y="417957"/>
                      <a:pt x="1494949" y="420815"/>
                      <a:pt x="1493234" y="423863"/>
                    </a:cubicBezTo>
                    <a:cubicBezTo>
                      <a:pt x="1492663" y="424910"/>
                      <a:pt x="1491996" y="426148"/>
                      <a:pt x="1491139" y="427387"/>
                    </a:cubicBezTo>
                    <a:cubicBezTo>
                      <a:pt x="1488567" y="431387"/>
                      <a:pt x="1486376" y="428244"/>
                      <a:pt x="1486662" y="434912"/>
                    </a:cubicBezTo>
                    <a:cubicBezTo>
                      <a:pt x="1486948" y="442246"/>
                      <a:pt x="1493520" y="452057"/>
                      <a:pt x="1496568" y="458534"/>
                    </a:cubicBezTo>
                    <a:cubicBezTo>
                      <a:pt x="1500188" y="466058"/>
                      <a:pt x="1501521" y="470059"/>
                      <a:pt x="1501140" y="475107"/>
                    </a:cubicBezTo>
                    <a:cubicBezTo>
                      <a:pt x="1500854" y="478155"/>
                      <a:pt x="1499902" y="481394"/>
                      <a:pt x="1498378" y="486061"/>
                    </a:cubicBezTo>
                    <a:cubicBezTo>
                      <a:pt x="1496568" y="491585"/>
                      <a:pt x="1495806" y="498824"/>
                      <a:pt x="1494663" y="506349"/>
                    </a:cubicBezTo>
                    <a:cubicBezTo>
                      <a:pt x="1494187" y="509492"/>
                      <a:pt x="1493710" y="512731"/>
                      <a:pt x="1492949" y="515779"/>
                    </a:cubicBezTo>
                    <a:cubicBezTo>
                      <a:pt x="1490948" y="525304"/>
                      <a:pt x="1493520" y="533305"/>
                      <a:pt x="1486281" y="537020"/>
                    </a:cubicBezTo>
                    <a:cubicBezTo>
                      <a:pt x="1487900" y="537877"/>
                      <a:pt x="1490853" y="542735"/>
                      <a:pt x="1493425" y="544449"/>
                    </a:cubicBezTo>
                    <a:cubicBezTo>
                      <a:pt x="1497044" y="546735"/>
                      <a:pt x="1500473" y="549402"/>
                      <a:pt x="1501235" y="551783"/>
                    </a:cubicBezTo>
                    <a:cubicBezTo>
                      <a:pt x="1503902" y="559880"/>
                      <a:pt x="1485900" y="567595"/>
                      <a:pt x="1488091" y="576167"/>
                    </a:cubicBezTo>
                    <a:cubicBezTo>
                      <a:pt x="1489043" y="580263"/>
                      <a:pt x="1499426" y="579882"/>
                      <a:pt x="1499044" y="585026"/>
                    </a:cubicBezTo>
                    <a:cubicBezTo>
                      <a:pt x="1498854" y="587693"/>
                      <a:pt x="1496473" y="591407"/>
                      <a:pt x="1495520" y="593884"/>
                    </a:cubicBezTo>
                    <a:cubicBezTo>
                      <a:pt x="1495330" y="594551"/>
                      <a:pt x="1494949" y="595217"/>
                      <a:pt x="1494663" y="595884"/>
                    </a:cubicBezTo>
                    <a:cubicBezTo>
                      <a:pt x="1493520" y="598456"/>
                      <a:pt x="1492091" y="601599"/>
                      <a:pt x="1491043" y="604647"/>
                    </a:cubicBezTo>
                    <a:cubicBezTo>
                      <a:pt x="1490091" y="607219"/>
                      <a:pt x="1489424" y="609791"/>
                      <a:pt x="1489329" y="612077"/>
                    </a:cubicBezTo>
                    <a:cubicBezTo>
                      <a:pt x="1488948" y="620935"/>
                      <a:pt x="1486567" y="639032"/>
                      <a:pt x="1475137" y="643985"/>
                    </a:cubicBezTo>
                    <a:cubicBezTo>
                      <a:pt x="1473422" y="644652"/>
                      <a:pt x="1469898" y="641699"/>
                      <a:pt x="1468184" y="642461"/>
                    </a:cubicBezTo>
                    <a:cubicBezTo>
                      <a:pt x="1463802" y="644652"/>
                      <a:pt x="1461992" y="651129"/>
                      <a:pt x="1459230" y="654844"/>
                    </a:cubicBezTo>
                    <a:cubicBezTo>
                      <a:pt x="1452658" y="663512"/>
                      <a:pt x="1450562" y="665417"/>
                      <a:pt x="1440752" y="663321"/>
                    </a:cubicBezTo>
                    <a:cubicBezTo>
                      <a:pt x="1439227" y="666941"/>
                      <a:pt x="1436560" y="666845"/>
                      <a:pt x="1434941" y="669227"/>
                    </a:cubicBezTo>
                    <a:cubicBezTo>
                      <a:pt x="1434751" y="669417"/>
                      <a:pt x="1434656" y="669798"/>
                      <a:pt x="1434560" y="670084"/>
                    </a:cubicBezTo>
                    <a:cubicBezTo>
                      <a:pt x="1433513" y="671894"/>
                      <a:pt x="1433132" y="674084"/>
                      <a:pt x="1431989" y="675704"/>
                    </a:cubicBezTo>
                    <a:lnTo>
                      <a:pt x="1432369" y="675704"/>
                    </a:lnTo>
                    <a:cubicBezTo>
                      <a:pt x="1430274" y="678561"/>
                      <a:pt x="1428369" y="681228"/>
                      <a:pt x="1426464" y="683800"/>
                    </a:cubicBezTo>
                    <a:cubicBezTo>
                      <a:pt x="1423416" y="687991"/>
                      <a:pt x="1420273" y="691610"/>
                      <a:pt x="1416082" y="694754"/>
                    </a:cubicBezTo>
                    <a:cubicBezTo>
                      <a:pt x="1413701" y="696659"/>
                      <a:pt x="1410843" y="698278"/>
                      <a:pt x="1407509" y="699707"/>
                    </a:cubicBezTo>
                    <a:cubicBezTo>
                      <a:pt x="1397508" y="704088"/>
                      <a:pt x="1404652" y="699516"/>
                      <a:pt x="1403794" y="710184"/>
                    </a:cubicBezTo>
                    <a:cubicBezTo>
                      <a:pt x="1403223" y="719900"/>
                      <a:pt x="1404080" y="726853"/>
                      <a:pt x="1407128" y="735997"/>
                    </a:cubicBezTo>
                    <a:cubicBezTo>
                      <a:pt x="1407128" y="735997"/>
                      <a:pt x="1407128" y="736187"/>
                      <a:pt x="1407128" y="736283"/>
                    </a:cubicBezTo>
                    <a:cubicBezTo>
                      <a:pt x="1407128" y="736283"/>
                      <a:pt x="1406081" y="740759"/>
                      <a:pt x="1405985" y="740759"/>
                    </a:cubicBezTo>
                    <a:cubicBezTo>
                      <a:pt x="1401223" y="740378"/>
                      <a:pt x="1398175" y="736664"/>
                      <a:pt x="1393412" y="737997"/>
                    </a:cubicBezTo>
                    <a:cubicBezTo>
                      <a:pt x="1391888" y="738473"/>
                      <a:pt x="1382268" y="737711"/>
                      <a:pt x="1378839" y="742093"/>
                    </a:cubicBezTo>
                    <a:cubicBezTo>
                      <a:pt x="1376363" y="744950"/>
                      <a:pt x="1374267" y="747808"/>
                      <a:pt x="1373219" y="749427"/>
                    </a:cubicBezTo>
                    <a:lnTo>
                      <a:pt x="1372838" y="749999"/>
                    </a:lnTo>
                    <a:lnTo>
                      <a:pt x="1372838" y="749999"/>
                    </a:lnTo>
                    <a:cubicBezTo>
                      <a:pt x="1367028" y="760000"/>
                      <a:pt x="1364933" y="773525"/>
                      <a:pt x="1360837" y="784384"/>
                    </a:cubicBezTo>
                    <a:cubicBezTo>
                      <a:pt x="1358646" y="790194"/>
                      <a:pt x="1355027" y="792385"/>
                      <a:pt x="1356646" y="798767"/>
                    </a:cubicBezTo>
                    <a:cubicBezTo>
                      <a:pt x="1357979" y="804482"/>
                      <a:pt x="1362170" y="806196"/>
                      <a:pt x="1361694" y="812483"/>
                    </a:cubicBezTo>
                    <a:cubicBezTo>
                      <a:pt x="1361408" y="815531"/>
                      <a:pt x="1359980" y="818960"/>
                      <a:pt x="1358360" y="822484"/>
                    </a:cubicBezTo>
                    <a:cubicBezTo>
                      <a:pt x="1357122" y="825246"/>
                      <a:pt x="1355789" y="827913"/>
                      <a:pt x="1354931" y="830199"/>
                    </a:cubicBezTo>
                    <a:lnTo>
                      <a:pt x="1354550" y="831152"/>
                    </a:lnTo>
                    <a:cubicBezTo>
                      <a:pt x="1351121" y="840867"/>
                      <a:pt x="1351217" y="847820"/>
                      <a:pt x="1349121" y="857726"/>
                    </a:cubicBezTo>
                    <a:cubicBezTo>
                      <a:pt x="1350931" y="858584"/>
                      <a:pt x="1352645" y="859441"/>
                      <a:pt x="1354074" y="860108"/>
                    </a:cubicBezTo>
                    <a:cubicBezTo>
                      <a:pt x="1357503" y="861917"/>
                      <a:pt x="1361027" y="869347"/>
                      <a:pt x="1361027" y="869537"/>
                    </a:cubicBezTo>
                    <a:cubicBezTo>
                      <a:pt x="1362075" y="875062"/>
                      <a:pt x="1365314" y="883825"/>
                      <a:pt x="1365409" y="889254"/>
                    </a:cubicBezTo>
                    <a:cubicBezTo>
                      <a:pt x="1365409" y="895731"/>
                      <a:pt x="1370267" y="902018"/>
                      <a:pt x="1370076" y="909257"/>
                    </a:cubicBezTo>
                    <a:cubicBezTo>
                      <a:pt x="1369981" y="912400"/>
                      <a:pt x="1369505" y="916686"/>
                      <a:pt x="1368743" y="920877"/>
                    </a:cubicBezTo>
                    <a:cubicBezTo>
                      <a:pt x="1368171" y="924020"/>
                      <a:pt x="1367504" y="926973"/>
                      <a:pt x="1366742" y="929259"/>
                    </a:cubicBezTo>
                    <a:lnTo>
                      <a:pt x="1366457" y="930021"/>
                    </a:lnTo>
                    <a:cubicBezTo>
                      <a:pt x="1364075" y="936593"/>
                      <a:pt x="1362551" y="935069"/>
                      <a:pt x="1357979" y="938975"/>
                    </a:cubicBezTo>
                    <a:cubicBezTo>
                      <a:pt x="1351693" y="944404"/>
                      <a:pt x="1353122" y="954024"/>
                      <a:pt x="1347121" y="959263"/>
                    </a:cubicBezTo>
                    <a:cubicBezTo>
                      <a:pt x="1341025" y="964787"/>
                      <a:pt x="1339691" y="960692"/>
                      <a:pt x="1336262" y="969455"/>
                    </a:cubicBezTo>
                    <a:cubicBezTo>
                      <a:pt x="1333595" y="975932"/>
                      <a:pt x="1328452" y="985457"/>
                      <a:pt x="1328642" y="992219"/>
                    </a:cubicBezTo>
                    <a:cubicBezTo>
                      <a:pt x="1334357" y="993743"/>
                      <a:pt x="1335500" y="996601"/>
                      <a:pt x="1336453" y="1001078"/>
                    </a:cubicBezTo>
                    <a:cubicBezTo>
                      <a:pt x="1336548" y="1001840"/>
                      <a:pt x="1336739" y="1002697"/>
                      <a:pt x="1336929" y="1003554"/>
                    </a:cubicBezTo>
                    <a:cubicBezTo>
                      <a:pt x="1337596" y="1006983"/>
                      <a:pt x="1339120" y="1009650"/>
                      <a:pt x="1340358" y="1012508"/>
                    </a:cubicBezTo>
                    <a:cubicBezTo>
                      <a:pt x="1340644" y="1013365"/>
                      <a:pt x="1340930" y="1014222"/>
                      <a:pt x="1341215" y="1015175"/>
                    </a:cubicBezTo>
                    <a:cubicBezTo>
                      <a:pt x="1343216" y="1024223"/>
                      <a:pt x="1335691" y="1039749"/>
                      <a:pt x="1327118" y="1043368"/>
                    </a:cubicBezTo>
                    <a:cubicBezTo>
                      <a:pt x="1329404" y="1047274"/>
                      <a:pt x="1326356" y="1053751"/>
                      <a:pt x="1323785" y="1057370"/>
                    </a:cubicBezTo>
                    <a:cubicBezTo>
                      <a:pt x="1315974" y="1055275"/>
                      <a:pt x="1310259" y="1056704"/>
                      <a:pt x="1302449" y="1054703"/>
                    </a:cubicBezTo>
                    <a:cubicBezTo>
                      <a:pt x="1302449" y="1054703"/>
                      <a:pt x="1302382" y="1054703"/>
                      <a:pt x="1302258" y="1054703"/>
                    </a:cubicBezTo>
                    <a:cubicBezTo>
                      <a:pt x="1297686" y="1061466"/>
                      <a:pt x="1295876" y="1069562"/>
                      <a:pt x="1293685" y="1077659"/>
                    </a:cubicBezTo>
                    <a:cubicBezTo>
                      <a:pt x="1292828" y="1080802"/>
                      <a:pt x="1291971" y="1083755"/>
                      <a:pt x="1290828" y="1086707"/>
                    </a:cubicBezTo>
                    <a:cubicBezTo>
                      <a:pt x="1289971" y="1088708"/>
                      <a:pt x="1289114" y="1090708"/>
                      <a:pt x="1288161" y="1092613"/>
                    </a:cubicBezTo>
                    <a:cubicBezTo>
                      <a:pt x="1285208" y="1097661"/>
                      <a:pt x="1285875" y="1096328"/>
                      <a:pt x="1281875" y="1099090"/>
                    </a:cubicBezTo>
                    <a:cubicBezTo>
                      <a:pt x="1280351" y="1100138"/>
                      <a:pt x="1277684" y="1100995"/>
                      <a:pt x="1275302" y="1102138"/>
                    </a:cubicBezTo>
                    <a:cubicBezTo>
                      <a:pt x="1273397" y="1103090"/>
                      <a:pt x="1271588" y="1104233"/>
                      <a:pt x="1270921" y="1105853"/>
                    </a:cubicBezTo>
                    <a:cubicBezTo>
                      <a:pt x="1270064" y="1108043"/>
                      <a:pt x="1270254" y="1110615"/>
                      <a:pt x="1271207" y="1113473"/>
                    </a:cubicBezTo>
                    <a:cubicBezTo>
                      <a:pt x="1272635" y="1118235"/>
                      <a:pt x="1275302" y="1123188"/>
                      <a:pt x="1275969" y="1126712"/>
                    </a:cubicBezTo>
                    <a:cubicBezTo>
                      <a:pt x="1275969" y="1126998"/>
                      <a:pt x="1275969" y="1127379"/>
                      <a:pt x="1276160" y="1127665"/>
                    </a:cubicBezTo>
                    <a:cubicBezTo>
                      <a:pt x="1277112" y="1133570"/>
                      <a:pt x="1276922" y="1133761"/>
                      <a:pt x="1275017" y="1139952"/>
                    </a:cubicBezTo>
                    <a:cubicBezTo>
                      <a:pt x="1273207" y="1145477"/>
                      <a:pt x="1268159" y="1141857"/>
                      <a:pt x="1267111" y="1147477"/>
                    </a:cubicBezTo>
                    <a:cubicBezTo>
                      <a:pt x="1266635" y="1149572"/>
                      <a:pt x="1268921" y="1156240"/>
                      <a:pt x="1269016" y="1157859"/>
                    </a:cubicBezTo>
                    <a:cubicBezTo>
                      <a:pt x="1269016" y="1159097"/>
                      <a:pt x="1270349" y="1163765"/>
                      <a:pt x="1267492" y="1164908"/>
                    </a:cubicBezTo>
                    <a:cubicBezTo>
                      <a:pt x="1267682" y="1167098"/>
                      <a:pt x="1268540" y="1169099"/>
                      <a:pt x="1269492" y="1171004"/>
                    </a:cubicBezTo>
                    <a:cubicBezTo>
                      <a:pt x="1272540" y="1176623"/>
                      <a:pt x="1277493" y="1181386"/>
                      <a:pt x="1276826" y="1189101"/>
                    </a:cubicBezTo>
                    <a:cubicBezTo>
                      <a:pt x="1276255" y="1194530"/>
                      <a:pt x="1272826" y="1203103"/>
                      <a:pt x="1269683" y="1207484"/>
                    </a:cubicBezTo>
                    <a:cubicBezTo>
                      <a:pt x="1267492" y="1207199"/>
                      <a:pt x="1265396" y="1206818"/>
                      <a:pt x="1263301" y="1206627"/>
                    </a:cubicBezTo>
                    <a:cubicBezTo>
                      <a:pt x="1262253" y="1210437"/>
                      <a:pt x="1263777" y="1213771"/>
                      <a:pt x="1262920" y="1217676"/>
                    </a:cubicBezTo>
                    <a:cubicBezTo>
                      <a:pt x="1262443" y="1220438"/>
                      <a:pt x="1259967" y="1217962"/>
                      <a:pt x="1260158" y="1220819"/>
                    </a:cubicBezTo>
                    <a:cubicBezTo>
                      <a:pt x="1260443" y="1231392"/>
                      <a:pt x="1271968" y="1232726"/>
                      <a:pt x="1273874" y="1241203"/>
                    </a:cubicBezTo>
                    <a:cubicBezTo>
                      <a:pt x="1264158" y="1242060"/>
                      <a:pt x="1270540" y="1236917"/>
                      <a:pt x="1267111" y="1243013"/>
                    </a:cubicBezTo>
                    <a:cubicBezTo>
                      <a:pt x="1266349" y="1244251"/>
                      <a:pt x="1261586" y="1253681"/>
                      <a:pt x="1260729" y="1256252"/>
                    </a:cubicBezTo>
                    <a:cubicBezTo>
                      <a:pt x="1260348" y="1257300"/>
                      <a:pt x="1259967" y="1258348"/>
                      <a:pt x="1259681" y="1259491"/>
                    </a:cubicBezTo>
                    <a:cubicBezTo>
                      <a:pt x="1257300" y="1266635"/>
                      <a:pt x="1255014" y="1273969"/>
                      <a:pt x="1252061" y="1280732"/>
                    </a:cubicBezTo>
                    <a:cubicBezTo>
                      <a:pt x="1249871" y="1285685"/>
                      <a:pt x="1246442" y="1288733"/>
                      <a:pt x="1243775" y="1293400"/>
                    </a:cubicBezTo>
                    <a:cubicBezTo>
                      <a:pt x="1241393" y="1297496"/>
                      <a:pt x="1241393" y="1299305"/>
                      <a:pt x="1238536" y="1302734"/>
                    </a:cubicBezTo>
                    <a:cubicBezTo>
                      <a:pt x="1232249" y="1310450"/>
                      <a:pt x="1226534" y="1304449"/>
                      <a:pt x="1218438" y="1304068"/>
                    </a:cubicBezTo>
                    <a:cubicBezTo>
                      <a:pt x="1217581" y="1311212"/>
                      <a:pt x="1220152" y="1306735"/>
                      <a:pt x="1215295" y="1315974"/>
                    </a:cubicBezTo>
                    <a:cubicBezTo>
                      <a:pt x="1215295" y="1316165"/>
                      <a:pt x="1215104" y="1316260"/>
                      <a:pt x="1215009" y="1316450"/>
                    </a:cubicBezTo>
                    <a:cubicBezTo>
                      <a:pt x="1214057" y="1317974"/>
                      <a:pt x="1213104" y="1319213"/>
                      <a:pt x="1212152" y="13202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31" name="Google Shape;431;p29"/>
              <p:cNvGrpSpPr/>
              <p:nvPr/>
            </p:nvGrpSpPr>
            <p:grpSpPr>
              <a:xfrm rot="10800000">
                <a:off x="6810091" y="-617871"/>
                <a:ext cx="3059426" cy="2688663"/>
                <a:chOff x="9590772" y="632648"/>
                <a:chExt cx="1489424" cy="1308925"/>
              </a:xfrm>
            </p:grpSpPr>
            <p:grpSp>
              <p:nvGrpSpPr>
                <p:cNvPr id="432" name="Google Shape;432;p29"/>
                <p:cNvGrpSpPr/>
                <p:nvPr/>
              </p:nvGrpSpPr>
              <p:grpSpPr>
                <a:xfrm>
                  <a:off x="9590772" y="689798"/>
                  <a:ext cx="1484947" cy="1251775"/>
                  <a:chOff x="9590772" y="689798"/>
                  <a:chExt cx="1484947" cy="1251775"/>
                </a:xfrm>
              </p:grpSpPr>
              <p:sp>
                <p:nvSpPr>
                  <p:cNvPr id="433" name="Google Shape;433;p29"/>
                  <p:cNvSpPr/>
                  <p:nvPr/>
                </p:nvSpPr>
                <p:spPr>
                  <a:xfrm>
                    <a:off x="10090739" y="689798"/>
                    <a:ext cx="984980" cy="360045"/>
                  </a:xfrm>
                  <a:custGeom>
                    <a:rect b="b" l="l" r="r" t="t"/>
                    <a:pathLst>
                      <a:path extrusionOk="0" h="360045" w="984980">
                        <a:moveTo>
                          <a:pt x="981647" y="359950"/>
                        </a:moveTo>
                        <a:lnTo>
                          <a:pt x="0" y="6953"/>
                        </a:lnTo>
                        <a:cubicBezTo>
                          <a:pt x="571" y="6477"/>
                          <a:pt x="953" y="5906"/>
                          <a:pt x="1429" y="5429"/>
                        </a:cubicBezTo>
                        <a:cubicBezTo>
                          <a:pt x="3524" y="3048"/>
                          <a:pt x="5715" y="1333"/>
                          <a:pt x="7906" y="0"/>
                        </a:cubicBezTo>
                        <a:lnTo>
                          <a:pt x="984980" y="351377"/>
                        </a:lnTo>
                        <a:cubicBezTo>
                          <a:pt x="984313" y="354235"/>
                          <a:pt x="983266" y="356997"/>
                          <a:pt x="981551" y="3600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 name="Google Shape;434;p29"/>
                  <p:cNvSpPr/>
                  <p:nvPr/>
                </p:nvSpPr>
                <p:spPr>
                  <a:xfrm>
                    <a:off x="10025874" y="755045"/>
                    <a:ext cx="1047940" cy="385095"/>
                  </a:xfrm>
                  <a:custGeom>
                    <a:rect b="b" l="l" r="r" t="t"/>
                    <a:pathLst>
                      <a:path extrusionOk="0" h="385095" w="1047940">
                        <a:moveTo>
                          <a:pt x="1046321" y="385096"/>
                        </a:moveTo>
                        <a:lnTo>
                          <a:pt x="0" y="8763"/>
                        </a:lnTo>
                        <a:lnTo>
                          <a:pt x="3143" y="0"/>
                        </a:lnTo>
                        <a:lnTo>
                          <a:pt x="1047940" y="375761"/>
                        </a:lnTo>
                        <a:cubicBezTo>
                          <a:pt x="1047464" y="378809"/>
                          <a:pt x="1046988" y="382048"/>
                          <a:pt x="1046321" y="3850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 name="Google Shape;435;p29"/>
                  <p:cNvSpPr/>
                  <p:nvPr/>
                </p:nvSpPr>
                <p:spPr>
                  <a:xfrm>
                    <a:off x="9979583" y="835150"/>
                    <a:ext cx="1086421" cy="391858"/>
                  </a:xfrm>
                  <a:custGeom>
                    <a:rect b="b" l="l" r="r" t="t"/>
                    <a:pathLst>
                      <a:path extrusionOk="0" h="391858" w="1086421">
                        <a:moveTo>
                          <a:pt x="1082802" y="391859"/>
                        </a:moveTo>
                        <a:lnTo>
                          <a:pt x="0" y="2476"/>
                        </a:lnTo>
                        <a:cubicBezTo>
                          <a:pt x="6191" y="3619"/>
                          <a:pt x="12382" y="4572"/>
                          <a:pt x="18669" y="5620"/>
                        </a:cubicBezTo>
                        <a:lnTo>
                          <a:pt x="20669" y="0"/>
                        </a:lnTo>
                        <a:lnTo>
                          <a:pt x="1086422" y="383286"/>
                        </a:lnTo>
                        <a:cubicBezTo>
                          <a:pt x="1085279" y="385858"/>
                          <a:pt x="1083945" y="388906"/>
                          <a:pt x="1082802" y="3918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 name="Google Shape;436;p29"/>
                  <p:cNvSpPr/>
                  <p:nvPr/>
                </p:nvSpPr>
                <p:spPr>
                  <a:xfrm>
                    <a:off x="9924909" y="900682"/>
                    <a:ext cx="1095470" cy="399478"/>
                  </a:xfrm>
                  <a:custGeom>
                    <a:rect b="b" l="l" r="r" t="t"/>
                    <a:pathLst>
                      <a:path extrusionOk="0" h="399478" w="1095470">
                        <a:moveTo>
                          <a:pt x="1089660" y="399479"/>
                        </a:moveTo>
                        <a:lnTo>
                          <a:pt x="0" y="7620"/>
                        </a:lnTo>
                        <a:cubicBezTo>
                          <a:pt x="1238" y="5048"/>
                          <a:pt x="2762" y="2667"/>
                          <a:pt x="5048" y="857"/>
                        </a:cubicBezTo>
                        <a:cubicBezTo>
                          <a:pt x="5334" y="572"/>
                          <a:pt x="5810" y="191"/>
                          <a:pt x="6287" y="0"/>
                        </a:cubicBezTo>
                        <a:lnTo>
                          <a:pt x="1095470" y="391668"/>
                        </a:lnTo>
                        <a:cubicBezTo>
                          <a:pt x="1093375" y="394430"/>
                          <a:pt x="1091565" y="397002"/>
                          <a:pt x="1089660" y="3994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 name="Google Shape;437;p29"/>
                  <p:cNvSpPr/>
                  <p:nvPr/>
                </p:nvSpPr>
                <p:spPr>
                  <a:xfrm>
                    <a:off x="9844423" y="961452"/>
                    <a:ext cx="1121949" cy="409670"/>
                  </a:xfrm>
                  <a:custGeom>
                    <a:rect b="b" l="l" r="r" t="t"/>
                    <a:pathLst>
                      <a:path extrusionOk="0" h="409670" w="1121949">
                        <a:moveTo>
                          <a:pt x="1121950" y="401955"/>
                        </a:moveTo>
                        <a:lnTo>
                          <a:pt x="1067467" y="382334"/>
                        </a:lnTo>
                        <a:lnTo>
                          <a:pt x="1058704" y="379190"/>
                        </a:lnTo>
                        <a:lnTo>
                          <a:pt x="987362" y="353568"/>
                        </a:lnTo>
                        <a:lnTo>
                          <a:pt x="978598" y="350425"/>
                        </a:lnTo>
                        <a:lnTo>
                          <a:pt x="907351" y="324803"/>
                        </a:lnTo>
                        <a:lnTo>
                          <a:pt x="898588" y="321659"/>
                        </a:lnTo>
                        <a:lnTo>
                          <a:pt x="827246" y="296037"/>
                        </a:lnTo>
                        <a:lnTo>
                          <a:pt x="818483" y="292894"/>
                        </a:lnTo>
                        <a:lnTo>
                          <a:pt x="747236" y="267271"/>
                        </a:lnTo>
                        <a:lnTo>
                          <a:pt x="738473" y="264128"/>
                        </a:lnTo>
                        <a:lnTo>
                          <a:pt x="667131" y="238506"/>
                        </a:lnTo>
                        <a:lnTo>
                          <a:pt x="658368" y="235363"/>
                        </a:lnTo>
                        <a:lnTo>
                          <a:pt x="587121" y="209740"/>
                        </a:lnTo>
                        <a:lnTo>
                          <a:pt x="578358" y="206597"/>
                        </a:lnTo>
                        <a:lnTo>
                          <a:pt x="507016" y="180975"/>
                        </a:lnTo>
                        <a:lnTo>
                          <a:pt x="498253" y="177832"/>
                        </a:lnTo>
                        <a:lnTo>
                          <a:pt x="426910" y="152209"/>
                        </a:lnTo>
                        <a:lnTo>
                          <a:pt x="418147" y="149066"/>
                        </a:lnTo>
                        <a:lnTo>
                          <a:pt x="346900" y="123444"/>
                        </a:lnTo>
                        <a:lnTo>
                          <a:pt x="338138" y="120301"/>
                        </a:lnTo>
                        <a:lnTo>
                          <a:pt x="266795" y="94678"/>
                        </a:lnTo>
                        <a:lnTo>
                          <a:pt x="258032" y="91535"/>
                        </a:lnTo>
                        <a:lnTo>
                          <a:pt x="186785" y="65913"/>
                        </a:lnTo>
                        <a:lnTo>
                          <a:pt x="178022" y="62770"/>
                        </a:lnTo>
                        <a:lnTo>
                          <a:pt x="106680" y="37147"/>
                        </a:lnTo>
                        <a:lnTo>
                          <a:pt x="97917" y="34004"/>
                        </a:lnTo>
                        <a:lnTo>
                          <a:pt x="26670" y="8382"/>
                        </a:lnTo>
                        <a:lnTo>
                          <a:pt x="17907" y="5239"/>
                        </a:lnTo>
                        <a:lnTo>
                          <a:pt x="3334" y="0"/>
                        </a:lnTo>
                        <a:cubicBezTo>
                          <a:pt x="2286" y="2953"/>
                          <a:pt x="1238" y="5905"/>
                          <a:pt x="0" y="8668"/>
                        </a:cubicBezTo>
                        <a:lnTo>
                          <a:pt x="14764" y="14002"/>
                        </a:lnTo>
                        <a:lnTo>
                          <a:pt x="23527" y="17145"/>
                        </a:lnTo>
                        <a:lnTo>
                          <a:pt x="94774" y="42767"/>
                        </a:lnTo>
                        <a:lnTo>
                          <a:pt x="103537" y="45910"/>
                        </a:lnTo>
                        <a:lnTo>
                          <a:pt x="174879" y="71533"/>
                        </a:lnTo>
                        <a:lnTo>
                          <a:pt x="183642" y="74676"/>
                        </a:lnTo>
                        <a:lnTo>
                          <a:pt x="254889" y="100298"/>
                        </a:lnTo>
                        <a:lnTo>
                          <a:pt x="263652" y="103442"/>
                        </a:lnTo>
                        <a:lnTo>
                          <a:pt x="334994" y="129064"/>
                        </a:lnTo>
                        <a:lnTo>
                          <a:pt x="343757" y="132207"/>
                        </a:lnTo>
                        <a:lnTo>
                          <a:pt x="415004" y="157829"/>
                        </a:lnTo>
                        <a:lnTo>
                          <a:pt x="423767" y="160972"/>
                        </a:lnTo>
                        <a:lnTo>
                          <a:pt x="495109" y="186595"/>
                        </a:lnTo>
                        <a:lnTo>
                          <a:pt x="503872" y="189738"/>
                        </a:lnTo>
                        <a:lnTo>
                          <a:pt x="575215" y="215360"/>
                        </a:lnTo>
                        <a:lnTo>
                          <a:pt x="583978" y="218503"/>
                        </a:lnTo>
                        <a:lnTo>
                          <a:pt x="655225" y="244126"/>
                        </a:lnTo>
                        <a:lnTo>
                          <a:pt x="663988" y="247269"/>
                        </a:lnTo>
                        <a:lnTo>
                          <a:pt x="735330" y="272891"/>
                        </a:lnTo>
                        <a:lnTo>
                          <a:pt x="744093" y="276034"/>
                        </a:lnTo>
                        <a:lnTo>
                          <a:pt x="815340" y="301657"/>
                        </a:lnTo>
                        <a:lnTo>
                          <a:pt x="824103" y="304800"/>
                        </a:lnTo>
                        <a:lnTo>
                          <a:pt x="895445" y="330422"/>
                        </a:lnTo>
                        <a:lnTo>
                          <a:pt x="904208" y="333565"/>
                        </a:lnTo>
                        <a:lnTo>
                          <a:pt x="975455" y="359188"/>
                        </a:lnTo>
                        <a:lnTo>
                          <a:pt x="984218" y="362331"/>
                        </a:lnTo>
                        <a:lnTo>
                          <a:pt x="1055560" y="387953"/>
                        </a:lnTo>
                        <a:lnTo>
                          <a:pt x="1064323" y="391096"/>
                        </a:lnTo>
                        <a:lnTo>
                          <a:pt x="1115949" y="409670"/>
                        </a:lnTo>
                        <a:lnTo>
                          <a:pt x="1121855" y="401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 name="Google Shape;438;p29"/>
                  <p:cNvSpPr/>
                  <p:nvPr/>
                </p:nvSpPr>
                <p:spPr>
                  <a:xfrm>
                    <a:off x="9809371" y="1038794"/>
                    <a:ext cx="1136523" cy="416147"/>
                  </a:xfrm>
                  <a:custGeom>
                    <a:rect b="b" l="l" r="r" t="t"/>
                    <a:pathLst>
                      <a:path extrusionOk="0" h="416147" w="1136523">
                        <a:moveTo>
                          <a:pt x="1132904" y="416147"/>
                        </a:moveTo>
                        <a:lnTo>
                          <a:pt x="0" y="8763"/>
                        </a:lnTo>
                        <a:lnTo>
                          <a:pt x="3143" y="0"/>
                        </a:lnTo>
                        <a:lnTo>
                          <a:pt x="1136523" y="407575"/>
                        </a:lnTo>
                        <a:cubicBezTo>
                          <a:pt x="1135380" y="410337"/>
                          <a:pt x="1134047" y="412909"/>
                          <a:pt x="1133189" y="415195"/>
                        </a:cubicBezTo>
                        <a:lnTo>
                          <a:pt x="1132809" y="41614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 name="Google Shape;439;p29"/>
                  <p:cNvSpPr/>
                  <p:nvPr/>
                </p:nvSpPr>
                <p:spPr>
                  <a:xfrm>
                    <a:off x="9767271" y="1113852"/>
                    <a:ext cx="1182909" cy="433578"/>
                  </a:xfrm>
                  <a:custGeom>
                    <a:rect b="b" l="l" r="r" t="t"/>
                    <a:pathLst>
                      <a:path extrusionOk="0" h="433578" w="1182909">
                        <a:moveTo>
                          <a:pt x="1180624" y="433578"/>
                        </a:moveTo>
                        <a:lnTo>
                          <a:pt x="0" y="9049"/>
                        </a:lnTo>
                        <a:cubicBezTo>
                          <a:pt x="667" y="6001"/>
                          <a:pt x="1524" y="2953"/>
                          <a:pt x="2381" y="0"/>
                        </a:cubicBezTo>
                        <a:lnTo>
                          <a:pt x="1182910" y="424529"/>
                        </a:lnTo>
                        <a:cubicBezTo>
                          <a:pt x="1182338" y="427577"/>
                          <a:pt x="1181672" y="430530"/>
                          <a:pt x="1180910" y="432816"/>
                        </a:cubicBezTo>
                        <a:lnTo>
                          <a:pt x="1180624" y="43357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 name="Google Shape;440;p29"/>
                  <p:cNvSpPr/>
                  <p:nvPr/>
                </p:nvSpPr>
                <p:spPr>
                  <a:xfrm>
                    <a:off x="9704691" y="1181860"/>
                    <a:ext cx="1217675" cy="446722"/>
                  </a:xfrm>
                  <a:custGeom>
                    <a:rect b="b" l="l" r="r" t="t"/>
                    <a:pathLst>
                      <a:path extrusionOk="0" h="446722" w="1217675">
                        <a:moveTo>
                          <a:pt x="1217676" y="446722"/>
                        </a:moveTo>
                        <a:lnTo>
                          <a:pt x="0" y="8763"/>
                        </a:lnTo>
                        <a:lnTo>
                          <a:pt x="3143" y="0"/>
                        </a:lnTo>
                        <a:lnTo>
                          <a:pt x="1213866" y="435388"/>
                        </a:lnTo>
                        <a:cubicBezTo>
                          <a:pt x="1213961" y="436150"/>
                          <a:pt x="1214152" y="437007"/>
                          <a:pt x="1214342" y="437864"/>
                        </a:cubicBezTo>
                        <a:cubicBezTo>
                          <a:pt x="1215009" y="441293"/>
                          <a:pt x="1216533" y="443865"/>
                          <a:pt x="1217676" y="4467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 name="Google Shape;441;p29"/>
                  <p:cNvSpPr/>
                  <p:nvPr/>
                </p:nvSpPr>
                <p:spPr>
                  <a:xfrm rot="-4214982">
                    <a:off x="10271028" y="845490"/>
                    <a:ext cx="9322" cy="1271428"/>
                  </a:xfrm>
                  <a:custGeom>
                    <a:rect b="b" l="l" r="r" t="t"/>
                    <a:pathLst>
                      <a:path extrusionOk="0" h="1273016" w="9334">
                        <a:moveTo>
                          <a:pt x="0" y="0"/>
                        </a:moveTo>
                        <a:lnTo>
                          <a:pt x="9335" y="0"/>
                        </a:lnTo>
                        <a:lnTo>
                          <a:pt x="9335" y="1273016"/>
                        </a:lnTo>
                        <a:lnTo>
                          <a:pt x="0" y="127301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 name="Google Shape;442;p29"/>
                  <p:cNvSpPr/>
                  <p:nvPr/>
                </p:nvSpPr>
                <p:spPr>
                  <a:xfrm>
                    <a:off x="9647065" y="1341975"/>
                    <a:ext cx="1207008" cy="442341"/>
                  </a:xfrm>
                  <a:custGeom>
                    <a:rect b="b" l="l" r="r" t="t"/>
                    <a:pathLst>
                      <a:path extrusionOk="0" h="442341" w="1207008">
                        <a:moveTo>
                          <a:pt x="1205579" y="442341"/>
                        </a:moveTo>
                        <a:lnTo>
                          <a:pt x="0" y="8763"/>
                        </a:lnTo>
                        <a:lnTo>
                          <a:pt x="3143" y="0"/>
                        </a:lnTo>
                        <a:lnTo>
                          <a:pt x="1207008" y="432911"/>
                        </a:lnTo>
                        <a:cubicBezTo>
                          <a:pt x="1207008" y="434150"/>
                          <a:pt x="1206341" y="435292"/>
                          <a:pt x="1203579" y="436340"/>
                        </a:cubicBezTo>
                        <a:cubicBezTo>
                          <a:pt x="1203770" y="438531"/>
                          <a:pt x="1204531" y="440436"/>
                          <a:pt x="1205579" y="4423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 name="Google Shape;443;p29"/>
                  <p:cNvSpPr/>
                  <p:nvPr/>
                </p:nvSpPr>
                <p:spPr>
                  <a:xfrm>
                    <a:off x="9618204" y="1422081"/>
                    <a:ext cx="1228058" cy="449199"/>
                  </a:xfrm>
                  <a:custGeom>
                    <a:rect b="b" l="l" r="r" t="t"/>
                    <a:pathLst>
                      <a:path extrusionOk="0" h="449199" w="1228058">
                        <a:moveTo>
                          <a:pt x="1224820" y="449199"/>
                        </a:moveTo>
                        <a:lnTo>
                          <a:pt x="0" y="8763"/>
                        </a:lnTo>
                        <a:lnTo>
                          <a:pt x="3143" y="0"/>
                        </a:lnTo>
                        <a:lnTo>
                          <a:pt x="1228058" y="440531"/>
                        </a:lnTo>
                        <a:cubicBezTo>
                          <a:pt x="1227297" y="441769"/>
                          <a:pt x="1226534" y="443579"/>
                          <a:pt x="1225772" y="446056"/>
                        </a:cubicBezTo>
                        <a:cubicBezTo>
                          <a:pt x="1225391" y="447104"/>
                          <a:pt x="1225010" y="448151"/>
                          <a:pt x="1224725" y="44919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 name="Google Shape;444;p29"/>
                  <p:cNvSpPr/>
                  <p:nvPr/>
                </p:nvSpPr>
                <p:spPr>
                  <a:xfrm>
                    <a:off x="9590772" y="1502376"/>
                    <a:ext cx="1212532" cy="439197"/>
                  </a:xfrm>
                  <a:custGeom>
                    <a:rect b="b" l="l" r="r" t="t"/>
                    <a:pathLst>
                      <a:path extrusionOk="0" h="439197" w="1212532">
                        <a:moveTo>
                          <a:pt x="1109377" y="402812"/>
                        </a:moveTo>
                        <a:lnTo>
                          <a:pt x="1038035" y="377190"/>
                        </a:lnTo>
                        <a:lnTo>
                          <a:pt x="1029176" y="374237"/>
                        </a:lnTo>
                        <a:lnTo>
                          <a:pt x="1029176" y="374047"/>
                        </a:lnTo>
                        <a:cubicBezTo>
                          <a:pt x="1029176" y="374047"/>
                          <a:pt x="958024" y="348425"/>
                          <a:pt x="958024" y="348425"/>
                        </a:cubicBezTo>
                        <a:lnTo>
                          <a:pt x="949166" y="345472"/>
                        </a:lnTo>
                        <a:lnTo>
                          <a:pt x="949166" y="345281"/>
                        </a:lnTo>
                        <a:cubicBezTo>
                          <a:pt x="949166" y="345281"/>
                          <a:pt x="877919" y="319659"/>
                          <a:pt x="877919" y="319659"/>
                        </a:cubicBezTo>
                        <a:lnTo>
                          <a:pt x="869061" y="316706"/>
                        </a:lnTo>
                        <a:lnTo>
                          <a:pt x="869061" y="316516"/>
                        </a:lnTo>
                        <a:cubicBezTo>
                          <a:pt x="869061" y="316516"/>
                          <a:pt x="797909" y="290894"/>
                          <a:pt x="797909" y="290894"/>
                        </a:cubicBezTo>
                        <a:lnTo>
                          <a:pt x="789051" y="287941"/>
                        </a:lnTo>
                        <a:lnTo>
                          <a:pt x="789051" y="287750"/>
                        </a:lnTo>
                        <a:cubicBezTo>
                          <a:pt x="789051" y="287750"/>
                          <a:pt x="717804" y="262128"/>
                          <a:pt x="717804" y="262128"/>
                        </a:cubicBezTo>
                        <a:lnTo>
                          <a:pt x="708946" y="259175"/>
                        </a:lnTo>
                        <a:lnTo>
                          <a:pt x="708946" y="258985"/>
                        </a:lnTo>
                        <a:cubicBezTo>
                          <a:pt x="708946" y="258985"/>
                          <a:pt x="637794" y="233363"/>
                          <a:pt x="637794" y="233363"/>
                        </a:cubicBezTo>
                        <a:lnTo>
                          <a:pt x="628936" y="230410"/>
                        </a:lnTo>
                        <a:lnTo>
                          <a:pt x="628936" y="230219"/>
                        </a:lnTo>
                        <a:cubicBezTo>
                          <a:pt x="628936" y="230219"/>
                          <a:pt x="557689" y="204597"/>
                          <a:pt x="557689" y="204597"/>
                        </a:cubicBezTo>
                        <a:lnTo>
                          <a:pt x="548830" y="201644"/>
                        </a:lnTo>
                        <a:lnTo>
                          <a:pt x="548830" y="201454"/>
                        </a:lnTo>
                        <a:cubicBezTo>
                          <a:pt x="548830" y="201454"/>
                          <a:pt x="477583" y="175832"/>
                          <a:pt x="477583" y="175832"/>
                        </a:cubicBezTo>
                        <a:lnTo>
                          <a:pt x="468725" y="172879"/>
                        </a:lnTo>
                        <a:lnTo>
                          <a:pt x="468725" y="172688"/>
                        </a:lnTo>
                        <a:cubicBezTo>
                          <a:pt x="468725" y="172688"/>
                          <a:pt x="397573" y="147066"/>
                          <a:pt x="397573" y="147066"/>
                        </a:cubicBezTo>
                        <a:lnTo>
                          <a:pt x="388715" y="144113"/>
                        </a:lnTo>
                        <a:lnTo>
                          <a:pt x="388715" y="143923"/>
                        </a:lnTo>
                        <a:cubicBezTo>
                          <a:pt x="388715" y="143923"/>
                          <a:pt x="317468" y="118300"/>
                          <a:pt x="317468" y="118300"/>
                        </a:cubicBezTo>
                        <a:lnTo>
                          <a:pt x="308610" y="115348"/>
                        </a:lnTo>
                        <a:lnTo>
                          <a:pt x="308610" y="115157"/>
                        </a:lnTo>
                        <a:cubicBezTo>
                          <a:pt x="308610" y="115157"/>
                          <a:pt x="237458" y="89535"/>
                          <a:pt x="237458" y="89535"/>
                        </a:cubicBezTo>
                        <a:lnTo>
                          <a:pt x="228600" y="86582"/>
                        </a:lnTo>
                        <a:lnTo>
                          <a:pt x="228600" y="86392"/>
                        </a:lnTo>
                        <a:cubicBezTo>
                          <a:pt x="228600" y="86392"/>
                          <a:pt x="157353" y="60770"/>
                          <a:pt x="157353" y="60770"/>
                        </a:cubicBezTo>
                        <a:lnTo>
                          <a:pt x="148495" y="57817"/>
                        </a:lnTo>
                        <a:lnTo>
                          <a:pt x="148495" y="57626"/>
                        </a:lnTo>
                        <a:cubicBezTo>
                          <a:pt x="148495" y="57626"/>
                          <a:pt x="77343" y="32004"/>
                          <a:pt x="77343" y="32004"/>
                        </a:cubicBezTo>
                        <a:lnTo>
                          <a:pt x="68485" y="29051"/>
                        </a:lnTo>
                        <a:lnTo>
                          <a:pt x="68485" y="28861"/>
                        </a:lnTo>
                        <a:cubicBezTo>
                          <a:pt x="68485" y="28861"/>
                          <a:pt x="0" y="4191"/>
                          <a:pt x="0" y="4191"/>
                        </a:cubicBezTo>
                        <a:lnTo>
                          <a:pt x="1524" y="0"/>
                        </a:lnTo>
                        <a:lnTo>
                          <a:pt x="1212532" y="435483"/>
                        </a:lnTo>
                        <a:cubicBezTo>
                          <a:pt x="1211580" y="437007"/>
                          <a:pt x="1210628" y="438150"/>
                          <a:pt x="1209675" y="439198"/>
                        </a:cubicBezTo>
                        <a:lnTo>
                          <a:pt x="1197864" y="434912"/>
                        </a:lnTo>
                        <a:lnTo>
                          <a:pt x="1189006" y="431959"/>
                        </a:lnTo>
                        <a:lnTo>
                          <a:pt x="1189006" y="431768"/>
                        </a:lnTo>
                        <a:cubicBezTo>
                          <a:pt x="1189006" y="431768"/>
                          <a:pt x="1117759" y="406146"/>
                          <a:pt x="1117759" y="406146"/>
                        </a:cubicBezTo>
                        <a:lnTo>
                          <a:pt x="1108900" y="403193"/>
                        </a:lnTo>
                        <a:lnTo>
                          <a:pt x="1108900" y="40300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5" name="Google Shape;445;p29"/>
                <p:cNvGrpSpPr/>
                <p:nvPr/>
              </p:nvGrpSpPr>
              <p:grpSpPr>
                <a:xfrm>
                  <a:off x="9659447" y="632648"/>
                  <a:ext cx="1420749" cy="1304449"/>
                  <a:chOff x="9659447" y="632648"/>
                  <a:chExt cx="1420749" cy="1304449"/>
                </a:xfrm>
              </p:grpSpPr>
              <p:grpSp>
                <p:nvGrpSpPr>
                  <p:cNvPr id="446" name="Google Shape;446;p29"/>
                  <p:cNvGrpSpPr/>
                  <p:nvPr/>
                </p:nvGrpSpPr>
                <p:grpSpPr>
                  <a:xfrm>
                    <a:off x="10780064" y="1100040"/>
                    <a:ext cx="300132" cy="837057"/>
                    <a:chOff x="10780064" y="1100040"/>
                    <a:chExt cx="300132" cy="837057"/>
                  </a:xfrm>
                </p:grpSpPr>
                <p:sp>
                  <p:nvSpPr>
                    <p:cNvPr id="447" name="Google Shape;447;p29"/>
                    <p:cNvSpPr/>
                    <p:nvPr/>
                  </p:nvSpPr>
                  <p:spPr>
                    <a:xfrm>
                      <a:off x="11004378" y="1100040"/>
                      <a:ext cx="75818" cy="210883"/>
                    </a:xfrm>
                    <a:custGeom>
                      <a:rect b="b" l="l" r="r" t="t"/>
                      <a:pathLst>
                        <a:path extrusionOk="0" h="210883" w="75818">
                          <a:moveTo>
                            <a:pt x="10192" y="200120"/>
                          </a:moveTo>
                          <a:cubicBezTo>
                            <a:pt x="7239" y="204216"/>
                            <a:pt x="4096" y="207836"/>
                            <a:pt x="0" y="210884"/>
                          </a:cubicBezTo>
                          <a:lnTo>
                            <a:pt x="75819" y="0"/>
                          </a:lnTo>
                          <a:cubicBezTo>
                            <a:pt x="75533" y="2953"/>
                            <a:pt x="74581" y="6191"/>
                            <a:pt x="73152" y="10763"/>
                          </a:cubicBezTo>
                          <a:cubicBezTo>
                            <a:pt x="71438" y="16193"/>
                            <a:pt x="70580" y="23336"/>
                            <a:pt x="69532" y="30671"/>
                          </a:cubicBezTo>
                          <a:cubicBezTo>
                            <a:pt x="69056" y="33719"/>
                            <a:pt x="68580" y="36957"/>
                            <a:pt x="67913" y="39910"/>
                          </a:cubicBezTo>
                          <a:cubicBezTo>
                            <a:pt x="65913" y="49244"/>
                            <a:pt x="62579" y="57626"/>
                            <a:pt x="55436" y="61341"/>
                          </a:cubicBezTo>
                          <a:cubicBezTo>
                            <a:pt x="56959" y="62198"/>
                            <a:pt x="59626" y="63722"/>
                            <a:pt x="62198" y="65437"/>
                          </a:cubicBezTo>
                          <a:lnTo>
                            <a:pt x="16573" y="192310"/>
                          </a:lnTo>
                          <a:lnTo>
                            <a:pt x="16002" y="192119"/>
                          </a:lnTo>
                          <a:cubicBezTo>
                            <a:pt x="13906" y="194881"/>
                            <a:pt x="12097" y="197453"/>
                            <a:pt x="10192" y="1999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 name="Google Shape;448;p29"/>
                    <p:cNvSpPr/>
                    <p:nvPr/>
                  </p:nvSpPr>
                  <p:spPr>
                    <a:xfrm>
                      <a:off x="10987613" y="1356834"/>
                      <a:ext cx="190" cy="285"/>
                    </a:xfrm>
                    <a:custGeom>
                      <a:rect b="b" l="l" r="r" t="t"/>
                      <a:pathLst>
                        <a:path extrusionOk="0" h="285" w="190">
                          <a:moveTo>
                            <a:pt x="190" y="0"/>
                          </a:moveTo>
                          <a:cubicBezTo>
                            <a:pt x="190" y="0"/>
                            <a:pt x="190" y="191"/>
                            <a:pt x="190" y="286"/>
                          </a:cubicBezTo>
                          <a:cubicBezTo>
                            <a:pt x="190" y="286"/>
                            <a:pt x="124" y="286"/>
                            <a:pt x="0" y="286"/>
                          </a:cubicBez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 name="Google Shape;449;p29"/>
                    <p:cNvSpPr/>
                    <p:nvPr/>
                  </p:nvSpPr>
                  <p:spPr>
                    <a:xfrm>
                      <a:off x="10858455" y="1484565"/>
                      <a:ext cx="90201" cy="232124"/>
                    </a:xfrm>
                    <a:custGeom>
                      <a:rect b="b" l="l" r="r" t="t"/>
                      <a:pathLst>
                        <a:path extrusionOk="0" h="232124" w="90201">
                          <a:moveTo>
                            <a:pt x="0" y="232124"/>
                          </a:moveTo>
                          <a:lnTo>
                            <a:pt x="83439" y="0"/>
                          </a:lnTo>
                          <a:cubicBezTo>
                            <a:pt x="86868" y="1810"/>
                            <a:pt x="89154" y="3810"/>
                            <a:pt x="90202" y="8763"/>
                          </a:cubicBezTo>
                          <a:lnTo>
                            <a:pt x="26575" y="185547"/>
                          </a:lnTo>
                          <a:lnTo>
                            <a:pt x="26384" y="185547"/>
                          </a:lnTo>
                          <a:cubicBezTo>
                            <a:pt x="21907" y="192119"/>
                            <a:pt x="20098" y="200120"/>
                            <a:pt x="18002" y="208026"/>
                          </a:cubicBezTo>
                          <a:lnTo>
                            <a:pt x="18479" y="208217"/>
                          </a:lnTo>
                          <a:lnTo>
                            <a:pt x="15335" y="216979"/>
                          </a:lnTo>
                          <a:lnTo>
                            <a:pt x="15335" y="216979"/>
                          </a:lnTo>
                          <a:cubicBezTo>
                            <a:pt x="14478" y="218884"/>
                            <a:pt x="13621" y="220885"/>
                            <a:pt x="12668" y="222695"/>
                          </a:cubicBezTo>
                          <a:cubicBezTo>
                            <a:pt x="9811" y="227647"/>
                            <a:pt x="10478" y="226314"/>
                            <a:pt x="6477" y="229076"/>
                          </a:cubicBezTo>
                          <a:cubicBezTo>
                            <a:pt x="5048" y="230124"/>
                            <a:pt x="2381" y="230981"/>
                            <a:pt x="95" y="2321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 name="Google Shape;450;p29"/>
                    <p:cNvSpPr/>
                    <p:nvPr/>
                  </p:nvSpPr>
                  <p:spPr>
                    <a:xfrm>
                      <a:off x="10780064" y="1727738"/>
                      <a:ext cx="79152" cy="209359"/>
                    </a:xfrm>
                    <a:custGeom>
                      <a:rect b="b" l="l" r="r" t="t"/>
                      <a:pathLst>
                        <a:path extrusionOk="0" h="209359" w="79152">
                          <a:moveTo>
                            <a:pt x="95" y="206407"/>
                          </a:moveTo>
                          <a:lnTo>
                            <a:pt x="74295" y="0"/>
                          </a:lnTo>
                          <a:cubicBezTo>
                            <a:pt x="75724" y="4667"/>
                            <a:pt x="78391" y="9525"/>
                            <a:pt x="78962" y="13049"/>
                          </a:cubicBezTo>
                          <a:cubicBezTo>
                            <a:pt x="78962" y="13335"/>
                            <a:pt x="78962" y="13621"/>
                            <a:pt x="79153" y="14002"/>
                          </a:cubicBezTo>
                          <a:lnTo>
                            <a:pt x="8858" y="209359"/>
                          </a:lnTo>
                          <a:lnTo>
                            <a:pt x="0" y="20640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1" name="Google Shape;451;p29"/>
                  <p:cNvSpPr/>
                  <p:nvPr/>
                </p:nvSpPr>
                <p:spPr>
                  <a:xfrm>
                    <a:off x="10700149" y="955356"/>
                    <a:ext cx="350329" cy="953071"/>
                  </a:xfrm>
                  <a:custGeom>
                    <a:rect b="b" l="l" r="r" t="t"/>
                    <a:pathLst>
                      <a:path extrusionOk="0" h="953071" w="350329">
                        <a:moveTo>
                          <a:pt x="0" y="950023"/>
                        </a:moveTo>
                        <a:lnTo>
                          <a:pt x="341662" y="0"/>
                        </a:lnTo>
                        <a:cubicBezTo>
                          <a:pt x="344614" y="1143"/>
                          <a:pt x="347567" y="2476"/>
                          <a:pt x="350330" y="3429"/>
                        </a:cubicBezTo>
                        <a:lnTo>
                          <a:pt x="8858" y="953072"/>
                        </a:lnTo>
                        <a:lnTo>
                          <a:pt x="0" y="95011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 name="Google Shape;452;p29"/>
                  <p:cNvSpPr/>
                  <p:nvPr/>
                </p:nvSpPr>
                <p:spPr>
                  <a:xfrm>
                    <a:off x="10619948" y="933257"/>
                    <a:ext cx="347567" cy="946404"/>
                  </a:xfrm>
                  <a:custGeom>
                    <a:rect b="b" l="l" r="r" t="t"/>
                    <a:pathLst>
                      <a:path extrusionOk="0" h="946404" w="347567">
                        <a:moveTo>
                          <a:pt x="95" y="943356"/>
                        </a:moveTo>
                        <a:lnTo>
                          <a:pt x="339376" y="0"/>
                        </a:lnTo>
                        <a:cubicBezTo>
                          <a:pt x="340709" y="572"/>
                          <a:pt x="342043" y="1143"/>
                          <a:pt x="342995" y="1715"/>
                        </a:cubicBezTo>
                        <a:cubicBezTo>
                          <a:pt x="344519" y="2572"/>
                          <a:pt x="346043" y="3620"/>
                          <a:pt x="347567" y="4667"/>
                        </a:cubicBezTo>
                        <a:lnTo>
                          <a:pt x="8858" y="946404"/>
                        </a:lnTo>
                        <a:lnTo>
                          <a:pt x="0" y="94345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 name="Google Shape;453;p29"/>
                  <p:cNvSpPr/>
                  <p:nvPr/>
                </p:nvSpPr>
                <p:spPr>
                  <a:xfrm>
                    <a:off x="10539938" y="913731"/>
                    <a:ext cx="344900" cy="937069"/>
                  </a:xfrm>
                  <a:custGeom>
                    <a:rect b="b" l="l" r="r" t="t"/>
                    <a:pathLst>
                      <a:path extrusionOk="0" h="937069" w="344900">
                        <a:moveTo>
                          <a:pt x="95" y="934117"/>
                        </a:moveTo>
                        <a:lnTo>
                          <a:pt x="336042" y="0"/>
                        </a:lnTo>
                        <a:cubicBezTo>
                          <a:pt x="338804" y="1143"/>
                          <a:pt x="341471" y="2381"/>
                          <a:pt x="344234" y="2762"/>
                        </a:cubicBezTo>
                        <a:cubicBezTo>
                          <a:pt x="344424" y="2762"/>
                          <a:pt x="344710" y="2762"/>
                          <a:pt x="344900" y="2762"/>
                        </a:cubicBezTo>
                        <a:lnTo>
                          <a:pt x="8858" y="937070"/>
                        </a:lnTo>
                        <a:lnTo>
                          <a:pt x="0" y="93411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 name="Google Shape;454;p29"/>
                  <p:cNvSpPr/>
                  <p:nvPr/>
                </p:nvSpPr>
                <p:spPr>
                  <a:xfrm>
                    <a:off x="10459833" y="905540"/>
                    <a:ext cx="338423" cy="916400"/>
                  </a:xfrm>
                  <a:custGeom>
                    <a:rect b="b" l="l" r="r" t="t"/>
                    <a:pathLst>
                      <a:path extrusionOk="0" h="916400" w="338423">
                        <a:moveTo>
                          <a:pt x="95" y="913448"/>
                        </a:moveTo>
                        <a:lnTo>
                          <a:pt x="328422" y="381"/>
                        </a:lnTo>
                        <a:cubicBezTo>
                          <a:pt x="332327" y="1619"/>
                          <a:pt x="334137" y="1619"/>
                          <a:pt x="338423" y="0"/>
                        </a:cubicBezTo>
                        <a:lnTo>
                          <a:pt x="8858" y="916400"/>
                        </a:lnTo>
                        <a:lnTo>
                          <a:pt x="0" y="91344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 name="Google Shape;455;p29"/>
                  <p:cNvSpPr/>
                  <p:nvPr/>
                </p:nvSpPr>
                <p:spPr>
                  <a:xfrm>
                    <a:off x="10379823" y="861725"/>
                    <a:ext cx="338613" cy="931449"/>
                  </a:xfrm>
                  <a:custGeom>
                    <a:rect b="b" l="l" r="r" t="t"/>
                    <a:pathLst>
                      <a:path extrusionOk="0" h="931449" w="338613">
                        <a:moveTo>
                          <a:pt x="95" y="928497"/>
                        </a:moveTo>
                        <a:lnTo>
                          <a:pt x="334042" y="0"/>
                        </a:lnTo>
                        <a:cubicBezTo>
                          <a:pt x="333470" y="1619"/>
                          <a:pt x="332994" y="3238"/>
                          <a:pt x="333089" y="4763"/>
                        </a:cubicBezTo>
                        <a:cubicBezTo>
                          <a:pt x="333470" y="7620"/>
                          <a:pt x="335852" y="11144"/>
                          <a:pt x="338614" y="14573"/>
                        </a:cubicBezTo>
                        <a:lnTo>
                          <a:pt x="8858" y="931450"/>
                        </a:lnTo>
                        <a:lnTo>
                          <a:pt x="0" y="92849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 name="Google Shape;456;p29"/>
                  <p:cNvSpPr/>
                  <p:nvPr/>
                </p:nvSpPr>
                <p:spPr>
                  <a:xfrm>
                    <a:off x="10299908" y="826863"/>
                    <a:ext cx="344805" cy="937545"/>
                  </a:xfrm>
                  <a:custGeom>
                    <a:rect b="b" l="l" r="r" t="t"/>
                    <a:pathLst>
                      <a:path extrusionOk="0" h="937545" w="344805">
                        <a:moveTo>
                          <a:pt x="0" y="934593"/>
                        </a:moveTo>
                        <a:lnTo>
                          <a:pt x="336137" y="0"/>
                        </a:lnTo>
                        <a:cubicBezTo>
                          <a:pt x="338328" y="857"/>
                          <a:pt x="340614" y="1715"/>
                          <a:pt x="342900" y="2572"/>
                        </a:cubicBezTo>
                        <a:cubicBezTo>
                          <a:pt x="343472" y="2762"/>
                          <a:pt x="344138" y="3048"/>
                          <a:pt x="344805" y="3334"/>
                        </a:cubicBezTo>
                        <a:lnTo>
                          <a:pt x="8858" y="937546"/>
                        </a:lnTo>
                        <a:lnTo>
                          <a:pt x="0" y="93459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 name="Google Shape;457;p29"/>
                  <p:cNvSpPr/>
                  <p:nvPr/>
                </p:nvSpPr>
                <p:spPr>
                  <a:xfrm>
                    <a:off x="10219803" y="822768"/>
                    <a:ext cx="334994" cy="912780"/>
                  </a:xfrm>
                  <a:custGeom>
                    <a:rect b="b" l="l" r="r" t="t"/>
                    <a:pathLst>
                      <a:path extrusionOk="0" h="912780" w="334994">
                        <a:moveTo>
                          <a:pt x="95" y="909923"/>
                        </a:moveTo>
                        <a:lnTo>
                          <a:pt x="327279" y="0"/>
                        </a:lnTo>
                        <a:cubicBezTo>
                          <a:pt x="327755" y="1905"/>
                          <a:pt x="328327" y="3619"/>
                          <a:pt x="330136" y="4763"/>
                        </a:cubicBezTo>
                        <a:cubicBezTo>
                          <a:pt x="331470" y="5620"/>
                          <a:pt x="333184" y="5905"/>
                          <a:pt x="334994" y="6001"/>
                        </a:cubicBezTo>
                        <a:lnTo>
                          <a:pt x="8858" y="912781"/>
                        </a:lnTo>
                        <a:lnTo>
                          <a:pt x="0" y="90982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 name="Google Shape;458;p29"/>
                  <p:cNvSpPr/>
                  <p:nvPr/>
                </p:nvSpPr>
                <p:spPr>
                  <a:xfrm>
                    <a:off x="10139793" y="787239"/>
                    <a:ext cx="338708" cy="919734"/>
                  </a:xfrm>
                  <a:custGeom>
                    <a:rect b="b" l="l" r="r" t="t"/>
                    <a:pathLst>
                      <a:path extrusionOk="0" h="919734" w="338708">
                        <a:moveTo>
                          <a:pt x="0" y="916686"/>
                        </a:moveTo>
                        <a:lnTo>
                          <a:pt x="329660" y="0"/>
                        </a:lnTo>
                        <a:cubicBezTo>
                          <a:pt x="332613" y="857"/>
                          <a:pt x="335661" y="1715"/>
                          <a:pt x="338709" y="2477"/>
                        </a:cubicBezTo>
                        <a:lnTo>
                          <a:pt x="8858" y="919734"/>
                        </a:lnTo>
                        <a:lnTo>
                          <a:pt x="0" y="91678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 name="Google Shape;459;p29"/>
                  <p:cNvSpPr/>
                  <p:nvPr/>
                </p:nvSpPr>
                <p:spPr>
                  <a:xfrm>
                    <a:off x="10059688" y="746568"/>
                    <a:ext cx="341471" cy="931544"/>
                  </a:xfrm>
                  <a:custGeom>
                    <a:rect b="b" l="l" r="r" t="t"/>
                    <a:pathLst>
                      <a:path extrusionOk="0" h="931544" w="341471">
                        <a:moveTo>
                          <a:pt x="0" y="928497"/>
                        </a:moveTo>
                        <a:lnTo>
                          <a:pt x="333946" y="0"/>
                        </a:lnTo>
                        <a:cubicBezTo>
                          <a:pt x="333946" y="0"/>
                          <a:pt x="334899" y="476"/>
                          <a:pt x="335375" y="667"/>
                        </a:cubicBezTo>
                        <a:cubicBezTo>
                          <a:pt x="340042" y="2762"/>
                          <a:pt x="339280" y="3810"/>
                          <a:pt x="341471" y="6572"/>
                        </a:cubicBezTo>
                        <a:lnTo>
                          <a:pt x="8858" y="931545"/>
                        </a:lnTo>
                        <a:lnTo>
                          <a:pt x="0" y="92859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 name="Google Shape;460;p29"/>
                  <p:cNvSpPr/>
                  <p:nvPr/>
                </p:nvSpPr>
                <p:spPr>
                  <a:xfrm>
                    <a:off x="9979678" y="755712"/>
                    <a:ext cx="329279" cy="893635"/>
                  </a:xfrm>
                  <a:custGeom>
                    <a:rect b="b" l="l" r="r" t="t"/>
                    <a:pathLst>
                      <a:path extrusionOk="0" h="893635" w="329279">
                        <a:moveTo>
                          <a:pt x="0" y="890587"/>
                        </a:moveTo>
                        <a:lnTo>
                          <a:pt x="320326" y="0"/>
                        </a:lnTo>
                        <a:cubicBezTo>
                          <a:pt x="323374" y="762"/>
                          <a:pt x="326422" y="1715"/>
                          <a:pt x="329279" y="2572"/>
                        </a:cubicBezTo>
                        <a:lnTo>
                          <a:pt x="8858" y="893636"/>
                        </a:lnTo>
                        <a:lnTo>
                          <a:pt x="0" y="89068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 name="Google Shape;461;p29"/>
                  <p:cNvSpPr/>
                  <p:nvPr/>
                </p:nvSpPr>
                <p:spPr>
                  <a:xfrm>
                    <a:off x="9899573" y="709039"/>
                    <a:ext cx="335089" cy="911447"/>
                  </a:xfrm>
                  <a:custGeom>
                    <a:rect b="b" l="l" r="r" t="t"/>
                    <a:pathLst>
                      <a:path extrusionOk="0" h="911447" w="335089">
                        <a:moveTo>
                          <a:pt x="95" y="908494"/>
                        </a:moveTo>
                        <a:lnTo>
                          <a:pt x="326803" y="0"/>
                        </a:lnTo>
                        <a:cubicBezTo>
                          <a:pt x="329565" y="1810"/>
                          <a:pt x="332327" y="3143"/>
                          <a:pt x="335090" y="4381"/>
                        </a:cubicBezTo>
                        <a:lnTo>
                          <a:pt x="8858" y="911447"/>
                        </a:lnTo>
                        <a:lnTo>
                          <a:pt x="0" y="90849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 name="Google Shape;462;p29"/>
                  <p:cNvSpPr/>
                  <p:nvPr/>
                </p:nvSpPr>
                <p:spPr>
                  <a:xfrm>
                    <a:off x="9819658" y="632648"/>
                    <a:ext cx="348995" cy="959167"/>
                  </a:xfrm>
                  <a:custGeom>
                    <a:rect b="b" l="l" r="r" t="t"/>
                    <a:pathLst>
                      <a:path extrusionOk="0" h="959167" w="348995">
                        <a:moveTo>
                          <a:pt x="0" y="956120"/>
                        </a:moveTo>
                        <a:lnTo>
                          <a:pt x="335852" y="22384"/>
                        </a:lnTo>
                        <a:cubicBezTo>
                          <a:pt x="337185" y="22670"/>
                          <a:pt x="338614" y="22955"/>
                          <a:pt x="339757" y="23241"/>
                        </a:cubicBezTo>
                        <a:cubicBezTo>
                          <a:pt x="341852" y="20383"/>
                          <a:pt x="340995" y="16002"/>
                          <a:pt x="339757" y="11621"/>
                        </a:cubicBezTo>
                        <a:lnTo>
                          <a:pt x="343948" y="0"/>
                        </a:lnTo>
                        <a:lnTo>
                          <a:pt x="346329" y="857"/>
                        </a:lnTo>
                        <a:cubicBezTo>
                          <a:pt x="345186" y="3905"/>
                          <a:pt x="343662" y="6001"/>
                          <a:pt x="345853" y="9811"/>
                        </a:cubicBezTo>
                        <a:cubicBezTo>
                          <a:pt x="346710" y="11049"/>
                          <a:pt x="347853" y="12287"/>
                          <a:pt x="348996" y="13430"/>
                        </a:cubicBezTo>
                        <a:lnTo>
                          <a:pt x="8858" y="959168"/>
                        </a:lnTo>
                        <a:lnTo>
                          <a:pt x="0" y="95621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63" name="Google Shape;463;p29"/>
                  <p:cNvGrpSpPr/>
                  <p:nvPr/>
                </p:nvGrpSpPr>
                <p:grpSpPr>
                  <a:xfrm>
                    <a:off x="9739553" y="749996"/>
                    <a:ext cx="301084" cy="812959"/>
                    <a:chOff x="9739553" y="749996"/>
                    <a:chExt cx="301084" cy="812959"/>
                  </a:xfrm>
                </p:grpSpPr>
                <p:sp>
                  <p:nvSpPr>
                    <p:cNvPr id="464" name="Google Shape;464;p29"/>
                    <p:cNvSpPr/>
                    <p:nvPr/>
                  </p:nvSpPr>
                  <p:spPr>
                    <a:xfrm>
                      <a:off x="10011924" y="749996"/>
                      <a:ext cx="28713" cy="78295"/>
                    </a:xfrm>
                    <a:custGeom>
                      <a:rect b="b" l="l" r="r" t="t"/>
                      <a:pathLst>
                        <a:path extrusionOk="0" h="78295" w="28713">
                          <a:moveTo>
                            <a:pt x="615" y="78296"/>
                          </a:moveTo>
                          <a:cubicBezTo>
                            <a:pt x="139" y="73819"/>
                            <a:pt x="-338" y="69247"/>
                            <a:pt x="329" y="66389"/>
                          </a:cubicBezTo>
                          <a:cubicBezTo>
                            <a:pt x="1948" y="59627"/>
                            <a:pt x="5282" y="54197"/>
                            <a:pt x="6711" y="47339"/>
                          </a:cubicBezTo>
                          <a:cubicBezTo>
                            <a:pt x="8520" y="37814"/>
                            <a:pt x="9759" y="24194"/>
                            <a:pt x="14140" y="13907"/>
                          </a:cubicBezTo>
                          <a:lnTo>
                            <a:pt x="13854" y="13907"/>
                          </a:lnTo>
                          <a:cubicBezTo>
                            <a:pt x="13854" y="13907"/>
                            <a:pt x="16998" y="5048"/>
                            <a:pt x="16998" y="5048"/>
                          </a:cubicBezTo>
                          <a:lnTo>
                            <a:pt x="19093" y="5810"/>
                          </a:lnTo>
                          <a:cubicBezTo>
                            <a:pt x="20712" y="4191"/>
                            <a:pt x="22427" y="4286"/>
                            <a:pt x="24523" y="2953"/>
                          </a:cubicBezTo>
                          <a:cubicBezTo>
                            <a:pt x="25951" y="2000"/>
                            <a:pt x="27380" y="1048"/>
                            <a:pt x="28714" y="0"/>
                          </a:cubicBezTo>
                          <a:lnTo>
                            <a:pt x="615" y="7820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 name="Google Shape;465;p29"/>
                    <p:cNvSpPr/>
                    <p:nvPr/>
                  </p:nvSpPr>
                  <p:spPr>
                    <a:xfrm>
                      <a:off x="9739553" y="835055"/>
                      <a:ext cx="269462" cy="727900"/>
                    </a:xfrm>
                    <a:custGeom>
                      <a:rect b="b" l="l" r="r" t="t"/>
                      <a:pathLst>
                        <a:path extrusionOk="0" h="727900" w="269462">
                          <a:moveTo>
                            <a:pt x="0" y="724853"/>
                          </a:moveTo>
                          <a:lnTo>
                            <a:pt x="260699" y="0"/>
                          </a:lnTo>
                          <a:lnTo>
                            <a:pt x="269462" y="3143"/>
                          </a:lnTo>
                          <a:lnTo>
                            <a:pt x="8858" y="727901"/>
                          </a:lnTo>
                          <a:lnTo>
                            <a:pt x="0" y="72485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6" name="Google Shape;466;p29"/>
                  <p:cNvSpPr/>
                  <p:nvPr/>
                </p:nvSpPr>
                <p:spPr>
                  <a:xfrm>
                    <a:off x="9659447" y="949440"/>
                    <a:ext cx="218884" cy="584654"/>
                  </a:xfrm>
                  <a:custGeom>
                    <a:rect b="b" l="l" r="r" t="t"/>
                    <a:pathLst>
                      <a:path extrusionOk="0" h="584654" w="218884">
                        <a:moveTo>
                          <a:pt x="95" y="581702"/>
                        </a:moveTo>
                        <a:lnTo>
                          <a:pt x="208693" y="1724"/>
                        </a:lnTo>
                        <a:cubicBezTo>
                          <a:pt x="210121" y="1153"/>
                          <a:pt x="211550" y="486"/>
                          <a:pt x="213074" y="105"/>
                        </a:cubicBezTo>
                        <a:cubicBezTo>
                          <a:pt x="215551" y="-276"/>
                          <a:pt x="217170" y="486"/>
                          <a:pt x="218885" y="677"/>
                        </a:cubicBezTo>
                        <a:lnTo>
                          <a:pt x="8858" y="584654"/>
                        </a:lnTo>
                        <a:lnTo>
                          <a:pt x="0" y="58170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467" name="Google Shape;467;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68" name="Google Shape;468;p29"/>
          <p:cNvSpPr txBox="1"/>
          <p:nvPr>
            <p:ph idx="1" type="subTitle"/>
          </p:nvPr>
        </p:nvSpPr>
        <p:spPr>
          <a:xfrm>
            <a:off x="1112605" y="1928019"/>
            <a:ext cx="1975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69" name="Google Shape;469;p29"/>
          <p:cNvSpPr txBox="1"/>
          <p:nvPr>
            <p:ph idx="2" type="subTitle"/>
          </p:nvPr>
        </p:nvSpPr>
        <p:spPr>
          <a:xfrm>
            <a:off x="3582450" y="1928019"/>
            <a:ext cx="1975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70" name="Google Shape;470;p29"/>
          <p:cNvSpPr txBox="1"/>
          <p:nvPr>
            <p:ph idx="3" type="subTitle"/>
          </p:nvPr>
        </p:nvSpPr>
        <p:spPr>
          <a:xfrm>
            <a:off x="1112605" y="3361507"/>
            <a:ext cx="1975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71" name="Google Shape;471;p29"/>
          <p:cNvSpPr txBox="1"/>
          <p:nvPr>
            <p:ph idx="4" type="subTitle"/>
          </p:nvPr>
        </p:nvSpPr>
        <p:spPr>
          <a:xfrm>
            <a:off x="3582450" y="3361507"/>
            <a:ext cx="1975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72" name="Google Shape;472;p29"/>
          <p:cNvSpPr txBox="1"/>
          <p:nvPr>
            <p:ph idx="5" type="subTitle"/>
          </p:nvPr>
        </p:nvSpPr>
        <p:spPr>
          <a:xfrm>
            <a:off x="6052295" y="1928019"/>
            <a:ext cx="1975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73" name="Google Shape;473;p29"/>
          <p:cNvSpPr txBox="1"/>
          <p:nvPr>
            <p:ph idx="6" type="subTitle"/>
          </p:nvPr>
        </p:nvSpPr>
        <p:spPr>
          <a:xfrm>
            <a:off x="6052295" y="3361507"/>
            <a:ext cx="1975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74" name="Google Shape;474;p29"/>
          <p:cNvSpPr txBox="1"/>
          <p:nvPr>
            <p:ph idx="7" type="subTitle"/>
          </p:nvPr>
        </p:nvSpPr>
        <p:spPr>
          <a:xfrm>
            <a:off x="1111105" y="1631075"/>
            <a:ext cx="19782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75" name="Google Shape;475;p29"/>
          <p:cNvSpPr txBox="1"/>
          <p:nvPr>
            <p:ph idx="8" type="subTitle"/>
          </p:nvPr>
        </p:nvSpPr>
        <p:spPr>
          <a:xfrm>
            <a:off x="3580950" y="1631075"/>
            <a:ext cx="19782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76" name="Google Shape;476;p29"/>
          <p:cNvSpPr txBox="1"/>
          <p:nvPr>
            <p:ph idx="9" type="subTitle"/>
          </p:nvPr>
        </p:nvSpPr>
        <p:spPr>
          <a:xfrm>
            <a:off x="6050795" y="1631075"/>
            <a:ext cx="19782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77" name="Google Shape;477;p29"/>
          <p:cNvSpPr txBox="1"/>
          <p:nvPr>
            <p:ph idx="13" type="subTitle"/>
          </p:nvPr>
        </p:nvSpPr>
        <p:spPr>
          <a:xfrm>
            <a:off x="1111105" y="3060600"/>
            <a:ext cx="19782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78" name="Google Shape;478;p29"/>
          <p:cNvSpPr txBox="1"/>
          <p:nvPr>
            <p:ph idx="14" type="subTitle"/>
          </p:nvPr>
        </p:nvSpPr>
        <p:spPr>
          <a:xfrm>
            <a:off x="3580950" y="3060600"/>
            <a:ext cx="19782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79" name="Google Shape;479;p29"/>
          <p:cNvSpPr txBox="1"/>
          <p:nvPr>
            <p:ph idx="15" type="subTitle"/>
          </p:nvPr>
        </p:nvSpPr>
        <p:spPr>
          <a:xfrm>
            <a:off x="6050795" y="3060600"/>
            <a:ext cx="19782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hadows Into Light Two"/>
                <a:ea typeface="Shadows Into Light Two"/>
                <a:cs typeface="Shadows Into Light Two"/>
                <a:sym typeface="Shadows Into Light Tw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480" name="Shape 480"/>
        <p:cNvGrpSpPr/>
        <p:nvPr/>
      </p:nvGrpSpPr>
      <p:grpSpPr>
        <a:xfrm>
          <a:off x="0" y="0"/>
          <a:ext cx="0" cy="0"/>
          <a:chOff x="0" y="0"/>
          <a:chExt cx="0" cy="0"/>
        </a:xfrm>
      </p:grpSpPr>
      <p:grpSp>
        <p:nvGrpSpPr>
          <p:cNvPr id="481" name="Google Shape;481;p30"/>
          <p:cNvGrpSpPr/>
          <p:nvPr/>
        </p:nvGrpSpPr>
        <p:grpSpPr>
          <a:xfrm>
            <a:off x="-76550" y="494175"/>
            <a:ext cx="8437150" cy="4649179"/>
            <a:chOff x="-76550" y="494175"/>
            <a:chExt cx="8437150" cy="4649179"/>
          </a:xfrm>
        </p:grpSpPr>
        <p:sp>
          <p:nvSpPr>
            <p:cNvPr id="482" name="Google Shape;482;p30"/>
            <p:cNvSpPr/>
            <p:nvPr/>
          </p:nvSpPr>
          <p:spPr>
            <a:xfrm>
              <a:off x="783414" y="494175"/>
              <a:ext cx="7577186" cy="4251120"/>
            </a:xfrm>
            <a:custGeom>
              <a:rect b="b" l="l" r="r" t="t"/>
              <a:pathLst>
                <a:path extrusionOk="0" h="1027461" w="1648110">
                  <a:moveTo>
                    <a:pt x="1648111" y="0"/>
                  </a:moveTo>
                  <a:lnTo>
                    <a:pt x="1648111" y="1027462"/>
                  </a:lnTo>
                  <a:cubicBezTo>
                    <a:pt x="1646206" y="1026986"/>
                    <a:pt x="1644396" y="1026890"/>
                    <a:pt x="1642396" y="1026890"/>
                  </a:cubicBezTo>
                  <a:cubicBezTo>
                    <a:pt x="1631537" y="1027271"/>
                    <a:pt x="1621727" y="1023461"/>
                    <a:pt x="1612678" y="1018984"/>
                  </a:cubicBezTo>
                  <a:cubicBezTo>
                    <a:pt x="1598581" y="1011936"/>
                    <a:pt x="1585722" y="983075"/>
                    <a:pt x="1571435" y="976408"/>
                  </a:cubicBezTo>
                  <a:cubicBezTo>
                    <a:pt x="1560767" y="971359"/>
                    <a:pt x="1550003" y="967264"/>
                    <a:pt x="1537240" y="966216"/>
                  </a:cubicBezTo>
                  <a:cubicBezTo>
                    <a:pt x="1527905" y="965549"/>
                    <a:pt x="1516856" y="957834"/>
                    <a:pt x="1508284" y="950690"/>
                  </a:cubicBezTo>
                  <a:cubicBezTo>
                    <a:pt x="1501616" y="945071"/>
                    <a:pt x="1494663" y="942404"/>
                    <a:pt x="1486662" y="941737"/>
                  </a:cubicBezTo>
                  <a:cubicBezTo>
                    <a:pt x="1480376" y="941165"/>
                    <a:pt x="1474184" y="941642"/>
                    <a:pt x="1468374" y="937546"/>
                  </a:cubicBezTo>
                  <a:cubicBezTo>
                    <a:pt x="1465326" y="935450"/>
                    <a:pt x="1460659" y="954881"/>
                    <a:pt x="1456658" y="956691"/>
                  </a:cubicBezTo>
                  <a:cubicBezTo>
                    <a:pt x="1445705" y="961263"/>
                    <a:pt x="1434560" y="964883"/>
                    <a:pt x="1422464" y="961549"/>
                  </a:cubicBezTo>
                  <a:cubicBezTo>
                    <a:pt x="1419701" y="960692"/>
                    <a:pt x="1416749" y="961454"/>
                    <a:pt x="1414367" y="962787"/>
                  </a:cubicBezTo>
                  <a:cubicBezTo>
                    <a:pt x="1404080" y="968883"/>
                    <a:pt x="1391698" y="993838"/>
                    <a:pt x="1381125" y="992410"/>
                  </a:cubicBezTo>
                  <a:cubicBezTo>
                    <a:pt x="1363980" y="990029"/>
                    <a:pt x="1348169" y="996696"/>
                    <a:pt x="1331214" y="995458"/>
                  </a:cubicBezTo>
                  <a:cubicBezTo>
                    <a:pt x="1315022" y="994220"/>
                    <a:pt x="1298448" y="987838"/>
                    <a:pt x="1282351" y="991362"/>
                  </a:cubicBezTo>
                  <a:cubicBezTo>
                    <a:pt x="1267015" y="994791"/>
                    <a:pt x="1253490" y="1003745"/>
                    <a:pt x="1239774" y="1000601"/>
                  </a:cubicBezTo>
                  <a:cubicBezTo>
                    <a:pt x="1230249" y="998506"/>
                    <a:pt x="1221200" y="1002316"/>
                    <a:pt x="1211390" y="999649"/>
                  </a:cubicBezTo>
                  <a:cubicBezTo>
                    <a:pt x="1204151" y="997744"/>
                    <a:pt x="1195483" y="1001173"/>
                    <a:pt x="1187958" y="1004983"/>
                  </a:cubicBezTo>
                  <a:cubicBezTo>
                    <a:pt x="1181195" y="1008221"/>
                    <a:pt x="1173385" y="1007936"/>
                    <a:pt x="1165860" y="1004125"/>
                  </a:cubicBezTo>
                  <a:cubicBezTo>
                    <a:pt x="1160145" y="1001458"/>
                    <a:pt x="1153763" y="993077"/>
                    <a:pt x="1147191" y="992219"/>
                  </a:cubicBezTo>
                  <a:cubicBezTo>
                    <a:pt x="1141095" y="991362"/>
                    <a:pt x="1133189" y="993743"/>
                    <a:pt x="1128903" y="988409"/>
                  </a:cubicBezTo>
                  <a:cubicBezTo>
                    <a:pt x="1118521" y="975836"/>
                    <a:pt x="1099471" y="984123"/>
                    <a:pt x="1089470" y="971359"/>
                  </a:cubicBezTo>
                  <a:cubicBezTo>
                    <a:pt x="1088517" y="970312"/>
                    <a:pt x="1085279" y="971264"/>
                    <a:pt x="1083088" y="971169"/>
                  </a:cubicBezTo>
                  <a:cubicBezTo>
                    <a:pt x="1080611" y="971074"/>
                    <a:pt x="1078040" y="971264"/>
                    <a:pt x="1075849" y="970502"/>
                  </a:cubicBezTo>
                  <a:cubicBezTo>
                    <a:pt x="1064609" y="966692"/>
                    <a:pt x="1053941" y="968788"/>
                    <a:pt x="1045845" y="976217"/>
                  </a:cubicBezTo>
                  <a:cubicBezTo>
                    <a:pt x="1032986" y="988219"/>
                    <a:pt x="1021366" y="985933"/>
                    <a:pt x="1007364" y="978313"/>
                  </a:cubicBezTo>
                  <a:cubicBezTo>
                    <a:pt x="995648" y="972026"/>
                    <a:pt x="982599" y="956786"/>
                    <a:pt x="968693" y="958882"/>
                  </a:cubicBezTo>
                  <a:cubicBezTo>
                    <a:pt x="946214" y="962120"/>
                    <a:pt x="923735" y="952024"/>
                    <a:pt x="901732" y="957739"/>
                  </a:cubicBezTo>
                  <a:cubicBezTo>
                    <a:pt x="893445" y="959929"/>
                    <a:pt x="884206" y="961168"/>
                    <a:pt x="876205" y="963454"/>
                  </a:cubicBezTo>
                  <a:cubicBezTo>
                    <a:pt x="860679" y="967931"/>
                    <a:pt x="847725" y="960787"/>
                    <a:pt x="833914" y="958215"/>
                  </a:cubicBezTo>
                  <a:cubicBezTo>
                    <a:pt x="826198" y="956786"/>
                    <a:pt x="819531" y="964883"/>
                    <a:pt x="810577" y="966597"/>
                  </a:cubicBezTo>
                  <a:cubicBezTo>
                    <a:pt x="805815" y="967454"/>
                    <a:pt x="800672" y="970121"/>
                    <a:pt x="795242" y="968121"/>
                  </a:cubicBezTo>
                  <a:cubicBezTo>
                    <a:pt x="789337" y="965740"/>
                    <a:pt x="783812" y="966502"/>
                    <a:pt x="777716" y="968978"/>
                  </a:cubicBezTo>
                  <a:cubicBezTo>
                    <a:pt x="769906" y="972121"/>
                    <a:pt x="761238" y="973646"/>
                    <a:pt x="752856" y="972788"/>
                  </a:cubicBezTo>
                  <a:cubicBezTo>
                    <a:pt x="745046" y="972121"/>
                    <a:pt x="737521" y="974884"/>
                    <a:pt x="732092" y="977932"/>
                  </a:cubicBezTo>
                  <a:cubicBezTo>
                    <a:pt x="722186" y="983647"/>
                    <a:pt x="713423" y="984599"/>
                    <a:pt x="703993" y="979361"/>
                  </a:cubicBezTo>
                  <a:cubicBezTo>
                    <a:pt x="687991" y="970598"/>
                    <a:pt x="673418" y="976694"/>
                    <a:pt x="659892" y="988504"/>
                  </a:cubicBezTo>
                  <a:cubicBezTo>
                    <a:pt x="657987" y="990124"/>
                    <a:pt x="656463" y="991457"/>
                    <a:pt x="653510" y="990600"/>
                  </a:cubicBezTo>
                  <a:cubicBezTo>
                    <a:pt x="641509" y="987076"/>
                    <a:pt x="629507" y="983456"/>
                    <a:pt x="616744" y="983456"/>
                  </a:cubicBezTo>
                  <a:cubicBezTo>
                    <a:pt x="598742" y="983552"/>
                    <a:pt x="580168" y="973455"/>
                    <a:pt x="562547" y="985552"/>
                  </a:cubicBezTo>
                  <a:cubicBezTo>
                    <a:pt x="561975" y="986028"/>
                    <a:pt x="560832" y="986028"/>
                    <a:pt x="559880" y="985933"/>
                  </a:cubicBezTo>
                  <a:cubicBezTo>
                    <a:pt x="541211" y="985552"/>
                    <a:pt x="522637" y="984790"/>
                    <a:pt x="503872" y="986981"/>
                  </a:cubicBezTo>
                  <a:cubicBezTo>
                    <a:pt x="487204" y="989076"/>
                    <a:pt x="470916" y="997649"/>
                    <a:pt x="456343" y="990886"/>
                  </a:cubicBezTo>
                  <a:cubicBezTo>
                    <a:pt x="439674" y="983075"/>
                    <a:pt x="425101" y="982504"/>
                    <a:pt x="409670" y="991076"/>
                  </a:cubicBezTo>
                  <a:cubicBezTo>
                    <a:pt x="405098" y="993553"/>
                    <a:pt x="401384" y="992600"/>
                    <a:pt x="397669" y="990124"/>
                  </a:cubicBezTo>
                  <a:cubicBezTo>
                    <a:pt x="391287" y="985933"/>
                    <a:pt x="384143" y="984504"/>
                    <a:pt x="376523" y="984409"/>
                  </a:cubicBezTo>
                  <a:cubicBezTo>
                    <a:pt x="363569" y="984218"/>
                    <a:pt x="348710" y="986409"/>
                    <a:pt x="336042" y="984409"/>
                  </a:cubicBezTo>
                  <a:cubicBezTo>
                    <a:pt x="318326" y="981266"/>
                    <a:pt x="307372" y="951833"/>
                    <a:pt x="288608" y="956024"/>
                  </a:cubicBezTo>
                  <a:cubicBezTo>
                    <a:pt x="287179" y="956215"/>
                    <a:pt x="285655" y="955072"/>
                    <a:pt x="284131" y="954881"/>
                  </a:cubicBezTo>
                  <a:cubicBezTo>
                    <a:pt x="264319" y="950881"/>
                    <a:pt x="244697" y="942499"/>
                    <a:pt x="224123" y="951929"/>
                  </a:cubicBezTo>
                  <a:cubicBezTo>
                    <a:pt x="220694" y="953453"/>
                    <a:pt x="216884" y="952119"/>
                    <a:pt x="213455" y="950309"/>
                  </a:cubicBezTo>
                  <a:cubicBezTo>
                    <a:pt x="188786" y="936974"/>
                    <a:pt x="159639" y="956500"/>
                    <a:pt x="134874" y="964692"/>
                  </a:cubicBezTo>
                  <a:cubicBezTo>
                    <a:pt x="126968" y="967264"/>
                    <a:pt x="117729" y="968312"/>
                    <a:pt x="111633" y="963740"/>
                  </a:cubicBezTo>
                  <a:cubicBezTo>
                    <a:pt x="99727" y="954881"/>
                    <a:pt x="87249" y="949262"/>
                    <a:pt x="72485" y="948404"/>
                  </a:cubicBezTo>
                  <a:cubicBezTo>
                    <a:pt x="71628" y="948404"/>
                    <a:pt x="70771" y="947833"/>
                    <a:pt x="70009" y="947261"/>
                  </a:cubicBezTo>
                  <a:cubicBezTo>
                    <a:pt x="65723" y="943832"/>
                    <a:pt x="61151" y="944213"/>
                    <a:pt x="56102" y="945833"/>
                  </a:cubicBezTo>
                  <a:cubicBezTo>
                    <a:pt x="44672" y="949547"/>
                    <a:pt x="33338" y="950309"/>
                    <a:pt x="23051" y="941832"/>
                  </a:cubicBezTo>
                  <a:cubicBezTo>
                    <a:pt x="21907" y="940784"/>
                    <a:pt x="19526" y="940594"/>
                    <a:pt x="17812" y="940784"/>
                  </a:cubicBezTo>
                  <a:cubicBezTo>
                    <a:pt x="13145" y="941356"/>
                    <a:pt x="10477" y="938594"/>
                    <a:pt x="7906" y="935260"/>
                  </a:cubicBezTo>
                  <a:cubicBezTo>
                    <a:pt x="5620" y="932117"/>
                    <a:pt x="2857" y="946499"/>
                    <a:pt x="0" y="944213"/>
                  </a:cubicBezTo>
                  <a:lnTo>
                    <a:pt x="0" y="0"/>
                  </a:lnTo>
                  <a:lnTo>
                    <a:pt x="1648111"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 name="Google Shape;483;p30"/>
            <p:cNvSpPr/>
            <p:nvPr/>
          </p:nvSpPr>
          <p:spPr>
            <a:xfrm>
              <a:off x="-76550" y="4696424"/>
              <a:ext cx="2908510" cy="446931"/>
            </a:xfrm>
            <a:custGeom>
              <a:rect b="b" l="l" r="r" t="t"/>
              <a:pathLst>
                <a:path extrusionOk="0" h="308228" w="2005869">
                  <a:moveTo>
                    <a:pt x="1999679" y="286893"/>
                  </a:moveTo>
                  <a:lnTo>
                    <a:pt x="2005870" y="308229"/>
                  </a:lnTo>
                  <a:lnTo>
                    <a:pt x="0" y="308229"/>
                  </a:lnTo>
                  <a:lnTo>
                    <a:pt x="0" y="0"/>
                  </a:lnTo>
                  <a:lnTo>
                    <a:pt x="1402937" y="0"/>
                  </a:lnTo>
                  <a:cubicBezTo>
                    <a:pt x="1402747" y="2476"/>
                    <a:pt x="1402747" y="4763"/>
                    <a:pt x="1403223" y="6287"/>
                  </a:cubicBezTo>
                  <a:cubicBezTo>
                    <a:pt x="1406081" y="6477"/>
                    <a:pt x="1407890" y="7239"/>
                    <a:pt x="1410653" y="7906"/>
                  </a:cubicBezTo>
                  <a:cubicBezTo>
                    <a:pt x="1413986" y="8763"/>
                    <a:pt x="1418177" y="7239"/>
                    <a:pt x="1421130" y="8572"/>
                  </a:cubicBezTo>
                  <a:cubicBezTo>
                    <a:pt x="1421702" y="16097"/>
                    <a:pt x="1425893" y="16192"/>
                    <a:pt x="1432655" y="18955"/>
                  </a:cubicBezTo>
                  <a:cubicBezTo>
                    <a:pt x="1437894" y="21146"/>
                    <a:pt x="1434846" y="30766"/>
                    <a:pt x="1440847" y="30289"/>
                  </a:cubicBezTo>
                  <a:cubicBezTo>
                    <a:pt x="1448372" y="29813"/>
                    <a:pt x="1450372" y="25527"/>
                    <a:pt x="1453325" y="34290"/>
                  </a:cubicBezTo>
                  <a:cubicBezTo>
                    <a:pt x="1454468" y="37624"/>
                    <a:pt x="1454753" y="40386"/>
                    <a:pt x="1456373" y="43434"/>
                  </a:cubicBezTo>
                  <a:cubicBezTo>
                    <a:pt x="1457897" y="46291"/>
                    <a:pt x="1459897" y="49339"/>
                    <a:pt x="1461707" y="52006"/>
                  </a:cubicBezTo>
                  <a:cubicBezTo>
                    <a:pt x="1465040" y="57055"/>
                    <a:pt x="1466279" y="54578"/>
                    <a:pt x="1471327" y="55912"/>
                  </a:cubicBezTo>
                  <a:cubicBezTo>
                    <a:pt x="1473327" y="56388"/>
                    <a:pt x="1474851" y="58483"/>
                    <a:pt x="1476661" y="59626"/>
                  </a:cubicBezTo>
                  <a:cubicBezTo>
                    <a:pt x="1480280" y="62008"/>
                    <a:pt x="1484471" y="63151"/>
                    <a:pt x="1488472" y="65246"/>
                  </a:cubicBezTo>
                  <a:cubicBezTo>
                    <a:pt x="1490472" y="66294"/>
                    <a:pt x="1492663" y="66580"/>
                    <a:pt x="1493520" y="68675"/>
                  </a:cubicBezTo>
                  <a:cubicBezTo>
                    <a:pt x="1494377" y="70961"/>
                    <a:pt x="1496949" y="71056"/>
                    <a:pt x="1496949" y="73533"/>
                  </a:cubicBezTo>
                  <a:cubicBezTo>
                    <a:pt x="1496949" y="80391"/>
                    <a:pt x="1500283" y="82772"/>
                    <a:pt x="1501997" y="89249"/>
                  </a:cubicBezTo>
                  <a:cubicBezTo>
                    <a:pt x="1502855" y="92107"/>
                    <a:pt x="1501712" y="95059"/>
                    <a:pt x="1502378" y="97822"/>
                  </a:cubicBezTo>
                  <a:cubicBezTo>
                    <a:pt x="1502759" y="99727"/>
                    <a:pt x="1503807" y="100298"/>
                    <a:pt x="1504379" y="102013"/>
                  </a:cubicBezTo>
                  <a:cubicBezTo>
                    <a:pt x="1505426" y="105346"/>
                    <a:pt x="1503045" y="109633"/>
                    <a:pt x="1504569" y="113062"/>
                  </a:cubicBezTo>
                  <a:cubicBezTo>
                    <a:pt x="1504950" y="113919"/>
                    <a:pt x="1507808" y="115729"/>
                    <a:pt x="1508474" y="117062"/>
                  </a:cubicBezTo>
                  <a:cubicBezTo>
                    <a:pt x="1509713" y="119539"/>
                    <a:pt x="1509713" y="121729"/>
                    <a:pt x="1510189" y="124301"/>
                  </a:cubicBezTo>
                  <a:cubicBezTo>
                    <a:pt x="1511332" y="126206"/>
                    <a:pt x="1511808" y="128206"/>
                    <a:pt x="1511618" y="130397"/>
                  </a:cubicBezTo>
                  <a:cubicBezTo>
                    <a:pt x="1511332" y="132302"/>
                    <a:pt x="1511427" y="134112"/>
                    <a:pt x="1511808" y="136017"/>
                  </a:cubicBezTo>
                  <a:cubicBezTo>
                    <a:pt x="1513713" y="140875"/>
                    <a:pt x="1520095" y="146495"/>
                    <a:pt x="1524762" y="146495"/>
                  </a:cubicBezTo>
                  <a:cubicBezTo>
                    <a:pt x="1530763" y="146495"/>
                    <a:pt x="1536954" y="145923"/>
                    <a:pt x="1542955" y="146495"/>
                  </a:cubicBezTo>
                  <a:cubicBezTo>
                    <a:pt x="1547146" y="146780"/>
                    <a:pt x="1549622" y="149352"/>
                    <a:pt x="1554290" y="148399"/>
                  </a:cubicBezTo>
                  <a:cubicBezTo>
                    <a:pt x="1561529" y="147066"/>
                    <a:pt x="1570768" y="150781"/>
                    <a:pt x="1577435" y="147447"/>
                  </a:cubicBezTo>
                  <a:cubicBezTo>
                    <a:pt x="1580864" y="145732"/>
                    <a:pt x="1582865" y="145828"/>
                    <a:pt x="1584960" y="142970"/>
                  </a:cubicBezTo>
                  <a:cubicBezTo>
                    <a:pt x="1588580" y="137922"/>
                    <a:pt x="1589246" y="130207"/>
                    <a:pt x="1594104" y="125825"/>
                  </a:cubicBezTo>
                  <a:cubicBezTo>
                    <a:pt x="1599914" y="128968"/>
                    <a:pt x="1619822" y="130969"/>
                    <a:pt x="1624870" y="125825"/>
                  </a:cubicBezTo>
                  <a:cubicBezTo>
                    <a:pt x="1625156" y="124396"/>
                    <a:pt x="1625822" y="123158"/>
                    <a:pt x="1626775" y="122015"/>
                  </a:cubicBezTo>
                  <a:cubicBezTo>
                    <a:pt x="1627918" y="120777"/>
                    <a:pt x="1629251" y="119729"/>
                    <a:pt x="1630680" y="118777"/>
                  </a:cubicBezTo>
                  <a:cubicBezTo>
                    <a:pt x="1632204" y="117253"/>
                    <a:pt x="1633157" y="116681"/>
                    <a:pt x="1634300" y="114395"/>
                  </a:cubicBezTo>
                  <a:cubicBezTo>
                    <a:pt x="1636490" y="110109"/>
                    <a:pt x="1635633" y="107442"/>
                    <a:pt x="1639729" y="105442"/>
                  </a:cubicBezTo>
                  <a:cubicBezTo>
                    <a:pt x="1642491" y="104013"/>
                    <a:pt x="1646301" y="102679"/>
                    <a:pt x="1649159" y="101441"/>
                  </a:cubicBezTo>
                  <a:cubicBezTo>
                    <a:pt x="1653445" y="99536"/>
                    <a:pt x="1655445" y="91726"/>
                    <a:pt x="1658874" y="88582"/>
                  </a:cubicBezTo>
                  <a:cubicBezTo>
                    <a:pt x="1660493" y="87058"/>
                    <a:pt x="1663351" y="89059"/>
                    <a:pt x="1664399" y="86868"/>
                  </a:cubicBezTo>
                  <a:cubicBezTo>
                    <a:pt x="1665256" y="84963"/>
                    <a:pt x="1667447" y="74676"/>
                    <a:pt x="1669542" y="73723"/>
                  </a:cubicBezTo>
                  <a:cubicBezTo>
                    <a:pt x="1672304" y="72485"/>
                    <a:pt x="1673924" y="74581"/>
                    <a:pt x="1676686" y="75629"/>
                  </a:cubicBezTo>
                  <a:cubicBezTo>
                    <a:pt x="1679734" y="76676"/>
                    <a:pt x="1682591" y="76962"/>
                    <a:pt x="1685735" y="76962"/>
                  </a:cubicBezTo>
                  <a:cubicBezTo>
                    <a:pt x="1689926" y="76962"/>
                    <a:pt x="1681829" y="66008"/>
                    <a:pt x="1685735" y="64579"/>
                  </a:cubicBezTo>
                  <a:cubicBezTo>
                    <a:pt x="1690211" y="62960"/>
                    <a:pt x="1693736" y="64389"/>
                    <a:pt x="1698117" y="64770"/>
                  </a:cubicBezTo>
                  <a:cubicBezTo>
                    <a:pt x="1701070" y="65056"/>
                    <a:pt x="1703261" y="64770"/>
                    <a:pt x="1706499" y="63437"/>
                  </a:cubicBezTo>
                  <a:cubicBezTo>
                    <a:pt x="1711166" y="61246"/>
                    <a:pt x="1712976" y="60198"/>
                    <a:pt x="1718215" y="60103"/>
                  </a:cubicBezTo>
                  <a:cubicBezTo>
                    <a:pt x="1723073" y="59912"/>
                    <a:pt x="1735455" y="57817"/>
                    <a:pt x="1739646" y="61436"/>
                  </a:cubicBezTo>
                  <a:cubicBezTo>
                    <a:pt x="1742123" y="63722"/>
                    <a:pt x="1740408" y="63341"/>
                    <a:pt x="1741456" y="65722"/>
                  </a:cubicBezTo>
                  <a:cubicBezTo>
                    <a:pt x="1742980" y="69151"/>
                    <a:pt x="1740503" y="68866"/>
                    <a:pt x="1745171" y="69437"/>
                  </a:cubicBezTo>
                  <a:cubicBezTo>
                    <a:pt x="1746599" y="69628"/>
                    <a:pt x="1749076" y="68580"/>
                    <a:pt x="1750314" y="69628"/>
                  </a:cubicBezTo>
                  <a:cubicBezTo>
                    <a:pt x="1752505" y="71247"/>
                    <a:pt x="1752695" y="78867"/>
                    <a:pt x="1755077" y="80391"/>
                  </a:cubicBezTo>
                  <a:cubicBezTo>
                    <a:pt x="1756886" y="81439"/>
                    <a:pt x="1760315" y="80677"/>
                    <a:pt x="1762220" y="80581"/>
                  </a:cubicBezTo>
                  <a:cubicBezTo>
                    <a:pt x="1767554" y="80581"/>
                    <a:pt x="1772888" y="80581"/>
                    <a:pt x="1778127" y="80581"/>
                  </a:cubicBezTo>
                  <a:cubicBezTo>
                    <a:pt x="1781556" y="80581"/>
                    <a:pt x="1784795" y="80296"/>
                    <a:pt x="1788033" y="80963"/>
                  </a:cubicBezTo>
                  <a:cubicBezTo>
                    <a:pt x="1788319" y="81820"/>
                    <a:pt x="1788890" y="82391"/>
                    <a:pt x="1789938" y="82582"/>
                  </a:cubicBezTo>
                  <a:cubicBezTo>
                    <a:pt x="1791748" y="82391"/>
                    <a:pt x="1793558" y="82391"/>
                    <a:pt x="1795367" y="82391"/>
                  </a:cubicBezTo>
                  <a:cubicBezTo>
                    <a:pt x="1797177" y="82963"/>
                    <a:pt x="1797558" y="84010"/>
                    <a:pt x="1799177" y="84391"/>
                  </a:cubicBezTo>
                  <a:cubicBezTo>
                    <a:pt x="1802130" y="85154"/>
                    <a:pt x="1805273" y="83439"/>
                    <a:pt x="1808226" y="84582"/>
                  </a:cubicBezTo>
                  <a:cubicBezTo>
                    <a:pt x="1808417" y="85439"/>
                    <a:pt x="1808893" y="86201"/>
                    <a:pt x="1809560" y="86868"/>
                  </a:cubicBezTo>
                  <a:cubicBezTo>
                    <a:pt x="1810131" y="87916"/>
                    <a:pt x="1811084" y="88297"/>
                    <a:pt x="1812417" y="88011"/>
                  </a:cubicBezTo>
                  <a:cubicBezTo>
                    <a:pt x="1816799" y="89725"/>
                    <a:pt x="1820228" y="87535"/>
                    <a:pt x="1824228" y="90297"/>
                  </a:cubicBezTo>
                  <a:cubicBezTo>
                    <a:pt x="1826705" y="92012"/>
                    <a:pt x="1827562" y="94202"/>
                    <a:pt x="1830610" y="95536"/>
                  </a:cubicBezTo>
                  <a:cubicBezTo>
                    <a:pt x="1836325" y="98203"/>
                    <a:pt x="1842135" y="96107"/>
                    <a:pt x="1847945" y="97536"/>
                  </a:cubicBezTo>
                  <a:cubicBezTo>
                    <a:pt x="1847945" y="98584"/>
                    <a:pt x="1848136" y="99536"/>
                    <a:pt x="1848326" y="100584"/>
                  </a:cubicBezTo>
                  <a:cubicBezTo>
                    <a:pt x="1849946" y="100774"/>
                    <a:pt x="1851565" y="100965"/>
                    <a:pt x="1853279" y="101155"/>
                  </a:cubicBezTo>
                  <a:cubicBezTo>
                    <a:pt x="1852994" y="108871"/>
                    <a:pt x="1862709" y="114490"/>
                    <a:pt x="1868805" y="114586"/>
                  </a:cubicBezTo>
                  <a:cubicBezTo>
                    <a:pt x="1875282" y="114776"/>
                    <a:pt x="1871377" y="115919"/>
                    <a:pt x="1873663" y="120205"/>
                  </a:cubicBezTo>
                  <a:cubicBezTo>
                    <a:pt x="1876235" y="125063"/>
                    <a:pt x="1880616" y="125635"/>
                    <a:pt x="1884617" y="126778"/>
                  </a:cubicBezTo>
                  <a:cubicBezTo>
                    <a:pt x="1884998" y="128968"/>
                    <a:pt x="1886712" y="133159"/>
                    <a:pt x="1888331" y="134588"/>
                  </a:cubicBezTo>
                  <a:cubicBezTo>
                    <a:pt x="1891379" y="137255"/>
                    <a:pt x="1895285" y="140017"/>
                    <a:pt x="1898999" y="141637"/>
                  </a:cubicBezTo>
                  <a:cubicBezTo>
                    <a:pt x="1897666" y="162877"/>
                    <a:pt x="1914144" y="169545"/>
                    <a:pt x="1915192" y="159163"/>
                  </a:cubicBezTo>
                  <a:cubicBezTo>
                    <a:pt x="1919573" y="160687"/>
                    <a:pt x="1921764" y="157448"/>
                    <a:pt x="1925384" y="161163"/>
                  </a:cubicBezTo>
                  <a:cubicBezTo>
                    <a:pt x="1927574" y="163449"/>
                    <a:pt x="1927574" y="172021"/>
                    <a:pt x="1927670" y="173546"/>
                  </a:cubicBezTo>
                  <a:cubicBezTo>
                    <a:pt x="1928241" y="180022"/>
                    <a:pt x="1926336" y="180213"/>
                    <a:pt x="1929003" y="186214"/>
                  </a:cubicBezTo>
                  <a:cubicBezTo>
                    <a:pt x="1931480" y="185547"/>
                    <a:pt x="1933194" y="187833"/>
                    <a:pt x="1935099" y="189071"/>
                  </a:cubicBezTo>
                  <a:cubicBezTo>
                    <a:pt x="1938433" y="191452"/>
                    <a:pt x="1946624" y="193834"/>
                    <a:pt x="1949291" y="197263"/>
                  </a:cubicBezTo>
                  <a:cubicBezTo>
                    <a:pt x="1951958" y="200692"/>
                    <a:pt x="1950720" y="207931"/>
                    <a:pt x="1950720" y="212122"/>
                  </a:cubicBezTo>
                  <a:cubicBezTo>
                    <a:pt x="1950720" y="219361"/>
                    <a:pt x="1949863" y="227171"/>
                    <a:pt x="1951101" y="234315"/>
                  </a:cubicBezTo>
                  <a:cubicBezTo>
                    <a:pt x="1952244" y="240982"/>
                    <a:pt x="1961198" y="237268"/>
                    <a:pt x="1962341" y="243745"/>
                  </a:cubicBezTo>
                  <a:cubicBezTo>
                    <a:pt x="1962912" y="247174"/>
                    <a:pt x="1962341" y="246793"/>
                    <a:pt x="1965008" y="249364"/>
                  </a:cubicBezTo>
                  <a:cubicBezTo>
                    <a:pt x="1969389" y="253460"/>
                    <a:pt x="1979771" y="254794"/>
                    <a:pt x="1981010" y="261747"/>
                  </a:cubicBezTo>
                  <a:cubicBezTo>
                    <a:pt x="1982343" y="268700"/>
                    <a:pt x="1976723" y="278987"/>
                    <a:pt x="1984343" y="282892"/>
                  </a:cubicBezTo>
                  <a:cubicBezTo>
                    <a:pt x="1986820" y="284131"/>
                    <a:pt x="1988344" y="284131"/>
                    <a:pt x="1991106" y="284702"/>
                  </a:cubicBezTo>
                  <a:cubicBezTo>
                    <a:pt x="1993773" y="285179"/>
                    <a:pt x="1996916" y="286226"/>
                    <a:pt x="1999393" y="286988"/>
                  </a:cubicBezTo>
                  <a:close/>
                </a:path>
              </a:pathLst>
            </a:custGeom>
            <a:solidFill>
              <a:schemeClr val="accen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grpSp>
      <p:sp>
        <p:nvSpPr>
          <p:cNvPr id="484" name="Google Shape;484;p30"/>
          <p:cNvSpPr txBox="1"/>
          <p:nvPr>
            <p:ph hasCustomPrompt="1" type="title"/>
          </p:nvPr>
        </p:nvSpPr>
        <p:spPr>
          <a:xfrm>
            <a:off x="917167" y="1106675"/>
            <a:ext cx="36549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38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85" name="Google Shape;485;p30"/>
          <p:cNvSpPr txBox="1"/>
          <p:nvPr>
            <p:ph idx="1" type="subTitle"/>
          </p:nvPr>
        </p:nvSpPr>
        <p:spPr>
          <a:xfrm>
            <a:off x="917167" y="1788474"/>
            <a:ext cx="3654900" cy="37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486" name="Google Shape;486;p30"/>
          <p:cNvSpPr txBox="1"/>
          <p:nvPr>
            <p:ph hasCustomPrompt="1" idx="2" type="title"/>
          </p:nvPr>
        </p:nvSpPr>
        <p:spPr>
          <a:xfrm>
            <a:off x="4571933" y="1106679"/>
            <a:ext cx="36549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38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87" name="Google Shape;487;p30"/>
          <p:cNvSpPr txBox="1"/>
          <p:nvPr>
            <p:ph idx="3" type="subTitle"/>
          </p:nvPr>
        </p:nvSpPr>
        <p:spPr>
          <a:xfrm>
            <a:off x="4571933" y="1791050"/>
            <a:ext cx="3654900" cy="37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488" name="Google Shape;488;p30"/>
          <p:cNvSpPr txBox="1"/>
          <p:nvPr>
            <p:ph hasCustomPrompt="1" idx="4" type="title"/>
          </p:nvPr>
        </p:nvSpPr>
        <p:spPr>
          <a:xfrm>
            <a:off x="2660595" y="2729983"/>
            <a:ext cx="36549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38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89" name="Google Shape;489;p30"/>
          <p:cNvSpPr txBox="1"/>
          <p:nvPr>
            <p:ph idx="5" type="subTitle"/>
          </p:nvPr>
        </p:nvSpPr>
        <p:spPr>
          <a:xfrm>
            <a:off x="2660595" y="3416925"/>
            <a:ext cx="3654900" cy="37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490" name="Shape 490"/>
        <p:cNvGrpSpPr/>
        <p:nvPr/>
      </p:nvGrpSpPr>
      <p:grpSpPr>
        <a:xfrm>
          <a:off x="0" y="0"/>
          <a:ext cx="0" cy="0"/>
          <a:chOff x="0" y="0"/>
          <a:chExt cx="0" cy="0"/>
        </a:xfrm>
      </p:grpSpPr>
      <p:grpSp>
        <p:nvGrpSpPr>
          <p:cNvPr id="491" name="Google Shape;491;p31"/>
          <p:cNvGrpSpPr/>
          <p:nvPr/>
        </p:nvGrpSpPr>
        <p:grpSpPr>
          <a:xfrm>
            <a:off x="-980779" y="295692"/>
            <a:ext cx="9829407" cy="6069277"/>
            <a:chOff x="-980779" y="295692"/>
            <a:chExt cx="9829407" cy="6069277"/>
          </a:xfrm>
        </p:grpSpPr>
        <p:sp>
          <p:nvSpPr>
            <p:cNvPr id="492" name="Google Shape;492;p31"/>
            <p:cNvSpPr/>
            <p:nvPr/>
          </p:nvSpPr>
          <p:spPr>
            <a:xfrm rot="-8891319">
              <a:off x="-717291" y="4080442"/>
              <a:ext cx="2579450" cy="1734957"/>
            </a:xfrm>
            <a:custGeom>
              <a:rect b="b" l="l" r="r" t="t"/>
              <a:pathLst>
                <a:path extrusionOk="0" h="1027461" w="1648110">
                  <a:moveTo>
                    <a:pt x="1648111" y="0"/>
                  </a:moveTo>
                  <a:lnTo>
                    <a:pt x="1648111" y="1027462"/>
                  </a:lnTo>
                  <a:cubicBezTo>
                    <a:pt x="1646206" y="1026986"/>
                    <a:pt x="1644396" y="1026890"/>
                    <a:pt x="1642396" y="1026890"/>
                  </a:cubicBezTo>
                  <a:cubicBezTo>
                    <a:pt x="1631537" y="1027271"/>
                    <a:pt x="1621727" y="1023461"/>
                    <a:pt x="1612678" y="1018984"/>
                  </a:cubicBezTo>
                  <a:cubicBezTo>
                    <a:pt x="1598581" y="1011936"/>
                    <a:pt x="1585722" y="983075"/>
                    <a:pt x="1571435" y="976408"/>
                  </a:cubicBezTo>
                  <a:cubicBezTo>
                    <a:pt x="1560767" y="971359"/>
                    <a:pt x="1550003" y="967264"/>
                    <a:pt x="1537240" y="966216"/>
                  </a:cubicBezTo>
                  <a:cubicBezTo>
                    <a:pt x="1527905" y="965549"/>
                    <a:pt x="1516856" y="957834"/>
                    <a:pt x="1508284" y="950690"/>
                  </a:cubicBezTo>
                  <a:cubicBezTo>
                    <a:pt x="1501616" y="945071"/>
                    <a:pt x="1494663" y="942404"/>
                    <a:pt x="1486662" y="941737"/>
                  </a:cubicBezTo>
                  <a:cubicBezTo>
                    <a:pt x="1480376" y="941165"/>
                    <a:pt x="1474184" y="941642"/>
                    <a:pt x="1468374" y="937546"/>
                  </a:cubicBezTo>
                  <a:cubicBezTo>
                    <a:pt x="1465326" y="935450"/>
                    <a:pt x="1460659" y="954881"/>
                    <a:pt x="1456658" y="956691"/>
                  </a:cubicBezTo>
                  <a:cubicBezTo>
                    <a:pt x="1445705" y="961263"/>
                    <a:pt x="1434560" y="964883"/>
                    <a:pt x="1422464" y="961549"/>
                  </a:cubicBezTo>
                  <a:cubicBezTo>
                    <a:pt x="1419701" y="960692"/>
                    <a:pt x="1416749" y="961454"/>
                    <a:pt x="1414367" y="962787"/>
                  </a:cubicBezTo>
                  <a:cubicBezTo>
                    <a:pt x="1404080" y="968883"/>
                    <a:pt x="1391698" y="993838"/>
                    <a:pt x="1381125" y="992410"/>
                  </a:cubicBezTo>
                  <a:cubicBezTo>
                    <a:pt x="1363980" y="990029"/>
                    <a:pt x="1348169" y="996696"/>
                    <a:pt x="1331214" y="995458"/>
                  </a:cubicBezTo>
                  <a:cubicBezTo>
                    <a:pt x="1315022" y="994220"/>
                    <a:pt x="1298448" y="987838"/>
                    <a:pt x="1282351" y="991362"/>
                  </a:cubicBezTo>
                  <a:cubicBezTo>
                    <a:pt x="1267015" y="994791"/>
                    <a:pt x="1253490" y="1003745"/>
                    <a:pt x="1239774" y="1000601"/>
                  </a:cubicBezTo>
                  <a:cubicBezTo>
                    <a:pt x="1230249" y="998506"/>
                    <a:pt x="1221200" y="1002316"/>
                    <a:pt x="1211390" y="999649"/>
                  </a:cubicBezTo>
                  <a:cubicBezTo>
                    <a:pt x="1204151" y="997744"/>
                    <a:pt x="1195483" y="1001173"/>
                    <a:pt x="1187958" y="1004983"/>
                  </a:cubicBezTo>
                  <a:cubicBezTo>
                    <a:pt x="1181195" y="1008221"/>
                    <a:pt x="1173385" y="1007936"/>
                    <a:pt x="1165860" y="1004125"/>
                  </a:cubicBezTo>
                  <a:cubicBezTo>
                    <a:pt x="1160145" y="1001458"/>
                    <a:pt x="1153763" y="993077"/>
                    <a:pt x="1147191" y="992219"/>
                  </a:cubicBezTo>
                  <a:cubicBezTo>
                    <a:pt x="1141095" y="991362"/>
                    <a:pt x="1133189" y="993743"/>
                    <a:pt x="1128903" y="988409"/>
                  </a:cubicBezTo>
                  <a:cubicBezTo>
                    <a:pt x="1118521" y="975836"/>
                    <a:pt x="1099471" y="984123"/>
                    <a:pt x="1089470" y="971359"/>
                  </a:cubicBezTo>
                  <a:cubicBezTo>
                    <a:pt x="1088517" y="970312"/>
                    <a:pt x="1085279" y="971264"/>
                    <a:pt x="1083088" y="971169"/>
                  </a:cubicBezTo>
                  <a:cubicBezTo>
                    <a:pt x="1080611" y="971074"/>
                    <a:pt x="1078040" y="971264"/>
                    <a:pt x="1075849" y="970502"/>
                  </a:cubicBezTo>
                  <a:cubicBezTo>
                    <a:pt x="1064609" y="966692"/>
                    <a:pt x="1053941" y="968788"/>
                    <a:pt x="1045845" y="976217"/>
                  </a:cubicBezTo>
                  <a:cubicBezTo>
                    <a:pt x="1032986" y="988219"/>
                    <a:pt x="1021366" y="985933"/>
                    <a:pt x="1007364" y="978313"/>
                  </a:cubicBezTo>
                  <a:cubicBezTo>
                    <a:pt x="995648" y="972026"/>
                    <a:pt x="982599" y="956786"/>
                    <a:pt x="968693" y="958882"/>
                  </a:cubicBezTo>
                  <a:cubicBezTo>
                    <a:pt x="946214" y="962120"/>
                    <a:pt x="923735" y="952024"/>
                    <a:pt x="901732" y="957739"/>
                  </a:cubicBezTo>
                  <a:cubicBezTo>
                    <a:pt x="893445" y="959929"/>
                    <a:pt x="884206" y="961168"/>
                    <a:pt x="876205" y="963454"/>
                  </a:cubicBezTo>
                  <a:cubicBezTo>
                    <a:pt x="860679" y="967931"/>
                    <a:pt x="847725" y="960787"/>
                    <a:pt x="833914" y="958215"/>
                  </a:cubicBezTo>
                  <a:cubicBezTo>
                    <a:pt x="826198" y="956786"/>
                    <a:pt x="819531" y="964883"/>
                    <a:pt x="810577" y="966597"/>
                  </a:cubicBezTo>
                  <a:cubicBezTo>
                    <a:pt x="805815" y="967454"/>
                    <a:pt x="800672" y="970121"/>
                    <a:pt x="795242" y="968121"/>
                  </a:cubicBezTo>
                  <a:cubicBezTo>
                    <a:pt x="789337" y="965740"/>
                    <a:pt x="783812" y="966502"/>
                    <a:pt x="777716" y="968978"/>
                  </a:cubicBezTo>
                  <a:cubicBezTo>
                    <a:pt x="769906" y="972121"/>
                    <a:pt x="761238" y="973646"/>
                    <a:pt x="752856" y="972788"/>
                  </a:cubicBezTo>
                  <a:cubicBezTo>
                    <a:pt x="745046" y="972121"/>
                    <a:pt x="737521" y="974884"/>
                    <a:pt x="732092" y="977932"/>
                  </a:cubicBezTo>
                  <a:cubicBezTo>
                    <a:pt x="722186" y="983647"/>
                    <a:pt x="713423" y="984599"/>
                    <a:pt x="703993" y="979361"/>
                  </a:cubicBezTo>
                  <a:cubicBezTo>
                    <a:pt x="687991" y="970598"/>
                    <a:pt x="673418" y="976694"/>
                    <a:pt x="659892" y="988504"/>
                  </a:cubicBezTo>
                  <a:cubicBezTo>
                    <a:pt x="657987" y="990124"/>
                    <a:pt x="656463" y="991457"/>
                    <a:pt x="653510" y="990600"/>
                  </a:cubicBezTo>
                  <a:cubicBezTo>
                    <a:pt x="641509" y="987076"/>
                    <a:pt x="629507" y="983456"/>
                    <a:pt x="616744" y="983456"/>
                  </a:cubicBezTo>
                  <a:cubicBezTo>
                    <a:pt x="598742" y="983552"/>
                    <a:pt x="580168" y="973455"/>
                    <a:pt x="562547" y="985552"/>
                  </a:cubicBezTo>
                  <a:cubicBezTo>
                    <a:pt x="561975" y="986028"/>
                    <a:pt x="560832" y="986028"/>
                    <a:pt x="559880" y="985933"/>
                  </a:cubicBezTo>
                  <a:cubicBezTo>
                    <a:pt x="541211" y="985552"/>
                    <a:pt x="522637" y="984790"/>
                    <a:pt x="503872" y="986981"/>
                  </a:cubicBezTo>
                  <a:cubicBezTo>
                    <a:pt x="487204" y="989076"/>
                    <a:pt x="470916" y="997649"/>
                    <a:pt x="456343" y="990886"/>
                  </a:cubicBezTo>
                  <a:cubicBezTo>
                    <a:pt x="439674" y="983075"/>
                    <a:pt x="425101" y="982504"/>
                    <a:pt x="409670" y="991076"/>
                  </a:cubicBezTo>
                  <a:cubicBezTo>
                    <a:pt x="405098" y="993553"/>
                    <a:pt x="401384" y="992600"/>
                    <a:pt x="397669" y="990124"/>
                  </a:cubicBezTo>
                  <a:cubicBezTo>
                    <a:pt x="391287" y="985933"/>
                    <a:pt x="384143" y="984504"/>
                    <a:pt x="376523" y="984409"/>
                  </a:cubicBezTo>
                  <a:cubicBezTo>
                    <a:pt x="363569" y="984218"/>
                    <a:pt x="348710" y="986409"/>
                    <a:pt x="336042" y="984409"/>
                  </a:cubicBezTo>
                  <a:cubicBezTo>
                    <a:pt x="318326" y="981266"/>
                    <a:pt x="307372" y="951833"/>
                    <a:pt x="288608" y="956024"/>
                  </a:cubicBezTo>
                  <a:cubicBezTo>
                    <a:pt x="287179" y="956215"/>
                    <a:pt x="285655" y="955072"/>
                    <a:pt x="284131" y="954881"/>
                  </a:cubicBezTo>
                  <a:cubicBezTo>
                    <a:pt x="264319" y="950881"/>
                    <a:pt x="244697" y="942499"/>
                    <a:pt x="224123" y="951929"/>
                  </a:cubicBezTo>
                  <a:cubicBezTo>
                    <a:pt x="220694" y="953453"/>
                    <a:pt x="216884" y="952119"/>
                    <a:pt x="213455" y="950309"/>
                  </a:cubicBezTo>
                  <a:cubicBezTo>
                    <a:pt x="188786" y="936974"/>
                    <a:pt x="159639" y="956500"/>
                    <a:pt x="134874" y="964692"/>
                  </a:cubicBezTo>
                  <a:cubicBezTo>
                    <a:pt x="126968" y="967264"/>
                    <a:pt x="117729" y="968312"/>
                    <a:pt x="111633" y="963740"/>
                  </a:cubicBezTo>
                  <a:cubicBezTo>
                    <a:pt x="99727" y="954881"/>
                    <a:pt x="87249" y="949262"/>
                    <a:pt x="72485" y="948404"/>
                  </a:cubicBezTo>
                  <a:cubicBezTo>
                    <a:pt x="71628" y="948404"/>
                    <a:pt x="70771" y="947833"/>
                    <a:pt x="70009" y="947261"/>
                  </a:cubicBezTo>
                  <a:cubicBezTo>
                    <a:pt x="65723" y="943832"/>
                    <a:pt x="61151" y="944213"/>
                    <a:pt x="56102" y="945833"/>
                  </a:cubicBezTo>
                  <a:cubicBezTo>
                    <a:pt x="44672" y="949547"/>
                    <a:pt x="33338" y="950309"/>
                    <a:pt x="23051" y="941832"/>
                  </a:cubicBezTo>
                  <a:cubicBezTo>
                    <a:pt x="21907" y="940784"/>
                    <a:pt x="19526" y="940594"/>
                    <a:pt x="17812" y="940784"/>
                  </a:cubicBezTo>
                  <a:cubicBezTo>
                    <a:pt x="13145" y="941356"/>
                    <a:pt x="10477" y="938594"/>
                    <a:pt x="7906" y="935260"/>
                  </a:cubicBezTo>
                  <a:cubicBezTo>
                    <a:pt x="5620" y="932117"/>
                    <a:pt x="2857" y="946499"/>
                    <a:pt x="0" y="944213"/>
                  </a:cubicBezTo>
                  <a:lnTo>
                    <a:pt x="0" y="0"/>
                  </a:lnTo>
                  <a:lnTo>
                    <a:pt x="1648111"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3" name="Google Shape;493;p31"/>
            <p:cNvGrpSpPr/>
            <p:nvPr/>
          </p:nvGrpSpPr>
          <p:grpSpPr>
            <a:xfrm>
              <a:off x="295825" y="295692"/>
              <a:ext cx="8552803" cy="4551903"/>
              <a:chOff x="412975" y="295735"/>
              <a:chExt cx="8318229" cy="4541004"/>
            </a:xfrm>
          </p:grpSpPr>
          <p:grpSp>
            <p:nvGrpSpPr>
              <p:cNvPr id="494" name="Google Shape;494;p31"/>
              <p:cNvGrpSpPr/>
              <p:nvPr/>
            </p:nvGrpSpPr>
            <p:grpSpPr>
              <a:xfrm>
                <a:off x="412975" y="295735"/>
                <a:ext cx="8318229" cy="4541004"/>
                <a:chOff x="412975" y="295735"/>
                <a:chExt cx="8318229" cy="4541004"/>
              </a:xfrm>
            </p:grpSpPr>
            <p:grpSp>
              <p:nvGrpSpPr>
                <p:cNvPr id="495" name="Google Shape;495;p31"/>
                <p:cNvGrpSpPr/>
                <p:nvPr/>
              </p:nvGrpSpPr>
              <p:grpSpPr>
                <a:xfrm>
                  <a:off x="412975" y="295735"/>
                  <a:ext cx="8318229" cy="4062965"/>
                  <a:chOff x="412975" y="295735"/>
                  <a:chExt cx="8318229" cy="4062965"/>
                </a:xfrm>
              </p:grpSpPr>
              <p:grpSp>
                <p:nvGrpSpPr>
                  <p:cNvPr id="496" name="Google Shape;496;p31"/>
                  <p:cNvGrpSpPr/>
                  <p:nvPr/>
                </p:nvGrpSpPr>
                <p:grpSpPr>
                  <a:xfrm>
                    <a:off x="412987" y="295735"/>
                    <a:ext cx="8318217" cy="1704312"/>
                    <a:chOff x="491624" y="271576"/>
                    <a:chExt cx="8087717" cy="1657085"/>
                  </a:xfrm>
                </p:grpSpPr>
                <p:sp>
                  <p:nvSpPr>
                    <p:cNvPr id="497" name="Google Shape;497;p31"/>
                    <p:cNvSpPr/>
                    <p:nvPr/>
                  </p:nvSpPr>
                  <p:spPr>
                    <a:xfrm>
                      <a:off x="49162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498" name="Google Shape;498;p31"/>
                    <p:cNvSpPr/>
                    <p:nvPr/>
                  </p:nvSpPr>
                  <p:spPr>
                    <a:xfrm>
                      <a:off x="3162049"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499" name="Google Shape;499;p31"/>
                    <p:cNvSpPr/>
                    <p:nvPr/>
                  </p:nvSpPr>
                  <p:spPr>
                    <a:xfrm>
                      <a:off x="581717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grpSp>
              <p:sp>
                <p:nvSpPr>
                  <p:cNvPr id="500" name="Google Shape;500;p31"/>
                  <p:cNvSpPr/>
                  <p:nvPr/>
                </p:nvSpPr>
                <p:spPr>
                  <a:xfrm>
                    <a:off x="412975" y="1284900"/>
                    <a:ext cx="8318100" cy="3073800"/>
                  </a:xfrm>
                  <a:prstGeom prst="rect">
                    <a:avLst/>
                  </a:prstGeom>
                  <a:solidFill>
                    <a:schemeClr val="lt1"/>
                  </a:solidFill>
                  <a:ln>
                    <a:noFill/>
                  </a:ln>
                  <a:effectLst>
                    <a:outerShdw rotWithShape="0" algn="bl" dir="5400000" dist="57150">
                      <a:srgbClr val="260D03">
                        <a:alpha val="12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Actor"/>
                      <a:ea typeface="Actor"/>
                      <a:cs typeface="Actor"/>
                      <a:sym typeface="Actor"/>
                    </a:endParaRPr>
                  </a:p>
                </p:txBody>
              </p:sp>
            </p:grpSp>
            <p:sp>
              <p:nvSpPr>
                <p:cNvPr id="501" name="Google Shape;501;p31"/>
                <p:cNvSpPr/>
                <p:nvPr/>
              </p:nvSpPr>
              <p:spPr>
                <a:xfrm rot="5400000">
                  <a:off x="3456972" y="-437289"/>
                  <a:ext cx="2231540" cy="8316517"/>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2" name="Google Shape;502;p31"/>
              <p:cNvGrpSpPr/>
              <p:nvPr/>
            </p:nvGrpSpPr>
            <p:grpSpPr>
              <a:xfrm>
                <a:off x="412975" y="295735"/>
                <a:ext cx="8318229" cy="4541004"/>
                <a:chOff x="412975" y="295735"/>
                <a:chExt cx="8318229" cy="4541004"/>
              </a:xfrm>
            </p:grpSpPr>
            <p:grpSp>
              <p:nvGrpSpPr>
                <p:cNvPr id="503" name="Google Shape;503;p31"/>
                <p:cNvGrpSpPr/>
                <p:nvPr/>
              </p:nvGrpSpPr>
              <p:grpSpPr>
                <a:xfrm>
                  <a:off x="412975" y="295735"/>
                  <a:ext cx="8318229" cy="4062965"/>
                  <a:chOff x="412975" y="295735"/>
                  <a:chExt cx="8318229" cy="4062965"/>
                </a:xfrm>
              </p:grpSpPr>
              <p:grpSp>
                <p:nvGrpSpPr>
                  <p:cNvPr id="504" name="Google Shape;504;p31"/>
                  <p:cNvGrpSpPr/>
                  <p:nvPr/>
                </p:nvGrpSpPr>
                <p:grpSpPr>
                  <a:xfrm>
                    <a:off x="412987" y="295735"/>
                    <a:ext cx="8318217" cy="1704312"/>
                    <a:chOff x="491624" y="271576"/>
                    <a:chExt cx="8087717" cy="1657085"/>
                  </a:xfrm>
                </p:grpSpPr>
                <p:sp>
                  <p:nvSpPr>
                    <p:cNvPr id="505" name="Google Shape;505;p31"/>
                    <p:cNvSpPr/>
                    <p:nvPr/>
                  </p:nvSpPr>
                  <p:spPr>
                    <a:xfrm>
                      <a:off x="49162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506" name="Google Shape;506;p31"/>
                    <p:cNvSpPr/>
                    <p:nvPr/>
                  </p:nvSpPr>
                  <p:spPr>
                    <a:xfrm>
                      <a:off x="3162049"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507" name="Google Shape;507;p31"/>
                    <p:cNvSpPr/>
                    <p:nvPr/>
                  </p:nvSpPr>
                  <p:spPr>
                    <a:xfrm>
                      <a:off x="5817174" y="271576"/>
                      <a:ext cx="2762167" cy="1657085"/>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grpSp>
              <p:sp>
                <p:nvSpPr>
                  <p:cNvPr id="508" name="Google Shape;508;p31"/>
                  <p:cNvSpPr/>
                  <p:nvPr/>
                </p:nvSpPr>
                <p:spPr>
                  <a:xfrm>
                    <a:off x="412975" y="1284900"/>
                    <a:ext cx="8318100" cy="30738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Actor"/>
                      <a:ea typeface="Actor"/>
                      <a:cs typeface="Actor"/>
                      <a:sym typeface="Actor"/>
                    </a:endParaRPr>
                  </a:p>
                </p:txBody>
              </p:sp>
            </p:grpSp>
            <p:sp>
              <p:nvSpPr>
                <p:cNvPr id="509" name="Google Shape;509;p31"/>
                <p:cNvSpPr/>
                <p:nvPr/>
              </p:nvSpPr>
              <p:spPr>
                <a:xfrm rot="5400000">
                  <a:off x="3456972" y="-437289"/>
                  <a:ext cx="2231540" cy="8316517"/>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
        <p:nvSpPr>
          <p:cNvPr id="510" name="Google Shape;510;p31"/>
          <p:cNvSpPr txBox="1"/>
          <p:nvPr>
            <p:ph type="title"/>
          </p:nvPr>
        </p:nvSpPr>
        <p:spPr>
          <a:xfrm>
            <a:off x="2347950" y="539500"/>
            <a:ext cx="4448100" cy="1125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11" name="Google Shape;511;p31"/>
          <p:cNvSpPr txBox="1"/>
          <p:nvPr>
            <p:ph idx="1" type="subTitle"/>
          </p:nvPr>
        </p:nvSpPr>
        <p:spPr>
          <a:xfrm>
            <a:off x="2347900" y="1806637"/>
            <a:ext cx="4448100" cy="105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12" name="Google Shape;512;p31"/>
          <p:cNvSpPr txBox="1"/>
          <p:nvPr/>
        </p:nvSpPr>
        <p:spPr>
          <a:xfrm>
            <a:off x="2099100" y="3695475"/>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Actor"/>
                <a:ea typeface="Actor"/>
                <a:cs typeface="Actor"/>
                <a:sym typeface="Actor"/>
              </a:rPr>
              <a:t>CREDITS:</a:t>
            </a:r>
            <a:r>
              <a:rPr lang="en" sz="1200">
                <a:solidFill>
                  <a:schemeClr val="dk1"/>
                </a:solidFill>
                <a:latin typeface="Actor"/>
                <a:ea typeface="Actor"/>
                <a:cs typeface="Actor"/>
                <a:sym typeface="Actor"/>
              </a:rPr>
              <a:t> This presentation template was created by </a:t>
            </a:r>
            <a:r>
              <a:rPr b="1" lang="en" sz="1200" u="sng">
                <a:solidFill>
                  <a:schemeClr val="dk1"/>
                </a:solidFill>
                <a:latin typeface="Actor"/>
                <a:ea typeface="Actor"/>
                <a:cs typeface="Actor"/>
                <a:sym typeface="Actor"/>
                <a:hlinkClick r:id="rId2">
                  <a:extLst>
                    <a:ext uri="{A12FA001-AC4F-418D-AE19-62706E023703}">
                      <ahyp:hlinkClr val="tx"/>
                    </a:ext>
                  </a:extLst>
                </a:hlinkClick>
              </a:rPr>
              <a:t>Slidesgo</a:t>
            </a:r>
            <a:r>
              <a:rPr lang="en" sz="1200">
                <a:solidFill>
                  <a:schemeClr val="dk1"/>
                </a:solidFill>
                <a:latin typeface="Actor"/>
                <a:ea typeface="Actor"/>
                <a:cs typeface="Actor"/>
                <a:sym typeface="Actor"/>
              </a:rPr>
              <a:t>, and includes icons by </a:t>
            </a:r>
            <a:r>
              <a:rPr b="1" lang="en" sz="1200" u="sng">
                <a:solidFill>
                  <a:schemeClr val="dk1"/>
                </a:solidFill>
                <a:latin typeface="Actor"/>
                <a:ea typeface="Actor"/>
                <a:cs typeface="Actor"/>
                <a:sym typeface="Actor"/>
                <a:hlinkClick r:id="rId3">
                  <a:extLst>
                    <a:ext uri="{A12FA001-AC4F-418D-AE19-62706E023703}">
                      <ahyp:hlinkClr val="tx"/>
                    </a:ext>
                  </a:extLst>
                </a:hlinkClick>
              </a:rPr>
              <a:t>Flaticon</a:t>
            </a:r>
            <a:r>
              <a:rPr lang="en" sz="1200">
                <a:solidFill>
                  <a:schemeClr val="dk1"/>
                </a:solidFill>
                <a:latin typeface="Actor"/>
                <a:ea typeface="Actor"/>
                <a:cs typeface="Actor"/>
                <a:sym typeface="Actor"/>
              </a:rPr>
              <a:t>, and infographics &amp; images by </a:t>
            </a:r>
            <a:r>
              <a:rPr b="1" lang="en" sz="1200" u="sng">
                <a:solidFill>
                  <a:schemeClr val="dk1"/>
                </a:solidFill>
                <a:latin typeface="Actor"/>
                <a:ea typeface="Actor"/>
                <a:cs typeface="Actor"/>
                <a:sym typeface="Actor"/>
                <a:hlinkClick r:id="rId4">
                  <a:extLst>
                    <a:ext uri="{A12FA001-AC4F-418D-AE19-62706E023703}">
                      <ahyp:hlinkClr val="tx"/>
                    </a:ext>
                  </a:extLst>
                </a:hlinkClick>
              </a:rPr>
              <a:t>Freepik</a:t>
            </a:r>
            <a:r>
              <a:rPr lang="en" sz="1200" u="sng">
                <a:solidFill>
                  <a:schemeClr val="dk1"/>
                </a:solidFill>
                <a:latin typeface="Actor"/>
                <a:ea typeface="Actor"/>
                <a:cs typeface="Actor"/>
                <a:sym typeface="Actor"/>
              </a:rPr>
              <a:t> </a:t>
            </a:r>
            <a:endParaRPr b="1" sz="1200" u="sng">
              <a:solidFill>
                <a:schemeClr val="dk1"/>
              </a:solidFill>
              <a:latin typeface="Actor"/>
              <a:ea typeface="Actor"/>
              <a:cs typeface="Actor"/>
              <a:sym typeface="Acto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513" name="Shape 513"/>
        <p:cNvGrpSpPr/>
        <p:nvPr/>
      </p:nvGrpSpPr>
      <p:grpSpPr>
        <a:xfrm>
          <a:off x="0" y="0"/>
          <a:ext cx="0" cy="0"/>
          <a:chOff x="0" y="0"/>
          <a:chExt cx="0" cy="0"/>
        </a:xfrm>
      </p:grpSpPr>
      <p:grpSp>
        <p:nvGrpSpPr>
          <p:cNvPr id="514" name="Google Shape;514;p32"/>
          <p:cNvGrpSpPr/>
          <p:nvPr/>
        </p:nvGrpSpPr>
        <p:grpSpPr>
          <a:xfrm>
            <a:off x="-76550" y="494175"/>
            <a:ext cx="8437150" cy="4649179"/>
            <a:chOff x="-76550" y="494175"/>
            <a:chExt cx="8437150" cy="4649179"/>
          </a:xfrm>
        </p:grpSpPr>
        <p:sp>
          <p:nvSpPr>
            <p:cNvPr id="515" name="Google Shape;515;p32"/>
            <p:cNvSpPr/>
            <p:nvPr/>
          </p:nvSpPr>
          <p:spPr>
            <a:xfrm>
              <a:off x="783414" y="494175"/>
              <a:ext cx="7577186" cy="4251120"/>
            </a:xfrm>
            <a:custGeom>
              <a:rect b="b" l="l" r="r" t="t"/>
              <a:pathLst>
                <a:path extrusionOk="0" h="1027461" w="1648110">
                  <a:moveTo>
                    <a:pt x="1648111" y="0"/>
                  </a:moveTo>
                  <a:lnTo>
                    <a:pt x="1648111" y="1027462"/>
                  </a:lnTo>
                  <a:cubicBezTo>
                    <a:pt x="1646206" y="1026986"/>
                    <a:pt x="1644396" y="1026890"/>
                    <a:pt x="1642396" y="1026890"/>
                  </a:cubicBezTo>
                  <a:cubicBezTo>
                    <a:pt x="1631537" y="1027271"/>
                    <a:pt x="1621727" y="1023461"/>
                    <a:pt x="1612678" y="1018984"/>
                  </a:cubicBezTo>
                  <a:cubicBezTo>
                    <a:pt x="1598581" y="1011936"/>
                    <a:pt x="1585722" y="983075"/>
                    <a:pt x="1571435" y="976408"/>
                  </a:cubicBezTo>
                  <a:cubicBezTo>
                    <a:pt x="1560767" y="971359"/>
                    <a:pt x="1550003" y="967264"/>
                    <a:pt x="1537240" y="966216"/>
                  </a:cubicBezTo>
                  <a:cubicBezTo>
                    <a:pt x="1527905" y="965549"/>
                    <a:pt x="1516856" y="957834"/>
                    <a:pt x="1508284" y="950690"/>
                  </a:cubicBezTo>
                  <a:cubicBezTo>
                    <a:pt x="1501616" y="945071"/>
                    <a:pt x="1494663" y="942404"/>
                    <a:pt x="1486662" y="941737"/>
                  </a:cubicBezTo>
                  <a:cubicBezTo>
                    <a:pt x="1480376" y="941165"/>
                    <a:pt x="1474184" y="941642"/>
                    <a:pt x="1468374" y="937546"/>
                  </a:cubicBezTo>
                  <a:cubicBezTo>
                    <a:pt x="1465326" y="935450"/>
                    <a:pt x="1460659" y="954881"/>
                    <a:pt x="1456658" y="956691"/>
                  </a:cubicBezTo>
                  <a:cubicBezTo>
                    <a:pt x="1445705" y="961263"/>
                    <a:pt x="1434560" y="964883"/>
                    <a:pt x="1422464" y="961549"/>
                  </a:cubicBezTo>
                  <a:cubicBezTo>
                    <a:pt x="1419701" y="960692"/>
                    <a:pt x="1416749" y="961454"/>
                    <a:pt x="1414367" y="962787"/>
                  </a:cubicBezTo>
                  <a:cubicBezTo>
                    <a:pt x="1404080" y="968883"/>
                    <a:pt x="1391698" y="993838"/>
                    <a:pt x="1381125" y="992410"/>
                  </a:cubicBezTo>
                  <a:cubicBezTo>
                    <a:pt x="1363980" y="990029"/>
                    <a:pt x="1348169" y="996696"/>
                    <a:pt x="1331214" y="995458"/>
                  </a:cubicBezTo>
                  <a:cubicBezTo>
                    <a:pt x="1315022" y="994220"/>
                    <a:pt x="1298448" y="987838"/>
                    <a:pt x="1282351" y="991362"/>
                  </a:cubicBezTo>
                  <a:cubicBezTo>
                    <a:pt x="1267015" y="994791"/>
                    <a:pt x="1253490" y="1003745"/>
                    <a:pt x="1239774" y="1000601"/>
                  </a:cubicBezTo>
                  <a:cubicBezTo>
                    <a:pt x="1230249" y="998506"/>
                    <a:pt x="1221200" y="1002316"/>
                    <a:pt x="1211390" y="999649"/>
                  </a:cubicBezTo>
                  <a:cubicBezTo>
                    <a:pt x="1204151" y="997744"/>
                    <a:pt x="1195483" y="1001173"/>
                    <a:pt x="1187958" y="1004983"/>
                  </a:cubicBezTo>
                  <a:cubicBezTo>
                    <a:pt x="1181195" y="1008221"/>
                    <a:pt x="1173385" y="1007936"/>
                    <a:pt x="1165860" y="1004125"/>
                  </a:cubicBezTo>
                  <a:cubicBezTo>
                    <a:pt x="1160145" y="1001458"/>
                    <a:pt x="1153763" y="993077"/>
                    <a:pt x="1147191" y="992219"/>
                  </a:cubicBezTo>
                  <a:cubicBezTo>
                    <a:pt x="1141095" y="991362"/>
                    <a:pt x="1133189" y="993743"/>
                    <a:pt x="1128903" y="988409"/>
                  </a:cubicBezTo>
                  <a:cubicBezTo>
                    <a:pt x="1118521" y="975836"/>
                    <a:pt x="1099471" y="984123"/>
                    <a:pt x="1089470" y="971359"/>
                  </a:cubicBezTo>
                  <a:cubicBezTo>
                    <a:pt x="1088517" y="970312"/>
                    <a:pt x="1085279" y="971264"/>
                    <a:pt x="1083088" y="971169"/>
                  </a:cubicBezTo>
                  <a:cubicBezTo>
                    <a:pt x="1080611" y="971074"/>
                    <a:pt x="1078040" y="971264"/>
                    <a:pt x="1075849" y="970502"/>
                  </a:cubicBezTo>
                  <a:cubicBezTo>
                    <a:pt x="1064609" y="966692"/>
                    <a:pt x="1053941" y="968788"/>
                    <a:pt x="1045845" y="976217"/>
                  </a:cubicBezTo>
                  <a:cubicBezTo>
                    <a:pt x="1032986" y="988219"/>
                    <a:pt x="1021366" y="985933"/>
                    <a:pt x="1007364" y="978313"/>
                  </a:cubicBezTo>
                  <a:cubicBezTo>
                    <a:pt x="995648" y="972026"/>
                    <a:pt x="982599" y="956786"/>
                    <a:pt x="968693" y="958882"/>
                  </a:cubicBezTo>
                  <a:cubicBezTo>
                    <a:pt x="946214" y="962120"/>
                    <a:pt x="923735" y="952024"/>
                    <a:pt x="901732" y="957739"/>
                  </a:cubicBezTo>
                  <a:cubicBezTo>
                    <a:pt x="893445" y="959929"/>
                    <a:pt x="884206" y="961168"/>
                    <a:pt x="876205" y="963454"/>
                  </a:cubicBezTo>
                  <a:cubicBezTo>
                    <a:pt x="860679" y="967931"/>
                    <a:pt x="847725" y="960787"/>
                    <a:pt x="833914" y="958215"/>
                  </a:cubicBezTo>
                  <a:cubicBezTo>
                    <a:pt x="826198" y="956786"/>
                    <a:pt x="819531" y="964883"/>
                    <a:pt x="810577" y="966597"/>
                  </a:cubicBezTo>
                  <a:cubicBezTo>
                    <a:pt x="805815" y="967454"/>
                    <a:pt x="800672" y="970121"/>
                    <a:pt x="795242" y="968121"/>
                  </a:cubicBezTo>
                  <a:cubicBezTo>
                    <a:pt x="789337" y="965740"/>
                    <a:pt x="783812" y="966502"/>
                    <a:pt x="777716" y="968978"/>
                  </a:cubicBezTo>
                  <a:cubicBezTo>
                    <a:pt x="769906" y="972121"/>
                    <a:pt x="761238" y="973646"/>
                    <a:pt x="752856" y="972788"/>
                  </a:cubicBezTo>
                  <a:cubicBezTo>
                    <a:pt x="745046" y="972121"/>
                    <a:pt x="737521" y="974884"/>
                    <a:pt x="732092" y="977932"/>
                  </a:cubicBezTo>
                  <a:cubicBezTo>
                    <a:pt x="722186" y="983647"/>
                    <a:pt x="713423" y="984599"/>
                    <a:pt x="703993" y="979361"/>
                  </a:cubicBezTo>
                  <a:cubicBezTo>
                    <a:pt x="687991" y="970598"/>
                    <a:pt x="673418" y="976694"/>
                    <a:pt x="659892" y="988504"/>
                  </a:cubicBezTo>
                  <a:cubicBezTo>
                    <a:pt x="657987" y="990124"/>
                    <a:pt x="656463" y="991457"/>
                    <a:pt x="653510" y="990600"/>
                  </a:cubicBezTo>
                  <a:cubicBezTo>
                    <a:pt x="641509" y="987076"/>
                    <a:pt x="629507" y="983456"/>
                    <a:pt x="616744" y="983456"/>
                  </a:cubicBezTo>
                  <a:cubicBezTo>
                    <a:pt x="598742" y="983552"/>
                    <a:pt x="580168" y="973455"/>
                    <a:pt x="562547" y="985552"/>
                  </a:cubicBezTo>
                  <a:cubicBezTo>
                    <a:pt x="561975" y="986028"/>
                    <a:pt x="560832" y="986028"/>
                    <a:pt x="559880" y="985933"/>
                  </a:cubicBezTo>
                  <a:cubicBezTo>
                    <a:pt x="541211" y="985552"/>
                    <a:pt x="522637" y="984790"/>
                    <a:pt x="503872" y="986981"/>
                  </a:cubicBezTo>
                  <a:cubicBezTo>
                    <a:pt x="487204" y="989076"/>
                    <a:pt x="470916" y="997649"/>
                    <a:pt x="456343" y="990886"/>
                  </a:cubicBezTo>
                  <a:cubicBezTo>
                    <a:pt x="439674" y="983075"/>
                    <a:pt x="425101" y="982504"/>
                    <a:pt x="409670" y="991076"/>
                  </a:cubicBezTo>
                  <a:cubicBezTo>
                    <a:pt x="405098" y="993553"/>
                    <a:pt x="401384" y="992600"/>
                    <a:pt x="397669" y="990124"/>
                  </a:cubicBezTo>
                  <a:cubicBezTo>
                    <a:pt x="391287" y="985933"/>
                    <a:pt x="384143" y="984504"/>
                    <a:pt x="376523" y="984409"/>
                  </a:cubicBezTo>
                  <a:cubicBezTo>
                    <a:pt x="363569" y="984218"/>
                    <a:pt x="348710" y="986409"/>
                    <a:pt x="336042" y="984409"/>
                  </a:cubicBezTo>
                  <a:cubicBezTo>
                    <a:pt x="318326" y="981266"/>
                    <a:pt x="307372" y="951833"/>
                    <a:pt x="288608" y="956024"/>
                  </a:cubicBezTo>
                  <a:cubicBezTo>
                    <a:pt x="287179" y="956215"/>
                    <a:pt x="285655" y="955072"/>
                    <a:pt x="284131" y="954881"/>
                  </a:cubicBezTo>
                  <a:cubicBezTo>
                    <a:pt x="264319" y="950881"/>
                    <a:pt x="244697" y="942499"/>
                    <a:pt x="224123" y="951929"/>
                  </a:cubicBezTo>
                  <a:cubicBezTo>
                    <a:pt x="220694" y="953453"/>
                    <a:pt x="216884" y="952119"/>
                    <a:pt x="213455" y="950309"/>
                  </a:cubicBezTo>
                  <a:cubicBezTo>
                    <a:pt x="188786" y="936974"/>
                    <a:pt x="159639" y="956500"/>
                    <a:pt x="134874" y="964692"/>
                  </a:cubicBezTo>
                  <a:cubicBezTo>
                    <a:pt x="126968" y="967264"/>
                    <a:pt x="117729" y="968312"/>
                    <a:pt x="111633" y="963740"/>
                  </a:cubicBezTo>
                  <a:cubicBezTo>
                    <a:pt x="99727" y="954881"/>
                    <a:pt x="87249" y="949262"/>
                    <a:pt x="72485" y="948404"/>
                  </a:cubicBezTo>
                  <a:cubicBezTo>
                    <a:pt x="71628" y="948404"/>
                    <a:pt x="70771" y="947833"/>
                    <a:pt x="70009" y="947261"/>
                  </a:cubicBezTo>
                  <a:cubicBezTo>
                    <a:pt x="65723" y="943832"/>
                    <a:pt x="61151" y="944213"/>
                    <a:pt x="56102" y="945833"/>
                  </a:cubicBezTo>
                  <a:cubicBezTo>
                    <a:pt x="44672" y="949547"/>
                    <a:pt x="33338" y="950309"/>
                    <a:pt x="23051" y="941832"/>
                  </a:cubicBezTo>
                  <a:cubicBezTo>
                    <a:pt x="21907" y="940784"/>
                    <a:pt x="19526" y="940594"/>
                    <a:pt x="17812" y="940784"/>
                  </a:cubicBezTo>
                  <a:cubicBezTo>
                    <a:pt x="13145" y="941356"/>
                    <a:pt x="10477" y="938594"/>
                    <a:pt x="7906" y="935260"/>
                  </a:cubicBezTo>
                  <a:cubicBezTo>
                    <a:pt x="5620" y="932117"/>
                    <a:pt x="2857" y="946499"/>
                    <a:pt x="0" y="944213"/>
                  </a:cubicBezTo>
                  <a:lnTo>
                    <a:pt x="0" y="0"/>
                  </a:lnTo>
                  <a:lnTo>
                    <a:pt x="1648111"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 name="Google Shape;516;p32"/>
            <p:cNvSpPr/>
            <p:nvPr/>
          </p:nvSpPr>
          <p:spPr>
            <a:xfrm>
              <a:off x="-76550" y="4696424"/>
              <a:ext cx="2908510" cy="446931"/>
            </a:xfrm>
            <a:custGeom>
              <a:rect b="b" l="l" r="r" t="t"/>
              <a:pathLst>
                <a:path extrusionOk="0" h="308228" w="2005869">
                  <a:moveTo>
                    <a:pt x="1999679" y="286893"/>
                  </a:moveTo>
                  <a:lnTo>
                    <a:pt x="2005870" y="308229"/>
                  </a:lnTo>
                  <a:lnTo>
                    <a:pt x="0" y="308229"/>
                  </a:lnTo>
                  <a:lnTo>
                    <a:pt x="0" y="0"/>
                  </a:lnTo>
                  <a:lnTo>
                    <a:pt x="1402937" y="0"/>
                  </a:lnTo>
                  <a:cubicBezTo>
                    <a:pt x="1402747" y="2476"/>
                    <a:pt x="1402747" y="4763"/>
                    <a:pt x="1403223" y="6287"/>
                  </a:cubicBezTo>
                  <a:cubicBezTo>
                    <a:pt x="1406081" y="6477"/>
                    <a:pt x="1407890" y="7239"/>
                    <a:pt x="1410653" y="7906"/>
                  </a:cubicBezTo>
                  <a:cubicBezTo>
                    <a:pt x="1413986" y="8763"/>
                    <a:pt x="1418177" y="7239"/>
                    <a:pt x="1421130" y="8572"/>
                  </a:cubicBezTo>
                  <a:cubicBezTo>
                    <a:pt x="1421702" y="16097"/>
                    <a:pt x="1425893" y="16192"/>
                    <a:pt x="1432655" y="18955"/>
                  </a:cubicBezTo>
                  <a:cubicBezTo>
                    <a:pt x="1437894" y="21146"/>
                    <a:pt x="1434846" y="30766"/>
                    <a:pt x="1440847" y="30289"/>
                  </a:cubicBezTo>
                  <a:cubicBezTo>
                    <a:pt x="1448372" y="29813"/>
                    <a:pt x="1450372" y="25527"/>
                    <a:pt x="1453325" y="34290"/>
                  </a:cubicBezTo>
                  <a:cubicBezTo>
                    <a:pt x="1454468" y="37624"/>
                    <a:pt x="1454753" y="40386"/>
                    <a:pt x="1456373" y="43434"/>
                  </a:cubicBezTo>
                  <a:cubicBezTo>
                    <a:pt x="1457897" y="46291"/>
                    <a:pt x="1459897" y="49339"/>
                    <a:pt x="1461707" y="52006"/>
                  </a:cubicBezTo>
                  <a:cubicBezTo>
                    <a:pt x="1465040" y="57055"/>
                    <a:pt x="1466279" y="54578"/>
                    <a:pt x="1471327" y="55912"/>
                  </a:cubicBezTo>
                  <a:cubicBezTo>
                    <a:pt x="1473327" y="56388"/>
                    <a:pt x="1474851" y="58483"/>
                    <a:pt x="1476661" y="59626"/>
                  </a:cubicBezTo>
                  <a:cubicBezTo>
                    <a:pt x="1480280" y="62008"/>
                    <a:pt x="1484471" y="63151"/>
                    <a:pt x="1488472" y="65246"/>
                  </a:cubicBezTo>
                  <a:cubicBezTo>
                    <a:pt x="1490472" y="66294"/>
                    <a:pt x="1492663" y="66580"/>
                    <a:pt x="1493520" y="68675"/>
                  </a:cubicBezTo>
                  <a:cubicBezTo>
                    <a:pt x="1494377" y="70961"/>
                    <a:pt x="1496949" y="71056"/>
                    <a:pt x="1496949" y="73533"/>
                  </a:cubicBezTo>
                  <a:cubicBezTo>
                    <a:pt x="1496949" y="80391"/>
                    <a:pt x="1500283" y="82772"/>
                    <a:pt x="1501997" y="89249"/>
                  </a:cubicBezTo>
                  <a:cubicBezTo>
                    <a:pt x="1502855" y="92107"/>
                    <a:pt x="1501712" y="95059"/>
                    <a:pt x="1502378" y="97822"/>
                  </a:cubicBezTo>
                  <a:cubicBezTo>
                    <a:pt x="1502759" y="99727"/>
                    <a:pt x="1503807" y="100298"/>
                    <a:pt x="1504379" y="102013"/>
                  </a:cubicBezTo>
                  <a:cubicBezTo>
                    <a:pt x="1505426" y="105346"/>
                    <a:pt x="1503045" y="109633"/>
                    <a:pt x="1504569" y="113062"/>
                  </a:cubicBezTo>
                  <a:cubicBezTo>
                    <a:pt x="1504950" y="113919"/>
                    <a:pt x="1507808" y="115729"/>
                    <a:pt x="1508474" y="117062"/>
                  </a:cubicBezTo>
                  <a:cubicBezTo>
                    <a:pt x="1509713" y="119539"/>
                    <a:pt x="1509713" y="121729"/>
                    <a:pt x="1510189" y="124301"/>
                  </a:cubicBezTo>
                  <a:cubicBezTo>
                    <a:pt x="1511332" y="126206"/>
                    <a:pt x="1511808" y="128206"/>
                    <a:pt x="1511618" y="130397"/>
                  </a:cubicBezTo>
                  <a:cubicBezTo>
                    <a:pt x="1511332" y="132302"/>
                    <a:pt x="1511427" y="134112"/>
                    <a:pt x="1511808" y="136017"/>
                  </a:cubicBezTo>
                  <a:cubicBezTo>
                    <a:pt x="1513713" y="140875"/>
                    <a:pt x="1520095" y="146495"/>
                    <a:pt x="1524762" y="146495"/>
                  </a:cubicBezTo>
                  <a:cubicBezTo>
                    <a:pt x="1530763" y="146495"/>
                    <a:pt x="1536954" y="145923"/>
                    <a:pt x="1542955" y="146495"/>
                  </a:cubicBezTo>
                  <a:cubicBezTo>
                    <a:pt x="1547146" y="146780"/>
                    <a:pt x="1549622" y="149352"/>
                    <a:pt x="1554290" y="148399"/>
                  </a:cubicBezTo>
                  <a:cubicBezTo>
                    <a:pt x="1561529" y="147066"/>
                    <a:pt x="1570768" y="150781"/>
                    <a:pt x="1577435" y="147447"/>
                  </a:cubicBezTo>
                  <a:cubicBezTo>
                    <a:pt x="1580864" y="145732"/>
                    <a:pt x="1582865" y="145828"/>
                    <a:pt x="1584960" y="142970"/>
                  </a:cubicBezTo>
                  <a:cubicBezTo>
                    <a:pt x="1588580" y="137922"/>
                    <a:pt x="1589246" y="130207"/>
                    <a:pt x="1594104" y="125825"/>
                  </a:cubicBezTo>
                  <a:cubicBezTo>
                    <a:pt x="1599914" y="128968"/>
                    <a:pt x="1619822" y="130969"/>
                    <a:pt x="1624870" y="125825"/>
                  </a:cubicBezTo>
                  <a:cubicBezTo>
                    <a:pt x="1625156" y="124396"/>
                    <a:pt x="1625822" y="123158"/>
                    <a:pt x="1626775" y="122015"/>
                  </a:cubicBezTo>
                  <a:cubicBezTo>
                    <a:pt x="1627918" y="120777"/>
                    <a:pt x="1629251" y="119729"/>
                    <a:pt x="1630680" y="118777"/>
                  </a:cubicBezTo>
                  <a:cubicBezTo>
                    <a:pt x="1632204" y="117253"/>
                    <a:pt x="1633157" y="116681"/>
                    <a:pt x="1634300" y="114395"/>
                  </a:cubicBezTo>
                  <a:cubicBezTo>
                    <a:pt x="1636490" y="110109"/>
                    <a:pt x="1635633" y="107442"/>
                    <a:pt x="1639729" y="105442"/>
                  </a:cubicBezTo>
                  <a:cubicBezTo>
                    <a:pt x="1642491" y="104013"/>
                    <a:pt x="1646301" y="102679"/>
                    <a:pt x="1649159" y="101441"/>
                  </a:cubicBezTo>
                  <a:cubicBezTo>
                    <a:pt x="1653445" y="99536"/>
                    <a:pt x="1655445" y="91726"/>
                    <a:pt x="1658874" y="88582"/>
                  </a:cubicBezTo>
                  <a:cubicBezTo>
                    <a:pt x="1660493" y="87058"/>
                    <a:pt x="1663351" y="89059"/>
                    <a:pt x="1664399" y="86868"/>
                  </a:cubicBezTo>
                  <a:cubicBezTo>
                    <a:pt x="1665256" y="84963"/>
                    <a:pt x="1667447" y="74676"/>
                    <a:pt x="1669542" y="73723"/>
                  </a:cubicBezTo>
                  <a:cubicBezTo>
                    <a:pt x="1672304" y="72485"/>
                    <a:pt x="1673924" y="74581"/>
                    <a:pt x="1676686" y="75629"/>
                  </a:cubicBezTo>
                  <a:cubicBezTo>
                    <a:pt x="1679734" y="76676"/>
                    <a:pt x="1682591" y="76962"/>
                    <a:pt x="1685735" y="76962"/>
                  </a:cubicBezTo>
                  <a:cubicBezTo>
                    <a:pt x="1689926" y="76962"/>
                    <a:pt x="1681829" y="66008"/>
                    <a:pt x="1685735" y="64579"/>
                  </a:cubicBezTo>
                  <a:cubicBezTo>
                    <a:pt x="1690211" y="62960"/>
                    <a:pt x="1693736" y="64389"/>
                    <a:pt x="1698117" y="64770"/>
                  </a:cubicBezTo>
                  <a:cubicBezTo>
                    <a:pt x="1701070" y="65056"/>
                    <a:pt x="1703261" y="64770"/>
                    <a:pt x="1706499" y="63437"/>
                  </a:cubicBezTo>
                  <a:cubicBezTo>
                    <a:pt x="1711166" y="61246"/>
                    <a:pt x="1712976" y="60198"/>
                    <a:pt x="1718215" y="60103"/>
                  </a:cubicBezTo>
                  <a:cubicBezTo>
                    <a:pt x="1723073" y="59912"/>
                    <a:pt x="1735455" y="57817"/>
                    <a:pt x="1739646" y="61436"/>
                  </a:cubicBezTo>
                  <a:cubicBezTo>
                    <a:pt x="1742123" y="63722"/>
                    <a:pt x="1740408" y="63341"/>
                    <a:pt x="1741456" y="65722"/>
                  </a:cubicBezTo>
                  <a:cubicBezTo>
                    <a:pt x="1742980" y="69151"/>
                    <a:pt x="1740503" y="68866"/>
                    <a:pt x="1745171" y="69437"/>
                  </a:cubicBezTo>
                  <a:cubicBezTo>
                    <a:pt x="1746599" y="69628"/>
                    <a:pt x="1749076" y="68580"/>
                    <a:pt x="1750314" y="69628"/>
                  </a:cubicBezTo>
                  <a:cubicBezTo>
                    <a:pt x="1752505" y="71247"/>
                    <a:pt x="1752695" y="78867"/>
                    <a:pt x="1755077" y="80391"/>
                  </a:cubicBezTo>
                  <a:cubicBezTo>
                    <a:pt x="1756886" y="81439"/>
                    <a:pt x="1760315" y="80677"/>
                    <a:pt x="1762220" y="80581"/>
                  </a:cubicBezTo>
                  <a:cubicBezTo>
                    <a:pt x="1767554" y="80581"/>
                    <a:pt x="1772888" y="80581"/>
                    <a:pt x="1778127" y="80581"/>
                  </a:cubicBezTo>
                  <a:cubicBezTo>
                    <a:pt x="1781556" y="80581"/>
                    <a:pt x="1784795" y="80296"/>
                    <a:pt x="1788033" y="80963"/>
                  </a:cubicBezTo>
                  <a:cubicBezTo>
                    <a:pt x="1788319" y="81820"/>
                    <a:pt x="1788890" y="82391"/>
                    <a:pt x="1789938" y="82582"/>
                  </a:cubicBezTo>
                  <a:cubicBezTo>
                    <a:pt x="1791748" y="82391"/>
                    <a:pt x="1793558" y="82391"/>
                    <a:pt x="1795367" y="82391"/>
                  </a:cubicBezTo>
                  <a:cubicBezTo>
                    <a:pt x="1797177" y="82963"/>
                    <a:pt x="1797558" y="84010"/>
                    <a:pt x="1799177" y="84391"/>
                  </a:cubicBezTo>
                  <a:cubicBezTo>
                    <a:pt x="1802130" y="85154"/>
                    <a:pt x="1805273" y="83439"/>
                    <a:pt x="1808226" y="84582"/>
                  </a:cubicBezTo>
                  <a:cubicBezTo>
                    <a:pt x="1808417" y="85439"/>
                    <a:pt x="1808893" y="86201"/>
                    <a:pt x="1809560" y="86868"/>
                  </a:cubicBezTo>
                  <a:cubicBezTo>
                    <a:pt x="1810131" y="87916"/>
                    <a:pt x="1811084" y="88297"/>
                    <a:pt x="1812417" y="88011"/>
                  </a:cubicBezTo>
                  <a:cubicBezTo>
                    <a:pt x="1816799" y="89725"/>
                    <a:pt x="1820228" y="87535"/>
                    <a:pt x="1824228" y="90297"/>
                  </a:cubicBezTo>
                  <a:cubicBezTo>
                    <a:pt x="1826705" y="92012"/>
                    <a:pt x="1827562" y="94202"/>
                    <a:pt x="1830610" y="95536"/>
                  </a:cubicBezTo>
                  <a:cubicBezTo>
                    <a:pt x="1836325" y="98203"/>
                    <a:pt x="1842135" y="96107"/>
                    <a:pt x="1847945" y="97536"/>
                  </a:cubicBezTo>
                  <a:cubicBezTo>
                    <a:pt x="1847945" y="98584"/>
                    <a:pt x="1848136" y="99536"/>
                    <a:pt x="1848326" y="100584"/>
                  </a:cubicBezTo>
                  <a:cubicBezTo>
                    <a:pt x="1849946" y="100774"/>
                    <a:pt x="1851565" y="100965"/>
                    <a:pt x="1853279" y="101155"/>
                  </a:cubicBezTo>
                  <a:cubicBezTo>
                    <a:pt x="1852994" y="108871"/>
                    <a:pt x="1862709" y="114490"/>
                    <a:pt x="1868805" y="114586"/>
                  </a:cubicBezTo>
                  <a:cubicBezTo>
                    <a:pt x="1875282" y="114776"/>
                    <a:pt x="1871377" y="115919"/>
                    <a:pt x="1873663" y="120205"/>
                  </a:cubicBezTo>
                  <a:cubicBezTo>
                    <a:pt x="1876235" y="125063"/>
                    <a:pt x="1880616" y="125635"/>
                    <a:pt x="1884617" y="126778"/>
                  </a:cubicBezTo>
                  <a:cubicBezTo>
                    <a:pt x="1884998" y="128968"/>
                    <a:pt x="1886712" y="133159"/>
                    <a:pt x="1888331" y="134588"/>
                  </a:cubicBezTo>
                  <a:cubicBezTo>
                    <a:pt x="1891379" y="137255"/>
                    <a:pt x="1895285" y="140017"/>
                    <a:pt x="1898999" y="141637"/>
                  </a:cubicBezTo>
                  <a:cubicBezTo>
                    <a:pt x="1897666" y="162877"/>
                    <a:pt x="1914144" y="169545"/>
                    <a:pt x="1915192" y="159163"/>
                  </a:cubicBezTo>
                  <a:cubicBezTo>
                    <a:pt x="1919573" y="160687"/>
                    <a:pt x="1921764" y="157448"/>
                    <a:pt x="1925384" y="161163"/>
                  </a:cubicBezTo>
                  <a:cubicBezTo>
                    <a:pt x="1927574" y="163449"/>
                    <a:pt x="1927574" y="172021"/>
                    <a:pt x="1927670" y="173546"/>
                  </a:cubicBezTo>
                  <a:cubicBezTo>
                    <a:pt x="1928241" y="180022"/>
                    <a:pt x="1926336" y="180213"/>
                    <a:pt x="1929003" y="186214"/>
                  </a:cubicBezTo>
                  <a:cubicBezTo>
                    <a:pt x="1931480" y="185547"/>
                    <a:pt x="1933194" y="187833"/>
                    <a:pt x="1935099" y="189071"/>
                  </a:cubicBezTo>
                  <a:cubicBezTo>
                    <a:pt x="1938433" y="191452"/>
                    <a:pt x="1946624" y="193834"/>
                    <a:pt x="1949291" y="197263"/>
                  </a:cubicBezTo>
                  <a:cubicBezTo>
                    <a:pt x="1951958" y="200692"/>
                    <a:pt x="1950720" y="207931"/>
                    <a:pt x="1950720" y="212122"/>
                  </a:cubicBezTo>
                  <a:cubicBezTo>
                    <a:pt x="1950720" y="219361"/>
                    <a:pt x="1949863" y="227171"/>
                    <a:pt x="1951101" y="234315"/>
                  </a:cubicBezTo>
                  <a:cubicBezTo>
                    <a:pt x="1952244" y="240982"/>
                    <a:pt x="1961198" y="237268"/>
                    <a:pt x="1962341" y="243745"/>
                  </a:cubicBezTo>
                  <a:cubicBezTo>
                    <a:pt x="1962912" y="247174"/>
                    <a:pt x="1962341" y="246793"/>
                    <a:pt x="1965008" y="249364"/>
                  </a:cubicBezTo>
                  <a:cubicBezTo>
                    <a:pt x="1969389" y="253460"/>
                    <a:pt x="1979771" y="254794"/>
                    <a:pt x="1981010" y="261747"/>
                  </a:cubicBezTo>
                  <a:cubicBezTo>
                    <a:pt x="1982343" y="268700"/>
                    <a:pt x="1976723" y="278987"/>
                    <a:pt x="1984343" y="282892"/>
                  </a:cubicBezTo>
                  <a:cubicBezTo>
                    <a:pt x="1986820" y="284131"/>
                    <a:pt x="1988344" y="284131"/>
                    <a:pt x="1991106" y="284702"/>
                  </a:cubicBezTo>
                  <a:cubicBezTo>
                    <a:pt x="1993773" y="285179"/>
                    <a:pt x="1996916" y="286226"/>
                    <a:pt x="1999393" y="286988"/>
                  </a:cubicBezTo>
                  <a:close/>
                </a:path>
              </a:pathLst>
            </a:custGeom>
            <a:solidFill>
              <a:schemeClr val="accen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517" name="Shape 517"/>
        <p:cNvGrpSpPr/>
        <p:nvPr/>
      </p:nvGrpSpPr>
      <p:grpSpPr>
        <a:xfrm>
          <a:off x="0" y="0"/>
          <a:ext cx="0" cy="0"/>
          <a:chOff x="0" y="0"/>
          <a:chExt cx="0" cy="0"/>
        </a:xfrm>
      </p:grpSpPr>
      <p:grpSp>
        <p:nvGrpSpPr>
          <p:cNvPr id="518" name="Google Shape;518;p33"/>
          <p:cNvGrpSpPr/>
          <p:nvPr/>
        </p:nvGrpSpPr>
        <p:grpSpPr>
          <a:xfrm>
            <a:off x="295800" y="295800"/>
            <a:ext cx="8578967" cy="4556925"/>
            <a:chOff x="295800" y="295800"/>
            <a:chExt cx="8578967" cy="4556925"/>
          </a:xfrm>
        </p:grpSpPr>
        <p:grpSp>
          <p:nvGrpSpPr>
            <p:cNvPr id="519" name="Google Shape;519;p33"/>
            <p:cNvGrpSpPr/>
            <p:nvPr/>
          </p:nvGrpSpPr>
          <p:grpSpPr>
            <a:xfrm>
              <a:off x="295800" y="295800"/>
              <a:ext cx="8578967" cy="4556925"/>
              <a:chOff x="295800" y="295800"/>
              <a:chExt cx="8578967" cy="4556925"/>
            </a:xfrm>
          </p:grpSpPr>
          <p:sp>
            <p:nvSpPr>
              <p:cNvPr id="520" name="Google Shape;520;p33"/>
              <p:cNvSpPr/>
              <p:nvPr/>
            </p:nvSpPr>
            <p:spPr>
              <a:xfrm>
                <a:off x="295800" y="295800"/>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 name="Google Shape;521;p33"/>
              <p:cNvSpPr/>
              <p:nvPr/>
            </p:nvSpPr>
            <p:spPr>
              <a:xfrm>
                <a:off x="295800" y="1646161"/>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a:latin typeface="Anaheim"/>
                  <a:ea typeface="Anaheim"/>
                  <a:cs typeface="Anaheim"/>
                  <a:sym typeface="Anaheim"/>
                </a:endParaRPr>
              </a:p>
            </p:txBody>
          </p:sp>
          <p:sp>
            <p:nvSpPr>
              <p:cNvPr id="522" name="Google Shape;522;p33"/>
              <p:cNvSpPr/>
              <p:nvPr/>
            </p:nvSpPr>
            <p:spPr>
              <a:xfrm rot="-5400000">
                <a:off x="3678874" y="-343168"/>
                <a:ext cx="4554744" cy="5837042"/>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 name="Google Shape;523;p33"/>
              <p:cNvSpPr/>
              <p:nvPr/>
            </p:nvSpPr>
            <p:spPr>
              <a:xfrm>
                <a:off x="295800" y="2996523"/>
                <a:ext cx="3082745" cy="1851185"/>
              </a:xfrm>
              <a:custGeom>
                <a:rect b="b" l="l" r="r" t="t"/>
                <a:pathLst>
                  <a:path extrusionOk="0" h="1105185" w="1840445">
                    <a:moveTo>
                      <a:pt x="0" y="1105186"/>
                    </a:moveTo>
                    <a:lnTo>
                      <a:pt x="0" y="1060323"/>
                    </a:lnTo>
                    <a:lnTo>
                      <a:pt x="66580" y="1060323"/>
                    </a:lnTo>
                    <a:cubicBezTo>
                      <a:pt x="70009" y="1072896"/>
                      <a:pt x="81534" y="1082040"/>
                      <a:pt x="95155" y="1082040"/>
                    </a:cubicBezTo>
                    <a:cubicBezTo>
                      <a:pt x="111633" y="1082040"/>
                      <a:pt x="124873" y="1068705"/>
                      <a:pt x="124873" y="1052322"/>
                    </a:cubicBezTo>
                    <a:cubicBezTo>
                      <a:pt x="124873" y="1035939"/>
                      <a:pt x="111538" y="1022509"/>
                      <a:pt x="95155" y="1022509"/>
                    </a:cubicBezTo>
                    <a:cubicBezTo>
                      <a:pt x="81439" y="1022509"/>
                      <a:pt x="70009" y="1031748"/>
                      <a:pt x="66580" y="1044226"/>
                    </a:cubicBezTo>
                    <a:lnTo>
                      <a:pt x="0" y="1044226"/>
                    </a:lnTo>
                    <a:lnTo>
                      <a:pt x="0" y="959453"/>
                    </a:lnTo>
                    <a:lnTo>
                      <a:pt x="66580" y="959453"/>
                    </a:lnTo>
                    <a:cubicBezTo>
                      <a:pt x="70009" y="972026"/>
                      <a:pt x="81534" y="981170"/>
                      <a:pt x="95155" y="981170"/>
                    </a:cubicBezTo>
                    <a:cubicBezTo>
                      <a:pt x="111633" y="981170"/>
                      <a:pt x="124873" y="967835"/>
                      <a:pt x="124873" y="951452"/>
                    </a:cubicBezTo>
                    <a:cubicBezTo>
                      <a:pt x="124873" y="935069"/>
                      <a:pt x="111538" y="921734"/>
                      <a:pt x="95155" y="921734"/>
                    </a:cubicBezTo>
                    <a:cubicBezTo>
                      <a:pt x="81439" y="921734"/>
                      <a:pt x="70009" y="930878"/>
                      <a:pt x="66580" y="943451"/>
                    </a:cubicBezTo>
                    <a:lnTo>
                      <a:pt x="0" y="943451"/>
                    </a:lnTo>
                    <a:lnTo>
                      <a:pt x="0" y="858679"/>
                    </a:lnTo>
                    <a:lnTo>
                      <a:pt x="66580" y="858679"/>
                    </a:lnTo>
                    <a:cubicBezTo>
                      <a:pt x="70009" y="871252"/>
                      <a:pt x="81534" y="880491"/>
                      <a:pt x="95155" y="880491"/>
                    </a:cubicBezTo>
                    <a:cubicBezTo>
                      <a:pt x="111633" y="880491"/>
                      <a:pt x="124873" y="867156"/>
                      <a:pt x="124873" y="850678"/>
                    </a:cubicBezTo>
                    <a:cubicBezTo>
                      <a:pt x="124873" y="834200"/>
                      <a:pt x="111538" y="820960"/>
                      <a:pt x="95155" y="820960"/>
                    </a:cubicBezTo>
                    <a:cubicBezTo>
                      <a:pt x="81439" y="820960"/>
                      <a:pt x="70009" y="830199"/>
                      <a:pt x="66580" y="842677"/>
                    </a:cubicBezTo>
                    <a:lnTo>
                      <a:pt x="0" y="842677"/>
                    </a:lnTo>
                    <a:lnTo>
                      <a:pt x="0" y="757904"/>
                    </a:lnTo>
                    <a:lnTo>
                      <a:pt x="66580" y="757904"/>
                    </a:lnTo>
                    <a:cubicBezTo>
                      <a:pt x="70009" y="770477"/>
                      <a:pt x="81534" y="779621"/>
                      <a:pt x="95155" y="779621"/>
                    </a:cubicBezTo>
                    <a:cubicBezTo>
                      <a:pt x="111633" y="779621"/>
                      <a:pt x="124873" y="766286"/>
                      <a:pt x="124873" y="749808"/>
                    </a:cubicBezTo>
                    <a:cubicBezTo>
                      <a:pt x="124873" y="733330"/>
                      <a:pt x="111538" y="720090"/>
                      <a:pt x="95155" y="720090"/>
                    </a:cubicBezTo>
                    <a:cubicBezTo>
                      <a:pt x="81439" y="720090"/>
                      <a:pt x="70009" y="729329"/>
                      <a:pt x="66580" y="741807"/>
                    </a:cubicBezTo>
                    <a:lnTo>
                      <a:pt x="0" y="741807"/>
                    </a:lnTo>
                    <a:lnTo>
                      <a:pt x="0" y="657034"/>
                    </a:lnTo>
                    <a:lnTo>
                      <a:pt x="66580" y="657034"/>
                    </a:lnTo>
                    <a:cubicBezTo>
                      <a:pt x="70009" y="669608"/>
                      <a:pt x="81534" y="678751"/>
                      <a:pt x="95155" y="678751"/>
                    </a:cubicBezTo>
                    <a:cubicBezTo>
                      <a:pt x="111633" y="678751"/>
                      <a:pt x="124873" y="665417"/>
                      <a:pt x="124873" y="649034"/>
                    </a:cubicBezTo>
                    <a:cubicBezTo>
                      <a:pt x="124873" y="632651"/>
                      <a:pt x="111538" y="619220"/>
                      <a:pt x="95155" y="619220"/>
                    </a:cubicBezTo>
                    <a:cubicBezTo>
                      <a:pt x="81439" y="619220"/>
                      <a:pt x="70009" y="628459"/>
                      <a:pt x="66580" y="640937"/>
                    </a:cubicBezTo>
                    <a:lnTo>
                      <a:pt x="0" y="640937"/>
                    </a:lnTo>
                    <a:lnTo>
                      <a:pt x="0" y="556165"/>
                    </a:lnTo>
                    <a:lnTo>
                      <a:pt x="66580" y="556165"/>
                    </a:lnTo>
                    <a:cubicBezTo>
                      <a:pt x="70009" y="568738"/>
                      <a:pt x="81534" y="577882"/>
                      <a:pt x="95155" y="577882"/>
                    </a:cubicBezTo>
                    <a:cubicBezTo>
                      <a:pt x="111633" y="577882"/>
                      <a:pt x="124873" y="564547"/>
                      <a:pt x="124873" y="548164"/>
                    </a:cubicBezTo>
                    <a:cubicBezTo>
                      <a:pt x="124873" y="531781"/>
                      <a:pt x="111538" y="518446"/>
                      <a:pt x="95155" y="518446"/>
                    </a:cubicBezTo>
                    <a:cubicBezTo>
                      <a:pt x="81439" y="518446"/>
                      <a:pt x="70009" y="527685"/>
                      <a:pt x="66580" y="540163"/>
                    </a:cubicBezTo>
                    <a:lnTo>
                      <a:pt x="0" y="540163"/>
                    </a:lnTo>
                    <a:lnTo>
                      <a:pt x="0" y="455390"/>
                    </a:lnTo>
                    <a:lnTo>
                      <a:pt x="66580" y="455390"/>
                    </a:lnTo>
                    <a:cubicBezTo>
                      <a:pt x="70009" y="467963"/>
                      <a:pt x="81534" y="477107"/>
                      <a:pt x="95155" y="477107"/>
                    </a:cubicBezTo>
                    <a:cubicBezTo>
                      <a:pt x="111633" y="477107"/>
                      <a:pt x="124873" y="463772"/>
                      <a:pt x="124873" y="447294"/>
                    </a:cubicBezTo>
                    <a:cubicBezTo>
                      <a:pt x="124873" y="430816"/>
                      <a:pt x="111538" y="417576"/>
                      <a:pt x="95155" y="417576"/>
                    </a:cubicBezTo>
                    <a:cubicBezTo>
                      <a:pt x="81439" y="417576"/>
                      <a:pt x="70009" y="426815"/>
                      <a:pt x="66580" y="439293"/>
                    </a:cubicBezTo>
                    <a:lnTo>
                      <a:pt x="0" y="439293"/>
                    </a:lnTo>
                    <a:lnTo>
                      <a:pt x="0" y="354521"/>
                    </a:lnTo>
                    <a:lnTo>
                      <a:pt x="66580" y="354521"/>
                    </a:lnTo>
                    <a:cubicBezTo>
                      <a:pt x="70009" y="367093"/>
                      <a:pt x="81534" y="376238"/>
                      <a:pt x="95155" y="376238"/>
                    </a:cubicBezTo>
                    <a:cubicBezTo>
                      <a:pt x="111633" y="376238"/>
                      <a:pt x="124873" y="362902"/>
                      <a:pt x="124873" y="346519"/>
                    </a:cubicBezTo>
                    <a:cubicBezTo>
                      <a:pt x="124873" y="330136"/>
                      <a:pt x="111538" y="316706"/>
                      <a:pt x="95155" y="316706"/>
                    </a:cubicBezTo>
                    <a:cubicBezTo>
                      <a:pt x="81439" y="316706"/>
                      <a:pt x="70009" y="325946"/>
                      <a:pt x="66580" y="338423"/>
                    </a:cubicBezTo>
                    <a:lnTo>
                      <a:pt x="0" y="338423"/>
                    </a:lnTo>
                    <a:lnTo>
                      <a:pt x="0" y="253651"/>
                    </a:lnTo>
                    <a:lnTo>
                      <a:pt x="66580" y="253651"/>
                    </a:lnTo>
                    <a:cubicBezTo>
                      <a:pt x="70009" y="266224"/>
                      <a:pt x="81534" y="275368"/>
                      <a:pt x="95155" y="275368"/>
                    </a:cubicBezTo>
                    <a:cubicBezTo>
                      <a:pt x="111633" y="275368"/>
                      <a:pt x="124873" y="262033"/>
                      <a:pt x="124873" y="245650"/>
                    </a:cubicBezTo>
                    <a:cubicBezTo>
                      <a:pt x="124873" y="229267"/>
                      <a:pt x="111538" y="215932"/>
                      <a:pt x="95155" y="215932"/>
                    </a:cubicBezTo>
                    <a:cubicBezTo>
                      <a:pt x="81439" y="215932"/>
                      <a:pt x="70009" y="225171"/>
                      <a:pt x="66580" y="237649"/>
                    </a:cubicBezTo>
                    <a:lnTo>
                      <a:pt x="0" y="237649"/>
                    </a:lnTo>
                    <a:lnTo>
                      <a:pt x="0" y="152876"/>
                    </a:lnTo>
                    <a:lnTo>
                      <a:pt x="66580" y="152876"/>
                    </a:lnTo>
                    <a:cubicBezTo>
                      <a:pt x="70009" y="165449"/>
                      <a:pt x="81534" y="174688"/>
                      <a:pt x="95155" y="174688"/>
                    </a:cubicBezTo>
                    <a:cubicBezTo>
                      <a:pt x="111633" y="174688"/>
                      <a:pt x="124873" y="161353"/>
                      <a:pt x="124873" y="144875"/>
                    </a:cubicBezTo>
                    <a:cubicBezTo>
                      <a:pt x="124873" y="128397"/>
                      <a:pt x="111538" y="115157"/>
                      <a:pt x="95155" y="115157"/>
                    </a:cubicBezTo>
                    <a:cubicBezTo>
                      <a:pt x="81439" y="115157"/>
                      <a:pt x="70009" y="124301"/>
                      <a:pt x="66580" y="136874"/>
                    </a:cubicBezTo>
                    <a:lnTo>
                      <a:pt x="0" y="136874"/>
                    </a:lnTo>
                    <a:lnTo>
                      <a:pt x="0" y="52102"/>
                    </a:lnTo>
                    <a:lnTo>
                      <a:pt x="66580" y="52102"/>
                    </a:lnTo>
                    <a:cubicBezTo>
                      <a:pt x="70009" y="64675"/>
                      <a:pt x="81534" y="73819"/>
                      <a:pt x="95155" y="73819"/>
                    </a:cubicBezTo>
                    <a:cubicBezTo>
                      <a:pt x="111633" y="73819"/>
                      <a:pt x="124873" y="60484"/>
                      <a:pt x="124873" y="44005"/>
                    </a:cubicBezTo>
                    <a:cubicBezTo>
                      <a:pt x="124873" y="27527"/>
                      <a:pt x="111538" y="14288"/>
                      <a:pt x="95155" y="14288"/>
                    </a:cubicBezTo>
                    <a:cubicBezTo>
                      <a:pt x="81439" y="14288"/>
                      <a:pt x="70009" y="23527"/>
                      <a:pt x="66580" y="36004"/>
                    </a:cubicBezTo>
                    <a:lnTo>
                      <a:pt x="0" y="36004"/>
                    </a:lnTo>
                    <a:lnTo>
                      <a:pt x="0" y="0"/>
                    </a:lnTo>
                    <a:lnTo>
                      <a:pt x="1838897" y="0"/>
                    </a:lnTo>
                    <a:cubicBezTo>
                      <a:pt x="1835467" y="0"/>
                      <a:pt x="1834706" y="1905"/>
                      <a:pt x="1834420" y="4572"/>
                    </a:cubicBezTo>
                    <a:cubicBezTo>
                      <a:pt x="1834229" y="6477"/>
                      <a:pt x="1834039" y="8477"/>
                      <a:pt x="1834420" y="10382"/>
                    </a:cubicBezTo>
                    <a:cubicBezTo>
                      <a:pt x="1835658" y="16573"/>
                      <a:pt x="1835086" y="22479"/>
                      <a:pt x="1833277" y="28480"/>
                    </a:cubicBezTo>
                    <a:cubicBezTo>
                      <a:pt x="1832705" y="30575"/>
                      <a:pt x="1832800" y="33242"/>
                      <a:pt x="1833943" y="35338"/>
                    </a:cubicBezTo>
                    <a:cubicBezTo>
                      <a:pt x="1837468" y="42100"/>
                      <a:pt x="1835753" y="50006"/>
                      <a:pt x="1838420" y="56864"/>
                    </a:cubicBezTo>
                    <a:cubicBezTo>
                      <a:pt x="1838611" y="57436"/>
                      <a:pt x="1838611" y="58293"/>
                      <a:pt x="1838420" y="58864"/>
                    </a:cubicBezTo>
                    <a:cubicBezTo>
                      <a:pt x="1837944" y="60484"/>
                      <a:pt x="1837944" y="62008"/>
                      <a:pt x="1838230" y="63436"/>
                    </a:cubicBezTo>
                    <a:cubicBezTo>
                      <a:pt x="1838420" y="64770"/>
                      <a:pt x="1838801" y="66199"/>
                      <a:pt x="1839277" y="67437"/>
                    </a:cubicBezTo>
                    <a:cubicBezTo>
                      <a:pt x="1839658" y="68580"/>
                      <a:pt x="1839944" y="69818"/>
                      <a:pt x="1840230" y="70961"/>
                    </a:cubicBezTo>
                    <a:cubicBezTo>
                      <a:pt x="1840706" y="73819"/>
                      <a:pt x="1840421" y="76581"/>
                      <a:pt x="1839087" y="78867"/>
                    </a:cubicBezTo>
                    <a:cubicBezTo>
                      <a:pt x="1836325" y="83820"/>
                      <a:pt x="1834991" y="89630"/>
                      <a:pt x="1831562" y="94297"/>
                    </a:cubicBezTo>
                    <a:cubicBezTo>
                      <a:pt x="1829943" y="96583"/>
                      <a:pt x="1828419" y="99917"/>
                      <a:pt x="1828800" y="102584"/>
                    </a:cubicBezTo>
                    <a:cubicBezTo>
                      <a:pt x="1829657" y="107918"/>
                      <a:pt x="1827848" y="112871"/>
                      <a:pt x="1827752" y="118110"/>
                    </a:cubicBezTo>
                    <a:cubicBezTo>
                      <a:pt x="1827752" y="119825"/>
                      <a:pt x="1828800" y="121444"/>
                      <a:pt x="1827943" y="123349"/>
                    </a:cubicBezTo>
                    <a:cubicBezTo>
                      <a:pt x="1824228" y="131159"/>
                      <a:pt x="1822418" y="138970"/>
                      <a:pt x="1826323" y="147542"/>
                    </a:cubicBezTo>
                    <a:cubicBezTo>
                      <a:pt x="1828324" y="152209"/>
                      <a:pt x="1830133" y="156877"/>
                      <a:pt x="1831181" y="162115"/>
                    </a:cubicBezTo>
                    <a:cubicBezTo>
                      <a:pt x="1831181" y="162496"/>
                      <a:pt x="1831372" y="162973"/>
                      <a:pt x="1831372" y="163354"/>
                    </a:cubicBezTo>
                    <a:cubicBezTo>
                      <a:pt x="1831753" y="165449"/>
                      <a:pt x="1832419" y="167545"/>
                      <a:pt x="1833086" y="169640"/>
                    </a:cubicBezTo>
                    <a:cubicBezTo>
                      <a:pt x="1834039" y="172498"/>
                      <a:pt x="1834991" y="175450"/>
                      <a:pt x="1835086" y="178498"/>
                    </a:cubicBezTo>
                    <a:cubicBezTo>
                      <a:pt x="1835086" y="179070"/>
                      <a:pt x="1835658" y="179451"/>
                      <a:pt x="1835848" y="180022"/>
                    </a:cubicBezTo>
                    <a:cubicBezTo>
                      <a:pt x="1838897" y="186785"/>
                      <a:pt x="1839277" y="193357"/>
                      <a:pt x="1834229" y="199549"/>
                    </a:cubicBezTo>
                    <a:cubicBezTo>
                      <a:pt x="1832515" y="201739"/>
                      <a:pt x="1831753" y="204502"/>
                      <a:pt x="1832229" y="207740"/>
                    </a:cubicBezTo>
                    <a:cubicBezTo>
                      <a:pt x="1832705" y="211264"/>
                      <a:pt x="1832800" y="215170"/>
                      <a:pt x="1830133" y="217932"/>
                    </a:cubicBezTo>
                    <a:cubicBezTo>
                      <a:pt x="1827371" y="220885"/>
                      <a:pt x="1829372" y="225076"/>
                      <a:pt x="1826990" y="227933"/>
                    </a:cubicBezTo>
                    <a:cubicBezTo>
                      <a:pt x="1829943" y="233934"/>
                      <a:pt x="1829181" y="239459"/>
                      <a:pt x="1824514" y="244316"/>
                    </a:cubicBezTo>
                    <a:cubicBezTo>
                      <a:pt x="1824514" y="244507"/>
                      <a:pt x="1824514" y="244602"/>
                      <a:pt x="1824514" y="244792"/>
                    </a:cubicBezTo>
                    <a:cubicBezTo>
                      <a:pt x="1824514" y="250126"/>
                      <a:pt x="1823942" y="255460"/>
                      <a:pt x="1823275" y="260699"/>
                    </a:cubicBezTo>
                    <a:cubicBezTo>
                      <a:pt x="1823275" y="261556"/>
                      <a:pt x="1823085" y="262318"/>
                      <a:pt x="1822990" y="263080"/>
                    </a:cubicBezTo>
                    <a:cubicBezTo>
                      <a:pt x="1822799" y="264700"/>
                      <a:pt x="1822514" y="266509"/>
                      <a:pt x="1822418" y="268224"/>
                    </a:cubicBezTo>
                    <a:cubicBezTo>
                      <a:pt x="1822037" y="271843"/>
                      <a:pt x="1821656" y="275558"/>
                      <a:pt x="1821371" y="279178"/>
                    </a:cubicBezTo>
                    <a:cubicBezTo>
                      <a:pt x="1821180" y="282035"/>
                      <a:pt x="1821371" y="285750"/>
                      <a:pt x="1818894" y="288417"/>
                    </a:cubicBezTo>
                    <a:cubicBezTo>
                      <a:pt x="1816227" y="291179"/>
                      <a:pt x="1814417" y="293275"/>
                      <a:pt x="1815846" y="298228"/>
                    </a:cubicBezTo>
                    <a:cubicBezTo>
                      <a:pt x="1818227" y="306419"/>
                      <a:pt x="1815846" y="314420"/>
                      <a:pt x="1808607" y="320230"/>
                    </a:cubicBezTo>
                    <a:cubicBezTo>
                      <a:pt x="1805273" y="322897"/>
                      <a:pt x="1802321" y="325850"/>
                      <a:pt x="1800415" y="329851"/>
                    </a:cubicBezTo>
                    <a:cubicBezTo>
                      <a:pt x="1798415" y="334327"/>
                      <a:pt x="1796986" y="338995"/>
                      <a:pt x="1793462" y="342805"/>
                    </a:cubicBezTo>
                    <a:cubicBezTo>
                      <a:pt x="1789081" y="347472"/>
                      <a:pt x="1788033" y="353187"/>
                      <a:pt x="1789938" y="359283"/>
                    </a:cubicBezTo>
                    <a:cubicBezTo>
                      <a:pt x="1789938" y="359473"/>
                      <a:pt x="1789938" y="359664"/>
                      <a:pt x="1790129" y="359855"/>
                    </a:cubicBezTo>
                    <a:cubicBezTo>
                      <a:pt x="1790509" y="360997"/>
                      <a:pt x="1790700" y="362236"/>
                      <a:pt x="1789652" y="362902"/>
                    </a:cubicBezTo>
                    <a:cubicBezTo>
                      <a:pt x="1788033" y="363855"/>
                      <a:pt x="1786890" y="365284"/>
                      <a:pt x="1785842" y="366808"/>
                    </a:cubicBezTo>
                    <a:cubicBezTo>
                      <a:pt x="1784414" y="368998"/>
                      <a:pt x="1783175" y="371380"/>
                      <a:pt x="1781270" y="373189"/>
                    </a:cubicBezTo>
                    <a:cubicBezTo>
                      <a:pt x="1779460" y="374809"/>
                      <a:pt x="1777365" y="377190"/>
                      <a:pt x="1778508" y="379952"/>
                    </a:cubicBezTo>
                    <a:cubicBezTo>
                      <a:pt x="1779746" y="383096"/>
                      <a:pt x="1779270" y="386143"/>
                      <a:pt x="1779651" y="389287"/>
                    </a:cubicBezTo>
                    <a:cubicBezTo>
                      <a:pt x="1779841" y="390525"/>
                      <a:pt x="1780032" y="392335"/>
                      <a:pt x="1778413" y="392811"/>
                    </a:cubicBezTo>
                    <a:cubicBezTo>
                      <a:pt x="1775650" y="393668"/>
                      <a:pt x="1775269" y="395478"/>
                      <a:pt x="1775365" y="397859"/>
                    </a:cubicBezTo>
                    <a:cubicBezTo>
                      <a:pt x="1775365" y="398907"/>
                      <a:pt x="1775555" y="400050"/>
                      <a:pt x="1774793" y="401002"/>
                    </a:cubicBezTo>
                    <a:cubicBezTo>
                      <a:pt x="1768792" y="407956"/>
                      <a:pt x="1767459" y="417100"/>
                      <a:pt x="1763554" y="424910"/>
                    </a:cubicBezTo>
                    <a:cubicBezTo>
                      <a:pt x="1762697" y="426530"/>
                      <a:pt x="1762601" y="428244"/>
                      <a:pt x="1763173" y="429768"/>
                    </a:cubicBezTo>
                    <a:cubicBezTo>
                      <a:pt x="1764982" y="435007"/>
                      <a:pt x="1765840" y="440150"/>
                      <a:pt x="1763649" y="445484"/>
                    </a:cubicBezTo>
                    <a:cubicBezTo>
                      <a:pt x="1762030" y="449389"/>
                      <a:pt x="1762315" y="453866"/>
                      <a:pt x="1760220" y="457771"/>
                    </a:cubicBezTo>
                    <a:cubicBezTo>
                      <a:pt x="1760220" y="457962"/>
                      <a:pt x="1760030" y="458152"/>
                      <a:pt x="1759934" y="458343"/>
                    </a:cubicBezTo>
                    <a:cubicBezTo>
                      <a:pt x="1758696" y="460534"/>
                      <a:pt x="1757363" y="462915"/>
                      <a:pt x="1756410" y="465296"/>
                    </a:cubicBezTo>
                    <a:cubicBezTo>
                      <a:pt x="1755743" y="466915"/>
                      <a:pt x="1755172" y="468725"/>
                      <a:pt x="1754791" y="470440"/>
                    </a:cubicBezTo>
                    <a:cubicBezTo>
                      <a:pt x="1752695" y="481013"/>
                      <a:pt x="1747933" y="490538"/>
                      <a:pt x="1742980" y="499777"/>
                    </a:cubicBezTo>
                    <a:cubicBezTo>
                      <a:pt x="1740027" y="505111"/>
                      <a:pt x="1740217" y="509206"/>
                      <a:pt x="1743170" y="513874"/>
                    </a:cubicBezTo>
                    <a:cubicBezTo>
                      <a:pt x="1746314" y="518636"/>
                      <a:pt x="1747456" y="524351"/>
                      <a:pt x="1746885" y="529495"/>
                    </a:cubicBezTo>
                    <a:cubicBezTo>
                      <a:pt x="1746314" y="534638"/>
                      <a:pt x="1746314" y="539305"/>
                      <a:pt x="1747361" y="544259"/>
                    </a:cubicBezTo>
                    <a:cubicBezTo>
                      <a:pt x="1748218" y="548164"/>
                      <a:pt x="1748599" y="552259"/>
                      <a:pt x="1749457" y="556165"/>
                    </a:cubicBezTo>
                    <a:cubicBezTo>
                      <a:pt x="1750028" y="558736"/>
                      <a:pt x="1750695" y="561308"/>
                      <a:pt x="1751838" y="563689"/>
                    </a:cubicBezTo>
                    <a:cubicBezTo>
                      <a:pt x="1752219" y="564547"/>
                      <a:pt x="1752695" y="565309"/>
                      <a:pt x="1753076" y="566071"/>
                    </a:cubicBezTo>
                    <a:cubicBezTo>
                      <a:pt x="1754029" y="567500"/>
                      <a:pt x="1753267" y="568166"/>
                      <a:pt x="1752886" y="569214"/>
                    </a:cubicBezTo>
                    <a:cubicBezTo>
                      <a:pt x="1750409" y="575215"/>
                      <a:pt x="1749552" y="581692"/>
                      <a:pt x="1750028" y="587978"/>
                    </a:cubicBezTo>
                    <a:cubicBezTo>
                      <a:pt x="1750314" y="592360"/>
                      <a:pt x="1751648" y="596646"/>
                      <a:pt x="1754410" y="600456"/>
                    </a:cubicBezTo>
                    <a:cubicBezTo>
                      <a:pt x="1755839" y="602456"/>
                      <a:pt x="1755839" y="604456"/>
                      <a:pt x="1753457" y="606647"/>
                    </a:cubicBezTo>
                    <a:cubicBezTo>
                      <a:pt x="1750981" y="608933"/>
                      <a:pt x="1749171" y="612362"/>
                      <a:pt x="1750790" y="615982"/>
                    </a:cubicBezTo>
                    <a:cubicBezTo>
                      <a:pt x="1751933" y="618363"/>
                      <a:pt x="1751457" y="620744"/>
                      <a:pt x="1752029" y="623030"/>
                    </a:cubicBezTo>
                    <a:cubicBezTo>
                      <a:pt x="1752790" y="626173"/>
                      <a:pt x="1749266" y="628459"/>
                      <a:pt x="1751171" y="631507"/>
                    </a:cubicBezTo>
                    <a:cubicBezTo>
                      <a:pt x="1753362" y="634936"/>
                      <a:pt x="1752124" y="638175"/>
                      <a:pt x="1750219" y="641128"/>
                    </a:cubicBezTo>
                    <a:cubicBezTo>
                      <a:pt x="1747361" y="645414"/>
                      <a:pt x="1746028" y="649986"/>
                      <a:pt x="1746409" y="654748"/>
                    </a:cubicBezTo>
                    <a:cubicBezTo>
                      <a:pt x="1746409" y="656368"/>
                      <a:pt x="1746790" y="657987"/>
                      <a:pt x="1747266" y="659701"/>
                    </a:cubicBezTo>
                    <a:cubicBezTo>
                      <a:pt x="1747456" y="660559"/>
                      <a:pt x="1747552" y="661416"/>
                      <a:pt x="1747552" y="662368"/>
                    </a:cubicBezTo>
                    <a:cubicBezTo>
                      <a:pt x="1747552" y="663607"/>
                      <a:pt x="1747171" y="664750"/>
                      <a:pt x="1746694" y="665798"/>
                    </a:cubicBezTo>
                    <a:cubicBezTo>
                      <a:pt x="1745742" y="667607"/>
                      <a:pt x="1745742" y="669512"/>
                      <a:pt x="1745551" y="671417"/>
                    </a:cubicBezTo>
                    <a:cubicBezTo>
                      <a:pt x="1744980" y="675894"/>
                      <a:pt x="1743647" y="680085"/>
                      <a:pt x="1741170" y="683990"/>
                    </a:cubicBezTo>
                    <a:cubicBezTo>
                      <a:pt x="1738884" y="687419"/>
                      <a:pt x="1736026" y="690848"/>
                      <a:pt x="1734883" y="694753"/>
                    </a:cubicBezTo>
                    <a:cubicBezTo>
                      <a:pt x="1732598" y="702088"/>
                      <a:pt x="1733740" y="709708"/>
                      <a:pt x="1734693" y="717137"/>
                    </a:cubicBezTo>
                    <a:cubicBezTo>
                      <a:pt x="1734883" y="719137"/>
                      <a:pt x="1735264" y="720947"/>
                      <a:pt x="1736407" y="722852"/>
                    </a:cubicBezTo>
                    <a:cubicBezTo>
                      <a:pt x="1738027" y="725519"/>
                      <a:pt x="1740408" y="728567"/>
                      <a:pt x="1738217" y="731806"/>
                    </a:cubicBezTo>
                    <a:cubicBezTo>
                      <a:pt x="1733740" y="738473"/>
                      <a:pt x="1737265" y="744760"/>
                      <a:pt x="1738789" y="750951"/>
                    </a:cubicBezTo>
                    <a:cubicBezTo>
                      <a:pt x="1738979" y="751713"/>
                      <a:pt x="1739074" y="752475"/>
                      <a:pt x="1739265" y="753237"/>
                    </a:cubicBezTo>
                    <a:cubicBezTo>
                      <a:pt x="1739551" y="754856"/>
                      <a:pt x="1739836" y="756380"/>
                      <a:pt x="1740503" y="757809"/>
                    </a:cubicBezTo>
                    <a:cubicBezTo>
                      <a:pt x="1741075" y="758761"/>
                      <a:pt x="1741456" y="759809"/>
                      <a:pt x="1741932" y="760857"/>
                    </a:cubicBezTo>
                    <a:cubicBezTo>
                      <a:pt x="1743932" y="765334"/>
                      <a:pt x="1745361" y="769906"/>
                      <a:pt x="1744504" y="775049"/>
                    </a:cubicBezTo>
                    <a:cubicBezTo>
                      <a:pt x="1744313" y="776383"/>
                      <a:pt x="1744694" y="777907"/>
                      <a:pt x="1744980" y="779335"/>
                    </a:cubicBezTo>
                    <a:cubicBezTo>
                      <a:pt x="1745932" y="783717"/>
                      <a:pt x="1748885" y="787718"/>
                      <a:pt x="1747552" y="792575"/>
                    </a:cubicBezTo>
                    <a:cubicBezTo>
                      <a:pt x="1747171" y="793718"/>
                      <a:pt x="1748123" y="794480"/>
                      <a:pt x="1748599" y="795147"/>
                    </a:cubicBezTo>
                    <a:cubicBezTo>
                      <a:pt x="1752600" y="800386"/>
                      <a:pt x="1752886" y="806386"/>
                      <a:pt x="1753457" y="812578"/>
                    </a:cubicBezTo>
                    <a:cubicBezTo>
                      <a:pt x="1754029" y="820007"/>
                      <a:pt x="1754314" y="827627"/>
                      <a:pt x="1759744" y="833723"/>
                    </a:cubicBezTo>
                    <a:cubicBezTo>
                      <a:pt x="1761173" y="835343"/>
                      <a:pt x="1761268" y="837724"/>
                      <a:pt x="1760982" y="840105"/>
                    </a:cubicBezTo>
                    <a:cubicBezTo>
                      <a:pt x="1760696" y="842486"/>
                      <a:pt x="1759172" y="846010"/>
                      <a:pt x="1761173" y="847344"/>
                    </a:cubicBezTo>
                    <a:cubicBezTo>
                      <a:pt x="1763077" y="848582"/>
                      <a:pt x="1764316" y="850201"/>
                      <a:pt x="1765268" y="851916"/>
                    </a:cubicBezTo>
                    <a:cubicBezTo>
                      <a:pt x="1766506" y="854297"/>
                      <a:pt x="1766983" y="856869"/>
                      <a:pt x="1767364" y="859441"/>
                    </a:cubicBezTo>
                    <a:cubicBezTo>
                      <a:pt x="1767649" y="861632"/>
                      <a:pt x="1767935" y="863918"/>
                      <a:pt x="1768411" y="866013"/>
                    </a:cubicBezTo>
                    <a:cubicBezTo>
                      <a:pt x="1770126" y="872776"/>
                      <a:pt x="1774984" y="876776"/>
                      <a:pt x="1778413" y="881825"/>
                    </a:cubicBezTo>
                    <a:cubicBezTo>
                      <a:pt x="1780508" y="884968"/>
                      <a:pt x="1783747" y="886682"/>
                      <a:pt x="1783842" y="891350"/>
                    </a:cubicBezTo>
                    <a:cubicBezTo>
                      <a:pt x="1783842" y="898493"/>
                      <a:pt x="1784699" y="905732"/>
                      <a:pt x="1788033" y="912304"/>
                    </a:cubicBezTo>
                    <a:cubicBezTo>
                      <a:pt x="1789938" y="916115"/>
                      <a:pt x="1790224" y="920401"/>
                      <a:pt x="1792319" y="924116"/>
                    </a:cubicBezTo>
                    <a:cubicBezTo>
                      <a:pt x="1793081" y="925544"/>
                      <a:pt x="1792700" y="927544"/>
                      <a:pt x="1791557" y="929259"/>
                    </a:cubicBezTo>
                    <a:cubicBezTo>
                      <a:pt x="1788509" y="933450"/>
                      <a:pt x="1790033" y="938212"/>
                      <a:pt x="1791367" y="942213"/>
                    </a:cubicBezTo>
                    <a:cubicBezTo>
                      <a:pt x="1792224" y="944880"/>
                      <a:pt x="1792605" y="947642"/>
                      <a:pt x="1792224" y="950404"/>
                    </a:cubicBezTo>
                    <a:cubicBezTo>
                      <a:pt x="1792033" y="953167"/>
                      <a:pt x="1791081" y="955643"/>
                      <a:pt x="1789462" y="957929"/>
                    </a:cubicBezTo>
                    <a:cubicBezTo>
                      <a:pt x="1789271" y="958120"/>
                      <a:pt x="1789176" y="958405"/>
                      <a:pt x="1788985" y="958596"/>
                    </a:cubicBezTo>
                    <a:cubicBezTo>
                      <a:pt x="1783461" y="965454"/>
                      <a:pt x="1777460" y="972217"/>
                      <a:pt x="1781937" y="982313"/>
                    </a:cubicBezTo>
                    <a:cubicBezTo>
                      <a:pt x="1782985" y="984599"/>
                      <a:pt x="1782699" y="987552"/>
                      <a:pt x="1784223" y="990124"/>
                    </a:cubicBezTo>
                    <a:cubicBezTo>
                      <a:pt x="1788414" y="996982"/>
                      <a:pt x="1787081" y="1004887"/>
                      <a:pt x="1788128" y="1012412"/>
                    </a:cubicBezTo>
                    <a:cubicBezTo>
                      <a:pt x="1788509" y="1014793"/>
                      <a:pt x="1788985" y="1017746"/>
                      <a:pt x="1787271" y="1020032"/>
                    </a:cubicBezTo>
                    <a:cubicBezTo>
                      <a:pt x="1785652" y="1022413"/>
                      <a:pt x="1786509" y="1024033"/>
                      <a:pt x="1788700" y="1024985"/>
                    </a:cubicBezTo>
                    <a:cubicBezTo>
                      <a:pt x="1791557" y="1026224"/>
                      <a:pt x="1793462" y="1028986"/>
                      <a:pt x="1793653" y="1031462"/>
                    </a:cubicBezTo>
                    <a:cubicBezTo>
                      <a:pt x="1794034" y="1034510"/>
                      <a:pt x="1795653" y="1036796"/>
                      <a:pt x="1796701" y="1039368"/>
                    </a:cubicBezTo>
                    <a:cubicBezTo>
                      <a:pt x="1797367" y="1040892"/>
                      <a:pt x="1797939" y="1042416"/>
                      <a:pt x="1798320" y="1044035"/>
                    </a:cubicBezTo>
                    <a:cubicBezTo>
                      <a:pt x="1798606" y="1045654"/>
                      <a:pt x="1798891" y="1047274"/>
                      <a:pt x="1798891" y="1048988"/>
                    </a:cubicBezTo>
                    <a:cubicBezTo>
                      <a:pt x="1799082" y="1051465"/>
                      <a:pt x="1799082" y="1054036"/>
                      <a:pt x="1799273" y="1056513"/>
                    </a:cubicBezTo>
                    <a:cubicBezTo>
                      <a:pt x="1799273" y="1058323"/>
                      <a:pt x="1799463" y="1060133"/>
                      <a:pt x="1799654" y="1061847"/>
                    </a:cubicBezTo>
                    <a:cubicBezTo>
                      <a:pt x="1800892" y="1069943"/>
                      <a:pt x="1799463" y="1078897"/>
                      <a:pt x="1804988" y="1086231"/>
                    </a:cubicBezTo>
                    <a:cubicBezTo>
                      <a:pt x="1806892" y="1088708"/>
                      <a:pt x="1804988" y="1091565"/>
                      <a:pt x="1804416" y="1094042"/>
                    </a:cubicBezTo>
                    <a:cubicBezTo>
                      <a:pt x="1803178" y="1100900"/>
                      <a:pt x="1805749" y="1104424"/>
                      <a:pt x="1812417" y="1104424"/>
                    </a:cubicBezTo>
                  </a:path>
                </a:pathLst>
              </a:cu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a:latin typeface="Anaheim"/>
                  <a:ea typeface="Anaheim"/>
                  <a:cs typeface="Anaheim"/>
                  <a:sym typeface="Anaheim"/>
                </a:endParaRPr>
              </a:p>
            </p:txBody>
          </p:sp>
          <p:sp>
            <p:nvSpPr>
              <p:cNvPr id="524" name="Google Shape;524;p33"/>
              <p:cNvSpPr/>
              <p:nvPr/>
            </p:nvSpPr>
            <p:spPr>
              <a:xfrm flipH="1" rot="-5400000">
                <a:off x="3678874" y="-343168"/>
                <a:ext cx="4554744" cy="5837042"/>
              </a:xfrm>
              <a:custGeom>
                <a:rect b="b" l="l" r="r" t="t"/>
                <a:pathLst>
                  <a:path extrusionOk="0" h="1191233" w="1832895">
                    <a:moveTo>
                      <a:pt x="1832896" y="0"/>
                    </a:moveTo>
                    <a:lnTo>
                      <a:pt x="0" y="0"/>
                    </a:lnTo>
                    <a:lnTo>
                      <a:pt x="0" y="1164812"/>
                    </a:lnTo>
                    <a:cubicBezTo>
                      <a:pt x="1715" y="1163860"/>
                      <a:pt x="3524" y="1163288"/>
                      <a:pt x="5525" y="1163098"/>
                    </a:cubicBezTo>
                    <a:cubicBezTo>
                      <a:pt x="21241" y="1161859"/>
                      <a:pt x="23622" y="1192435"/>
                      <a:pt x="39433" y="1191197"/>
                    </a:cubicBezTo>
                    <a:cubicBezTo>
                      <a:pt x="55150" y="1189958"/>
                      <a:pt x="54578" y="1182719"/>
                      <a:pt x="70295" y="1181481"/>
                    </a:cubicBezTo>
                    <a:cubicBezTo>
                      <a:pt x="86011" y="1180243"/>
                      <a:pt x="84868" y="1165955"/>
                      <a:pt x="100584" y="1164717"/>
                    </a:cubicBezTo>
                    <a:cubicBezTo>
                      <a:pt x="116300" y="1163479"/>
                      <a:pt x="115824" y="1158240"/>
                      <a:pt x="131540" y="1157002"/>
                    </a:cubicBezTo>
                    <a:cubicBezTo>
                      <a:pt x="147256" y="1155764"/>
                      <a:pt x="148685" y="1174051"/>
                      <a:pt x="164306" y="1172813"/>
                    </a:cubicBezTo>
                    <a:cubicBezTo>
                      <a:pt x="180023" y="1171575"/>
                      <a:pt x="179356" y="1163764"/>
                      <a:pt x="195072" y="1162526"/>
                    </a:cubicBezTo>
                    <a:cubicBezTo>
                      <a:pt x="210788" y="1161288"/>
                      <a:pt x="210407" y="1157192"/>
                      <a:pt x="226124" y="1155954"/>
                    </a:cubicBezTo>
                    <a:cubicBezTo>
                      <a:pt x="241840" y="1154716"/>
                      <a:pt x="241649" y="1152430"/>
                      <a:pt x="257270" y="1151191"/>
                    </a:cubicBezTo>
                    <a:cubicBezTo>
                      <a:pt x="272987" y="1149953"/>
                      <a:pt x="274701" y="1172528"/>
                      <a:pt x="290417" y="1171289"/>
                    </a:cubicBezTo>
                    <a:cubicBezTo>
                      <a:pt x="306134" y="1170051"/>
                      <a:pt x="303371" y="1136142"/>
                      <a:pt x="319088" y="1134808"/>
                    </a:cubicBezTo>
                    <a:cubicBezTo>
                      <a:pt x="334804" y="1133570"/>
                      <a:pt x="337376" y="1166908"/>
                      <a:pt x="353092" y="1165670"/>
                    </a:cubicBezTo>
                    <a:cubicBezTo>
                      <a:pt x="368808" y="1164431"/>
                      <a:pt x="366236" y="1131856"/>
                      <a:pt x="381857" y="1130617"/>
                    </a:cubicBezTo>
                    <a:cubicBezTo>
                      <a:pt x="397478" y="1129379"/>
                      <a:pt x="399383" y="1153192"/>
                      <a:pt x="415099" y="1151954"/>
                    </a:cubicBezTo>
                    <a:cubicBezTo>
                      <a:pt x="430816" y="1150715"/>
                      <a:pt x="429387" y="1133094"/>
                      <a:pt x="445103" y="1131856"/>
                    </a:cubicBezTo>
                    <a:cubicBezTo>
                      <a:pt x="460724" y="1130617"/>
                      <a:pt x="460915" y="1132046"/>
                      <a:pt x="476536" y="1130808"/>
                    </a:cubicBezTo>
                    <a:cubicBezTo>
                      <a:pt x="492157" y="1129570"/>
                      <a:pt x="491585" y="1121378"/>
                      <a:pt x="507206" y="1120140"/>
                    </a:cubicBezTo>
                    <a:cubicBezTo>
                      <a:pt x="522922" y="1118902"/>
                      <a:pt x="522827" y="1117759"/>
                      <a:pt x="538448" y="1116521"/>
                    </a:cubicBezTo>
                    <a:cubicBezTo>
                      <a:pt x="554165" y="1115282"/>
                      <a:pt x="556260" y="1142143"/>
                      <a:pt x="571976" y="1140905"/>
                    </a:cubicBezTo>
                    <a:cubicBezTo>
                      <a:pt x="587693" y="1139666"/>
                      <a:pt x="586931" y="1130713"/>
                      <a:pt x="602647" y="1129474"/>
                    </a:cubicBezTo>
                    <a:cubicBezTo>
                      <a:pt x="618363" y="1128236"/>
                      <a:pt x="617315" y="1115378"/>
                      <a:pt x="633032" y="1114139"/>
                    </a:cubicBezTo>
                    <a:cubicBezTo>
                      <a:pt x="648748" y="1112901"/>
                      <a:pt x="649986" y="1128808"/>
                      <a:pt x="665607" y="1127570"/>
                    </a:cubicBezTo>
                    <a:cubicBezTo>
                      <a:pt x="681323" y="1126331"/>
                      <a:pt x="680466" y="1115663"/>
                      <a:pt x="696087" y="1114425"/>
                    </a:cubicBezTo>
                    <a:cubicBezTo>
                      <a:pt x="711803" y="1113187"/>
                      <a:pt x="711422" y="1108900"/>
                      <a:pt x="727043" y="1107662"/>
                    </a:cubicBezTo>
                    <a:cubicBezTo>
                      <a:pt x="742664" y="1106424"/>
                      <a:pt x="744950" y="1134713"/>
                      <a:pt x="760667" y="1133475"/>
                    </a:cubicBezTo>
                    <a:cubicBezTo>
                      <a:pt x="776383" y="1132237"/>
                      <a:pt x="776288" y="1131856"/>
                      <a:pt x="792004" y="1130617"/>
                    </a:cubicBezTo>
                    <a:cubicBezTo>
                      <a:pt x="807720" y="1129379"/>
                      <a:pt x="805815" y="1105757"/>
                      <a:pt x="821436" y="1104519"/>
                    </a:cubicBezTo>
                    <a:cubicBezTo>
                      <a:pt x="837057" y="1103281"/>
                      <a:pt x="838295" y="1118616"/>
                      <a:pt x="854012" y="1117378"/>
                    </a:cubicBezTo>
                    <a:cubicBezTo>
                      <a:pt x="869633" y="1116139"/>
                      <a:pt x="869061" y="1108139"/>
                      <a:pt x="884682" y="1106805"/>
                    </a:cubicBezTo>
                    <a:cubicBezTo>
                      <a:pt x="900398" y="1105567"/>
                      <a:pt x="899255" y="1091756"/>
                      <a:pt x="914972" y="1090517"/>
                    </a:cubicBezTo>
                    <a:cubicBezTo>
                      <a:pt x="930593" y="1089279"/>
                      <a:pt x="932974" y="1118330"/>
                      <a:pt x="948595" y="1117092"/>
                    </a:cubicBezTo>
                    <a:cubicBezTo>
                      <a:pt x="964216" y="1115854"/>
                      <a:pt x="962882" y="1099090"/>
                      <a:pt x="978598" y="1097851"/>
                    </a:cubicBezTo>
                    <a:cubicBezTo>
                      <a:pt x="994219" y="1096613"/>
                      <a:pt x="993362" y="1085183"/>
                      <a:pt x="1008983" y="1083945"/>
                    </a:cubicBezTo>
                    <a:cubicBezTo>
                      <a:pt x="1024700" y="1082707"/>
                      <a:pt x="1024700" y="1083564"/>
                      <a:pt x="1040416" y="1082326"/>
                    </a:cubicBezTo>
                    <a:cubicBezTo>
                      <a:pt x="1056132" y="1081088"/>
                      <a:pt x="1056704" y="1088231"/>
                      <a:pt x="1072325" y="1086993"/>
                    </a:cubicBezTo>
                    <a:cubicBezTo>
                      <a:pt x="1087946" y="1085755"/>
                      <a:pt x="1087755" y="1082897"/>
                      <a:pt x="1103376" y="1081659"/>
                    </a:cubicBezTo>
                    <a:cubicBezTo>
                      <a:pt x="1118997" y="1080421"/>
                      <a:pt x="1120807" y="1102900"/>
                      <a:pt x="1136428" y="1101662"/>
                    </a:cubicBezTo>
                    <a:cubicBezTo>
                      <a:pt x="1152049" y="1100423"/>
                      <a:pt x="1152430" y="1104995"/>
                      <a:pt x="1168146" y="1103757"/>
                    </a:cubicBezTo>
                    <a:cubicBezTo>
                      <a:pt x="1183767" y="1102519"/>
                      <a:pt x="1183386" y="1096708"/>
                      <a:pt x="1199007" y="1095470"/>
                    </a:cubicBezTo>
                    <a:cubicBezTo>
                      <a:pt x="1214628" y="1094232"/>
                      <a:pt x="1213771" y="1082707"/>
                      <a:pt x="1229392" y="1081468"/>
                    </a:cubicBezTo>
                    <a:cubicBezTo>
                      <a:pt x="1245013" y="1080230"/>
                      <a:pt x="1243584" y="1061942"/>
                      <a:pt x="1259300" y="1060704"/>
                    </a:cubicBezTo>
                    <a:cubicBezTo>
                      <a:pt x="1274921" y="1059466"/>
                      <a:pt x="1276255" y="1075658"/>
                      <a:pt x="1291876" y="1074420"/>
                    </a:cubicBezTo>
                    <a:cubicBezTo>
                      <a:pt x="1307497" y="1073182"/>
                      <a:pt x="1307306" y="1070229"/>
                      <a:pt x="1322927" y="1068991"/>
                    </a:cubicBezTo>
                    <a:cubicBezTo>
                      <a:pt x="1338548" y="1067753"/>
                      <a:pt x="1337596" y="1055180"/>
                      <a:pt x="1353217" y="1053941"/>
                    </a:cubicBezTo>
                    <a:cubicBezTo>
                      <a:pt x="1368838" y="1052703"/>
                      <a:pt x="1369505" y="1061180"/>
                      <a:pt x="1385221" y="1059942"/>
                    </a:cubicBezTo>
                    <a:cubicBezTo>
                      <a:pt x="1400842" y="1058704"/>
                      <a:pt x="1400366" y="1052131"/>
                      <a:pt x="1415987" y="1050893"/>
                    </a:cubicBezTo>
                    <a:cubicBezTo>
                      <a:pt x="1431608" y="1049655"/>
                      <a:pt x="1432179" y="1056704"/>
                      <a:pt x="1447895" y="1055465"/>
                    </a:cubicBezTo>
                    <a:cubicBezTo>
                      <a:pt x="1463612" y="1054227"/>
                      <a:pt x="1463802" y="1057751"/>
                      <a:pt x="1479518" y="1056513"/>
                    </a:cubicBezTo>
                    <a:cubicBezTo>
                      <a:pt x="1495139" y="1055275"/>
                      <a:pt x="1494473" y="1045940"/>
                      <a:pt x="1510094" y="1044702"/>
                    </a:cubicBezTo>
                    <a:cubicBezTo>
                      <a:pt x="1525715" y="1043464"/>
                      <a:pt x="1528191" y="1074611"/>
                      <a:pt x="1543812" y="1073372"/>
                    </a:cubicBezTo>
                    <a:cubicBezTo>
                      <a:pt x="1559433" y="1072134"/>
                      <a:pt x="1558195" y="1056418"/>
                      <a:pt x="1573816" y="1055180"/>
                    </a:cubicBezTo>
                    <a:cubicBezTo>
                      <a:pt x="1589437" y="1053941"/>
                      <a:pt x="1589818" y="1058989"/>
                      <a:pt x="1605534" y="1057751"/>
                    </a:cubicBezTo>
                    <a:cubicBezTo>
                      <a:pt x="1621155" y="1056513"/>
                      <a:pt x="1620107" y="1042892"/>
                      <a:pt x="1635728" y="1041654"/>
                    </a:cubicBezTo>
                    <a:cubicBezTo>
                      <a:pt x="1651349" y="1040416"/>
                      <a:pt x="1652016" y="1048703"/>
                      <a:pt x="1667637" y="1047464"/>
                    </a:cubicBezTo>
                    <a:cubicBezTo>
                      <a:pt x="1683258" y="1046226"/>
                      <a:pt x="1683639" y="1051084"/>
                      <a:pt x="1699355" y="1049846"/>
                    </a:cubicBezTo>
                    <a:cubicBezTo>
                      <a:pt x="1714976" y="1048607"/>
                      <a:pt x="1714405" y="1041178"/>
                      <a:pt x="1730026" y="1039939"/>
                    </a:cubicBezTo>
                    <a:cubicBezTo>
                      <a:pt x="1745647" y="1038701"/>
                      <a:pt x="1744599" y="1024604"/>
                      <a:pt x="1760220" y="1023366"/>
                    </a:cubicBezTo>
                    <a:cubicBezTo>
                      <a:pt x="1775841" y="1022128"/>
                      <a:pt x="1778318" y="1052608"/>
                      <a:pt x="1793939" y="1051370"/>
                    </a:cubicBezTo>
                    <a:cubicBezTo>
                      <a:pt x="1809560" y="1050131"/>
                      <a:pt x="1808512" y="1036796"/>
                      <a:pt x="1824228" y="1035558"/>
                    </a:cubicBezTo>
                    <a:cubicBezTo>
                      <a:pt x="1827181" y="1035367"/>
                      <a:pt x="1830038" y="1035748"/>
                      <a:pt x="1832896" y="1036511"/>
                    </a:cubicBezTo>
                    <a:lnTo>
                      <a:pt x="183289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25" name="Google Shape;525;p33"/>
            <p:cNvSpPr/>
            <p:nvPr/>
          </p:nvSpPr>
          <p:spPr>
            <a:xfrm>
              <a:off x="295800" y="4821175"/>
              <a:ext cx="8447700" cy="27900"/>
            </a:xfrm>
            <a:prstGeom prst="rect">
              <a:avLst/>
            </a:prstGeom>
            <a:solidFill>
              <a:schemeClr val="lt1"/>
            </a:solidFill>
            <a:ln>
              <a:noFill/>
            </a:ln>
            <a:effectLst>
              <a:outerShdw rotWithShape="0" algn="bl" dir="5400000" dist="28575">
                <a:srgbClr val="260D03">
                  <a:alpha val="12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ctor"/>
                <a:ea typeface="Actor"/>
                <a:cs typeface="Actor"/>
                <a:sym typeface="Acto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29" name="Shape 529"/>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530" name="Shape 530"/>
        <p:cNvGrpSpPr/>
        <p:nvPr/>
      </p:nvGrpSpPr>
      <p:grpSpPr>
        <a:xfrm>
          <a:off x="0" y="0"/>
          <a:ext cx="0" cy="0"/>
          <a:chOff x="0" y="0"/>
          <a:chExt cx="0" cy="0"/>
        </a:xfrm>
      </p:grpSpPr>
      <p:sp>
        <p:nvSpPr>
          <p:cNvPr id="531" name="Google Shape;531;p3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19.xml"/><Relationship Id="rId22" Type="http://schemas.openxmlformats.org/officeDocument/2006/relationships/slideLayout" Target="../slideLayouts/slideLayout21.xml"/><Relationship Id="rId21" Type="http://schemas.openxmlformats.org/officeDocument/2006/relationships/slideLayout" Target="../slideLayouts/slideLayout20.xml"/><Relationship Id="rId24" Type="http://schemas.openxmlformats.org/officeDocument/2006/relationships/slideLayout" Target="../slideLayouts/slideLayout23.xml"/><Relationship Id="rId23" Type="http://schemas.openxmlformats.org/officeDocument/2006/relationships/slideLayout" Target="../slideLayouts/slideLayout22.xml"/><Relationship Id="rId1" Type="http://schemas.openxmlformats.org/officeDocument/2006/relationships/image" Target="../media/image9.jp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26" Type="http://schemas.openxmlformats.org/officeDocument/2006/relationships/slideLayout" Target="../slideLayouts/slideLayout25.xml"/><Relationship Id="rId25" Type="http://schemas.openxmlformats.org/officeDocument/2006/relationships/slideLayout" Target="../slideLayouts/slideLayout24.xml"/><Relationship Id="rId28" Type="http://schemas.openxmlformats.org/officeDocument/2006/relationships/slideLayout" Target="../slideLayouts/slideLayout27.xml"/><Relationship Id="rId27" Type="http://schemas.openxmlformats.org/officeDocument/2006/relationships/slideLayout" Target="../slideLayouts/slideLayout26.xml"/><Relationship Id="rId5" Type="http://schemas.openxmlformats.org/officeDocument/2006/relationships/slideLayout" Target="../slideLayouts/slideLayout4.xml"/><Relationship Id="rId6" Type="http://schemas.openxmlformats.org/officeDocument/2006/relationships/slideLayout" Target="../slideLayouts/slideLayout5.xml"/><Relationship Id="rId29" Type="http://schemas.openxmlformats.org/officeDocument/2006/relationships/slideLayout" Target="../slideLayouts/slideLayout28.xml"/><Relationship Id="rId7" Type="http://schemas.openxmlformats.org/officeDocument/2006/relationships/slideLayout" Target="../slideLayouts/slideLayout6.xml"/><Relationship Id="rId8" Type="http://schemas.openxmlformats.org/officeDocument/2006/relationships/slideLayout" Target="../slideLayouts/slideLayout7.xml"/><Relationship Id="rId31" Type="http://schemas.openxmlformats.org/officeDocument/2006/relationships/slideLayout" Target="../slideLayouts/slideLayout30.xml"/><Relationship Id="rId30" Type="http://schemas.openxmlformats.org/officeDocument/2006/relationships/slideLayout" Target="../slideLayouts/slideLayout29.xml"/><Relationship Id="rId11" Type="http://schemas.openxmlformats.org/officeDocument/2006/relationships/slideLayout" Target="../slideLayouts/slideLayout10.xml"/><Relationship Id="rId33" Type="http://schemas.openxmlformats.org/officeDocument/2006/relationships/slideLayout" Target="../slideLayouts/slideLayout32.xml"/><Relationship Id="rId10" Type="http://schemas.openxmlformats.org/officeDocument/2006/relationships/slideLayout" Target="../slideLayouts/slideLayout9.xml"/><Relationship Id="rId32" Type="http://schemas.openxmlformats.org/officeDocument/2006/relationships/slideLayout" Target="../slideLayouts/slideLayout31.xml"/><Relationship Id="rId13" Type="http://schemas.openxmlformats.org/officeDocument/2006/relationships/slideLayout" Target="../slideLayouts/slideLayout12.xml"/><Relationship Id="rId12" Type="http://schemas.openxmlformats.org/officeDocument/2006/relationships/slideLayout" Target="../slideLayouts/slideLayout11.xml"/><Relationship Id="rId34" Type="http://schemas.openxmlformats.org/officeDocument/2006/relationships/theme" Target="../theme/theme3.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19" Type="http://schemas.openxmlformats.org/officeDocument/2006/relationships/slideLayout" Target="../slideLayouts/slideLayout18.xml"/><Relationship Id="rId18" Type="http://schemas.openxmlformats.org/officeDocument/2006/relationships/slideLayout" Target="../slideLayouts/slideLayout17.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slideLayout" Target="../slideLayouts/slideLayout34.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blipFill>
          <a:blip r:embed="rId1">
            <a:alphaModFix/>
          </a:blip>
          <a:stretch>
            <a:fillRect/>
          </a:stretch>
        </a:blip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Shadows Into Light Two"/>
              <a:buNone/>
              <a:defRPr b="1" sz="3000">
                <a:solidFill>
                  <a:schemeClr val="dk1"/>
                </a:solidFill>
                <a:latin typeface="Shadows Into Light Two"/>
                <a:ea typeface="Shadows Into Light Two"/>
                <a:cs typeface="Shadows Into Light Two"/>
                <a:sym typeface="Shadows Into Light Two"/>
              </a:defRPr>
            </a:lvl1pPr>
            <a:lvl2pPr lvl="1" rtl="0">
              <a:spcBef>
                <a:spcPts val="0"/>
              </a:spcBef>
              <a:spcAft>
                <a:spcPts val="0"/>
              </a:spcAft>
              <a:buClr>
                <a:schemeClr val="dk1"/>
              </a:buClr>
              <a:buSzPts val="3000"/>
              <a:buFont typeface="Shadows Into Light Two"/>
              <a:buNone/>
              <a:defRPr b="1" sz="3000">
                <a:solidFill>
                  <a:schemeClr val="dk1"/>
                </a:solidFill>
                <a:latin typeface="Shadows Into Light Two"/>
                <a:ea typeface="Shadows Into Light Two"/>
                <a:cs typeface="Shadows Into Light Two"/>
                <a:sym typeface="Shadows Into Light Two"/>
              </a:defRPr>
            </a:lvl2pPr>
            <a:lvl3pPr lvl="2" rtl="0">
              <a:spcBef>
                <a:spcPts val="0"/>
              </a:spcBef>
              <a:spcAft>
                <a:spcPts val="0"/>
              </a:spcAft>
              <a:buClr>
                <a:schemeClr val="dk1"/>
              </a:buClr>
              <a:buSzPts val="3000"/>
              <a:buFont typeface="Shadows Into Light Two"/>
              <a:buNone/>
              <a:defRPr b="1" sz="3000">
                <a:solidFill>
                  <a:schemeClr val="dk1"/>
                </a:solidFill>
                <a:latin typeface="Shadows Into Light Two"/>
                <a:ea typeface="Shadows Into Light Two"/>
                <a:cs typeface="Shadows Into Light Two"/>
                <a:sym typeface="Shadows Into Light Two"/>
              </a:defRPr>
            </a:lvl3pPr>
            <a:lvl4pPr lvl="3" rtl="0">
              <a:spcBef>
                <a:spcPts val="0"/>
              </a:spcBef>
              <a:spcAft>
                <a:spcPts val="0"/>
              </a:spcAft>
              <a:buClr>
                <a:schemeClr val="dk1"/>
              </a:buClr>
              <a:buSzPts val="3000"/>
              <a:buFont typeface="Shadows Into Light Two"/>
              <a:buNone/>
              <a:defRPr b="1" sz="3000">
                <a:solidFill>
                  <a:schemeClr val="dk1"/>
                </a:solidFill>
                <a:latin typeface="Shadows Into Light Two"/>
                <a:ea typeface="Shadows Into Light Two"/>
                <a:cs typeface="Shadows Into Light Two"/>
                <a:sym typeface="Shadows Into Light Two"/>
              </a:defRPr>
            </a:lvl4pPr>
            <a:lvl5pPr lvl="4" rtl="0">
              <a:spcBef>
                <a:spcPts val="0"/>
              </a:spcBef>
              <a:spcAft>
                <a:spcPts val="0"/>
              </a:spcAft>
              <a:buClr>
                <a:schemeClr val="dk1"/>
              </a:buClr>
              <a:buSzPts val="3000"/>
              <a:buFont typeface="Shadows Into Light Two"/>
              <a:buNone/>
              <a:defRPr b="1" sz="3000">
                <a:solidFill>
                  <a:schemeClr val="dk1"/>
                </a:solidFill>
                <a:latin typeface="Shadows Into Light Two"/>
                <a:ea typeface="Shadows Into Light Two"/>
                <a:cs typeface="Shadows Into Light Two"/>
                <a:sym typeface="Shadows Into Light Two"/>
              </a:defRPr>
            </a:lvl5pPr>
            <a:lvl6pPr lvl="5" rtl="0">
              <a:spcBef>
                <a:spcPts val="0"/>
              </a:spcBef>
              <a:spcAft>
                <a:spcPts val="0"/>
              </a:spcAft>
              <a:buClr>
                <a:schemeClr val="dk1"/>
              </a:buClr>
              <a:buSzPts val="3000"/>
              <a:buFont typeface="Shadows Into Light Two"/>
              <a:buNone/>
              <a:defRPr b="1" sz="3000">
                <a:solidFill>
                  <a:schemeClr val="dk1"/>
                </a:solidFill>
                <a:latin typeface="Shadows Into Light Two"/>
                <a:ea typeface="Shadows Into Light Two"/>
                <a:cs typeface="Shadows Into Light Two"/>
                <a:sym typeface="Shadows Into Light Two"/>
              </a:defRPr>
            </a:lvl6pPr>
            <a:lvl7pPr lvl="6" rtl="0">
              <a:spcBef>
                <a:spcPts val="0"/>
              </a:spcBef>
              <a:spcAft>
                <a:spcPts val="0"/>
              </a:spcAft>
              <a:buClr>
                <a:schemeClr val="dk1"/>
              </a:buClr>
              <a:buSzPts val="3000"/>
              <a:buFont typeface="Shadows Into Light Two"/>
              <a:buNone/>
              <a:defRPr b="1" sz="3000">
                <a:solidFill>
                  <a:schemeClr val="dk1"/>
                </a:solidFill>
                <a:latin typeface="Shadows Into Light Two"/>
                <a:ea typeface="Shadows Into Light Two"/>
                <a:cs typeface="Shadows Into Light Two"/>
                <a:sym typeface="Shadows Into Light Two"/>
              </a:defRPr>
            </a:lvl7pPr>
            <a:lvl8pPr lvl="7" rtl="0">
              <a:spcBef>
                <a:spcPts val="0"/>
              </a:spcBef>
              <a:spcAft>
                <a:spcPts val="0"/>
              </a:spcAft>
              <a:buClr>
                <a:schemeClr val="dk1"/>
              </a:buClr>
              <a:buSzPts val="3000"/>
              <a:buFont typeface="Shadows Into Light Two"/>
              <a:buNone/>
              <a:defRPr b="1" sz="3000">
                <a:solidFill>
                  <a:schemeClr val="dk1"/>
                </a:solidFill>
                <a:latin typeface="Shadows Into Light Two"/>
                <a:ea typeface="Shadows Into Light Two"/>
                <a:cs typeface="Shadows Into Light Two"/>
                <a:sym typeface="Shadows Into Light Two"/>
              </a:defRPr>
            </a:lvl8pPr>
            <a:lvl9pPr lvl="8" rtl="0">
              <a:spcBef>
                <a:spcPts val="0"/>
              </a:spcBef>
              <a:spcAft>
                <a:spcPts val="0"/>
              </a:spcAft>
              <a:buClr>
                <a:schemeClr val="dk1"/>
              </a:buClr>
              <a:buSzPts val="3000"/>
              <a:buFont typeface="Shadows Into Light Two"/>
              <a:buNone/>
              <a:defRPr b="1" sz="3000">
                <a:solidFill>
                  <a:schemeClr val="dk1"/>
                </a:solidFill>
                <a:latin typeface="Shadows Into Light Two"/>
                <a:ea typeface="Shadows Into Light Two"/>
                <a:cs typeface="Shadows Into Light Two"/>
                <a:sym typeface="Shadows Into Light Two"/>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Actor"/>
              <a:buChar char="●"/>
              <a:defRPr>
                <a:solidFill>
                  <a:schemeClr val="dk1"/>
                </a:solidFill>
                <a:latin typeface="Actor"/>
                <a:ea typeface="Actor"/>
                <a:cs typeface="Actor"/>
                <a:sym typeface="Actor"/>
              </a:defRPr>
            </a:lvl1pPr>
            <a:lvl2pPr indent="-317500" lvl="1" marL="914400">
              <a:lnSpc>
                <a:spcPct val="100000"/>
              </a:lnSpc>
              <a:spcBef>
                <a:spcPts val="1600"/>
              </a:spcBef>
              <a:spcAft>
                <a:spcPts val="0"/>
              </a:spcAft>
              <a:buClr>
                <a:schemeClr val="dk1"/>
              </a:buClr>
              <a:buSzPts val="1400"/>
              <a:buFont typeface="Actor"/>
              <a:buChar char="○"/>
              <a:defRPr>
                <a:solidFill>
                  <a:schemeClr val="dk1"/>
                </a:solidFill>
                <a:latin typeface="Actor"/>
                <a:ea typeface="Actor"/>
                <a:cs typeface="Actor"/>
                <a:sym typeface="Actor"/>
              </a:defRPr>
            </a:lvl2pPr>
            <a:lvl3pPr indent="-317500" lvl="2" marL="1371600">
              <a:lnSpc>
                <a:spcPct val="100000"/>
              </a:lnSpc>
              <a:spcBef>
                <a:spcPts val="1600"/>
              </a:spcBef>
              <a:spcAft>
                <a:spcPts val="0"/>
              </a:spcAft>
              <a:buClr>
                <a:schemeClr val="dk1"/>
              </a:buClr>
              <a:buSzPts val="1400"/>
              <a:buFont typeface="Actor"/>
              <a:buChar char="■"/>
              <a:defRPr>
                <a:solidFill>
                  <a:schemeClr val="dk1"/>
                </a:solidFill>
                <a:latin typeface="Actor"/>
                <a:ea typeface="Actor"/>
                <a:cs typeface="Actor"/>
                <a:sym typeface="Actor"/>
              </a:defRPr>
            </a:lvl3pPr>
            <a:lvl4pPr indent="-317500" lvl="3" marL="1828800">
              <a:lnSpc>
                <a:spcPct val="100000"/>
              </a:lnSpc>
              <a:spcBef>
                <a:spcPts val="1600"/>
              </a:spcBef>
              <a:spcAft>
                <a:spcPts val="0"/>
              </a:spcAft>
              <a:buClr>
                <a:schemeClr val="dk1"/>
              </a:buClr>
              <a:buSzPts val="1400"/>
              <a:buFont typeface="Actor"/>
              <a:buChar char="●"/>
              <a:defRPr>
                <a:solidFill>
                  <a:schemeClr val="dk1"/>
                </a:solidFill>
                <a:latin typeface="Actor"/>
                <a:ea typeface="Actor"/>
                <a:cs typeface="Actor"/>
                <a:sym typeface="Actor"/>
              </a:defRPr>
            </a:lvl4pPr>
            <a:lvl5pPr indent="-317500" lvl="4" marL="2286000">
              <a:lnSpc>
                <a:spcPct val="100000"/>
              </a:lnSpc>
              <a:spcBef>
                <a:spcPts val="1600"/>
              </a:spcBef>
              <a:spcAft>
                <a:spcPts val="0"/>
              </a:spcAft>
              <a:buClr>
                <a:schemeClr val="dk1"/>
              </a:buClr>
              <a:buSzPts val="1400"/>
              <a:buFont typeface="Actor"/>
              <a:buChar char="○"/>
              <a:defRPr>
                <a:solidFill>
                  <a:schemeClr val="dk1"/>
                </a:solidFill>
                <a:latin typeface="Actor"/>
                <a:ea typeface="Actor"/>
                <a:cs typeface="Actor"/>
                <a:sym typeface="Actor"/>
              </a:defRPr>
            </a:lvl5pPr>
            <a:lvl6pPr indent="-317500" lvl="5" marL="2743200">
              <a:lnSpc>
                <a:spcPct val="100000"/>
              </a:lnSpc>
              <a:spcBef>
                <a:spcPts val="1600"/>
              </a:spcBef>
              <a:spcAft>
                <a:spcPts val="0"/>
              </a:spcAft>
              <a:buClr>
                <a:schemeClr val="dk1"/>
              </a:buClr>
              <a:buSzPts val="1400"/>
              <a:buFont typeface="Actor"/>
              <a:buChar char="■"/>
              <a:defRPr>
                <a:solidFill>
                  <a:schemeClr val="dk1"/>
                </a:solidFill>
                <a:latin typeface="Actor"/>
                <a:ea typeface="Actor"/>
                <a:cs typeface="Actor"/>
                <a:sym typeface="Actor"/>
              </a:defRPr>
            </a:lvl6pPr>
            <a:lvl7pPr indent="-317500" lvl="6" marL="3200400">
              <a:lnSpc>
                <a:spcPct val="100000"/>
              </a:lnSpc>
              <a:spcBef>
                <a:spcPts val="1600"/>
              </a:spcBef>
              <a:spcAft>
                <a:spcPts val="0"/>
              </a:spcAft>
              <a:buClr>
                <a:schemeClr val="dk1"/>
              </a:buClr>
              <a:buSzPts val="1400"/>
              <a:buFont typeface="Actor"/>
              <a:buChar char="●"/>
              <a:defRPr>
                <a:solidFill>
                  <a:schemeClr val="dk1"/>
                </a:solidFill>
                <a:latin typeface="Actor"/>
                <a:ea typeface="Actor"/>
                <a:cs typeface="Actor"/>
                <a:sym typeface="Actor"/>
              </a:defRPr>
            </a:lvl7pPr>
            <a:lvl8pPr indent="-317500" lvl="7" marL="3657600">
              <a:lnSpc>
                <a:spcPct val="100000"/>
              </a:lnSpc>
              <a:spcBef>
                <a:spcPts val="1600"/>
              </a:spcBef>
              <a:spcAft>
                <a:spcPts val="0"/>
              </a:spcAft>
              <a:buClr>
                <a:schemeClr val="dk1"/>
              </a:buClr>
              <a:buSzPts val="1400"/>
              <a:buFont typeface="Actor"/>
              <a:buChar char="○"/>
              <a:defRPr>
                <a:solidFill>
                  <a:schemeClr val="dk1"/>
                </a:solidFill>
                <a:latin typeface="Actor"/>
                <a:ea typeface="Actor"/>
                <a:cs typeface="Actor"/>
                <a:sym typeface="Actor"/>
              </a:defRPr>
            </a:lvl8pPr>
            <a:lvl9pPr indent="-317500" lvl="8" marL="4114800">
              <a:lnSpc>
                <a:spcPct val="100000"/>
              </a:lnSpc>
              <a:spcBef>
                <a:spcPts val="1600"/>
              </a:spcBef>
              <a:spcAft>
                <a:spcPts val="1600"/>
              </a:spcAft>
              <a:buClr>
                <a:schemeClr val="dk1"/>
              </a:buClr>
              <a:buSzPts val="1400"/>
              <a:buFont typeface="Actor"/>
              <a:buChar char="■"/>
              <a:defRPr>
                <a:solidFill>
                  <a:schemeClr val="dk1"/>
                </a:solidFill>
                <a:latin typeface="Actor"/>
                <a:ea typeface="Actor"/>
                <a:cs typeface="Actor"/>
                <a:sym typeface="Actor"/>
              </a:defRPr>
            </a:lvl9pPr>
          </a:lstStyle>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 id="2147483669" r:id="rId23"/>
    <p:sldLayoutId id="2147483670" r:id="rId24"/>
    <p:sldLayoutId id="2147483671" r:id="rId25"/>
    <p:sldLayoutId id="2147483672" r:id="rId26"/>
    <p:sldLayoutId id="2147483673" r:id="rId27"/>
    <p:sldLayoutId id="2147483674" r:id="rId28"/>
    <p:sldLayoutId id="2147483675" r:id="rId29"/>
    <p:sldLayoutId id="2147483676" r:id="rId30"/>
    <p:sldLayoutId id="2147483677" r:id="rId31"/>
    <p:sldLayoutId id="2147483678" r:id="rId32"/>
    <p:sldLayoutId id="2147483679" r:id="rId3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26" name="Shape 526"/>
        <p:cNvGrpSpPr/>
        <p:nvPr/>
      </p:nvGrpSpPr>
      <p:grpSpPr>
        <a:xfrm>
          <a:off x="0" y="0"/>
          <a:ext cx="0" cy="0"/>
          <a:chOff x="0" y="0"/>
          <a:chExt cx="0" cy="0"/>
        </a:xfrm>
      </p:grpSpPr>
      <p:sp>
        <p:nvSpPr>
          <p:cNvPr id="527" name="Google Shape;527;p3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528" name="Google Shape;528;p3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0" r:id="rId1"/>
    <p:sldLayoutId id="214748368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0.xml"/><Relationship Id="rId4" Type="http://schemas.openxmlformats.org/officeDocument/2006/relationships/slide" Target="/ppt/slides/slide37.xml"/><Relationship Id="rId9" Type="http://schemas.openxmlformats.org/officeDocument/2006/relationships/slide" Target="/ppt/slides/slide48.xml"/><Relationship Id="rId5" Type="http://schemas.openxmlformats.org/officeDocument/2006/relationships/slide" Target="/ppt/slides/slide36.xml"/><Relationship Id="rId6" Type="http://schemas.openxmlformats.org/officeDocument/2006/relationships/slide" Target="/ppt/slides/slide36.xml"/><Relationship Id="rId7" Type="http://schemas.openxmlformats.org/officeDocument/2006/relationships/slide" Target="/ppt/slides/slide35.xml"/><Relationship Id="rId8" Type="http://schemas.openxmlformats.org/officeDocument/2006/relationships/slide" Target="/ppt/slides/slide40.xml"/><Relationship Id="rId11" Type="http://schemas.openxmlformats.org/officeDocument/2006/relationships/slide" Target="/ppt/slides/slide42.xml"/><Relationship Id="rId10" Type="http://schemas.openxmlformats.org/officeDocument/2006/relationships/slide" Target="/ppt/slides/slide48.xml"/><Relationship Id="rId13" Type="http://schemas.openxmlformats.org/officeDocument/2006/relationships/hyperlink" Target="https://bit.ly/3A1uf1Q" TargetMode="External"/><Relationship Id="rId12"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7.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15.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 Id="rId3" Type="http://schemas.openxmlformats.org/officeDocument/2006/relationships/image" Target="../media/image16.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1.xml"/><Relationship Id="rId3" Type="http://schemas.openxmlformats.org/officeDocument/2006/relationships/image" Target="../media/image1.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2.xml"/><Relationship Id="rId3" Type="http://schemas.openxmlformats.org/officeDocument/2006/relationships/image" Target="../media/image2.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3.xml"/><Relationship Id="rId3" Type="http://schemas.openxmlformats.org/officeDocument/2006/relationships/image" Target="../media/image24.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image" Target="../media/image23.jpg"/><Relationship Id="rId4" Type="http://schemas.openxmlformats.org/officeDocument/2006/relationships/image" Target="../media/image19.jpg"/><Relationship Id="rId5" Type="http://schemas.openxmlformats.org/officeDocument/2006/relationships/image" Target="../media/image12.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 Id="rId3" Type="http://schemas.openxmlformats.org/officeDocument/2006/relationships/image" Target="../media/image21.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0.xml"/><Relationship Id="rId3" Type="http://schemas.openxmlformats.org/officeDocument/2006/relationships/image" Target="../media/image17.jpg"/><Relationship Id="rId4" Type="http://schemas.openxmlformats.org/officeDocument/2006/relationships/image" Target="../media/image20.jpg"/><Relationship Id="rId5" Type="http://schemas.openxmlformats.org/officeDocument/2006/relationships/image" Target="../media/image22.jpg"/><Relationship Id="rId6" Type="http://schemas.openxmlformats.org/officeDocument/2006/relationships/image" Target="../media/image24.jpg"/><Relationship Id="rId7" Type="http://schemas.openxmlformats.org/officeDocument/2006/relationships/image" Target="../media/image25.jpg"/><Relationship Id="rId8" Type="http://schemas.openxmlformats.org/officeDocument/2006/relationships/image" Target="../media/image13.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1.xml"/><Relationship Id="rId3" Type="http://schemas.openxmlformats.org/officeDocument/2006/relationships/hyperlink" Target="https://docs.google.com/spreadsheets/d/130JIMaXnOob50nGRs8q3ksVTuZAz8qgWkKRC549sIEM/copy" TargetMode="External"/><Relationship Id="rId4" Type="http://schemas.openxmlformats.org/officeDocument/2006/relationships/image" Target="../media/image3.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3.xml"/><Relationship Id="rId3" Type="http://schemas.openxmlformats.org/officeDocument/2006/relationships/image" Target="../media/image11.jpg"/><Relationship Id="rId4" Type="http://schemas.openxmlformats.org/officeDocument/2006/relationships/image" Target="../media/image18.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6.xml"/><Relationship Id="rId3" Type="http://schemas.openxmlformats.org/officeDocument/2006/relationships/hyperlink" Target="https://www.freepik.com/free-vector/sketchy-bullet-journal-planner-template_11155981.htm/?utm_source=slidesgo_template&amp;utm_medium=referral-link&amp;utm_campaign=sg_resources&amp;utm_content=freepik" TargetMode="External"/><Relationship Id="rId4" Type="http://schemas.openxmlformats.org/officeDocument/2006/relationships/hyperlink" Target="https://www.freepik.com/free-vector/hand-drawn-washi-tape-collection_10360830.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20" Type="http://schemas.openxmlformats.org/officeDocument/2006/relationships/hyperlink" Target="https://www.freepik.com/free-photo/laughing-man-watching-movie_2273287.htm/?utm_source=slidesgo_template&amp;utm_medium=referral-link&amp;utm_campaign=sg_resources&amp;utm_content=freepik" TargetMode="External"/><Relationship Id="rId22" Type="http://schemas.openxmlformats.org/officeDocument/2006/relationships/hyperlink" Target="https://www.freepik.com/free-photo/young-family-enjoying-trips_20288401.htm/?utm_source=slidesgo_template&amp;utm_medium=referral-link&amp;utm_campaign=sg_resources&amp;utm_content=freepik" TargetMode="External"/><Relationship Id="rId21" Type="http://schemas.openxmlformats.org/officeDocument/2006/relationships/hyperlink" Target="https://www.freepik.com/free-photo/close-up-people-car-with-map_13436997.htm/?utm_source=slidesgo_template&amp;utm_medium=referral-link&amp;utm_campaign=sg_resources&amp;utm_content=freepik" TargetMode="External"/><Relationship Id="rId23" Type="http://schemas.openxmlformats.org/officeDocument/2006/relationships/hyperlink" Target="https://www.freepik.com/free-photo/woman-blowing-candles-her-happy-birthday-cake_11195311.htm/?utm_source=slidesgo_template&amp;utm_medium=referral-link&amp;utm_campaign=sg_resources&amp;utm_content=freepik" TargetMode="External"/><Relationship Id="rId1" Type="http://schemas.openxmlformats.org/officeDocument/2006/relationships/slideLayout" Target="../slideLayouts/slideLayout24.xml"/><Relationship Id="rId2" Type="http://schemas.openxmlformats.org/officeDocument/2006/relationships/notesSlide" Target="../notesSlides/notesSlide37.xml"/><Relationship Id="rId3" Type="http://schemas.openxmlformats.org/officeDocument/2006/relationships/hyperlink" Target="https://www.freepik.com/free-photo/young-adults-traveling-london_22378133.htm/?utm_source=slidesgo_template&amp;utm_medium=referral-link&amp;utm_campaign=sg_resources&amp;utm_content=freepik" TargetMode="External"/><Relationship Id="rId4" Type="http://schemas.openxmlformats.org/officeDocument/2006/relationships/hyperlink" Target="https://www.freepik.com/free-photo/full-shot-happy-people-sitting-forest_15598543.htm/?utm_source=slidesgo_template&amp;utm_medium=referral-link&amp;utm_campaign=sg_resources&amp;utm_content=freepik" TargetMode="External"/><Relationship Id="rId9" Type="http://schemas.openxmlformats.org/officeDocument/2006/relationships/hyperlink" Target="https://www.freepik.com/free-photo/group-friends-making-funny-grimaces_49639411.htm/?utm_source=slidesgo_template&amp;utm_medium=referral-link&amp;utm_campaign=sg_resources&amp;utm_content=freepik" TargetMode="External"/><Relationship Id="rId5" Type="http://schemas.openxmlformats.org/officeDocument/2006/relationships/hyperlink" Target="https://www.freepik.com/free-photo/side-view-smiley-man-playing-with-dog_26410551.htm/?utm_source=slidesgo_template&amp;utm_medium=referral-link&amp;utm_campaign=sg_resources&amp;utm_content=freepik" TargetMode="External"/><Relationship Id="rId6" Type="http://schemas.openxmlformats.org/officeDocument/2006/relationships/hyperlink" Target="https://www.freepik.com/free-photo/couple-enjoying-time-with-dog_7872155.htm/?utm_source=slidesgo_template&amp;utm_medium=referral-link&amp;utm_campaign=sg_resources&amp;utm_content=freepik" TargetMode="External"/><Relationship Id="rId7" Type="http://schemas.openxmlformats.org/officeDocument/2006/relationships/hyperlink" Target="https://www.freepik.com/free-photo/full-shot-friends-sitting-blanket_21927422.htm/?utm_source=slidesgo_template&amp;utm_medium=referral-link&amp;utm_campaign=sg_resources&amp;utm_content=freepik" TargetMode="External"/><Relationship Id="rId8" Type="http://schemas.openxmlformats.org/officeDocument/2006/relationships/hyperlink" Target="https://www.freepik.com/free-photo/best-friends-having-fun-together-outdoors_18266949.htm/?utm_source=slidesgo_template&amp;utm_medium=referral-link&amp;utm_campaign=sg_resources&amp;utm_content=freepik" TargetMode="External"/><Relationship Id="rId11" Type="http://schemas.openxmlformats.org/officeDocument/2006/relationships/hyperlink" Target="https://www.freepik.com/free-photo/men-playing-chess-indoors-side-view_37453313.htm/?utm_source=slidesgo_template&amp;utm_medium=referral-link&amp;utm_campaign=sg_resources&amp;utm_content=freepik" TargetMode="External"/><Relationship Id="rId10" Type="http://schemas.openxmlformats.org/officeDocument/2006/relationships/hyperlink" Target="https://www.freepik.com/free-photo/people-drinking-coffee-spacious-cafeteria_43686379.htm/?utm_source=slidesgo_template&amp;utm_medium=referral-link&amp;utm_campaign=sg_resources&amp;utm_content=freepik" TargetMode="External"/><Relationship Id="rId13" Type="http://schemas.openxmlformats.org/officeDocument/2006/relationships/hyperlink" Target="https://www.freepik.com/free-photo/close-up-smiley-woman-outdoors_15186737.htm/?utm_source=slidesgo_template&amp;utm_medium=referral-link&amp;utm_campaign=sg_resources&amp;utm_content=freepik" TargetMode="External"/><Relationship Id="rId12" Type="http://schemas.openxmlformats.org/officeDocument/2006/relationships/hyperlink" Target="https://www.freepik.com/free-photo/portrait-handsome-man-outdoors_17809465.htm/?utm_source=slidesgo_template&amp;utm_medium=referral-link&amp;utm_campaign=sg_resources&amp;utm_content=freepik" TargetMode="External"/><Relationship Id="rId15" Type="http://schemas.openxmlformats.org/officeDocument/2006/relationships/hyperlink" Target="https://www.freepik.com/free-vector/vintage-scrapbook-paper-collection_10503805.htm/?utm_source=slidesgo_template&amp;utm_medium=referral-link&amp;utm_campaign=sg_resources&amp;utm_content=freepik" TargetMode="External"/><Relationship Id="rId14" Type="http://schemas.openxmlformats.org/officeDocument/2006/relationships/hyperlink" Target="https://www.freepik.com/free-vector/vintage-scrapbook-paper-collection_10346073.htm/?utm_source=slidesgo_template&amp;utm_medium=referral-link&amp;utm_campaign=sg_resources&amp;utm_content=freepik" TargetMode="External"/><Relationship Id="rId17" Type="http://schemas.openxmlformats.org/officeDocument/2006/relationships/hyperlink" Target="https://www.freepik.com/free-vector/set-hand-drawn-bullet-journal-elements_11156016.htm/?utm_source=slidesgo_template&amp;utm_medium=referral-link&amp;utm_campaign=sg_resources&amp;utm_content=freepik" TargetMode="External"/><Relationship Id="rId16" Type="http://schemas.openxmlformats.org/officeDocument/2006/relationships/hyperlink" Target="https://www.freepik.com/free-vector/hand-drawn-washi-tape-collection_10360830.htm/?utm_source=slidesgo_template&amp;utm_medium=referral-link&amp;utm_campaign=sg_resources&amp;utm_content=freepik" TargetMode="External"/><Relationship Id="rId19" Type="http://schemas.openxmlformats.org/officeDocument/2006/relationships/hyperlink" Target="https://www.freepik.com/free-vector/doodled-bullet-journal-planner-template_11155969.htm/?utm_source=slidesgo_template&amp;utm_medium=referral-link&amp;utm_campaign=sg_resources&amp;utm_content=freepik" TargetMode="External"/><Relationship Id="rId18" Type="http://schemas.openxmlformats.org/officeDocument/2006/relationships/hyperlink" Target="https://www.freepik.com/free-vector/sketchy-bullet-journal-planner-template_11155981.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0.xml"/><Relationship Id="rId3" Type="http://schemas.openxmlformats.org/officeDocument/2006/relationships/hyperlink" Target="https://fonts.google.com/specimen/Shadows+Into+Light+Two" TargetMode="External"/><Relationship Id="rId4" Type="http://schemas.openxmlformats.org/officeDocument/2006/relationships/hyperlink" Target="https://fonts.google.com/specimen/Actor"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4.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5.png"/><Relationship Id="rId14" Type="http://schemas.openxmlformats.org/officeDocument/2006/relationships/image" Target="../media/image6.png"/><Relationship Id="rId17" Type="http://schemas.openxmlformats.org/officeDocument/2006/relationships/image" Target="../media/image10.png"/><Relationship Id="rId16" Type="http://schemas.openxmlformats.org/officeDocument/2006/relationships/image" Target="../media/image8.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8.xml"/><Relationship Id="rId3" Type="http://schemas.openxmlformats.org/officeDocument/2006/relationships/hyperlink" Target="https://workspace.google.com/marketplace/app/icons_for_slides_docs/381578326502"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2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 name="Shape 535"/>
        <p:cNvGrpSpPr/>
        <p:nvPr/>
      </p:nvGrpSpPr>
      <p:grpSpPr>
        <a:xfrm>
          <a:off x="0" y="0"/>
          <a:ext cx="0" cy="0"/>
          <a:chOff x="0" y="0"/>
          <a:chExt cx="0" cy="0"/>
        </a:xfrm>
      </p:grpSpPr>
      <p:sp>
        <p:nvSpPr>
          <p:cNvPr id="536" name="Google Shape;536;p37"/>
          <p:cNvSpPr/>
          <p:nvPr/>
        </p:nvSpPr>
        <p:spPr>
          <a:xfrm>
            <a:off x="7476522" y="676051"/>
            <a:ext cx="214171" cy="519601"/>
          </a:xfrm>
          <a:custGeom>
            <a:rect b="b" l="l" r="r" t="t"/>
            <a:pathLst>
              <a:path extrusionOk="0" h="387762" w="159829">
                <a:moveTo>
                  <a:pt x="79915" y="0"/>
                </a:moveTo>
                <a:cubicBezTo>
                  <a:pt x="35814" y="0"/>
                  <a:pt x="0" y="35814"/>
                  <a:pt x="0" y="79915"/>
                </a:cubicBezTo>
                <a:lnTo>
                  <a:pt x="0" y="90202"/>
                </a:lnTo>
                <a:lnTo>
                  <a:pt x="17907" y="90202"/>
                </a:lnTo>
                <a:lnTo>
                  <a:pt x="17907" y="79915"/>
                </a:lnTo>
                <a:cubicBezTo>
                  <a:pt x="17907" y="45720"/>
                  <a:pt x="45720" y="17907"/>
                  <a:pt x="79915" y="17907"/>
                </a:cubicBezTo>
                <a:cubicBezTo>
                  <a:pt x="114110" y="17907"/>
                  <a:pt x="141923" y="45720"/>
                  <a:pt x="141923" y="79915"/>
                </a:cubicBezTo>
                <a:lnTo>
                  <a:pt x="141923" y="337471"/>
                </a:lnTo>
                <a:cubicBezTo>
                  <a:pt x="141923" y="355282"/>
                  <a:pt x="127445" y="369856"/>
                  <a:pt x="109538" y="369856"/>
                </a:cubicBezTo>
                <a:lnTo>
                  <a:pt x="101632" y="369856"/>
                </a:lnTo>
                <a:cubicBezTo>
                  <a:pt x="83820" y="369856"/>
                  <a:pt x="69247" y="355378"/>
                  <a:pt x="69247" y="337471"/>
                </a:cubicBezTo>
                <a:lnTo>
                  <a:pt x="69247" y="115919"/>
                </a:lnTo>
                <a:cubicBezTo>
                  <a:pt x="69247" y="110966"/>
                  <a:pt x="65246" y="106966"/>
                  <a:pt x="60293" y="106966"/>
                </a:cubicBezTo>
                <a:cubicBezTo>
                  <a:pt x="55340" y="106966"/>
                  <a:pt x="51340" y="110966"/>
                  <a:pt x="51340" y="115919"/>
                </a:cubicBezTo>
                <a:lnTo>
                  <a:pt x="51340" y="337471"/>
                </a:lnTo>
                <a:cubicBezTo>
                  <a:pt x="51340" y="365188"/>
                  <a:pt x="73914" y="387763"/>
                  <a:pt x="101632" y="387763"/>
                </a:cubicBezTo>
                <a:lnTo>
                  <a:pt x="109538" y="387763"/>
                </a:lnTo>
                <a:cubicBezTo>
                  <a:pt x="137255" y="387763"/>
                  <a:pt x="159829" y="365188"/>
                  <a:pt x="159829" y="337471"/>
                </a:cubicBezTo>
                <a:lnTo>
                  <a:pt x="159829" y="79915"/>
                </a:lnTo>
                <a:cubicBezTo>
                  <a:pt x="159829" y="35814"/>
                  <a:pt x="124016" y="0"/>
                  <a:pt x="7991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37" name="Google Shape;537;p37"/>
          <p:cNvGrpSpPr/>
          <p:nvPr/>
        </p:nvGrpSpPr>
        <p:grpSpPr>
          <a:xfrm>
            <a:off x="-511559" y="3197866"/>
            <a:ext cx="3060497" cy="2689841"/>
            <a:chOff x="-511559" y="3197866"/>
            <a:chExt cx="3060497" cy="2689841"/>
          </a:xfrm>
        </p:grpSpPr>
        <p:sp>
          <p:nvSpPr>
            <p:cNvPr id="538" name="Google Shape;538;p37"/>
            <p:cNvSpPr/>
            <p:nvPr/>
          </p:nvSpPr>
          <p:spPr>
            <a:xfrm>
              <a:off x="-510971" y="3197866"/>
              <a:ext cx="3059909" cy="2689841"/>
            </a:xfrm>
            <a:custGeom>
              <a:rect b="b" l="l" r="r" t="t"/>
              <a:pathLst>
                <a:path extrusionOk="0" h="1308925" w="1489007">
                  <a:moveTo>
                    <a:pt x="1209770" y="1308926"/>
                  </a:moveTo>
                  <a:lnTo>
                    <a:pt x="0" y="873919"/>
                  </a:lnTo>
                  <a:lnTo>
                    <a:pt x="117634" y="546830"/>
                  </a:lnTo>
                  <a:cubicBezTo>
                    <a:pt x="121063" y="546640"/>
                    <a:pt x="124587" y="546545"/>
                    <a:pt x="127445" y="547307"/>
                  </a:cubicBezTo>
                  <a:cubicBezTo>
                    <a:pt x="132112" y="540544"/>
                    <a:pt x="131636" y="533686"/>
                    <a:pt x="138398" y="528733"/>
                  </a:cubicBezTo>
                  <a:cubicBezTo>
                    <a:pt x="145732" y="523208"/>
                    <a:pt x="157067" y="521875"/>
                    <a:pt x="164211" y="516160"/>
                  </a:cubicBezTo>
                  <a:cubicBezTo>
                    <a:pt x="170974" y="510731"/>
                    <a:pt x="173641" y="500539"/>
                    <a:pt x="176308" y="490442"/>
                  </a:cubicBezTo>
                  <a:cubicBezTo>
                    <a:pt x="176974" y="487394"/>
                    <a:pt x="177832" y="484346"/>
                    <a:pt x="178689" y="481394"/>
                  </a:cubicBezTo>
                  <a:cubicBezTo>
                    <a:pt x="180022" y="476441"/>
                    <a:pt x="181832" y="471869"/>
                    <a:pt x="184309" y="468154"/>
                  </a:cubicBezTo>
                  <a:cubicBezTo>
                    <a:pt x="202882" y="475488"/>
                    <a:pt x="210788" y="436055"/>
                    <a:pt x="214884" y="424624"/>
                  </a:cubicBezTo>
                  <a:lnTo>
                    <a:pt x="226219" y="393192"/>
                  </a:lnTo>
                  <a:cubicBezTo>
                    <a:pt x="229076" y="385286"/>
                    <a:pt x="230600" y="375571"/>
                    <a:pt x="234887" y="368522"/>
                  </a:cubicBezTo>
                  <a:cubicBezTo>
                    <a:pt x="236125" y="366427"/>
                    <a:pt x="238411" y="367094"/>
                    <a:pt x="239554" y="365379"/>
                  </a:cubicBezTo>
                  <a:cubicBezTo>
                    <a:pt x="245554" y="356140"/>
                    <a:pt x="249746" y="347091"/>
                    <a:pt x="253651" y="337566"/>
                  </a:cubicBezTo>
                  <a:cubicBezTo>
                    <a:pt x="254889" y="334709"/>
                    <a:pt x="255937" y="331851"/>
                    <a:pt x="256985" y="328898"/>
                  </a:cubicBezTo>
                  <a:cubicBezTo>
                    <a:pt x="257461" y="327755"/>
                    <a:pt x="257842" y="326708"/>
                    <a:pt x="258223" y="325565"/>
                  </a:cubicBezTo>
                  <a:cubicBezTo>
                    <a:pt x="262128" y="314897"/>
                    <a:pt x="262319" y="319754"/>
                    <a:pt x="271939" y="320040"/>
                  </a:cubicBezTo>
                  <a:cubicBezTo>
                    <a:pt x="273939" y="320040"/>
                    <a:pt x="275463" y="319564"/>
                    <a:pt x="276987" y="318802"/>
                  </a:cubicBezTo>
                  <a:cubicBezTo>
                    <a:pt x="278416" y="318230"/>
                    <a:pt x="279845" y="317564"/>
                    <a:pt x="281369" y="317183"/>
                  </a:cubicBezTo>
                  <a:cubicBezTo>
                    <a:pt x="283845" y="316801"/>
                    <a:pt x="285464" y="317564"/>
                    <a:pt x="287179" y="317754"/>
                  </a:cubicBezTo>
                  <a:cubicBezTo>
                    <a:pt x="288417" y="317945"/>
                    <a:pt x="289750" y="317754"/>
                    <a:pt x="291655" y="316516"/>
                  </a:cubicBezTo>
                  <a:cubicBezTo>
                    <a:pt x="296799" y="312992"/>
                    <a:pt x="300609" y="302800"/>
                    <a:pt x="303562" y="297751"/>
                  </a:cubicBezTo>
                  <a:cubicBezTo>
                    <a:pt x="311277" y="299847"/>
                    <a:pt x="316992" y="298323"/>
                    <a:pt x="324803" y="300323"/>
                  </a:cubicBezTo>
                  <a:cubicBezTo>
                    <a:pt x="329660" y="293561"/>
                    <a:pt x="330232" y="283559"/>
                    <a:pt x="333661" y="275844"/>
                  </a:cubicBezTo>
                  <a:cubicBezTo>
                    <a:pt x="334899" y="273272"/>
                    <a:pt x="336423" y="270891"/>
                    <a:pt x="338709" y="269081"/>
                  </a:cubicBezTo>
                  <a:cubicBezTo>
                    <a:pt x="338995" y="268796"/>
                    <a:pt x="339471" y="268415"/>
                    <a:pt x="339947" y="268224"/>
                  </a:cubicBezTo>
                  <a:cubicBezTo>
                    <a:pt x="342233" y="266605"/>
                    <a:pt x="345377" y="265367"/>
                    <a:pt x="347853" y="264890"/>
                  </a:cubicBezTo>
                  <a:cubicBezTo>
                    <a:pt x="348996" y="264605"/>
                    <a:pt x="356521" y="265748"/>
                    <a:pt x="356806" y="265462"/>
                  </a:cubicBezTo>
                  <a:cubicBezTo>
                    <a:pt x="362236" y="261366"/>
                    <a:pt x="356806" y="241078"/>
                    <a:pt x="357473" y="234696"/>
                  </a:cubicBezTo>
                  <a:cubicBezTo>
                    <a:pt x="358330" y="226409"/>
                    <a:pt x="357092" y="220599"/>
                    <a:pt x="354806" y="212884"/>
                  </a:cubicBezTo>
                  <a:cubicBezTo>
                    <a:pt x="353949" y="210026"/>
                    <a:pt x="348424" y="201454"/>
                    <a:pt x="350330" y="198596"/>
                  </a:cubicBezTo>
                  <a:cubicBezTo>
                    <a:pt x="354139" y="193262"/>
                    <a:pt x="379952" y="203549"/>
                    <a:pt x="385096" y="204597"/>
                  </a:cubicBezTo>
                  <a:cubicBezTo>
                    <a:pt x="386239" y="204788"/>
                    <a:pt x="387191" y="204978"/>
                    <a:pt x="388334" y="205169"/>
                  </a:cubicBezTo>
                  <a:cubicBezTo>
                    <a:pt x="394525" y="206312"/>
                    <a:pt x="400717" y="207264"/>
                    <a:pt x="407003" y="208312"/>
                  </a:cubicBezTo>
                  <a:cubicBezTo>
                    <a:pt x="410051" y="208788"/>
                    <a:pt x="413290" y="209360"/>
                    <a:pt x="416338" y="209931"/>
                  </a:cubicBezTo>
                  <a:cubicBezTo>
                    <a:pt x="417481" y="210026"/>
                    <a:pt x="418433" y="210312"/>
                    <a:pt x="419576" y="210503"/>
                  </a:cubicBezTo>
                  <a:cubicBezTo>
                    <a:pt x="420433" y="209741"/>
                    <a:pt x="421100" y="208598"/>
                    <a:pt x="421291" y="207074"/>
                  </a:cubicBezTo>
                  <a:cubicBezTo>
                    <a:pt x="422148" y="204121"/>
                    <a:pt x="421767" y="199930"/>
                    <a:pt x="421291" y="195834"/>
                  </a:cubicBezTo>
                  <a:cubicBezTo>
                    <a:pt x="420814" y="191357"/>
                    <a:pt x="420338" y="186785"/>
                    <a:pt x="421005" y="183928"/>
                  </a:cubicBezTo>
                  <a:cubicBezTo>
                    <a:pt x="422624" y="177165"/>
                    <a:pt x="425958" y="171736"/>
                    <a:pt x="427387" y="164878"/>
                  </a:cubicBezTo>
                  <a:cubicBezTo>
                    <a:pt x="429196" y="155353"/>
                    <a:pt x="430435" y="141732"/>
                    <a:pt x="434816" y="131445"/>
                  </a:cubicBezTo>
                  <a:cubicBezTo>
                    <a:pt x="435864" y="128969"/>
                    <a:pt x="437197" y="126587"/>
                    <a:pt x="438626" y="124587"/>
                  </a:cubicBezTo>
                  <a:cubicBezTo>
                    <a:pt x="439007" y="124016"/>
                    <a:pt x="439388" y="123635"/>
                    <a:pt x="439769" y="123349"/>
                  </a:cubicBezTo>
                  <a:cubicBezTo>
                    <a:pt x="441388" y="121730"/>
                    <a:pt x="443103" y="121825"/>
                    <a:pt x="445198" y="120491"/>
                  </a:cubicBezTo>
                  <a:cubicBezTo>
                    <a:pt x="446627" y="119539"/>
                    <a:pt x="448056" y="118586"/>
                    <a:pt x="449389" y="117539"/>
                  </a:cubicBezTo>
                  <a:cubicBezTo>
                    <a:pt x="454247" y="114300"/>
                    <a:pt x="458819" y="110966"/>
                    <a:pt x="463487" y="107442"/>
                  </a:cubicBezTo>
                  <a:cubicBezTo>
                    <a:pt x="472821" y="100298"/>
                    <a:pt x="479679" y="93917"/>
                    <a:pt x="484441" y="83915"/>
                  </a:cubicBezTo>
                  <a:cubicBezTo>
                    <a:pt x="487680" y="77057"/>
                    <a:pt x="493966" y="70390"/>
                    <a:pt x="499396" y="64199"/>
                  </a:cubicBezTo>
                  <a:cubicBezTo>
                    <a:pt x="499967" y="63722"/>
                    <a:pt x="500348" y="63151"/>
                    <a:pt x="500824" y="62675"/>
                  </a:cubicBezTo>
                  <a:cubicBezTo>
                    <a:pt x="502920" y="60293"/>
                    <a:pt x="505111" y="58579"/>
                    <a:pt x="507302" y="57245"/>
                  </a:cubicBezTo>
                  <a:cubicBezTo>
                    <a:pt x="511493" y="54578"/>
                    <a:pt x="515874" y="52864"/>
                    <a:pt x="520065" y="49340"/>
                  </a:cubicBezTo>
                  <a:cubicBezTo>
                    <a:pt x="526352" y="44291"/>
                    <a:pt x="532447" y="40291"/>
                    <a:pt x="537686" y="34385"/>
                  </a:cubicBezTo>
                  <a:cubicBezTo>
                    <a:pt x="540353" y="31433"/>
                    <a:pt x="542449" y="26003"/>
                    <a:pt x="545306" y="23432"/>
                  </a:cubicBezTo>
                  <a:cubicBezTo>
                    <a:pt x="550640" y="18669"/>
                    <a:pt x="557784" y="20860"/>
                    <a:pt x="564166" y="22384"/>
                  </a:cubicBezTo>
                  <a:cubicBezTo>
                    <a:pt x="565499" y="22670"/>
                    <a:pt x="566928" y="22955"/>
                    <a:pt x="568071" y="23241"/>
                  </a:cubicBezTo>
                  <a:cubicBezTo>
                    <a:pt x="570166" y="20384"/>
                    <a:pt x="569309" y="16002"/>
                    <a:pt x="568071" y="11621"/>
                  </a:cubicBezTo>
                  <a:lnTo>
                    <a:pt x="572262" y="0"/>
                  </a:lnTo>
                  <a:lnTo>
                    <a:pt x="574643" y="857"/>
                  </a:lnTo>
                  <a:cubicBezTo>
                    <a:pt x="573500" y="3905"/>
                    <a:pt x="571976" y="6001"/>
                    <a:pt x="574167" y="9811"/>
                  </a:cubicBezTo>
                  <a:cubicBezTo>
                    <a:pt x="575024" y="11049"/>
                    <a:pt x="576167" y="12287"/>
                    <a:pt x="577310" y="13430"/>
                  </a:cubicBezTo>
                  <a:cubicBezTo>
                    <a:pt x="579691" y="15621"/>
                    <a:pt x="582549" y="17812"/>
                    <a:pt x="584454" y="20288"/>
                  </a:cubicBezTo>
                  <a:cubicBezTo>
                    <a:pt x="588836" y="26099"/>
                    <a:pt x="591312" y="26289"/>
                    <a:pt x="596741" y="29813"/>
                  </a:cubicBezTo>
                  <a:cubicBezTo>
                    <a:pt x="605219" y="35147"/>
                    <a:pt x="609314" y="48101"/>
                    <a:pt x="609505" y="58388"/>
                  </a:cubicBezTo>
                  <a:cubicBezTo>
                    <a:pt x="617506" y="62960"/>
                    <a:pt x="623506" y="67818"/>
                    <a:pt x="630936" y="73628"/>
                  </a:cubicBezTo>
                  <a:cubicBezTo>
                    <a:pt x="632365" y="74676"/>
                    <a:pt x="633698" y="75724"/>
                    <a:pt x="635127" y="76486"/>
                  </a:cubicBezTo>
                  <a:cubicBezTo>
                    <a:pt x="637889" y="78296"/>
                    <a:pt x="640652" y="79629"/>
                    <a:pt x="643414" y="80867"/>
                  </a:cubicBezTo>
                  <a:cubicBezTo>
                    <a:pt x="649986" y="83630"/>
                    <a:pt x="656844" y="85344"/>
                    <a:pt x="663988" y="87916"/>
                  </a:cubicBezTo>
                  <a:cubicBezTo>
                    <a:pt x="665036" y="86106"/>
                    <a:pt x="666464" y="85820"/>
                    <a:pt x="668369" y="87059"/>
                  </a:cubicBezTo>
                  <a:cubicBezTo>
                    <a:pt x="671989" y="90011"/>
                    <a:pt x="674561" y="93726"/>
                    <a:pt x="676180" y="98203"/>
                  </a:cubicBezTo>
                  <a:cubicBezTo>
                    <a:pt x="679323" y="104585"/>
                    <a:pt x="680466" y="110585"/>
                    <a:pt x="686657" y="114681"/>
                  </a:cubicBezTo>
                  <a:cubicBezTo>
                    <a:pt x="692468" y="118396"/>
                    <a:pt x="700754" y="120968"/>
                    <a:pt x="708850" y="123158"/>
                  </a:cubicBezTo>
                  <a:cubicBezTo>
                    <a:pt x="711898" y="123920"/>
                    <a:pt x="714947" y="124873"/>
                    <a:pt x="717804" y="125730"/>
                  </a:cubicBezTo>
                  <a:cubicBezTo>
                    <a:pt x="719899" y="126397"/>
                    <a:pt x="721900" y="126968"/>
                    <a:pt x="723710" y="127635"/>
                  </a:cubicBezTo>
                  <a:cubicBezTo>
                    <a:pt x="733425" y="131255"/>
                    <a:pt x="733520" y="130588"/>
                    <a:pt x="742093" y="129826"/>
                  </a:cubicBezTo>
                  <a:cubicBezTo>
                    <a:pt x="742950" y="129731"/>
                    <a:pt x="748379" y="129445"/>
                    <a:pt x="749141" y="129159"/>
                  </a:cubicBezTo>
                  <a:cubicBezTo>
                    <a:pt x="750856" y="127349"/>
                    <a:pt x="752951" y="126016"/>
                    <a:pt x="755332" y="125159"/>
                  </a:cubicBezTo>
                  <a:lnTo>
                    <a:pt x="769144" y="122968"/>
                  </a:lnTo>
                  <a:cubicBezTo>
                    <a:pt x="771620" y="122206"/>
                    <a:pt x="773621" y="120872"/>
                    <a:pt x="775430" y="118967"/>
                  </a:cubicBezTo>
                  <a:cubicBezTo>
                    <a:pt x="777049" y="119063"/>
                    <a:pt x="778764" y="119158"/>
                    <a:pt x="780383" y="119348"/>
                  </a:cubicBezTo>
                  <a:cubicBezTo>
                    <a:pt x="783241" y="118586"/>
                    <a:pt x="786289" y="117443"/>
                    <a:pt x="789146" y="116491"/>
                  </a:cubicBezTo>
                  <a:cubicBezTo>
                    <a:pt x="794766" y="114491"/>
                    <a:pt x="797243" y="112109"/>
                    <a:pt x="802386" y="113919"/>
                  </a:cubicBezTo>
                  <a:cubicBezTo>
                    <a:pt x="802862" y="114110"/>
                    <a:pt x="803338" y="114395"/>
                    <a:pt x="803815" y="114586"/>
                  </a:cubicBezTo>
                  <a:cubicBezTo>
                    <a:pt x="808482" y="116681"/>
                    <a:pt x="807720" y="117729"/>
                    <a:pt x="809911" y="120491"/>
                  </a:cubicBezTo>
                  <a:cubicBezTo>
                    <a:pt x="810197" y="120872"/>
                    <a:pt x="810387" y="121158"/>
                    <a:pt x="810673" y="121539"/>
                  </a:cubicBezTo>
                  <a:cubicBezTo>
                    <a:pt x="816673" y="128492"/>
                    <a:pt x="828485" y="126778"/>
                    <a:pt x="834485" y="133350"/>
                  </a:cubicBezTo>
                  <a:cubicBezTo>
                    <a:pt x="836771" y="135731"/>
                    <a:pt x="835914" y="138970"/>
                    <a:pt x="839057" y="141351"/>
                  </a:cubicBezTo>
                  <a:cubicBezTo>
                    <a:pt x="843439" y="144780"/>
                    <a:pt x="852202" y="146018"/>
                    <a:pt x="857536" y="147923"/>
                  </a:cubicBezTo>
                  <a:cubicBezTo>
                    <a:pt x="864489" y="150400"/>
                    <a:pt x="871347" y="152495"/>
                    <a:pt x="878205" y="154591"/>
                  </a:cubicBezTo>
                  <a:cubicBezTo>
                    <a:pt x="881158" y="155448"/>
                    <a:pt x="884206" y="156305"/>
                    <a:pt x="887254" y="157067"/>
                  </a:cubicBezTo>
                  <a:cubicBezTo>
                    <a:pt x="898970" y="160401"/>
                    <a:pt x="910780" y="163640"/>
                    <a:pt x="922591" y="167926"/>
                  </a:cubicBezTo>
                  <a:cubicBezTo>
                    <a:pt x="933926" y="172022"/>
                    <a:pt x="948309" y="174689"/>
                    <a:pt x="954596" y="186404"/>
                  </a:cubicBezTo>
                  <a:cubicBezTo>
                    <a:pt x="955262" y="187643"/>
                    <a:pt x="955548" y="188976"/>
                    <a:pt x="955834" y="190310"/>
                  </a:cubicBezTo>
                  <a:cubicBezTo>
                    <a:pt x="956310" y="192215"/>
                    <a:pt x="956881" y="193929"/>
                    <a:pt x="958691" y="195072"/>
                  </a:cubicBezTo>
                  <a:cubicBezTo>
                    <a:pt x="960025" y="195929"/>
                    <a:pt x="961739" y="196215"/>
                    <a:pt x="963549" y="196310"/>
                  </a:cubicBezTo>
                  <a:cubicBezTo>
                    <a:pt x="966883" y="196406"/>
                    <a:pt x="970597" y="195644"/>
                    <a:pt x="973455" y="196406"/>
                  </a:cubicBezTo>
                  <a:cubicBezTo>
                    <a:pt x="980599" y="198215"/>
                    <a:pt x="986695" y="203454"/>
                    <a:pt x="994505" y="201930"/>
                  </a:cubicBezTo>
                  <a:cubicBezTo>
                    <a:pt x="999744" y="200882"/>
                    <a:pt x="1003268" y="196691"/>
                    <a:pt x="1007936" y="194405"/>
                  </a:cubicBezTo>
                  <a:cubicBezTo>
                    <a:pt x="1022699" y="186785"/>
                    <a:pt x="1032034" y="189738"/>
                    <a:pt x="1044702" y="194405"/>
                  </a:cubicBezTo>
                  <a:cubicBezTo>
                    <a:pt x="1046893" y="195263"/>
                    <a:pt x="1049179" y="196120"/>
                    <a:pt x="1051465" y="196977"/>
                  </a:cubicBezTo>
                  <a:cubicBezTo>
                    <a:pt x="1052036" y="197168"/>
                    <a:pt x="1052703" y="197453"/>
                    <a:pt x="1053370" y="197739"/>
                  </a:cubicBezTo>
                  <a:cubicBezTo>
                    <a:pt x="1058894" y="200025"/>
                    <a:pt x="1066705" y="204407"/>
                    <a:pt x="1071944" y="204407"/>
                  </a:cubicBezTo>
                  <a:cubicBezTo>
                    <a:pt x="1074896" y="204407"/>
                    <a:pt x="1077468" y="202692"/>
                    <a:pt x="1079945" y="202597"/>
                  </a:cubicBezTo>
                  <a:cubicBezTo>
                    <a:pt x="1090803" y="202311"/>
                    <a:pt x="1109186" y="227933"/>
                    <a:pt x="1121093" y="218885"/>
                  </a:cubicBezTo>
                  <a:cubicBezTo>
                    <a:pt x="1125093" y="221456"/>
                    <a:pt x="1124426" y="224504"/>
                    <a:pt x="1123283" y="227648"/>
                  </a:cubicBezTo>
                  <a:lnTo>
                    <a:pt x="1122712" y="229267"/>
                  </a:lnTo>
                  <a:cubicBezTo>
                    <a:pt x="1122140" y="230886"/>
                    <a:pt x="1121664" y="232505"/>
                    <a:pt x="1121759" y="234029"/>
                  </a:cubicBezTo>
                  <a:cubicBezTo>
                    <a:pt x="1122140" y="236887"/>
                    <a:pt x="1124522" y="240411"/>
                    <a:pt x="1127284" y="243840"/>
                  </a:cubicBezTo>
                  <a:cubicBezTo>
                    <a:pt x="1130522" y="247555"/>
                    <a:pt x="1134332" y="251079"/>
                    <a:pt x="1136714" y="253174"/>
                  </a:cubicBezTo>
                  <a:cubicBezTo>
                    <a:pt x="1143476" y="258985"/>
                    <a:pt x="1145000" y="257556"/>
                    <a:pt x="1151858" y="258128"/>
                  </a:cubicBezTo>
                  <a:cubicBezTo>
                    <a:pt x="1157097" y="258509"/>
                    <a:pt x="1161955" y="260985"/>
                    <a:pt x="1167098" y="262795"/>
                  </a:cubicBezTo>
                  <a:cubicBezTo>
                    <a:pt x="1176242" y="266129"/>
                    <a:pt x="1185386" y="269558"/>
                    <a:pt x="1194625" y="272701"/>
                  </a:cubicBezTo>
                  <a:cubicBezTo>
                    <a:pt x="1195578" y="273082"/>
                    <a:pt x="1196435" y="273272"/>
                    <a:pt x="1197102" y="273463"/>
                  </a:cubicBezTo>
                  <a:cubicBezTo>
                    <a:pt x="1201007" y="274701"/>
                    <a:pt x="1202817" y="274701"/>
                    <a:pt x="1207103" y="273082"/>
                  </a:cubicBezTo>
                  <a:cubicBezTo>
                    <a:pt x="1207580" y="272891"/>
                    <a:pt x="1208056" y="272606"/>
                    <a:pt x="1208627" y="272415"/>
                  </a:cubicBezTo>
                  <a:cubicBezTo>
                    <a:pt x="1214152" y="270129"/>
                    <a:pt x="1213866" y="271272"/>
                    <a:pt x="1219295" y="271272"/>
                  </a:cubicBezTo>
                  <a:cubicBezTo>
                    <a:pt x="1225106" y="271177"/>
                    <a:pt x="1226630" y="270129"/>
                    <a:pt x="1232821" y="272510"/>
                  </a:cubicBezTo>
                  <a:cubicBezTo>
                    <a:pt x="1239869" y="275177"/>
                    <a:pt x="1248156" y="279845"/>
                    <a:pt x="1255681" y="280511"/>
                  </a:cubicBezTo>
                  <a:cubicBezTo>
                    <a:pt x="1264539" y="281369"/>
                    <a:pt x="1268444" y="275463"/>
                    <a:pt x="1277303" y="278130"/>
                  </a:cubicBezTo>
                  <a:cubicBezTo>
                    <a:pt x="1279684" y="278892"/>
                    <a:pt x="1282256" y="280035"/>
                    <a:pt x="1284732" y="281178"/>
                  </a:cubicBezTo>
                  <a:cubicBezTo>
                    <a:pt x="1287494" y="282321"/>
                    <a:pt x="1290161" y="283559"/>
                    <a:pt x="1292923" y="283940"/>
                  </a:cubicBezTo>
                  <a:cubicBezTo>
                    <a:pt x="1293114" y="283940"/>
                    <a:pt x="1293400" y="283940"/>
                    <a:pt x="1293590" y="283940"/>
                  </a:cubicBezTo>
                  <a:cubicBezTo>
                    <a:pt x="1298448" y="284512"/>
                    <a:pt x="1301210" y="282512"/>
                    <a:pt x="1305782" y="281273"/>
                  </a:cubicBezTo>
                  <a:cubicBezTo>
                    <a:pt x="1320832" y="277463"/>
                    <a:pt x="1337310" y="291846"/>
                    <a:pt x="1352360" y="294037"/>
                  </a:cubicBezTo>
                  <a:cubicBezTo>
                    <a:pt x="1353788" y="292703"/>
                    <a:pt x="1354931" y="290989"/>
                    <a:pt x="1355598" y="289179"/>
                  </a:cubicBezTo>
                  <a:cubicBezTo>
                    <a:pt x="1359980" y="289751"/>
                    <a:pt x="1359598" y="295085"/>
                    <a:pt x="1362361" y="297656"/>
                  </a:cubicBezTo>
                  <a:cubicBezTo>
                    <a:pt x="1363694" y="298895"/>
                    <a:pt x="1365885" y="299847"/>
                    <a:pt x="1368076" y="300609"/>
                  </a:cubicBezTo>
                  <a:cubicBezTo>
                    <a:pt x="1369409" y="301181"/>
                    <a:pt x="1370743" y="301752"/>
                    <a:pt x="1371695" y="302324"/>
                  </a:cubicBezTo>
                  <a:cubicBezTo>
                    <a:pt x="1373219" y="303181"/>
                    <a:pt x="1374743" y="304229"/>
                    <a:pt x="1376267" y="305276"/>
                  </a:cubicBezTo>
                  <a:cubicBezTo>
                    <a:pt x="1382839" y="310039"/>
                    <a:pt x="1388650" y="315849"/>
                    <a:pt x="1397032" y="317849"/>
                  </a:cubicBezTo>
                  <a:cubicBezTo>
                    <a:pt x="1406081" y="320040"/>
                    <a:pt x="1415320" y="316611"/>
                    <a:pt x="1424654" y="317849"/>
                  </a:cubicBezTo>
                  <a:cubicBezTo>
                    <a:pt x="1427416" y="318230"/>
                    <a:pt x="1429893" y="319754"/>
                    <a:pt x="1432465" y="320040"/>
                  </a:cubicBezTo>
                  <a:cubicBezTo>
                    <a:pt x="1434560" y="320231"/>
                    <a:pt x="1436941" y="319278"/>
                    <a:pt x="1438561" y="319373"/>
                  </a:cubicBezTo>
                  <a:cubicBezTo>
                    <a:pt x="1442371" y="319659"/>
                    <a:pt x="1446562" y="321088"/>
                    <a:pt x="1450562" y="322707"/>
                  </a:cubicBezTo>
                  <a:cubicBezTo>
                    <a:pt x="1453515" y="323850"/>
                    <a:pt x="1456468" y="325184"/>
                    <a:pt x="1459230" y="326136"/>
                  </a:cubicBezTo>
                  <a:lnTo>
                    <a:pt x="1459706" y="326326"/>
                  </a:lnTo>
                  <a:cubicBezTo>
                    <a:pt x="1466374" y="328708"/>
                    <a:pt x="1473041" y="330994"/>
                    <a:pt x="1479709" y="333566"/>
                  </a:cubicBezTo>
                  <a:cubicBezTo>
                    <a:pt x="1479709" y="334232"/>
                    <a:pt x="1479709" y="334899"/>
                    <a:pt x="1479042" y="335566"/>
                  </a:cubicBezTo>
                  <a:cubicBezTo>
                    <a:pt x="1475613" y="337090"/>
                    <a:pt x="1472565" y="339376"/>
                    <a:pt x="1469993" y="342233"/>
                  </a:cubicBezTo>
                  <a:cubicBezTo>
                    <a:pt x="1467422" y="345567"/>
                    <a:pt x="1462564" y="356330"/>
                    <a:pt x="1462373" y="360998"/>
                  </a:cubicBezTo>
                  <a:cubicBezTo>
                    <a:pt x="1461992" y="368046"/>
                    <a:pt x="1462754" y="365855"/>
                    <a:pt x="1467040" y="370523"/>
                  </a:cubicBezTo>
                  <a:cubicBezTo>
                    <a:pt x="1470089" y="373761"/>
                    <a:pt x="1472756" y="374904"/>
                    <a:pt x="1476089" y="377571"/>
                  </a:cubicBezTo>
                  <a:cubicBezTo>
                    <a:pt x="1482281" y="382619"/>
                    <a:pt x="1481519" y="379095"/>
                    <a:pt x="1483519" y="388715"/>
                  </a:cubicBezTo>
                  <a:cubicBezTo>
                    <a:pt x="1485233" y="396335"/>
                    <a:pt x="1485900" y="402336"/>
                    <a:pt x="1484566" y="408432"/>
                  </a:cubicBezTo>
                  <a:cubicBezTo>
                    <a:pt x="1483900" y="411290"/>
                    <a:pt x="1482852" y="414052"/>
                    <a:pt x="1481138" y="417100"/>
                  </a:cubicBezTo>
                  <a:cubicBezTo>
                    <a:pt x="1480566" y="418148"/>
                    <a:pt x="1479899" y="419291"/>
                    <a:pt x="1479137" y="420529"/>
                  </a:cubicBezTo>
                  <a:cubicBezTo>
                    <a:pt x="1476661" y="424434"/>
                    <a:pt x="1474470" y="421291"/>
                    <a:pt x="1474661" y="427958"/>
                  </a:cubicBezTo>
                  <a:cubicBezTo>
                    <a:pt x="1474946" y="435197"/>
                    <a:pt x="1481423" y="444818"/>
                    <a:pt x="1484376" y="451199"/>
                  </a:cubicBezTo>
                  <a:cubicBezTo>
                    <a:pt x="1487900" y="458629"/>
                    <a:pt x="1489329" y="462534"/>
                    <a:pt x="1488948" y="467487"/>
                  </a:cubicBezTo>
                  <a:cubicBezTo>
                    <a:pt x="1488662" y="470440"/>
                    <a:pt x="1487710" y="473678"/>
                    <a:pt x="1486281" y="478250"/>
                  </a:cubicBezTo>
                  <a:cubicBezTo>
                    <a:pt x="1484566" y="483680"/>
                    <a:pt x="1483709" y="490823"/>
                    <a:pt x="1482662" y="498158"/>
                  </a:cubicBezTo>
                  <a:cubicBezTo>
                    <a:pt x="1482185" y="501206"/>
                    <a:pt x="1481709" y="504444"/>
                    <a:pt x="1481042" y="507397"/>
                  </a:cubicBezTo>
                  <a:cubicBezTo>
                    <a:pt x="1479042" y="516731"/>
                    <a:pt x="1475708" y="525113"/>
                    <a:pt x="1468564" y="528828"/>
                  </a:cubicBezTo>
                  <a:cubicBezTo>
                    <a:pt x="1470089" y="529685"/>
                    <a:pt x="1472756" y="531209"/>
                    <a:pt x="1475327" y="532924"/>
                  </a:cubicBezTo>
                  <a:cubicBezTo>
                    <a:pt x="1478852" y="535210"/>
                    <a:pt x="1482281" y="537782"/>
                    <a:pt x="1483043" y="540163"/>
                  </a:cubicBezTo>
                  <a:cubicBezTo>
                    <a:pt x="1485614" y="548069"/>
                    <a:pt x="1474089" y="558356"/>
                    <a:pt x="1476280" y="566833"/>
                  </a:cubicBezTo>
                  <a:cubicBezTo>
                    <a:pt x="1477232" y="570833"/>
                    <a:pt x="1479423" y="569976"/>
                    <a:pt x="1479137" y="574929"/>
                  </a:cubicBezTo>
                  <a:cubicBezTo>
                    <a:pt x="1478947" y="577501"/>
                    <a:pt x="1476565" y="581216"/>
                    <a:pt x="1475708" y="583692"/>
                  </a:cubicBezTo>
                  <a:cubicBezTo>
                    <a:pt x="1475518" y="584264"/>
                    <a:pt x="1475137" y="584930"/>
                    <a:pt x="1474851" y="585692"/>
                  </a:cubicBezTo>
                  <a:cubicBezTo>
                    <a:pt x="1473708" y="588264"/>
                    <a:pt x="1472374" y="591312"/>
                    <a:pt x="1471231" y="594265"/>
                  </a:cubicBezTo>
                  <a:cubicBezTo>
                    <a:pt x="1470279" y="596837"/>
                    <a:pt x="1469612" y="599313"/>
                    <a:pt x="1469517" y="601504"/>
                  </a:cubicBezTo>
                  <a:cubicBezTo>
                    <a:pt x="1469136" y="610172"/>
                    <a:pt x="1481995" y="625697"/>
                    <a:pt x="1470660" y="630650"/>
                  </a:cubicBezTo>
                  <a:cubicBezTo>
                    <a:pt x="1468946" y="631317"/>
                    <a:pt x="1465516" y="628460"/>
                    <a:pt x="1463897" y="629222"/>
                  </a:cubicBezTo>
                  <a:cubicBezTo>
                    <a:pt x="1459516" y="631412"/>
                    <a:pt x="1457801" y="637699"/>
                    <a:pt x="1455039" y="641414"/>
                  </a:cubicBezTo>
                  <a:cubicBezTo>
                    <a:pt x="1448562" y="649986"/>
                    <a:pt x="1447514" y="649415"/>
                    <a:pt x="1437894" y="647414"/>
                  </a:cubicBezTo>
                  <a:cubicBezTo>
                    <a:pt x="1436465" y="650939"/>
                    <a:pt x="1433798" y="650843"/>
                    <a:pt x="1432179" y="653225"/>
                  </a:cubicBezTo>
                  <a:cubicBezTo>
                    <a:pt x="1431989" y="653415"/>
                    <a:pt x="1431893" y="653796"/>
                    <a:pt x="1431798" y="654082"/>
                  </a:cubicBezTo>
                  <a:cubicBezTo>
                    <a:pt x="1430750" y="655892"/>
                    <a:pt x="1430369" y="657987"/>
                    <a:pt x="1429226" y="659606"/>
                  </a:cubicBezTo>
                  <a:lnTo>
                    <a:pt x="1429226" y="659606"/>
                  </a:lnTo>
                  <a:cubicBezTo>
                    <a:pt x="1427131" y="662369"/>
                    <a:pt x="1425321" y="665036"/>
                    <a:pt x="1423416" y="667512"/>
                  </a:cubicBezTo>
                  <a:cubicBezTo>
                    <a:pt x="1420463" y="671608"/>
                    <a:pt x="1417320" y="675227"/>
                    <a:pt x="1413224" y="678275"/>
                  </a:cubicBezTo>
                  <a:cubicBezTo>
                    <a:pt x="1410843" y="680085"/>
                    <a:pt x="1408081" y="681800"/>
                    <a:pt x="1404842" y="683133"/>
                  </a:cubicBezTo>
                  <a:cubicBezTo>
                    <a:pt x="1395031" y="687419"/>
                    <a:pt x="1394174" y="688181"/>
                    <a:pt x="1393412" y="698659"/>
                  </a:cubicBezTo>
                  <a:cubicBezTo>
                    <a:pt x="1392841" y="708279"/>
                    <a:pt x="1393698" y="715042"/>
                    <a:pt x="1396746" y="724091"/>
                  </a:cubicBezTo>
                  <a:cubicBezTo>
                    <a:pt x="1396746" y="724091"/>
                    <a:pt x="1396746" y="724281"/>
                    <a:pt x="1396746" y="724376"/>
                  </a:cubicBezTo>
                  <a:cubicBezTo>
                    <a:pt x="1396746" y="724376"/>
                    <a:pt x="1396679" y="724376"/>
                    <a:pt x="1396556" y="724376"/>
                  </a:cubicBezTo>
                  <a:cubicBezTo>
                    <a:pt x="1391888" y="723995"/>
                    <a:pt x="1388936" y="720376"/>
                    <a:pt x="1384173" y="721709"/>
                  </a:cubicBezTo>
                  <a:cubicBezTo>
                    <a:pt x="1382649" y="722186"/>
                    <a:pt x="1378648" y="726472"/>
                    <a:pt x="1375220" y="730758"/>
                  </a:cubicBezTo>
                  <a:cubicBezTo>
                    <a:pt x="1372838" y="733520"/>
                    <a:pt x="1370743" y="736378"/>
                    <a:pt x="1369695" y="737997"/>
                  </a:cubicBezTo>
                  <a:lnTo>
                    <a:pt x="1369314" y="738569"/>
                  </a:lnTo>
                  <a:lnTo>
                    <a:pt x="1369314" y="738569"/>
                  </a:lnTo>
                  <a:cubicBezTo>
                    <a:pt x="1363599" y="748379"/>
                    <a:pt x="1361504" y="761714"/>
                    <a:pt x="1357503" y="772382"/>
                  </a:cubicBezTo>
                  <a:cubicBezTo>
                    <a:pt x="1355312" y="778097"/>
                    <a:pt x="1351502" y="784289"/>
                    <a:pt x="1353122" y="790575"/>
                  </a:cubicBezTo>
                  <a:cubicBezTo>
                    <a:pt x="1354455" y="796195"/>
                    <a:pt x="1358551" y="797909"/>
                    <a:pt x="1358074" y="804005"/>
                  </a:cubicBezTo>
                  <a:cubicBezTo>
                    <a:pt x="1357789" y="806958"/>
                    <a:pt x="1356360" y="810387"/>
                    <a:pt x="1354836" y="813816"/>
                  </a:cubicBezTo>
                  <a:cubicBezTo>
                    <a:pt x="1353693" y="816578"/>
                    <a:pt x="1352360" y="819150"/>
                    <a:pt x="1351502" y="821436"/>
                  </a:cubicBezTo>
                  <a:lnTo>
                    <a:pt x="1351121" y="822389"/>
                  </a:lnTo>
                  <a:cubicBezTo>
                    <a:pt x="1347788" y="831914"/>
                    <a:pt x="1347978" y="839915"/>
                    <a:pt x="1345882" y="849630"/>
                  </a:cubicBezTo>
                  <a:cubicBezTo>
                    <a:pt x="1347692" y="850487"/>
                    <a:pt x="1349312" y="851249"/>
                    <a:pt x="1350740" y="852011"/>
                  </a:cubicBezTo>
                  <a:cubicBezTo>
                    <a:pt x="1354169" y="853821"/>
                    <a:pt x="1356455" y="855821"/>
                    <a:pt x="1357503" y="860774"/>
                  </a:cubicBezTo>
                  <a:cubicBezTo>
                    <a:pt x="1357503" y="860965"/>
                    <a:pt x="1357503" y="861060"/>
                    <a:pt x="1357598" y="861346"/>
                  </a:cubicBezTo>
                  <a:cubicBezTo>
                    <a:pt x="1358646" y="866775"/>
                    <a:pt x="1355693" y="869537"/>
                    <a:pt x="1355789" y="874871"/>
                  </a:cubicBezTo>
                  <a:cubicBezTo>
                    <a:pt x="1355789" y="881158"/>
                    <a:pt x="1360551" y="887444"/>
                    <a:pt x="1360361" y="894493"/>
                  </a:cubicBezTo>
                  <a:cubicBezTo>
                    <a:pt x="1360265" y="897636"/>
                    <a:pt x="1359789" y="901827"/>
                    <a:pt x="1359027" y="905923"/>
                  </a:cubicBezTo>
                  <a:cubicBezTo>
                    <a:pt x="1358456" y="908971"/>
                    <a:pt x="1357789" y="911924"/>
                    <a:pt x="1357027" y="914210"/>
                  </a:cubicBezTo>
                  <a:lnTo>
                    <a:pt x="1356741" y="914972"/>
                  </a:lnTo>
                  <a:cubicBezTo>
                    <a:pt x="1354455" y="921449"/>
                    <a:pt x="1352931" y="919925"/>
                    <a:pt x="1348454" y="923735"/>
                  </a:cubicBezTo>
                  <a:cubicBezTo>
                    <a:pt x="1342263" y="929069"/>
                    <a:pt x="1343597" y="938498"/>
                    <a:pt x="1337786" y="943737"/>
                  </a:cubicBezTo>
                  <a:cubicBezTo>
                    <a:pt x="1331786" y="949166"/>
                    <a:pt x="1330452" y="945166"/>
                    <a:pt x="1327118" y="953738"/>
                  </a:cubicBezTo>
                  <a:cubicBezTo>
                    <a:pt x="1324547" y="960120"/>
                    <a:pt x="1319403" y="969454"/>
                    <a:pt x="1319689" y="976122"/>
                  </a:cubicBezTo>
                  <a:cubicBezTo>
                    <a:pt x="1325308" y="977646"/>
                    <a:pt x="1326452" y="980408"/>
                    <a:pt x="1327309" y="984790"/>
                  </a:cubicBezTo>
                  <a:cubicBezTo>
                    <a:pt x="1327404" y="985552"/>
                    <a:pt x="1327595" y="986409"/>
                    <a:pt x="1327785" y="987266"/>
                  </a:cubicBezTo>
                  <a:cubicBezTo>
                    <a:pt x="1328452" y="990695"/>
                    <a:pt x="1329976" y="993267"/>
                    <a:pt x="1331119" y="996125"/>
                  </a:cubicBezTo>
                  <a:cubicBezTo>
                    <a:pt x="1331405" y="996887"/>
                    <a:pt x="1331690" y="997839"/>
                    <a:pt x="1331976" y="998792"/>
                  </a:cubicBezTo>
                  <a:cubicBezTo>
                    <a:pt x="1333881" y="1007650"/>
                    <a:pt x="1326547" y="1022890"/>
                    <a:pt x="1318165" y="1026509"/>
                  </a:cubicBezTo>
                  <a:cubicBezTo>
                    <a:pt x="1320451" y="1030415"/>
                    <a:pt x="1317498" y="1036701"/>
                    <a:pt x="1314926" y="1040225"/>
                  </a:cubicBezTo>
                  <a:cubicBezTo>
                    <a:pt x="1307306" y="1038130"/>
                    <a:pt x="1301591" y="1039558"/>
                    <a:pt x="1293876" y="1037654"/>
                  </a:cubicBezTo>
                  <a:lnTo>
                    <a:pt x="1293686" y="1037654"/>
                  </a:lnTo>
                  <a:cubicBezTo>
                    <a:pt x="1289209" y="1044226"/>
                    <a:pt x="1287399" y="1052227"/>
                    <a:pt x="1285304" y="1060133"/>
                  </a:cubicBezTo>
                  <a:cubicBezTo>
                    <a:pt x="1284541" y="1063181"/>
                    <a:pt x="1283589" y="1066133"/>
                    <a:pt x="1282541" y="1068991"/>
                  </a:cubicBezTo>
                  <a:cubicBezTo>
                    <a:pt x="1281684" y="1070991"/>
                    <a:pt x="1280827" y="1072896"/>
                    <a:pt x="1279874" y="1074706"/>
                  </a:cubicBezTo>
                  <a:cubicBezTo>
                    <a:pt x="1277017" y="1079659"/>
                    <a:pt x="1277683" y="1078325"/>
                    <a:pt x="1273683" y="1081088"/>
                  </a:cubicBezTo>
                  <a:cubicBezTo>
                    <a:pt x="1272254" y="1082135"/>
                    <a:pt x="1269587" y="1082993"/>
                    <a:pt x="1267301" y="1084136"/>
                  </a:cubicBezTo>
                  <a:cubicBezTo>
                    <a:pt x="1265396" y="1084993"/>
                    <a:pt x="1263682" y="1086231"/>
                    <a:pt x="1263015" y="1087755"/>
                  </a:cubicBezTo>
                  <a:cubicBezTo>
                    <a:pt x="1262158" y="1089946"/>
                    <a:pt x="1262444" y="1092518"/>
                    <a:pt x="1263301" y="1095280"/>
                  </a:cubicBezTo>
                  <a:cubicBezTo>
                    <a:pt x="1264730" y="1099947"/>
                    <a:pt x="1267397" y="1104805"/>
                    <a:pt x="1267968" y="1108329"/>
                  </a:cubicBezTo>
                  <a:cubicBezTo>
                    <a:pt x="1267968" y="1108615"/>
                    <a:pt x="1267968" y="1108901"/>
                    <a:pt x="1268158" y="1109282"/>
                  </a:cubicBezTo>
                  <a:cubicBezTo>
                    <a:pt x="1269111" y="1115092"/>
                    <a:pt x="1268825" y="1115282"/>
                    <a:pt x="1267015" y="1121283"/>
                  </a:cubicBezTo>
                  <a:cubicBezTo>
                    <a:pt x="1265301" y="1126712"/>
                    <a:pt x="1263206" y="1131665"/>
                    <a:pt x="1262158" y="1137095"/>
                  </a:cubicBezTo>
                  <a:cubicBezTo>
                    <a:pt x="1261681" y="1139095"/>
                    <a:pt x="1263015" y="1140809"/>
                    <a:pt x="1263015" y="1142333"/>
                  </a:cubicBezTo>
                  <a:cubicBezTo>
                    <a:pt x="1263015" y="1143572"/>
                    <a:pt x="1262348" y="1144715"/>
                    <a:pt x="1259586" y="1145762"/>
                  </a:cubicBezTo>
                  <a:cubicBezTo>
                    <a:pt x="1259777" y="1147953"/>
                    <a:pt x="1260539" y="1149858"/>
                    <a:pt x="1261586" y="1151763"/>
                  </a:cubicBezTo>
                  <a:cubicBezTo>
                    <a:pt x="1264539" y="1157288"/>
                    <a:pt x="1269492" y="1162050"/>
                    <a:pt x="1268825" y="1169575"/>
                  </a:cubicBezTo>
                  <a:cubicBezTo>
                    <a:pt x="1268254" y="1174909"/>
                    <a:pt x="1264825" y="1183386"/>
                    <a:pt x="1261872" y="1187577"/>
                  </a:cubicBezTo>
                  <a:cubicBezTo>
                    <a:pt x="1259681" y="1187291"/>
                    <a:pt x="1257681" y="1186910"/>
                    <a:pt x="1255586" y="1186720"/>
                  </a:cubicBezTo>
                  <a:cubicBezTo>
                    <a:pt x="1254538" y="1190530"/>
                    <a:pt x="1256062" y="1193673"/>
                    <a:pt x="1255205" y="1197578"/>
                  </a:cubicBezTo>
                  <a:cubicBezTo>
                    <a:pt x="1254728" y="1200245"/>
                    <a:pt x="1251966" y="1202817"/>
                    <a:pt x="1252061" y="1205675"/>
                  </a:cubicBezTo>
                  <a:cubicBezTo>
                    <a:pt x="1252347" y="1216057"/>
                    <a:pt x="1268730" y="1221105"/>
                    <a:pt x="1270635" y="1229487"/>
                  </a:cubicBezTo>
                  <a:cubicBezTo>
                    <a:pt x="1261015" y="1230249"/>
                    <a:pt x="1258633" y="1224058"/>
                    <a:pt x="1255300" y="1230059"/>
                  </a:cubicBezTo>
                  <a:cubicBezTo>
                    <a:pt x="1254538" y="1231297"/>
                    <a:pt x="1253776" y="1233107"/>
                    <a:pt x="1253014" y="1235583"/>
                  </a:cubicBezTo>
                  <a:cubicBezTo>
                    <a:pt x="1252633" y="1236631"/>
                    <a:pt x="1252252" y="1237679"/>
                    <a:pt x="1251966" y="1238726"/>
                  </a:cubicBezTo>
                  <a:cubicBezTo>
                    <a:pt x="1249680" y="1245680"/>
                    <a:pt x="1247299" y="1253014"/>
                    <a:pt x="1244441" y="1259681"/>
                  </a:cubicBezTo>
                  <a:cubicBezTo>
                    <a:pt x="1242250" y="1264539"/>
                    <a:pt x="1238917" y="1267587"/>
                    <a:pt x="1236250" y="1272159"/>
                  </a:cubicBezTo>
                  <a:cubicBezTo>
                    <a:pt x="1233964" y="1276160"/>
                    <a:pt x="1233869" y="1282637"/>
                    <a:pt x="1231106" y="1285970"/>
                  </a:cubicBezTo>
                  <a:cubicBezTo>
                    <a:pt x="1224915" y="1293495"/>
                    <a:pt x="1219295" y="1287685"/>
                    <a:pt x="1211389" y="1287304"/>
                  </a:cubicBezTo>
                  <a:cubicBezTo>
                    <a:pt x="1210532" y="1294352"/>
                    <a:pt x="1217676" y="1295591"/>
                    <a:pt x="1212818" y="1304639"/>
                  </a:cubicBezTo>
                  <a:cubicBezTo>
                    <a:pt x="1212818" y="1304830"/>
                    <a:pt x="1212628" y="1304925"/>
                    <a:pt x="1212532" y="1305116"/>
                  </a:cubicBezTo>
                  <a:cubicBezTo>
                    <a:pt x="1211580" y="1306640"/>
                    <a:pt x="1210628" y="1307783"/>
                    <a:pt x="1209675" y="1308830"/>
                  </a:cubicBezTo>
                  <a:close/>
                </a:path>
              </a:pathLst>
            </a:custGeom>
            <a:solidFill>
              <a:schemeClr val="accent4"/>
            </a:solidFill>
            <a:ln>
              <a:noFill/>
            </a:ln>
            <a:effectLst>
              <a:outerShdw rotWithShape="0" algn="bl" dir="19140000" dist="47625">
                <a:srgbClr val="260D03">
                  <a:alpha val="14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39" name="Google Shape;539;p37"/>
            <p:cNvGrpSpPr/>
            <p:nvPr/>
          </p:nvGrpSpPr>
          <p:grpSpPr>
            <a:xfrm>
              <a:off x="-511559" y="3198256"/>
              <a:ext cx="3059426" cy="2688663"/>
              <a:chOff x="9590772" y="632648"/>
              <a:chExt cx="1489424" cy="1308925"/>
            </a:xfrm>
          </p:grpSpPr>
          <p:grpSp>
            <p:nvGrpSpPr>
              <p:cNvPr id="540" name="Google Shape;540;p37"/>
              <p:cNvGrpSpPr/>
              <p:nvPr/>
            </p:nvGrpSpPr>
            <p:grpSpPr>
              <a:xfrm>
                <a:off x="9590772" y="689798"/>
                <a:ext cx="1484947" cy="1251775"/>
                <a:chOff x="9590772" y="689798"/>
                <a:chExt cx="1484947" cy="1251775"/>
              </a:xfrm>
            </p:grpSpPr>
            <p:sp>
              <p:nvSpPr>
                <p:cNvPr id="541" name="Google Shape;541;p37"/>
                <p:cNvSpPr/>
                <p:nvPr/>
              </p:nvSpPr>
              <p:spPr>
                <a:xfrm>
                  <a:off x="10090739" y="689798"/>
                  <a:ext cx="984980" cy="360045"/>
                </a:xfrm>
                <a:custGeom>
                  <a:rect b="b" l="l" r="r" t="t"/>
                  <a:pathLst>
                    <a:path extrusionOk="0" h="360045" w="984980">
                      <a:moveTo>
                        <a:pt x="981647" y="359950"/>
                      </a:moveTo>
                      <a:lnTo>
                        <a:pt x="0" y="6953"/>
                      </a:lnTo>
                      <a:cubicBezTo>
                        <a:pt x="571" y="6477"/>
                        <a:pt x="953" y="5906"/>
                        <a:pt x="1429" y="5429"/>
                      </a:cubicBezTo>
                      <a:cubicBezTo>
                        <a:pt x="3524" y="3048"/>
                        <a:pt x="5715" y="1333"/>
                        <a:pt x="7906" y="0"/>
                      </a:cubicBezTo>
                      <a:lnTo>
                        <a:pt x="984980" y="351377"/>
                      </a:lnTo>
                      <a:cubicBezTo>
                        <a:pt x="984313" y="354235"/>
                        <a:pt x="983266" y="356997"/>
                        <a:pt x="981551" y="360045"/>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 name="Google Shape;542;p37"/>
                <p:cNvSpPr/>
                <p:nvPr/>
              </p:nvSpPr>
              <p:spPr>
                <a:xfrm>
                  <a:off x="10025874" y="755045"/>
                  <a:ext cx="1047940" cy="385095"/>
                </a:xfrm>
                <a:custGeom>
                  <a:rect b="b" l="l" r="r" t="t"/>
                  <a:pathLst>
                    <a:path extrusionOk="0" h="385095" w="1047940">
                      <a:moveTo>
                        <a:pt x="1046321" y="385096"/>
                      </a:moveTo>
                      <a:lnTo>
                        <a:pt x="0" y="8763"/>
                      </a:lnTo>
                      <a:lnTo>
                        <a:pt x="3143" y="0"/>
                      </a:lnTo>
                      <a:lnTo>
                        <a:pt x="1047940" y="375761"/>
                      </a:lnTo>
                      <a:cubicBezTo>
                        <a:pt x="1047464" y="378809"/>
                        <a:pt x="1046988" y="382048"/>
                        <a:pt x="1046321" y="38500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 name="Google Shape;543;p37"/>
                <p:cNvSpPr/>
                <p:nvPr/>
              </p:nvSpPr>
              <p:spPr>
                <a:xfrm>
                  <a:off x="9979583" y="835150"/>
                  <a:ext cx="1086421" cy="391858"/>
                </a:xfrm>
                <a:custGeom>
                  <a:rect b="b" l="l" r="r" t="t"/>
                  <a:pathLst>
                    <a:path extrusionOk="0" h="391858" w="1086421">
                      <a:moveTo>
                        <a:pt x="1082802" y="391859"/>
                      </a:moveTo>
                      <a:lnTo>
                        <a:pt x="0" y="2476"/>
                      </a:lnTo>
                      <a:cubicBezTo>
                        <a:pt x="6191" y="3619"/>
                        <a:pt x="12382" y="4572"/>
                        <a:pt x="18669" y="5620"/>
                      </a:cubicBezTo>
                      <a:lnTo>
                        <a:pt x="20669" y="0"/>
                      </a:lnTo>
                      <a:lnTo>
                        <a:pt x="1086422" y="383286"/>
                      </a:lnTo>
                      <a:cubicBezTo>
                        <a:pt x="1085279" y="385858"/>
                        <a:pt x="1083945" y="388906"/>
                        <a:pt x="1082802" y="39185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 name="Google Shape;544;p37"/>
                <p:cNvSpPr/>
                <p:nvPr/>
              </p:nvSpPr>
              <p:spPr>
                <a:xfrm>
                  <a:off x="9924909" y="900682"/>
                  <a:ext cx="1095470" cy="399478"/>
                </a:xfrm>
                <a:custGeom>
                  <a:rect b="b" l="l" r="r" t="t"/>
                  <a:pathLst>
                    <a:path extrusionOk="0" h="399478" w="1095470">
                      <a:moveTo>
                        <a:pt x="1089660" y="399479"/>
                      </a:moveTo>
                      <a:lnTo>
                        <a:pt x="0" y="7620"/>
                      </a:lnTo>
                      <a:cubicBezTo>
                        <a:pt x="1238" y="5048"/>
                        <a:pt x="2762" y="2667"/>
                        <a:pt x="5048" y="857"/>
                      </a:cubicBezTo>
                      <a:cubicBezTo>
                        <a:pt x="5334" y="572"/>
                        <a:pt x="5810" y="191"/>
                        <a:pt x="6287" y="0"/>
                      </a:cubicBezTo>
                      <a:lnTo>
                        <a:pt x="1095470" y="391668"/>
                      </a:lnTo>
                      <a:cubicBezTo>
                        <a:pt x="1093375" y="394430"/>
                        <a:pt x="1091565" y="397002"/>
                        <a:pt x="1089660" y="39947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 name="Google Shape;545;p37"/>
                <p:cNvSpPr/>
                <p:nvPr/>
              </p:nvSpPr>
              <p:spPr>
                <a:xfrm>
                  <a:off x="9844423" y="961452"/>
                  <a:ext cx="1121949" cy="409670"/>
                </a:xfrm>
                <a:custGeom>
                  <a:rect b="b" l="l" r="r" t="t"/>
                  <a:pathLst>
                    <a:path extrusionOk="0" h="409670" w="1121949">
                      <a:moveTo>
                        <a:pt x="1121950" y="401955"/>
                      </a:moveTo>
                      <a:lnTo>
                        <a:pt x="1067467" y="382334"/>
                      </a:lnTo>
                      <a:lnTo>
                        <a:pt x="1058704" y="379190"/>
                      </a:lnTo>
                      <a:lnTo>
                        <a:pt x="987362" y="353568"/>
                      </a:lnTo>
                      <a:lnTo>
                        <a:pt x="978598" y="350425"/>
                      </a:lnTo>
                      <a:lnTo>
                        <a:pt x="907351" y="324803"/>
                      </a:lnTo>
                      <a:lnTo>
                        <a:pt x="898588" y="321659"/>
                      </a:lnTo>
                      <a:lnTo>
                        <a:pt x="827246" y="296037"/>
                      </a:lnTo>
                      <a:lnTo>
                        <a:pt x="818483" y="292894"/>
                      </a:lnTo>
                      <a:lnTo>
                        <a:pt x="747236" y="267271"/>
                      </a:lnTo>
                      <a:lnTo>
                        <a:pt x="738473" y="264128"/>
                      </a:lnTo>
                      <a:lnTo>
                        <a:pt x="667131" y="238506"/>
                      </a:lnTo>
                      <a:lnTo>
                        <a:pt x="658368" y="235363"/>
                      </a:lnTo>
                      <a:lnTo>
                        <a:pt x="587121" y="209740"/>
                      </a:lnTo>
                      <a:lnTo>
                        <a:pt x="578358" y="206597"/>
                      </a:lnTo>
                      <a:lnTo>
                        <a:pt x="507016" y="180975"/>
                      </a:lnTo>
                      <a:lnTo>
                        <a:pt x="498253" y="177832"/>
                      </a:lnTo>
                      <a:lnTo>
                        <a:pt x="426910" y="152209"/>
                      </a:lnTo>
                      <a:lnTo>
                        <a:pt x="418147" y="149066"/>
                      </a:lnTo>
                      <a:lnTo>
                        <a:pt x="346900" y="123444"/>
                      </a:lnTo>
                      <a:lnTo>
                        <a:pt x="338138" y="120301"/>
                      </a:lnTo>
                      <a:lnTo>
                        <a:pt x="266795" y="94678"/>
                      </a:lnTo>
                      <a:lnTo>
                        <a:pt x="258032" y="91535"/>
                      </a:lnTo>
                      <a:lnTo>
                        <a:pt x="186785" y="65913"/>
                      </a:lnTo>
                      <a:lnTo>
                        <a:pt x="178022" y="62770"/>
                      </a:lnTo>
                      <a:lnTo>
                        <a:pt x="106680" y="37147"/>
                      </a:lnTo>
                      <a:lnTo>
                        <a:pt x="97917" y="34004"/>
                      </a:lnTo>
                      <a:lnTo>
                        <a:pt x="26670" y="8382"/>
                      </a:lnTo>
                      <a:lnTo>
                        <a:pt x="17907" y="5239"/>
                      </a:lnTo>
                      <a:lnTo>
                        <a:pt x="3334" y="0"/>
                      </a:lnTo>
                      <a:cubicBezTo>
                        <a:pt x="2286" y="2953"/>
                        <a:pt x="1238" y="5905"/>
                        <a:pt x="0" y="8668"/>
                      </a:cubicBezTo>
                      <a:lnTo>
                        <a:pt x="14764" y="14002"/>
                      </a:lnTo>
                      <a:lnTo>
                        <a:pt x="23527" y="17145"/>
                      </a:lnTo>
                      <a:lnTo>
                        <a:pt x="94774" y="42767"/>
                      </a:lnTo>
                      <a:lnTo>
                        <a:pt x="103537" y="45910"/>
                      </a:lnTo>
                      <a:lnTo>
                        <a:pt x="174879" y="71533"/>
                      </a:lnTo>
                      <a:lnTo>
                        <a:pt x="183642" y="74676"/>
                      </a:lnTo>
                      <a:lnTo>
                        <a:pt x="254889" y="100298"/>
                      </a:lnTo>
                      <a:lnTo>
                        <a:pt x="263652" y="103442"/>
                      </a:lnTo>
                      <a:lnTo>
                        <a:pt x="334994" y="129064"/>
                      </a:lnTo>
                      <a:lnTo>
                        <a:pt x="343757" y="132207"/>
                      </a:lnTo>
                      <a:lnTo>
                        <a:pt x="415004" y="157829"/>
                      </a:lnTo>
                      <a:lnTo>
                        <a:pt x="423767" y="160972"/>
                      </a:lnTo>
                      <a:lnTo>
                        <a:pt x="495109" y="186595"/>
                      </a:lnTo>
                      <a:lnTo>
                        <a:pt x="503872" y="189738"/>
                      </a:lnTo>
                      <a:lnTo>
                        <a:pt x="575215" y="215360"/>
                      </a:lnTo>
                      <a:lnTo>
                        <a:pt x="583978" y="218503"/>
                      </a:lnTo>
                      <a:lnTo>
                        <a:pt x="655225" y="244126"/>
                      </a:lnTo>
                      <a:lnTo>
                        <a:pt x="663988" y="247269"/>
                      </a:lnTo>
                      <a:lnTo>
                        <a:pt x="735330" y="272891"/>
                      </a:lnTo>
                      <a:lnTo>
                        <a:pt x="744093" y="276034"/>
                      </a:lnTo>
                      <a:lnTo>
                        <a:pt x="815340" y="301657"/>
                      </a:lnTo>
                      <a:lnTo>
                        <a:pt x="824103" y="304800"/>
                      </a:lnTo>
                      <a:lnTo>
                        <a:pt x="895445" y="330422"/>
                      </a:lnTo>
                      <a:lnTo>
                        <a:pt x="904208" y="333565"/>
                      </a:lnTo>
                      <a:lnTo>
                        <a:pt x="975455" y="359188"/>
                      </a:lnTo>
                      <a:lnTo>
                        <a:pt x="984218" y="362331"/>
                      </a:lnTo>
                      <a:lnTo>
                        <a:pt x="1055560" y="387953"/>
                      </a:lnTo>
                      <a:lnTo>
                        <a:pt x="1064323" y="391096"/>
                      </a:lnTo>
                      <a:lnTo>
                        <a:pt x="1115949" y="409670"/>
                      </a:lnTo>
                      <a:lnTo>
                        <a:pt x="1121855" y="40195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 name="Google Shape;546;p37"/>
                <p:cNvSpPr/>
                <p:nvPr/>
              </p:nvSpPr>
              <p:spPr>
                <a:xfrm>
                  <a:off x="9809371" y="1038794"/>
                  <a:ext cx="1136523" cy="416147"/>
                </a:xfrm>
                <a:custGeom>
                  <a:rect b="b" l="l" r="r" t="t"/>
                  <a:pathLst>
                    <a:path extrusionOk="0" h="416147" w="1136523">
                      <a:moveTo>
                        <a:pt x="1132904" y="416147"/>
                      </a:moveTo>
                      <a:lnTo>
                        <a:pt x="0" y="8763"/>
                      </a:lnTo>
                      <a:lnTo>
                        <a:pt x="3143" y="0"/>
                      </a:lnTo>
                      <a:lnTo>
                        <a:pt x="1136523" y="407575"/>
                      </a:lnTo>
                      <a:cubicBezTo>
                        <a:pt x="1135380" y="410337"/>
                        <a:pt x="1134047" y="412909"/>
                        <a:pt x="1133189" y="415195"/>
                      </a:cubicBezTo>
                      <a:lnTo>
                        <a:pt x="1132809" y="41614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7" name="Google Shape;547;p37"/>
                <p:cNvSpPr/>
                <p:nvPr/>
              </p:nvSpPr>
              <p:spPr>
                <a:xfrm>
                  <a:off x="9767271" y="1113852"/>
                  <a:ext cx="1182909" cy="433578"/>
                </a:xfrm>
                <a:custGeom>
                  <a:rect b="b" l="l" r="r" t="t"/>
                  <a:pathLst>
                    <a:path extrusionOk="0" h="433578" w="1182909">
                      <a:moveTo>
                        <a:pt x="1180624" y="433578"/>
                      </a:moveTo>
                      <a:lnTo>
                        <a:pt x="0" y="9049"/>
                      </a:lnTo>
                      <a:cubicBezTo>
                        <a:pt x="667" y="6001"/>
                        <a:pt x="1524" y="2953"/>
                        <a:pt x="2381" y="0"/>
                      </a:cubicBezTo>
                      <a:lnTo>
                        <a:pt x="1182910" y="424529"/>
                      </a:lnTo>
                      <a:cubicBezTo>
                        <a:pt x="1182338" y="427577"/>
                        <a:pt x="1181672" y="430530"/>
                        <a:pt x="1180910" y="432816"/>
                      </a:cubicBezTo>
                      <a:lnTo>
                        <a:pt x="1180624" y="43357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 name="Google Shape;548;p37"/>
                <p:cNvSpPr/>
                <p:nvPr/>
              </p:nvSpPr>
              <p:spPr>
                <a:xfrm>
                  <a:off x="9704691" y="1181860"/>
                  <a:ext cx="1217675" cy="446722"/>
                </a:xfrm>
                <a:custGeom>
                  <a:rect b="b" l="l" r="r" t="t"/>
                  <a:pathLst>
                    <a:path extrusionOk="0" h="446722" w="1217675">
                      <a:moveTo>
                        <a:pt x="1217676" y="446722"/>
                      </a:moveTo>
                      <a:lnTo>
                        <a:pt x="0" y="8763"/>
                      </a:lnTo>
                      <a:lnTo>
                        <a:pt x="3143" y="0"/>
                      </a:lnTo>
                      <a:lnTo>
                        <a:pt x="1213866" y="435388"/>
                      </a:lnTo>
                      <a:cubicBezTo>
                        <a:pt x="1213961" y="436150"/>
                        <a:pt x="1214152" y="437007"/>
                        <a:pt x="1214342" y="437864"/>
                      </a:cubicBezTo>
                      <a:cubicBezTo>
                        <a:pt x="1215009" y="441293"/>
                        <a:pt x="1216533" y="443865"/>
                        <a:pt x="1217676" y="446722"/>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 name="Google Shape;549;p37"/>
                <p:cNvSpPr/>
                <p:nvPr/>
              </p:nvSpPr>
              <p:spPr>
                <a:xfrm rot="-4214982">
                  <a:off x="10271028" y="845490"/>
                  <a:ext cx="9322" cy="1271428"/>
                </a:xfrm>
                <a:custGeom>
                  <a:rect b="b" l="l" r="r" t="t"/>
                  <a:pathLst>
                    <a:path extrusionOk="0" h="1273016" w="9334">
                      <a:moveTo>
                        <a:pt x="0" y="0"/>
                      </a:moveTo>
                      <a:lnTo>
                        <a:pt x="9335" y="0"/>
                      </a:lnTo>
                      <a:lnTo>
                        <a:pt x="9335" y="1273016"/>
                      </a:lnTo>
                      <a:lnTo>
                        <a:pt x="0" y="1273016"/>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0" name="Google Shape;550;p37"/>
                <p:cNvSpPr/>
                <p:nvPr/>
              </p:nvSpPr>
              <p:spPr>
                <a:xfrm>
                  <a:off x="9647065" y="1341975"/>
                  <a:ext cx="1207008" cy="442341"/>
                </a:xfrm>
                <a:custGeom>
                  <a:rect b="b" l="l" r="r" t="t"/>
                  <a:pathLst>
                    <a:path extrusionOk="0" h="442341" w="1207008">
                      <a:moveTo>
                        <a:pt x="1205579" y="442341"/>
                      </a:moveTo>
                      <a:lnTo>
                        <a:pt x="0" y="8763"/>
                      </a:lnTo>
                      <a:lnTo>
                        <a:pt x="3143" y="0"/>
                      </a:lnTo>
                      <a:lnTo>
                        <a:pt x="1207008" y="432911"/>
                      </a:lnTo>
                      <a:cubicBezTo>
                        <a:pt x="1207008" y="434150"/>
                        <a:pt x="1206341" y="435292"/>
                        <a:pt x="1203579" y="436340"/>
                      </a:cubicBezTo>
                      <a:cubicBezTo>
                        <a:pt x="1203770" y="438531"/>
                        <a:pt x="1204531" y="440436"/>
                        <a:pt x="1205579" y="44234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1" name="Google Shape;551;p37"/>
                <p:cNvSpPr/>
                <p:nvPr/>
              </p:nvSpPr>
              <p:spPr>
                <a:xfrm>
                  <a:off x="9618204" y="1422081"/>
                  <a:ext cx="1228058" cy="449199"/>
                </a:xfrm>
                <a:custGeom>
                  <a:rect b="b" l="l" r="r" t="t"/>
                  <a:pathLst>
                    <a:path extrusionOk="0" h="449199" w="1228058">
                      <a:moveTo>
                        <a:pt x="1224820" y="449199"/>
                      </a:moveTo>
                      <a:lnTo>
                        <a:pt x="0" y="8763"/>
                      </a:lnTo>
                      <a:lnTo>
                        <a:pt x="3143" y="0"/>
                      </a:lnTo>
                      <a:lnTo>
                        <a:pt x="1228058" y="440531"/>
                      </a:lnTo>
                      <a:cubicBezTo>
                        <a:pt x="1227297" y="441769"/>
                        <a:pt x="1226534" y="443579"/>
                        <a:pt x="1225772" y="446056"/>
                      </a:cubicBezTo>
                      <a:cubicBezTo>
                        <a:pt x="1225391" y="447104"/>
                        <a:pt x="1225010" y="448151"/>
                        <a:pt x="1224725" y="44919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 name="Google Shape;552;p37"/>
                <p:cNvSpPr/>
                <p:nvPr/>
              </p:nvSpPr>
              <p:spPr>
                <a:xfrm>
                  <a:off x="9590772" y="1502376"/>
                  <a:ext cx="1212532" cy="439197"/>
                </a:xfrm>
                <a:custGeom>
                  <a:rect b="b" l="l" r="r" t="t"/>
                  <a:pathLst>
                    <a:path extrusionOk="0" h="439197" w="1212532">
                      <a:moveTo>
                        <a:pt x="1109377" y="402812"/>
                      </a:moveTo>
                      <a:lnTo>
                        <a:pt x="1038035" y="377190"/>
                      </a:lnTo>
                      <a:lnTo>
                        <a:pt x="1029176" y="374237"/>
                      </a:lnTo>
                      <a:lnTo>
                        <a:pt x="1029176" y="374047"/>
                      </a:lnTo>
                      <a:cubicBezTo>
                        <a:pt x="1029176" y="374047"/>
                        <a:pt x="958024" y="348425"/>
                        <a:pt x="958024" y="348425"/>
                      </a:cubicBezTo>
                      <a:lnTo>
                        <a:pt x="949166" y="345472"/>
                      </a:lnTo>
                      <a:lnTo>
                        <a:pt x="949166" y="345281"/>
                      </a:lnTo>
                      <a:cubicBezTo>
                        <a:pt x="949166" y="345281"/>
                        <a:pt x="877919" y="319659"/>
                        <a:pt x="877919" y="319659"/>
                      </a:cubicBezTo>
                      <a:lnTo>
                        <a:pt x="869061" y="316706"/>
                      </a:lnTo>
                      <a:lnTo>
                        <a:pt x="869061" y="316516"/>
                      </a:lnTo>
                      <a:cubicBezTo>
                        <a:pt x="869061" y="316516"/>
                        <a:pt x="797909" y="290894"/>
                        <a:pt x="797909" y="290894"/>
                      </a:cubicBezTo>
                      <a:lnTo>
                        <a:pt x="789051" y="287941"/>
                      </a:lnTo>
                      <a:lnTo>
                        <a:pt x="789051" y="287750"/>
                      </a:lnTo>
                      <a:cubicBezTo>
                        <a:pt x="789051" y="287750"/>
                        <a:pt x="717804" y="262128"/>
                        <a:pt x="717804" y="262128"/>
                      </a:cubicBezTo>
                      <a:lnTo>
                        <a:pt x="708946" y="259175"/>
                      </a:lnTo>
                      <a:lnTo>
                        <a:pt x="708946" y="258985"/>
                      </a:lnTo>
                      <a:cubicBezTo>
                        <a:pt x="708946" y="258985"/>
                        <a:pt x="637794" y="233363"/>
                        <a:pt x="637794" y="233363"/>
                      </a:cubicBezTo>
                      <a:lnTo>
                        <a:pt x="628936" y="230410"/>
                      </a:lnTo>
                      <a:lnTo>
                        <a:pt x="628936" y="230219"/>
                      </a:lnTo>
                      <a:cubicBezTo>
                        <a:pt x="628936" y="230219"/>
                        <a:pt x="557689" y="204597"/>
                        <a:pt x="557689" y="204597"/>
                      </a:cubicBezTo>
                      <a:lnTo>
                        <a:pt x="548830" y="201644"/>
                      </a:lnTo>
                      <a:lnTo>
                        <a:pt x="548830" y="201454"/>
                      </a:lnTo>
                      <a:cubicBezTo>
                        <a:pt x="548830" y="201454"/>
                        <a:pt x="477583" y="175832"/>
                        <a:pt x="477583" y="175832"/>
                      </a:cubicBezTo>
                      <a:lnTo>
                        <a:pt x="468725" y="172879"/>
                      </a:lnTo>
                      <a:lnTo>
                        <a:pt x="468725" y="172688"/>
                      </a:lnTo>
                      <a:cubicBezTo>
                        <a:pt x="468725" y="172688"/>
                        <a:pt x="397573" y="147066"/>
                        <a:pt x="397573" y="147066"/>
                      </a:cubicBezTo>
                      <a:lnTo>
                        <a:pt x="388715" y="144113"/>
                      </a:lnTo>
                      <a:lnTo>
                        <a:pt x="388715" y="143923"/>
                      </a:lnTo>
                      <a:cubicBezTo>
                        <a:pt x="388715" y="143923"/>
                        <a:pt x="317468" y="118300"/>
                        <a:pt x="317468" y="118300"/>
                      </a:cubicBezTo>
                      <a:lnTo>
                        <a:pt x="308610" y="115348"/>
                      </a:lnTo>
                      <a:lnTo>
                        <a:pt x="308610" y="115157"/>
                      </a:lnTo>
                      <a:cubicBezTo>
                        <a:pt x="308610" y="115157"/>
                        <a:pt x="237458" y="89535"/>
                        <a:pt x="237458" y="89535"/>
                      </a:cubicBezTo>
                      <a:lnTo>
                        <a:pt x="228600" y="86582"/>
                      </a:lnTo>
                      <a:lnTo>
                        <a:pt x="228600" y="86392"/>
                      </a:lnTo>
                      <a:cubicBezTo>
                        <a:pt x="228600" y="86392"/>
                        <a:pt x="157353" y="60770"/>
                        <a:pt x="157353" y="60770"/>
                      </a:cubicBezTo>
                      <a:lnTo>
                        <a:pt x="148495" y="57817"/>
                      </a:lnTo>
                      <a:lnTo>
                        <a:pt x="148495" y="57626"/>
                      </a:lnTo>
                      <a:cubicBezTo>
                        <a:pt x="148495" y="57626"/>
                        <a:pt x="77343" y="32004"/>
                        <a:pt x="77343" y="32004"/>
                      </a:cubicBezTo>
                      <a:lnTo>
                        <a:pt x="68485" y="29051"/>
                      </a:lnTo>
                      <a:lnTo>
                        <a:pt x="68485" y="28861"/>
                      </a:lnTo>
                      <a:cubicBezTo>
                        <a:pt x="68485" y="28861"/>
                        <a:pt x="0" y="4191"/>
                        <a:pt x="0" y="4191"/>
                      </a:cubicBezTo>
                      <a:lnTo>
                        <a:pt x="1524" y="0"/>
                      </a:lnTo>
                      <a:lnTo>
                        <a:pt x="1212532" y="435483"/>
                      </a:lnTo>
                      <a:cubicBezTo>
                        <a:pt x="1211580" y="437007"/>
                        <a:pt x="1210628" y="438150"/>
                        <a:pt x="1209675" y="439198"/>
                      </a:cubicBezTo>
                      <a:lnTo>
                        <a:pt x="1197864" y="434912"/>
                      </a:lnTo>
                      <a:lnTo>
                        <a:pt x="1189006" y="431959"/>
                      </a:lnTo>
                      <a:lnTo>
                        <a:pt x="1189006" y="431768"/>
                      </a:lnTo>
                      <a:cubicBezTo>
                        <a:pt x="1189006" y="431768"/>
                        <a:pt x="1117759" y="406146"/>
                        <a:pt x="1117759" y="406146"/>
                      </a:cubicBezTo>
                      <a:lnTo>
                        <a:pt x="1108900" y="403193"/>
                      </a:lnTo>
                      <a:lnTo>
                        <a:pt x="1108900" y="40300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3" name="Google Shape;553;p37"/>
              <p:cNvGrpSpPr/>
              <p:nvPr/>
            </p:nvGrpSpPr>
            <p:grpSpPr>
              <a:xfrm>
                <a:off x="9659447" y="632648"/>
                <a:ext cx="1420749" cy="1304449"/>
                <a:chOff x="9659447" y="632648"/>
                <a:chExt cx="1420749" cy="1304449"/>
              </a:xfrm>
            </p:grpSpPr>
            <p:grpSp>
              <p:nvGrpSpPr>
                <p:cNvPr id="554" name="Google Shape;554;p37"/>
                <p:cNvGrpSpPr/>
                <p:nvPr/>
              </p:nvGrpSpPr>
              <p:grpSpPr>
                <a:xfrm>
                  <a:off x="10780064" y="1100040"/>
                  <a:ext cx="300132" cy="837057"/>
                  <a:chOff x="10780064" y="1100040"/>
                  <a:chExt cx="300132" cy="837057"/>
                </a:xfrm>
              </p:grpSpPr>
              <p:sp>
                <p:nvSpPr>
                  <p:cNvPr id="555" name="Google Shape;555;p37"/>
                  <p:cNvSpPr/>
                  <p:nvPr/>
                </p:nvSpPr>
                <p:spPr>
                  <a:xfrm>
                    <a:off x="11004378" y="1100040"/>
                    <a:ext cx="75818" cy="210883"/>
                  </a:xfrm>
                  <a:custGeom>
                    <a:rect b="b" l="l" r="r" t="t"/>
                    <a:pathLst>
                      <a:path extrusionOk="0" h="210883" w="75818">
                        <a:moveTo>
                          <a:pt x="10192" y="200120"/>
                        </a:moveTo>
                        <a:cubicBezTo>
                          <a:pt x="7239" y="204216"/>
                          <a:pt x="4096" y="207836"/>
                          <a:pt x="0" y="210884"/>
                        </a:cubicBezTo>
                        <a:lnTo>
                          <a:pt x="75819" y="0"/>
                        </a:lnTo>
                        <a:cubicBezTo>
                          <a:pt x="75533" y="2953"/>
                          <a:pt x="74581" y="6191"/>
                          <a:pt x="73152" y="10763"/>
                        </a:cubicBezTo>
                        <a:cubicBezTo>
                          <a:pt x="71438" y="16193"/>
                          <a:pt x="70580" y="23336"/>
                          <a:pt x="69532" y="30671"/>
                        </a:cubicBezTo>
                        <a:cubicBezTo>
                          <a:pt x="69056" y="33719"/>
                          <a:pt x="68580" y="36957"/>
                          <a:pt x="67913" y="39910"/>
                        </a:cubicBezTo>
                        <a:cubicBezTo>
                          <a:pt x="65913" y="49244"/>
                          <a:pt x="62579" y="57626"/>
                          <a:pt x="55436" y="61341"/>
                        </a:cubicBezTo>
                        <a:cubicBezTo>
                          <a:pt x="56959" y="62198"/>
                          <a:pt x="59626" y="63722"/>
                          <a:pt x="62198" y="65437"/>
                        </a:cubicBezTo>
                        <a:lnTo>
                          <a:pt x="16573" y="192310"/>
                        </a:lnTo>
                        <a:lnTo>
                          <a:pt x="16002" y="192119"/>
                        </a:lnTo>
                        <a:cubicBezTo>
                          <a:pt x="13906" y="194881"/>
                          <a:pt x="12097" y="197453"/>
                          <a:pt x="10192" y="199930"/>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 name="Google Shape;556;p37"/>
                  <p:cNvSpPr/>
                  <p:nvPr/>
                </p:nvSpPr>
                <p:spPr>
                  <a:xfrm>
                    <a:off x="10987613" y="1356834"/>
                    <a:ext cx="190" cy="285"/>
                  </a:xfrm>
                  <a:custGeom>
                    <a:rect b="b" l="l" r="r" t="t"/>
                    <a:pathLst>
                      <a:path extrusionOk="0" h="285" w="190">
                        <a:moveTo>
                          <a:pt x="190" y="0"/>
                        </a:moveTo>
                        <a:cubicBezTo>
                          <a:pt x="190" y="0"/>
                          <a:pt x="190" y="191"/>
                          <a:pt x="190" y="286"/>
                        </a:cubicBezTo>
                        <a:cubicBezTo>
                          <a:pt x="190" y="286"/>
                          <a:pt x="124" y="286"/>
                          <a:pt x="0" y="286"/>
                        </a:cubicBezTo>
                        <a:lnTo>
                          <a:pt x="0" y="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 name="Google Shape;557;p37"/>
                  <p:cNvSpPr/>
                  <p:nvPr/>
                </p:nvSpPr>
                <p:spPr>
                  <a:xfrm>
                    <a:off x="10858455" y="1484565"/>
                    <a:ext cx="90201" cy="232124"/>
                  </a:xfrm>
                  <a:custGeom>
                    <a:rect b="b" l="l" r="r" t="t"/>
                    <a:pathLst>
                      <a:path extrusionOk="0" h="232124" w="90201">
                        <a:moveTo>
                          <a:pt x="0" y="232124"/>
                        </a:moveTo>
                        <a:lnTo>
                          <a:pt x="83439" y="0"/>
                        </a:lnTo>
                        <a:cubicBezTo>
                          <a:pt x="86868" y="1810"/>
                          <a:pt x="89154" y="3810"/>
                          <a:pt x="90202" y="8763"/>
                        </a:cubicBezTo>
                        <a:lnTo>
                          <a:pt x="26575" y="185547"/>
                        </a:lnTo>
                        <a:lnTo>
                          <a:pt x="26384" y="185547"/>
                        </a:lnTo>
                        <a:cubicBezTo>
                          <a:pt x="21907" y="192119"/>
                          <a:pt x="20098" y="200120"/>
                          <a:pt x="18002" y="208026"/>
                        </a:cubicBezTo>
                        <a:lnTo>
                          <a:pt x="18479" y="208217"/>
                        </a:lnTo>
                        <a:lnTo>
                          <a:pt x="15335" y="216979"/>
                        </a:lnTo>
                        <a:lnTo>
                          <a:pt x="15335" y="216979"/>
                        </a:lnTo>
                        <a:cubicBezTo>
                          <a:pt x="14478" y="218884"/>
                          <a:pt x="13621" y="220885"/>
                          <a:pt x="12668" y="222695"/>
                        </a:cubicBezTo>
                        <a:cubicBezTo>
                          <a:pt x="9811" y="227647"/>
                          <a:pt x="10478" y="226314"/>
                          <a:pt x="6477" y="229076"/>
                        </a:cubicBezTo>
                        <a:cubicBezTo>
                          <a:pt x="5048" y="230124"/>
                          <a:pt x="2381" y="230981"/>
                          <a:pt x="95" y="232124"/>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 name="Google Shape;558;p37"/>
                  <p:cNvSpPr/>
                  <p:nvPr/>
                </p:nvSpPr>
                <p:spPr>
                  <a:xfrm>
                    <a:off x="10780064" y="1727738"/>
                    <a:ext cx="79152" cy="209359"/>
                  </a:xfrm>
                  <a:custGeom>
                    <a:rect b="b" l="l" r="r" t="t"/>
                    <a:pathLst>
                      <a:path extrusionOk="0" h="209359" w="79152">
                        <a:moveTo>
                          <a:pt x="95" y="206407"/>
                        </a:moveTo>
                        <a:lnTo>
                          <a:pt x="74295" y="0"/>
                        </a:lnTo>
                        <a:cubicBezTo>
                          <a:pt x="75724" y="4667"/>
                          <a:pt x="78391" y="9525"/>
                          <a:pt x="78962" y="13049"/>
                        </a:cubicBezTo>
                        <a:cubicBezTo>
                          <a:pt x="78962" y="13335"/>
                          <a:pt x="78962" y="13621"/>
                          <a:pt x="79153" y="14002"/>
                        </a:cubicBezTo>
                        <a:lnTo>
                          <a:pt x="8858" y="209359"/>
                        </a:lnTo>
                        <a:lnTo>
                          <a:pt x="0" y="20640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59" name="Google Shape;559;p37"/>
                <p:cNvSpPr/>
                <p:nvPr/>
              </p:nvSpPr>
              <p:spPr>
                <a:xfrm>
                  <a:off x="10700149" y="955356"/>
                  <a:ext cx="350329" cy="953071"/>
                </a:xfrm>
                <a:custGeom>
                  <a:rect b="b" l="l" r="r" t="t"/>
                  <a:pathLst>
                    <a:path extrusionOk="0" h="953071" w="350329">
                      <a:moveTo>
                        <a:pt x="0" y="950023"/>
                      </a:moveTo>
                      <a:lnTo>
                        <a:pt x="341662" y="0"/>
                      </a:lnTo>
                      <a:cubicBezTo>
                        <a:pt x="344614" y="1143"/>
                        <a:pt x="347567" y="2476"/>
                        <a:pt x="350330" y="3429"/>
                      </a:cubicBezTo>
                      <a:lnTo>
                        <a:pt x="8858" y="953072"/>
                      </a:lnTo>
                      <a:lnTo>
                        <a:pt x="0" y="950119"/>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 name="Google Shape;560;p37"/>
                <p:cNvSpPr/>
                <p:nvPr/>
              </p:nvSpPr>
              <p:spPr>
                <a:xfrm>
                  <a:off x="10619948" y="933257"/>
                  <a:ext cx="347567" cy="946404"/>
                </a:xfrm>
                <a:custGeom>
                  <a:rect b="b" l="l" r="r" t="t"/>
                  <a:pathLst>
                    <a:path extrusionOk="0" h="946404" w="347567">
                      <a:moveTo>
                        <a:pt x="95" y="943356"/>
                      </a:moveTo>
                      <a:lnTo>
                        <a:pt x="339376" y="0"/>
                      </a:lnTo>
                      <a:cubicBezTo>
                        <a:pt x="340709" y="572"/>
                        <a:pt x="342043" y="1143"/>
                        <a:pt x="342995" y="1715"/>
                      </a:cubicBezTo>
                      <a:cubicBezTo>
                        <a:pt x="344519" y="2572"/>
                        <a:pt x="346043" y="3620"/>
                        <a:pt x="347567" y="4667"/>
                      </a:cubicBezTo>
                      <a:lnTo>
                        <a:pt x="8858" y="946404"/>
                      </a:lnTo>
                      <a:lnTo>
                        <a:pt x="0" y="94345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 name="Google Shape;561;p37"/>
                <p:cNvSpPr/>
                <p:nvPr/>
              </p:nvSpPr>
              <p:spPr>
                <a:xfrm>
                  <a:off x="10539938" y="913731"/>
                  <a:ext cx="344900" cy="937069"/>
                </a:xfrm>
                <a:custGeom>
                  <a:rect b="b" l="l" r="r" t="t"/>
                  <a:pathLst>
                    <a:path extrusionOk="0" h="937069" w="344900">
                      <a:moveTo>
                        <a:pt x="95" y="934117"/>
                      </a:moveTo>
                      <a:lnTo>
                        <a:pt x="336042" y="0"/>
                      </a:lnTo>
                      <a:cubicBezTo>
                        <a:pt x="338804" y="1143"/>
                        <a:pt x="341471" y="2381"/>
                        <a:pt x="344234" y="2762"/>
                      </a:cubicBezTo>
                      <a:cubicBezTo>
                        <a:pt x="344424" y="2762"/>
                        <a:pt x="344710" y="2762"/>
                        <a:pt x="344900" y="2762"/>
                      </a:cubicBezTo>
                      <a:lnTo>
                        <a:pt x="8858" y="937070"/>
                      </a:lnTo>
                      <a:lnTo>
                        <a:pt x="0" y="93411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 name="Google Shape;562;p37"/>
                <p:cNvSpPr/>
                <p:nvPr/>
              </p:nvSpPr>
              <p:spPr>
                <a:xfrm>
                  <a:off x="10459833" y="905540"/>
                  <a:ext cx="338423" cy="916400"/>
                </a:xfrm>
                <a:custGeom>
                  <a:rect b="b" l="l" r="r" t="t"/>
                  <a:pathLst>
                    <a:path extrusionOk="0" h="916400" w="338423">
                      <a:moveTo>
                        <a:pt x="95" y="913448"/>
                      </a:moveTo>
                      <a:lnTo>
                        <a:pt x="328422" y="381"/>
                      </a:lnTo>
                      <a:cubicBezTo>
                        <a:pt x="332327" y="1619"/>
                        <a:pt x="334137" y="1619"/>
                        <a:pt x="338423" y="0"/>
                      </a:cubicBezTo>
                      <a:lnTo>
                        <a:pt x="8858" y="916400"/>
                      </a:lnTo>
                      <a:lnTo>
                        <a:pt x="0" y="91344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 name="Google Shape;563;p37"/>
                <p:cNvSpPr/>
                <p:nvPr/>
              </p:nvSpPr>
              <p:spPr>
                <a:xfrm>
                  <a:off x="10379823" y="861725"/>
                  <a:ext cx="338613" cy="931449"/>
                </a:xfrm>
                <a:custGeom>
                  <a:rect b="b" l="l" r="r" t="t"/>
                  <a:pathLst>
                    <a:path extrusionOk="0" h="931449" w="338613">
                      <a:moveTo>
                        <a:pt x="95" y="928497"/>
                      </a:moveTo>
                      <a:lnTo>
                        <a:pt x="334042" y="0"/>
                      </a:lnTo>
                      <a:cubicBezTo>
                        <a:pt x="333470" y="1619"/>
                        <a:pt x="332994" y="3238"/>
                        <a:pt x="333089" y="4763"/>
                      </a:cubicBezTo>
                      <a:cubicBezTo>
                        <a:pt x="333470" y="7620"/>
                        <a:pt x="335852" y="11144"/>
                        <a:pt x="338614" y="14573"/>
                      </a:cubicBezTo>
                      <a:lnTo>
                        <a:pt x="8858" y="931450"/>
                      </a:lnTo>
                      <a:lnTo>
                        <a:pt x="0" y="92849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 name="Google Shape;564;p37"/>
                <p:cNvSpPr/>
                <p:nvPr/>
              </p:nvSpPr>
              <p:spPr>
                <a:xfrm>
                  <a:off x="10299908" y="826863"/>
                  <a:ext cx="344805" cy="937545"/>
                </a:xfrm>
                <a:custGeom>
                  <a:rect b="b" l="l" r="r" t="t"/>
                  <a:pathLst>
                    <a:path extrusionOk="0" h="937545" w="344805">
                      <a:moveTo>
                        <a:pt x="0" y="934593"/>
                      </a:moveTo>
                      <a:lnTo>
                        <a:pt x="336137" y="0"/>
                      </a:lnTo>
                      <a:cubicBezTo>
                        <a:pt x="338328" y="857"/>
                        <a:pt x="340614" y="1715"/>
                        <a:pt x="342900" y="2572"/>
                      </a:cubicBezTo>
                      <a:cubicBezTo>
                        <a:pt x="343472" y="2762"/>
                        <a:pt x="344138" y="3048"/>
                        <a:pt x="344805" y="3334"/>
                      </a:cubicBezTo>
                      <a:lnTo>
                        <a:pt x="8858" y="937546"/>
                      </a:lnTo>
                      <a:lnTo>
                        <a:pt x="0" y="93459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 name="Google Shape;565;p37"/>
                <p:cNvSpPr/>
                <p:nvPr/>
              </p:nvSpPr>
              <p:spPr>
                <a:xfrm>
                  <a:off x="10219803" y="822768"/>
                  <a:ext cx="334994" cy="912780"/>
                </a:xfrm>
                <a:custGeom>
                  <a:rect b="b" l="l" r="r" t="t"/>
                  <a:pathLst>
                    <a:path extrusionOk="0" h="912780" w="334994">
                      <a:moveTo>
                        <a:pt x="95" y="909923"/>
                      </a:moveTo>
                      <a:lnTo>
                        <a:pt x="327279" y="0"/>
                      </a:lnTo>
                      <a:cubicBezTo>
                        <a:pt x="327755" y="1905"/>
                        <a:pt x="328327" y="3619"/>
                        <a:pt x="330136" y="4763"/>
                      </a:cubicBezTo>
                      <a:cubicBezTo>
                        <a:pt x="331470" y="5620"/>
                        <a:pt x="333184" y="5905"/>
                        <a:pt x="334994" y="6001"/>
                      </a:cubicBezTo>
                      <a:lnTo>
                        <a:pt x="8858" y="912781"/>
                      </a:lnTo>
                      <a:lnTo>
                        <a:pt x="0" y="90982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 name="Google Shape;566;p37"/>
                <p:cNvSpPr/>
                <p:nvPr/>
              </p:nvSpPr>
              <p:spPr>
                <a:xfrm>
                  <a:off x="10139793" y="787239"/>
                  <a:ext cx="338708" cy="919734"/>
                </a:xfrm>
                <a:custGeom>
                  <a:rect b="b" l="l" r="r" t="t"/>
                  <a:pathLst>
                    <a:path extrusionOk="0" h="919734" w="338708">
                      <a:moveTo>
                        <a:pt x="0" y="916686"/>
                      </a:moveTo>
                      <a:lnTo>
                        <a:pt x="329660" y="0"/>
                      </a:lnTo>
                      <a:cubicBezTo>
                        <a:pt x="332613" y="857"/>
                        <a:pt x="335661" y="1715"/>
                        <a:pt x="338709" y="2477"/>
                      </a:cubicBezTo>
                      <a:lnTo>
                        <a:pt x="8858" y="919734"/>
                      </a:lnTo>
                      <a:lnTo>
                        <a:pt x="0" y="91678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 name="Google Shape;567;p37"/>
                <p:cNvSpPr/>
                <p:nvPr/>
              </p:nvSpPr>
              <p:spPr>
                <a:xfrm>
                  <a:off x="10059688" y="746568"/>
                  <a:ext cx="341471" cy="931544"/>
                </a:xfrm>
                <a:custGeom>
                  <a:rect b="b" l="l" r="r" t="t"/>
                  <a:pathLst>
                    <a:path extrusionOk="0" h="931544" w="341471">
                      <a:moveTo>
                        <a:pt x="0" y="928497"/>
                      </a:moveTo>
                      <a:lnTo>
                        <a:pt x="333946" y="0"/>
                      </a:lnTo>
                      <a:cubicBezTo>
                        <a:pt x="333946" y="0"/>
                        <a:pt x="334899" y="476"/>
                        <a:pt x="335375" y="667"/>
                      </a:cubicBezTo>
                      <a:cubicBezTo>
                        <a:pt x="340042" y="2762"/>
                        <a:pt x="339280" y="3810"/>
                        <a:pt x="341471" y="6572"/>
                      </a:cubicBezTo>
                      <a:lnTo>
                        <a:pt x="8858" y="931545"/>
                      </a:lnTo>
                      <a:lnTo>
                        <a:pt x="0" y="92859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 name="Google Shape;568;p37"/>
                <p:cNvSpPr/>
                <p:nvPr/>
              </p:nvSpPr>
              <p:spPr>
                <a:xfrm>
                  <a:off x="9979678" y="755712"/>
                  <a:ext cx="329279" cy="893635"/>
                </a:xfrm>
                <a:custGeom>
                  <a:rect b="b" l="l" r="r" t="t"/>
                  <a:pathLst>
                    <a:path extrusionOk="0" h="893635" w="329279">
                      <a:moveTo>
                        <a:pt x="0" y="890587"/>
                      </a:moveTo>
                      <a:lnTo>
                        <a:pt x="320326" y="0"/>
                      </a:lnTo>
                      <a:cubicBezTo>
                        <a:pt x="323374" y="762"/>
                        <a:pt x="326422" y="1715"/>
                        <a:pt x="329279" y="2572"/>
                      </a:cubicBezTo>
                      <a:lnTo>
                        <a:pt x="8858" y="893636"/>
                      </a:lnTo>
                      <a:lnTo>
                        <a:pt x="0" y="89068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 name="Google Shape;569;p37"/>
                <p:cNvSpPr/>
                <p:nvPr/>
              </p:nvSpPr>
              <p:spPr>
                <a:xfrm>
                  <a:off x="9899573" y="709039"/>
                  <a:ext cx="335089" cy="911447"/>
                </a:xfrm>
                <a:custGeom>
                  <a:rect b="b" l="l" r="r" t="t"/>
                  <a:pathLst>
                    <a:path extrusionOk="0" h="911447" w="335089">
                      <a:moveTo>
                        <a:pt x="95" y="908494"/>
                      </a:moveTo>
                      <a:lnTo>
                        <a:pt x="326803" y="0"/>
                      </a:lnTo>
                      <a:cubicBezTo>
                        <a:pt x="329565" y="1810"/>
                        <a:pt x="332327" y="3143"/>
                        <a:pt x="335090" y="4381"/>
                      </a:cubicBezTo>
                      <a:lnTo>
                        <a:pt x="8858" y="911447"/>
                      </a:lnTo>
                      <a:lnTo>
                        <a:pt x="0" y="908494"/>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 name="Google Shape;570;p37"/>
                <p:cNvSpPr/>
                <p:nvPr/>
              </p:nvSpPr>
              <p:spPr>
                <a:xfrm>
                  <a:off x="9819658" y="632648"/>
                  <a:ext cx="348995" cy="959167"/>
                </a:xfrm>
                <a:custGeom>
                  <a:rect b="b" l="l" r="r" t="t"/>
                  <a:pathLst>
                    <a:path extrusionOk="0" h="959167" w="348995">
                      <a:moveTo>
                        <a:pt x="0" y="956120"/>
                      </a:moveTo>
                      <a:lnTo>
                        <a:pt x="335852" y="22384"/>
                      </a:lnTo>
                      <a:cubicBezTo>
                        <a:pt x="337185" y="22670"/>
                        <a:pt x="338614" y="22955"/>
                        <a:pt x="339757" y="23241"/>
                      </a:cubicBezTo>
                      <a:cubicBezTo>
                        <a:pt x="341852" y="20383"/>
                        <a:pt x="340995" y="16002"/>
                        <a:pt x="339757" y="11621"/>
                      </a:cubicBezTo>
                      <a:lnTo>
                        <a:pt x="343948" y="0"/>
                      </a:lnTo>
                      <a:lnTo>
                        <a:pt x="346329" y="857"/>
                      </a:lnTo>
                      <a:cubicBezTo>
                        <a:pt x="345186" y="3905"/>
                        <a:pt x="343662" y="6001"/>
                        <a:pt x="345853" y="9811"/>
                      </a:cubicBezTo>
                      <a:cubicBezTo>
                        <a:pt x="346710" y="11049"/>
                        <a:pt x="347853" y="12287"/>
                        <a:pt x="348996" y="13430"/>
                      </a:cubicBezTo>
                      <a:lnTo>
                        <a:pt x="8858" y="959168"/>
                      </a:lnTo>
                      <a:lnTo>
                        <a:pt x="0" y="95621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1" name="Google Shape;571;p37"/>
                <p:cNvGrpSpPr/>
                <p:nvPr/>
              </p:nvGrpSpPr>
              <p:grpSpPr>
                <a:xfrm>
                  <a:off x="9739553" y="749996"/>
                  <a:ext cx="301084" cy="812959"/>
                  <a:chOff x="9739553" y="749996"/>
                  <a:chExt cx="301084" cy="812959"/>
                </a:xfrm>
              </p:grpSpPr>
              <p:sp>
                <p:nvSpPr>
                  <p:cNvPr id="572" name="Google Shape;572;p37"/>
                  <p:cNvSpPr/>
                  <p:nvPr/>
                </p:nvSpPr>
                <p:spPr>
                  <a:xfrm>
                    <a:off x="10011924" y="749996"/>
                    <a:ext cx="28713" cy="78295"/>
                  </a:xfrm>
                  <a:custGeom>
                    <a:rect b="b" l="l" r="r" t="t"/>
                    <a:pathLst>
                      <a:path extrusionOk="0" h="78295" w="28713">
                        <a:moveTo>
                          <a:pt x="615" y="78296"/>
                        </a:moveTo>
                        <a:cubicBezTo>
                          <a:pt x="139" y="73819"/>
                          <a:pt x="-338" y="69247"/>
                          <a:pt x="329" y="66389"/>
                        </a:cubicBezTo>
                        <a:cubicBezTo>
                          <a:pt x="1948" y="59627"/>
                          <a:pt x="5282" y="54197"/>
                          <a:pt x="6711" y="47339"/>
                        </a:cubicBezTo>
                        <a:cubicBezTo>
                          <a:pt x="8520" y="37814"/>
                          <a:pt x="9759" y="24194"/>
                          <a:pt x="14140" y="13907"/>
                        </a:cubicBezTo>
                        <a:lnTo>
                          <a:pt x="13854" y="13907"/>
                        </a:lnTo>
                        <a:cubicBezTo>
                          <a:pt x="13854" y="13907"/>
                          <a:pt x="16998" y="5048"/>
                          <a:pt x="16998" y="5048"/>
                        </a:cubicBezTo>
                        <a:lnTo>
                          <a:pt x="19093" y="5810"/>
                        </a:lnTo>
                        <a:cubicBezTo>
                          <a:pt x="20712" y="4191"/>
                          <a:pt x="22427" y="4286"/>
                          <a:pt x="24523" y="2953"/>
                        </a:cubicBezTo>
                        <a:cubicBezTo>
                          <a:pt x="25951" y="2000"/>
                          <a:pt x="27380" y="1048"/>
                          <a:pt x="28714" y="0"/>
                        </a:cubicBezTo>
                        <a:lnTo>
                          <a:pt x="615" y="7820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 name="Google Shape;573;p37"/>
                  <p:cNvSpPr/>
                  <p:nvPr/>
                </p:nvSpPr>
                <p:spPr>
                  <a:xfrm>
                    <a:off x="9739553" y="835055"/>
                    <a:ext cx="269462" cy="727900"/>
                  </a:xfrm>
                  <a:custGeom>
                    <a:rect b="b" l="l" r="r" t="t"/>
                    <a:pathLst>
                      <a:path extrusionOk="0" h="727900" w="269462">
                        <a:moveTo>
                          <a:pt x="0" y="724853"/>
                        </a:moveTo>
                        <a:lnTo>
                          <a:pt x="260699" y="0"/>
                        </a:lnTo>
                        <a:lnTo>
                          <a:pt x="269462" y="3143"/>
                        </a:lnTo>
                        <a:lnTo>
                          <a:pt x="8858" y="727901"/>
                        </a:lnTo>
                        <a:lnTo>
                          <a:pt x="0" y="72485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74" name="Google Shape;574;p37"/>
                <p:cNvSpPr/>
                <p:nvPr/>
              </p:nvSpPr>
              <p:spPr>
                <a:xfrm>
                  <a:off x="9659447" y="949440"/>
                  <a:ext cx="218884" cy="584654"/>
                </a:xfrm>
                <a:custGeom>
                  <a:rect b="b" l="l" r="r" t="t"/>
                  <a:pathLst>
                    <a:path extrusionOk="0" h="584654" w="218884">
                      <a:moveTo>
                        <a:pt x="95" y="581702"/>
                      </a:moveTo>
                      <a:lnTo>
                        <a:pt x="208693" y="1724"/>
                      </a:lnTo>
                      <a:cubicBezTo>
                        <a:pt x="210121" y="1153"/>
                        <a:pt x="211550" y="486"/>
                        <a:pt x="213074" y="105"/>
                      </a:cubicBezTo>
                      <a:cubicBezTo>
                        <a:pt x="215551" y="-276"/>
                        <a:pt x="217170" y="486"/>
                        <a:pt x="218885" y="677"/>
                      </a:cubicBezTo>
                      <a:lnTo>
                        <a:pt x="8858" y="584654"/>
                      </a:lnTo>
                      <a:lnTo>
                        <a:pt x="0" y="58170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575" name="Google Shape;575;p37"/>
          <p:cNvGrpSpPr/>
          <p:nvPr/>
        </p:nvGrpSpPr>
        <p:grpSpPr>
          <a:xfrm>
            <a:off x="713235" y="3861580"/>
            <a:ext cx="1230759" cy="1093016"/>
            <a:chOff x="713235" y="3861580"/>
            <a:chExt cx="1230759" cy="1093016"/>
          </a:xfrm>
        </p:grpSpPr>
        <p:grpSp>
          <p:nvGrpSpPr>
            <p:cNvPr id="576" name="Google Shape;576;p37"/>
            <p:cNvGrpSpPr/>
            <p:nvPr/>
          </p:nvGrpSpPr>
          <p:grpSpPr>
            <a:xfrm rot="1333605">
              <a:off x="820151" y="4025499"/>
              <a:ext cx="1016926" cy="765177"/>
              <a:chOff x="6878624" y="4723667"/>
              <a:chExt cx="539896" cy="406228"/>
            </a:xfrm>
          </p:grpSpPr>
          <p:sp>
            <p:nvSpPr>
              <p:cNvPr id="577" name="Google Shape;577;p37"/>
              <p:cNvSpPr/>
              <p:nvPr/>
            </p:nvSpPr>
            <p:spPr>
              <a:xfrm>
                <a:off x="6878624" y="4723667"/>
                <a:ext cx="539896" cy="406228"/>
              </a:xfrm>
              <a:custGeom>
                <a:rect b="b" l="l" r="r" t="t"/>
                <a:pathLst>
                  <a:path extrusionOk="0" h="406228" w="539896">
                    <a:moveTo>
                      <a:pt x="522092" y="76367"/>
                    </a:moveTo>
                    <a:cubicBezTo>
                      <a:pt x="503993" y="47733"/>
                      <a:pt x="474016" y="29846"/>
                      <a:pt x="442624" y="18957"/>
                    </a:cubicBezTo>
                    <a:cubicBezTo>
                      <a:pt x="405224" y="5949"/>
                      <a:pt x="364712" y="1706"/>
                      <a:pt x="325331" y="363"/>
                    </a:cubicBezTo>
                    <a:cubicBezTo>
                      <a:pt x="282699" y="-1122"/>
                      <a:pt x="240207" y="2130"/>
                      <a:pt x="197857" y="6797"/>
                    </a:cubicBezTo>
                    <a:cubicBezTo>
                      <a:pt x="171344" y="9695"/>
                      <a:pt x="144761" y="13019"/>
                      <a:pt x="118814" y="19170"/>
                    </a:cubicBezTo>
                    <a:cubicBezTo>
                      <a:pt x="94210" y="24967"/>
                      <a:pt x="69535" y="33451"/>
                      <a:pt x="48678" y="48086"/>
                    </a:cubicBezTo>
                    <a:cubicBezTo>
                      <a:pt x="27821" y="62721"/>
                      <a:pt x="13399" y="82023"/>
                      <a:pt x="6045" y="105637"/>
                    </a:cubicBezTo>
                    <a:cubicBezTo>
                      <a:pt x="-4065" y="138371"/>
                      <a:pt x="-388" y="174641"/>
                      <a:pt x="8944" y="207093"/>
                    </a:cubicBezTo>
                    <a:cubicBezTo>
                      <a:pt x="18984" y="242161"/>
                      <a:pt x="36588" y="277653"/>
                      <a:pt x="64586" y="301832"/>
                    </a:cubicBezTo>
                    <a:cubicBezTo>
                      <a:pt x="89685" y="323467"/>
                      <a:pt x="121500" y="334496"/>
                      <a:pt x="153811" y="339587"/>
                    </a:cubicBezTo>
                    <a:cubicBezTo>
                      <a:pt x="174031" y="342768"/>
                      <a:pt x="194535" y="344324"/>
                      <a:pt x="214897" y="345950"/>
                    </a:cubicBezTo>
                    <a:cubicBezTo>
                      <a:pt x="238015" y="347788"/>
                      <a:pt x="261135" y="349131"/>
                      <a:pt x="284254" y="349838"/>
                    </a:cubicBezTo>
                    <a:cubicBezTo>
                      <a:pt x="295849" y="350192"/>
                      <a:pt x="307444" y="350333"/>
                      <a:pt x="319039" y="350404"/>
                    </a:cubicBezTo>
                    <a:lnTo>
                      <a:pt x="317342" y="349131"/>
                    </a:lnTo>
                    <a:cubicBezTo>
                      <a:pt x="321867" y="367726"/>
                      <a:pt x="326392" y="386320"/>
                      <a:pt x="330846" y="404914"/>
                    </a:cubicBezTo>
                    <a:cubicBezTo>
                      <a:pt x="331129" y="405975"/>
                      <a:pt x="332543" y="406611"/>
                      <a:pt x="333462" y="405975"/>
                    </a:cubicBezTo>
                    <a:cubicBezTo>
                      <a:pt x="345835" y="397420"/>
                      <a:pt x="356299" y="386673"/>
                      <a:pt x="365419" y="374725"/>
                    </a:cubicBezTo>
                    <a:cubicBezTo>
                      <a:pt x="370226" y="368432"/>
                      <a:pt x="374681" y="361857"/>
                      <a:pt x="378923" y="355211"/>
                    </a:cubicBezTo>
                    <a:cubicBezTo>
                      <a:pt x="379983" y="353515"/>
                      <a:pt x="380902" y="351747"/>
                      <a:pt x="382104" y="350121"/>
                    </a:cubicBezTo>
                    <a:cubicBezTo>
                      <a:pt x="383660" y="348000"/>
                      <a:pt x="384579" y="348283"/>
                      <a:pt x="387195" y="348141"/>
                    </a:cubicBezTo>
                    <a:cubicBezTo>
                      <a:pt x="391649" y="347859"/>
                      <a:pt x="396103" y="347505"/>
                      <a:pt x="400557" y="347151"/>
                    </a:cubicBezTo>
                    <a:cubicBezTo>
                      <a:pt x="426434" y="344960"/>
                      <a:pt x="452664" y="341354"/>
                      <a:pt x="475147" y="327426"/>
                    </a:cubicBezTo>
                    <a:cubicBezTo>
                      <a:pt x="497630" y="313498"/>
                      <a:pt x="509932" y="293419"/>
                      <a:pt x="517355" y="269593"/>
                    </a:cubicBezTo>
                    <a:cubicBezTo>
                      <a:pt x="522304" y="253543"/>
                      <a:pt x="525840" y="236999"/>
                      <a:pt x="529516" y="220597"/>
                    </a:cubicBezTo>
                    <a:cubicBezTo>
                      <a:pt x="532839" y="205820"/>
                      <a:pt x="535879" y="190902"/>
                      <a:pt x="537859" y="175914"/>
                    </a:cubicBezTo>
                    <a:cubicBezTo>
                      <a:pt x="542313" y="141836"/>
                      <a:pt x="540475" y="106485"/>
                      <a:pt x="522092" y="76508"/>
                    </a:cubicBezTo>
                    <a:cubicBezTo>
                      <a:pt x="520890" y="74599"/>
                      <a:pt x="517850" y="76367"/>
                      <a:pt x="519052" y="78276"/>
                    </a:cubicBezTo>
                    <a:cubicBezTo>
                      <a:pt x="535243" y="104647"/>
                      <a:pt x="538354" y="135473"/>
                      <a:pt x="535526" y="165733"/>
                    </a:cubicBezTo>
                    <a:cubicBezTo>
                      <a:pt x="532697" y="195993"/>
                      <a:pt x="525345" y="226394"/>
                      <a:pt x="517638" y="255806"/>
                    </a:cubicBezTo>
                    <a:cubicBezTo>
                      <a:pt x="513962" y="269805"/>
                      <a:pt x="509719" y="283733"/>
                      <a:pt x="502013" y="296035"/>
                    </a:cubicBezTo>
                    <a:cubicBezTo>
                      <a:pt x="495721" y="306145"/>
                      <a:pt x="487378" y="314912"/>
                      <a:pt x="477551" y="321699"/>
                    </a:cubicBezTo>
                    <a:cubicBezTo>
                      <a:pt x="456835" y="336052"/>
                      <a:pt x="431948" y="340789"/>
                      <a:pt x="407345" y="343051"/>
                    </a:cubicBezTo>
                    <a:cubicBezTo>
                      <a:pt x="402608" y="343475"/>
                      <a:pt x="397870" y="343899"/>
                      <a:pt x="393134" y="344253"/>
                    </a:cubicBezTo>
                    <a:cubicBezTo>
                      <a:pt x="390588" y="344465"/>
                      <a:pt x="388114" y="344606"/>
                      <a:pt x="385568" y="344819"/>
                    </a:cubicBezTo>
                    <a:cubicBezTo>
                      <a:pt x="384296" y="344889"/>
                      <a:pt x="382458" y="344677"/>
                      <a:pt x="381327" y="345314"/>
                    </a:cubicBezTo>
                    <a:cubicBezTo>
                      <a:pt x="380195" y="345950"/>
                      <a:pt x="379418" y="348071"/>
                      <a:pt x="378711" y="349131"/>
                    </a:cubicBezTo>
                    <a:cubicBezTo>
                      <a:pt x="377650" y="350828"/>
                      <a:pt x="376590" y="352525"/>
                      <a:pt x="375529" y="354221"/>
                    </a:cubicBezTo>
                    <a:cubicBezTo>
                      <a:pt x="373267" y="357757"/>
                      <a:pt x="370933" y="361292"/>
                      <a:pt x="368530" y="364756"/>
                    </a:cubicBezTo>
                    <a:cubicBezTo>
                      <a:pt x="358349" y="379391"/>
                      <a:pt x="346471" y="392895"/>
                      <a:pt x="331694" y="403076"/>
                    </a:cubicBezTo>
                    <a:lnTo>
                      <a:pt x="334310" y="404137"/>
                    </a:lnTo>
                    <a:cubicBezTo>
                      <a:pt x="329786" y="385542"/>
                      <a:pt x="325261" y="366948"/>
                      <a:pt x="320807" y="348354"/>
                    </a:cubicBezTo>
                    <a:cubicBezTo>
                      <a:pt x="320594" y="347576"/>
                      <a:pt x="319887" y="347081"/>
                      <a:pt x="319110" y="347081"/>
                    </a:cubicBezTo>
                    <a:cubicBezTo>
                      <a:pt x="274568" y="347081"/>
                      <a:pt x="230026" y="344394"/>
                      <a:pt x="185697" y="340081"/>
                    </a:cubicBezTo>
                    <a:cubicBezTo>
                      <a:pt x="151690" y="336759"/>
                      <a:pt x="117399" y="331527"/>
                      <a:pt x="87422" y="313993"/>
                    </a:cubicBezTo>
                    <a:cubicBezTo>
                      <a:pt x="57445" y="296459"/>
                      <a:pt x="35669" y="266058"/>
                      <a:pt x="21953" y="233323"/>
                    </a:cubicBezTo>
                    <a:cubicBezTo>
                      <a:pt x="8237" y="200588"/>
                      <a:pt x="-106" y="161279"/>
                      <a:pt x="5480" y="124868"/>
                    </a:cubicBezTo>
                    <a:cubicBezTo>
                      <a:pt x="9298" y="99910"/>
                      <a:pt x="20610" y="77074"/>
                      <a:pt x="39558" y="60176"/>
                    </a:cubicBezTo>
                    <a:cubicBezTo>
                      <a:pt x="58505" y="43278"/>
                      <a:pt x="81059" y="33805"/>
                      <a:pt x="104461" y="26947"/>
                    </a:cubicBezTo>
                    <a:cubicBezTo>
                      <a:pt x="129490" y="19665"/>
                      <a:pt x="155437" y="15705"/>
                      <a:pt x="181243" y="12594"/>
                    </a:cubicBezTo>
                    <a:cubicBezTo>
                      <a:pt x="217442" y="8211"/>
                      <a:pt x="253782" y="4676"/>
                      <a:pt x="290193" y="3969"/>
                    </a:cubicBezTo>
                    <a:cubicBezTo>
                      <a:pt x="331694" y="3191"/>
                      <a:pt x="374044" y="5454"/>
                      <a:pt x="414627" y="14857"/>
                    </a:cubicBezTo>
                    <a:cubicBezTo>
                      <a:pt x="446867" y="22351"/>
                      <a:pt x="479742" y="35218"/>
                      <a:pt x="503569" y="58974"/>
                    </a:cubicBezTo>
                    <a:cubicBezTo>
                      <a:pt x="509508" y="64842"/>
                      <a:pt x="514669" y="71347"/>
                      <a:pt x="519123" y="78417"/>
                    </a:cubicBezTo>
                    <a:cubicBezTo>
                      <a:pt x="520325" y="80326"/>
                      <a:pt x="523365" y="78558"/>
                      <a:pt x="522163" y="76650"/>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 name="Google Shape;578;p37"/>
              <p:cNvSpPr/>
              <p:nvPr/>
            </p:nvSpPr>
            <p:spPr>
              <a:xfrm>
                <a:off x="6900341" y="4775908"/>
                <a:ext cx="76804" cy="119513"/>
              </a:xfrm>
              <a:custGeom>
                <a:rect b="b" l="l" r="r" t="t"/>
                <a:pathLst>
                  <a:path extrusionOk="0" h="119513" w="76804">
                    <a:moveTo>
                      <a:pt x="76240" y="17"/>
                    </a:moveTo>
                    <a:cubicBezTo>
                      <a:pt x="51848" y="6451"/>
                      <a:pt x="30709" y="20803"/>
                      <a:pt x="16710" y="41943"/>
                    </a:cubicBezTo>
                    <a:cubicBezTo>
                      <a:pt x="1863" y="64426"/>
                      <a:pt x="-3510" y="92777"/>
                      <a:pt x="2287" y="119077"/>
                    </a:cubicBezTo>
                    <a:cubicBezTo>
                      <a:pt x="2428" y="119855"/>
                      <a:pt x="3560" y="119502"/>
                      <a:pt x="3489" y="118724"/>
                    </a:cubicBezTo>
                    <a:cubicBezTo>
                      <a:pt x="-965" y="92706"/>
                      <a:pt x="3772" y="65133"/>
                      <a:pt x="18478" y="42933"/>
                    </a:cubicBezTo>
                    <a:cubicBezTo>
                      <a:pt x="31769" y="22783"/>
                      <a:pt x="53050" y="6946"/>
                      <a:pt x="76523" y="795"/>
                    </a:cubicBezTo>
                    <a:cubicBezTo>
                      <a:pt x="77018" y="653"/>
                      <a:pt x="76806" y="-124"/>
                      <a:pt x="76311" y="17"/>
                    </a:cubicBezTo>
                    <a:lnTo>
                      <a:pt x="76311" y="17"/>
                    </a:ln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 name="Google Shape;579;p37"/>
              <p:cNvSpPr/>
              <p:nvPr/>
            </p:nvSpPr>
            <p:spPr>
              <a:xfrm>
                <a:off x="6905157" y="4906440"/>
                <a:ext cx="7792" cy="22764"/>
              </a:xfrm>
              <a:custGeom>
                <a:rect b="b" l="l" r="r" t="t"/>
                <a:pathLst>
                  <a:path extrusionOk="0" h="22764" w="7792">
                    <a:moveTo>
                      <a:pt x="87" y="635"/>
                    </a:moveTo>
                    <a:cubicBezTo>
                      <a:pt x="652" y="2544"/>
                      <a:pt x="864" y="4524"/>
                      <a:pt x="1288" y="6433"/>
                    </a:cubicBezTo>
                    <a:cubicBezTo>
                      <a:pt x="1713" y="8342"/>
                      <a:pt x="2208" y="10109"/>
                      <a:pt x="2703" y="11947"/>
                    </a:cubicBezTo>
                    <a:cubicBezTo>
                      <a:pt x="3197" y="13786"/>
                      <a:pt x="3692" y="15624"/>
                      <a:pt x="4187" y="17462"/>
                    </a:cubicBezTo>
                    <a:cubicBezTo>
                      <a:pt x="4682" y="19159"/>
                      <a:pt x="4894" y="21351"/>
                      <a:pt x="6308" y="22552"/>
                    </a:cubicBezTo>
                    <a:cubicBezTo>
                      <a:pt x="6733" y="22906"/>
                      <a:pt x="7439" y="22835"/>
                      <a:pt x="7652" y="22199"/>
                    </a:cubicBezTo>
                    <a:cubicBezTo>
                      <a:pt x="8146" y="20431"/>
                      <a:pt x="7227" y="18452"/>
                      <a:pt x="6662" y="16755"/>
                    </a:cubicBezTo>
                    <a:cubicBezTo>
                      <a:pt x="6096" y="14917"/>
                      <a:pt x="5460" y="13149"/>
                      <a:pt x="4894" y="11311"/>
                    </a:cubicBezTo>
                    <a:cubicBezTo>
                      <a:pt x="4329" y="9473"/>
                      <a:pt x="3692" y="7705"/>
                      <a:pt x="3056" y="5867"/>
                    </a:cubicBezTo>
                    <a:cubicBezTo>
                      <a:pt x="2419" y="4029"/>
                      <a:pt x="1430" y="2261"/>
                      <a:pt x="864" y="282"/>
                    </a:cubicBezTo>
                    <a:cubicBezTo>
                      <a:pt x="723" y="-213"/>
                      <a:pt x="-126" y="-1"/>
                      <a:pt x="16" y="494"/>
                    </a:cubicBezTo>
                    <a:lnTo>
                      <a:pt x="16" y="494"/>
                    </a:ln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 name="Google Shape;580;p37"/>
              <p:cNvSpPr/>
              <p:nvPr/>
            </p:nvSpPr>
            <p:spPr>
              <a:xfrm>
                <a:off x="6995405" y="4838847"/>
                <a:ext cx="282247" cy="10041"/>
              </a:xfrm>
              <a:custGeom>
                <a:rect b="b" l="l" r="r" t="t"/>
                <a:pathLst>
                  <a:path extrusionOk="0" h="10041" w="282247">
                    <a:moveTo>
                      <a:pt x="477" y="10041"/>
                    </a:moveTo>
                    <a:cubicBezTo>
                      <a:pt x="73865" y="6506"/>
                      <a:pt x="147394" y="7355"/>
                      <a:pt x="220782" y="5022"/>
                    </a:cubicBezTo>
                    <a:cubicBezTo>
                      <a:pt x="240931" y="4385"/>
                      <a:pt x="261081" y="3537"/>
                      <a:pt x="281160" y="2264"/>
                    </a:cubicBezTo>
                    <a:cubicBezTo>
                      <a:pt x="282574" y="2193"/>
                      <a:pt x="282645" y="-69"/>
                      <a:pt x="281160" y="2"/>
                    </a:cubicBezTo>
                    <a:cubicBezTo>
                      <a:pt x="207772" y="3607"/>
                      <a:pt x="134244" y="3254"/>
                      <a:pt x="60856" y="6011"/>
                    </a:cubicBezTo>
                    <a:cubicBezTo>
                      <a:pt x="40706" y="6789"/>
                      <a:pt x="20556" y="7708"/>
                      <a:pt x="477" y="9052"/>
                    </a:cubicBezTo>
                    <a:cubicBezTo>
                      <a:pt x="-159" y="9052"/>
                      <a:pt x="-159" y="10041"/>
                      <a:pt x="477" y="10041"/>
                    </a:cubicBezTo>
                    <a:lnTo>
                      <a:pt x="477" y="10041"/>
                    </a:ln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 name="Google Shape;581;p37"/>
              <p:cNvSpPr/>
              <p:nvPr/>
            </p:nvSpPr>
            <p:spPr>
              <a:xfrm>
                <a:off x="6968008" y="4901912"/>
                <a:ext cx="368414" cy="8442"/>
              </a:xfrm>
              <a:custGeom>
                <a:rect b="b" l="l" r="r" t="t"/>
                <a:pathLst>
                  <a:path extrusionOk="0" h="8442" w="368414">
                    <a:moveTo>
                      <a:pt x="725" y="6294"/>
                    </a:moveTo>
                    <a:cubicBezTo>
                      <a:pt x="24056" y="6719"/>
                      <a:pt x="47317" y="7991"/>
                      <a:pt x="70648" y="8203"/>
                    </a:cubicBezTo>
                    <a:cubicBezTo>
                      <a:pt x="93979" y="8416"/>
                      <a:pt x="118725" y="8486"/>
                      <a:pt x="142763" y="8416"/>
                    </a:cubicBezTo>
                    <a:cubicBezTo>
                      <a:pt x="191193" y="8203"/>
                      <a:pt x="239623" y="7355"/>
                      <a:pt x="287983" y="5375"/>
                    </a:cubicBezTo>
                    <a:cubicBezTo>
                      <a:pt x="314496" y="4315"/>
                      <a:pt x="341080" y="3042"/>
                      <a:pt x="367593" y="1699"/>
                    </a:cubicBezTo>
                    <a:cubicBezTo>
                      <a:pt x="368653" y="1699"/>
                      <a:pt x="368724" y="-69"/>
                      <a:pt x="367593" y="2"/>
                    </a:cubicBezTo>
                    <a:cubicBezTo>
                      <a:pt x="271934" y="3254"/>
                      <a:pt x="176134" y="4315"/>
                      <a:pt x="80405" y="4385"/>
                    </a:cubicBezTo>
                    <a:cubicBezTo>
                      <a:pt x="53892" y="4385"/>
                      <a:pt x="27308" y="5234"/>
                      <a:pt x="796" y="4739"/>
                    </a:cubicBezTo>
                    <a:cubicBezTo>
                      <a:pt x="-265" y="4739"/>
                      <a:pt x="-265" y="6365"/>
                      <a:pt x="796" y="6365"/>
                    </a:cubicBezTo>
                    <a:lnTo>
                      <a:pt x="796" y="6365"/>
                    </a:ln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 name="Google Shape;582;p37"/>
              <p:cNvSpPr/>
              <p:nvPr/>
            </p:nvSpPr>
            <p:spPr>
              <a:xfrm>
                <a:off x="7035157" y="4969220"/>
                <a:ext cx="268531" cy="5940"/>
              </a:xfrm>
              <a:custGeom>
                <a:rect b="b" l="l" r="r" t="t"/>
                <a:pathLst>
                  <a:path extrusionOk="0" h="5940" w="268531">
                    <a:moveTo>
                      <a:pt x="742" y="5728"/>
                    </a:moveTo>
                    <a:cubicBezTo>
                      <a:pt x="16368" y="5375"/>
                      <a:pt x="32063" y="5940"/>
                      <a:pt x="47688" y="5940"/>
                    </a:cubicBezTo>
                    <a:cubicBezTo>
                      <a:pt x="65646" y="5870"/>
                      <a:pt x="83675" y="5870"/>
                      <a:pt x="101633" y="5870"/>
                    </a:cubicBezTo>
                    <a:cubicBezTo>
                      <a:pt x="139175" y="5870"/>
                      <a:pt x="176788" y="5940"/>
                      <a:pt x="214330" y="4809"/>
                    </a:cubicBezTo>
                    <a:cubicBezTo>
                      <a:pt x="232006" y="4244"/>
                      <a:pt x="249681" y="3607"/>
                      <a:pt x="267285" y="2617"/>
                    </a:cubicBezTo>
                    <a:cubicBezTo>
                      <a:pt x="268911" y="2547"/>
                      <a:pt x="268982" y="-69"/>
                      <a:pt x="267285" y="1"/>
                    </a:cubicBezTo>
                    <a:cubicBezTo>
                      <a:pt x="196160" y="2617"/>
                      <a:pt x="124893" y="1769"/>
                      <a:pt x="53768" y="2617"/>
                    </a:cubicBezTo>
                    <a:cubicBezTo>
                      <a:pt x="36093" y="2830"/>
                      <a:pt x="18418" y="3820"/>
                      <a:pt x="742" y="4173"/>
                    </a:cubicBezTo>
                    <a:cubicBezTo>
                      <a:pt x="-247" y="4173"/>
                      <a:pt x="-247" y="5728"/>
                      <a:pt x="742" y="5728"/>
                    </a:cubicBezTo>
                    <a:lnTo>
                      <a:pt x="742" y="5728"/>
                    </a:ln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 name="Google Shape;583;p37"/>
              <p:cNvSpPr/>
              <p:nvPr/>
            </p:nvSpPr>
            <p:spPr>
              <a:xfrm>
                <a:off x="7345091" y="4928573"/>
                <a:ext cx="37738" cy="91055"/>
              </a:xfrm>
              <a:custGeom>
                <a:rect b="b" l="l" r="r" t="t"/>
                <a:pathLst>
                  <a:path extrusionOk="0" h="91055" w="37738">
                    <a:moveTo>
                      <a:pt x="36819" y="279"/>
                    </a:moveTo>
                    <a:cubicBezTo>
                      <a:pt x="33567" y="17600"/>
                      <a:pt x="30880" y="34922"/>
                      <a:pt x="25648" y="51749"/>
                    </a:cubicBezTo>
                    <a:cubicBezTo>
                      <a:pt x="21053" y="66384"/>
                      <a:pt x="14266" y="81797"/>
                      <a:pt x="337" y="89786"/>
                    </a:cubicBezTo>
                    <a:cubicBezTo>
                      <a:pt x="-440" y="90210"/>
                      <a:pt x="267" y="91341"/>
                      <a:pt x="1045" y="90988"/>
                    </a:cubicBezTo>
                    <a:cubicBezTo>
                      <a:pt x="14619" y="83988"/>
                      <a:pt x="21689" y="69990"/>
                      <a:pt x="26285" y="56062"/>
                    </a:cubicBezTo>
                    <a:cubicBezTo>
                      <a:pt x="32223" y="38103"/>
                      <a:pt x="35264" y="19085"/>
                      <a:pt x="37738" y="420"/>
                    </a:cubicBezTo>
                    <a:cubicBezTo>
                      <a:pt x="37738" y="-75"/>
                      <a:pt x="36961" y="-146"/>
                      <a:pt x="36890" y="279"/>
                    </a:cubicBezTo>
                    <a:lnTo>
                      <a:pt x="36890" y="279"/>
                    </a:ln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 name="Google Shape;584;p37"/>
              <p:cNvSpPr/>
              <p:nvPr/>
            </p:nvSpPr>
            <p:spPr>
              <a:xfrm>
                <a:off x="7323511" y="5027664"/>
                <a:ext cx="9344" cy="5731"/>
              </a:xfrm>
              <a:custGeom>
                <a:rect b="b" l="l" r="r" t="t"/>
                <a:pathLst>
                  <a:path extrusionOk="0" h="5731" w="9344">
                    <a:moveTo>
                      <a:pt x="71" y="4905"/>
                    </a:moveTo>
                    <a:cubicBezTo>
                      <a:pt x="71" y="5683"/>
                      <a:pt x="990" y="5824"/>
                      <a:pt x="1626" y="5683"/>
                    </a:cubicBezTo>
                    <a:cubicBezTo>
                      <a:pt x="2545" y="5400"/>
                      <a:pt x="3464" y="4905"/>
                      <a:pt x="4313" y="4481"/>
                    </a:cubicBezTo>
                    <a:cubicBezTo>
                      <a:pt x="5161" y="4057"/>
                      <a:pt x="6009" y="3633"/>
                      <a:pt x="6787" y="3138"/>
                    </a:cubicBezTo>
                    <a:cubicBezTo>
                      <a:pt x="7636" y="2572"/>
                      <a:pt x="8413" y="2007"/>
                      <a:pt x="9120" y="1300"/>
                    </a:cubicBezTo>
                    <a:cubicBezTo>
                      <a:pt x="9757" y="734"/>
                      <a:pt x="8908" y="-326"/>
                      <a:pt x="8202" y="98"/>
                    </a:cubicBezTo>
                    <a:cubicBezTo>
                      <a:pt x="6858" y="946"/>
                      <a:pt x="5515" y="1724"/>
                      <a:pt x="4242" y="2572"/>
                    </a:cubicBezTo>
                    <a:cubicBezTo>
                      <a:pt x="3606" y="2996"/>
                      <a:pt x="2969" y="3350"/>
                      <a:pt x="2262" y="3774"/>
                    </a:cubicBezTo>
                    <a:cubicBezTo>
                      <a:pt x="1909" y="3986"/>
                      <a:pt x="1556" y="4128"/>
                      <a:pt x="1202" y="4340"/>
                    </a:cubicBezTo>
                    <a:cubicBezTo>
                      <a:pt x="1061" y="4410"/>
                      <a:pt x="919" y="4481"/>
                      <a:pt x="778" y="4623"/>
                    </a:cubicBezTo>
                    <a:cubicBezTo>
                      <a:pt x="636" y="4764"/>
                      <a:pt x="636" y="4623"/>
                      <a:pt x="778" y="4764"/>
                    </a:cubicBezTo>
                    <a:cubicBezTo>
                      <a:pt x="566" y="4481"/>
                      <a:pt x="0" y="4481"/>
                      <a:pt x="0" y="4976"/>
                    </a:cubicBezTo>
                    <a:lnTo>
                      <a:pt x="0" y="4976"/>
                    </a:ln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 name="Google Shape;585;p37"/>
              <p:cNvSpPr/>
              <p:nvPr/>
            </p:nvSpPr>
            <p:spPr>
              <a:xfrm>
                <a:off x="7292828" y="5038181"/>
                <a:ext cx="18551" cy="5968"/>
              </a:xfrm>
              <a:custGeom>
                <a:rect b="b" l="l" r="r" t="t"/>
                <a:pathLst>
                  <a:path extrusionOk="0" h="5968" w="18551">
                    <a:moveTo>
                      <a:pt x="282" y="5701"/>
                    </a:moveTo>
                    <a:cubicBezTo>
                      <a:pt x="1625" y="6125"/>
                      <a:pt x="3039" y="5984"/>
                      <a:pt x="4453" y="5701"/>
                    </a:cubicBezTo>
                    <a:cubicBezTo>
                      <a:pt x="6079" y="5489"/>
                      <a:pt x="7705" y="5136"/>
                      <a:pt x="9261" y="4782"/>
                    </a:cubicBezTo>
                    <a:cubicBezTo>
                      <a:pt x="12372" y="4004"/>
                      <a:pt x="15482" y="2944"/>
                      <a:pt x="18240" y="1247"/>
                    </a:cubicBezTo>
                    <a:cubicBezTo>
                      <a:pt x="18876" y="893"/>
                      <a:pt x="18452" y="-238"/>
                      <a:pt x="17745" y="45"/>
                    </a:cubicBezTo>
                    <a:cubicBezTo>
                      <a:pt x="14917" y="1035"/>
                      <a:pt x="12159" y="2237"/>
                      <a:pt x="9331" y="3156"/>
                    </a:cubicBezTo>
                    <a:cubicBezTo>
                      <a:pt x="7918" y="3580"/>
                      <a:pt x="6503" y="4075"/>
                      <a:pt x="5089" y="4428"/>
                    </a:cubicBezTo>
                    <a:cubicBezTo>
                      <a:pt x="3604" y="4782"/>
                      <a:pt x="2049" y="5277"/>
                      <a:pt x="494" y="4923"/>
                    </a:cubicBezTo>
                    <a:cubicBezTo>
                      <a:pt x="-1" y="4782"/>
                      <a:pt x="-213" y="5560"/>
                      <a:pt x="282" y="5701"/>
                    </a:cubicBezTo>
                    <a:lnTo>
                      <a:pt x="282" y="5701"/>
                    </a:ln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86" name="Google Shape;586;p37"/>
            <p:cNvSpPr/>
            <p:nvPr/>
          </p:nvSpPr>
          <p:spPr>
            <a:xfrm rot="1333605">
              <a:off x="1763234" y="4286942"/>
              <a:ext cx="68155" cy="85461"/>
            </a:xfrm>
            <a:custGeom>
              <a:rect b="b" l="l" r="r" t="t"/>
              <a:pathLst>
                <a:path extrusionOk="0" h="45371" w="36184">
                  <a:moveTo>
                    <a:pt x="412" y="1451"/>
                  </a:moveTo>
                  <a:cubicBezTo>
                    <a:pt x="16603" y="10783"/>
                    <a:pt x="27844" y="26408"/>
                    <a:pt x="33006" y="44225"/>
                  </a:cubicBezTo>
                  <a:cubicBezTo>
                    <a:pt x="33571" y="46204"/>
                    <a:pt x="36682" y="45427"/>
                    <a:pt x="36116" y="43376"/>
                  </a:cubicBezTo>
                  <a:cubicBezTo>
                    <a:pt x="31379" y="24853"/>
                    <a:pt x="18017" y="8945"/>
                    <a:pt x="1190" y="107"/>
                  </a:cubicBezTo>
                  <a:cubicBezTo>
                    <a:pt x="271" y="-387"/>
                    <a:pt x="-507" y="956"/>
                    <a:pt x="412" y="1522"/>
                  </a:cubicBezTo>
                  <a:lnTo>
                    <a:pt x="412" y="1522"/>
                  </a:ln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 name="Google Shape;587;p37"/>
            <p:cNvSpPr/>
            <p:nvPr/>
          </p:nvSpPr>
          <p:spPr>
            <a:xfrm rot="1333605">
              <a:off x="1801940" y="4404301"/>
              <a:ext cx="6924" cy="32210"/>
            </a:xfrm>
            <a:custGeom>
              <a:rect b="b" l="l" r="r" t="t"/>
              <a:pathLst>
                <a:path extrusionOk="0" h="17100" w="3676">
                  <a:moveTo>
                    <a:pt x="212" y="981"/>
                  </a:moveTo>
                  <a:cubicBezTo>
                    <a:pt x="212" y="1617"/>
                    <a:pt x="71" y="2183"/>
                    <a:pt x="71" y="2819"/>
                  </a:cubicBezTo>
                  <a:cubicBezTo>
                    <a:pt x="71" y="3456"/>
                    <a:pt x="71" y="4021"/>
                    <a:pt x="71" y="4657"/>
                  </a:cubicBezTo>
                  <a:cubicBezTo>
                    <a:pt x="71" y="5860"/>
                    <a:pt x="0" y="6991"/>
                    <a:pt x="0" y="8193"/>
                  </a:cubicBezTo>
                  <a:cubicBezTo>
                    <a:pt x="0" y="10597"/>
                    <a:pt x="0" y="13000"/>
                    <a:pt x="142" y="15333"/>
                  </a:cubicBezTo>
                  <a:cubicBezTo>
                    <a:pt x="142" y="16253"/>
                    <a:pt x="919" y="17101"/>
                    <a:pt x="1909" y="17101"/>
                  </a:cubicBezTo>
                  <a:cubicBezTo>
                    <a:pt x="2828" y="17101"/>
                    <a:pt x="3677" y="16323"/>
                    <a:pt x="3677" y="15333"/>
                  </a:cubicBezTo>
                  <a:cubicBezTo>
                    <a:pt x="3606" y="12930"/>
                    <a:pt x="3394" y="10526"/>
                    <a:pt x="3252" y="8193"/>
                  </a:cubicBezTo>
                  <a:cubicBezTo>
                    <a:pt x="3182" y="6991"/>
                    <a:pt x="3040" y="5860"/>
                    <a:pt x="2899" y="4657"/>
                  </a:cubicBezTo>
                  <a:cubicBezTo>
                    <a:pt x="2899" y="4092"/>
                    <a:pt x="2757" y="3526"/>
                    <a:pt x="2687" y="2961"/>
                  </a:cubicBezTo>
                  <a:cubicBezTo>
                    <a:pt x="2616" y="2325"/>
                    <a:pt x="2404" y="1617"/>
                    <a:pt x="2404" y="981"/>
                  </a:cubicBezTo>
                  <a:cubicBezTo>
                    <a:pt x="2333" y="-292"/>
                    <a:pt x="353" y="-362"/>
                    <a:pt x="353" y="981"/>
                  </a:cubicBezTo>
                  <a:lnTo>
                    <a:pt x="353" y="981"/>
                  </a:ln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 name="Google Shape;588;p37"/>
            <p:cNvSpPr/>
            <p:nvPr/>
          </p:nvSpPr>
          <p:spPr>
            <a:xfrm rot="1333605">
              <a:off x="1422392" y="3900041"/>
              <a:ext cx="34887" cy="69957"/>
            </a:xfrm>
            <a:custGeom>
              <a:rect b="b" l="l" r="r" t="t"/>
              <a:pathLst>
                <a:path extrusionOk="0" h="37140" w="18522">
                  <a:moveTo>
                    <a:pt x="122" y="1568"/>
                  </a:moveTo>
                  <a:cubicBezTo>
                    <a:pt x="1960" y="7790"/>
                    <a:pt x="4152" y="13870"/>
                    <a:pt x="6626" y="19809"/>
                  </a:cubicBezTo>
                  <a:cubicBezTo>
                    <a:pt x="7828" y="22637"/>
                    <a:pt x="9101" y="25465"/>
                    <a:pt x="10515" y="28222"/>
                  </a:cubicBezTo>
                  <a:cubicBezTo>
                    <a:pt x="12000" y="31192"/>
                    <a:pt x="13414" y="34090"/>
                    <a:pt x="15606" y="36635"/>
                  </a:cubicBezTo>
                  <a:cubicBezTo>
                    <a:pt x="16737" y="37908"/>
                    <a:pt x="18999" y="36565"/>
                    <a:pt x="18433" y="34939"/>
                  </a:cubicBezTo>
                  <a:cubicBezTo>
                    <a:pt x="17373" y="32040"/>
                    <a:pt x="15817" y="29353"/>
                    <a:pt x="14333" y="26667"/>
                  </a:cubicBezTo>
                  <a:cubicBezTo>
                    <a:pt x="12848" y="23980"/>
                    <a:pt x="11434" y="21152"/>
                    <a:pt x="10020" y="18324"/>
                  </a:cubicBezTo>
                  <a:cubicBezTo>
                    <a:pt x="7192" y="12668"/>
                    <a:pt x="4718" y="6800"/>
                    <a:pt x="2526" y="861"/>
                  </a:cubicBezTo>
                  <a:cubicBezTo>
                    <a:pt x="1960" y="-624"/>
                    <a:pt x="-373" y="-58"/>
                    <a:pt x="51" y="1568"/>
                  </a:cubicBezTo>
                  <a:lnTo>
                    <a:pt x="51" y="1568"/>
                  </a:ln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 name="Google Shape;589;p37"/>
            <p:cNvSpPr/>
            <p:nvPr/>
          </p:nvSpPr>
          <p:spPr>
            <a:xfrm rot="1333605">
              <a:off x="1526259" y="3868783"/>
              <a:ext cx="14688" cy="133927"/>
            </a:xfrm>
            <a:custGeom>
              <a:rect b="b" l="l" r="r" t="t"/>
              <a:pathLst>
                <a:path extrusionOk="0" h="71101" w="7798">
                  <a:moveTo>
                    <a:pt x="0" y="1176"/>
                  </a:moveTo>
                  <a:cubicBezTo>
                    <a:pt x="495" y="12700"/>
                    <a:pt x="636" y="24224"/>
                    <a:pt x="1202" y="35748"/>
                  </a:cubicBezTo>
                  <a:cubicBezTo>
                    <a:pt x="1485" y="41475"/>
                    <a:pt x="1838" y="47273"/>
                    <a:pt x="2121" y="52999"/>
                  </a:cubicBezTo>
                  <a:cubicBezTo>
                    <a:pt x="2404" y="58443"/>
                    <a:pt x="2121" y="64241"/>
                    <a:pt x="3394" y="69544"/>
                  </a:cubicBezTo>
                  <a:cubicBezTo>
                    <a:pt x="3959" y="72089"/>
                    <a:pt x="7424" y="71240"/>
                    <a:pt x="7636" y="68978"/>
                  </a:cubicBezTo>
                  <a:cubicBezTo>
                    <a:pt x="8202" y="63322"/>
                    <a:pt x="7141" y="57312"/>
                    <a:pt x="6787" y="51727"/>
                  </a:cubicBezTo>
                  <a:cubicBezTo>
                    <a:pt x="6434" y="46141"/>
                    <a:pt x="6081" y="40627"/>
                    <a:pt x="5656" y="35112"/>
                  </a:cubicBezTo>
                  <a:cubicBezTo>
                    <a:pt x="4808" y="23800"/>
                    <a:pt x="3535" y="12488"/>
                    <a:pt x="2687" y="1246"/>
                  </a:cubicBezTo>
                  <a:cubicBezTo>
                    <a:pt x="2546" y="-380"/>
                    <a:pt x="0" y="-451"/>
                    <a:pt x="71" y="1246"/>
                  </a:cubicBezTo>
                  <a:lnTo>
                    <a:pt x="71" y="1246"/>
                  </a:ln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 name="Google Shape;590;p37"/>
            <p:cNvSpPr/>
            <p:nvPr/>
          </p:nvSpPr>
          <p:spPr>
            <a:xfrm rot="1333605">
              <a:off x="1584578" y="3964849"/>
              <a:ext cx="23618" cy="49974"/>
            </a:xfrm>
            <a:custGeom>
              <a:rect b="b" l="l" r="r" t="t"/>
              <a:pathLst>
                <a:path extrusionOk="0" h="26531" w="12539">
                  <a:moveTo>
                    <a:pt x="10426" y="550"/>
                  </a:moveTo>
                  <a:cubicBezTo>
                    <a:pt x="6043" y="7903"/>
                    <a:pt x="2649" y="15963"/>
                    <a:pt x="104" y="24094"/>
                  </a:cubicBezTo>
                  <a:cubicBezTo>
                    <a:pt x="-674" y="26568"/>
                    <a:pt x="3144" y="27558"/>
                    <a:pt x="3922" y="25154"/>
                  </a:cubicBezTo>
                  <a:cubicBezTo>
                    <a:pt x="6608" y="17165"/>
                    <a:pt x="9578" y="9317"/>
                    <a:pt x="12477" y="1398"/>
                  </a:cubicBezTo>
                  <a:cubicBezTo>
                    <a:pt x="12901" y="197"/>
                    <a:pt x="11062" y="-581"/>
                    <a:pt x="10426" y="550"/>
                  </a:cubicBezTo>
                  <a:lnTo>
                    <a:pt x="10426" y="550"/>
                  </a:ln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91" name="Google Shape;591;p37"/>
          <p:cNvSpPr txBox="1"/>
          <p:nvPr>
            <p:ph type="ctrTitle"/>
          </p:nvPr>
        </p:nvSpPr>
        <p:spPr>
          <a:xfrm>
            <a:off x="1823700" y="1320988"/>
            <a:ext cx="5496600" cy="1691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Scrapbook Style Wrapped Theme</a:t>
            </a:r>
            <a:endParaRPr/>
          </a:p>
        </p:txBody>
      </p:sp>
      <p:sp>
        <p:nvSpPr>
          <p:cNvPr id="592" name="Google Shape;592;p37"/>
          <p:cNvSpPr txBox="1"/>
          <p:nvPr>
            <p:ph idx="1" type="subTitle"/>
          </p:nvPr>
        </p:nvSpPr>
        <p:spPr>
          <a:xfrm>
            <a:off x="2307600" y="3201425"/>
            <a:ext cx="45288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593" name="Google Shape;593;p37"/>
          <p:cNvGrpSpPr/>
          <p:nvPr/>
        </p:nvGrpSpPr>
        <p:grpSpPr>
          <a:xfrm rot="4499964">
            <a:off x="1718870" y="709738"/>
            <a:ext cx="338835" cy="1118137"/>
            <a:chOff x="1107444" y="1425217"/>
            <a:chExt cx="181989" cy="600553"/>
          </a:xfrm>
        </p:grpSpPr>
        <p:sp>
          <p:nvSpPr>
            <p:cNvPr id="594" name="Google Shape;594;p37"/>
            <p:cNvSpPr/>
            <p:nvPr/>
          </p:nvSpPr>
          <p:spPr>
            <a:xfrm>
              <a:off x="1127444" y="1425217"/>
              <a:ext cx="117463" cy="441273"/>
            </a:xfrm>
            <a:custGeom>
              <a:rect b="b" l="l" r="r" t="t"/>
              <a:pathLst>
                <a:path extrusionOk="0" h="441273" w="117463">
                  <a:moveTo>
                    <a:pt x="21816" y="440229"/>
                  </a:moveTo>
                  <a:cubicBezTo>
                    <a:pt x="676" y="339833"/>
                    <a:pt x="-1586" y="235620"/>
                    <a:pt x="11847" y="133952"/>
                  </a:cubicBezTo>
                  <a:cubicBezTo>
                    <a:pt x="15241" y="108429"/>
                    <a:pt x="19624" y="83047"/>
                    <a:pt x="25068" y="57878"/>
                  </a:cubicBezTo>
                  <a:cubicBezTo>
                    <a:pt x="27755" y="45293"/>
                    <a:pt x="30724" y="32779"/>
                    <a:pt x="33906" y="20336"/>
                  </a:cubicBezTo>
                  <a:cubicBezTo>
                    <a:pt x="34330" y="18568"/>
                    <a:pt x="36875" y="4286"/>
                    <a:pt x="38784" y="4074"/>
                  </a:cubicBezTo>
                  <a:cubicBezTo>
                    <a:pt x="40693" y="3862"/>
                    <a:pt x="40198" y="5206"/>
                    <a:pt x="40481" y="6125"/>
                  </a:cubicBezTo>
                  <a:cubicBezTo>
                    <a:pt x="41188" y="8670"/>
                    <a:pt x="41117" y="11781"/>
                    <a:pt x="41400" y="14397"/>
                  </a:cubicBezTo>
                  <a:lnTo>
                    <a:pt x="43026" y="29032"/>
                  </a:lnTo>
                  <a:lnTo>
                    <a:pt x="47410" y="67705"/>
                  </a:lnTo>
                  <a:cubicBezTo>
                    <a:pt x="49743" y="88350"/>
                    <a:pt x="52147" y="108995"/>
                    <a:pt x="54409" y="129569"/>
                  </a:cubicBezTo>
                  <a:cubicBezTo>
                    <a:pt x="54621" y="131407"/>
                    <a:pt x="56954" y="131760"/>
                    <a:pt x="57591" y="129993"/>
                  </a:cubicBezTo>
                  <a:cubicBezTo>
                    <a:pt x="60984" y="120872"/>
                    <a:pt x="64307" y="111752"/>
                    <a:pt x="67701" y="102702"/>
                  </a:cubicBezTo>
                  <a:lnTo>
                    <a:pt x="75054" y="82906"/>
                  </a:lnTo>
                  <a:lnTo>
                    <a:pt x="77740" y="75765"/>
                  </a:lnTo>
                  <a:cubicBezTo>
                    <a:pt x="78023" y="74987"/>
                    <a:pt x="78518" y="72301"/>
                    <a:pt x="79225" y="71735"/>
                  </a:cubicBezTo>
                  <a:cubicBezTo>
                    <a:pt x="79225" y="71735"/>
                    <a:pt x="79225" y="71452"/>
                    <a:pt x="79367" y="71382"/>
                  </a:cubicBezTo>
                  <a:cubicBezTo>
                    <a:pt x="79367" y="71382"/>
                    <a:pt x="82760" y="73079"/>
                    <a:pt x="82760" y="73079"/>
                  </a:cubicBezTo>
                  <a:cubicBezTo>
                    <a:pt x="83255" y="73644"/>
                    <a:pt x="83326" y="75482"/>
                    <a:pt x="83538" y="76189"/>
                  </a:cubicBezTo>
                  <a:cubicBezTo>
                    <a:pt x="84457" y="80219"/>
                    <a:pt x="85023" y="84320"/>
                    <a:pt x="85235" y="88421"/>
                  </a:cubicBezTo>
                  <a:cubicBezTo>
                    <a:pt x="85730" y="96834"/>
                    <a:pt x="84881" y="105247"/>
                    <a:pt x="82831" y="113449"/>
                  </a:cubicBezTo>
                  <a:cubicBezTo>
                    <a:pt x="82336" y="115287"/>
                    <a:pt x="84881" y="116347"/>
                    <a:pt x="85871" y="114721"/>
                  </a:cubicBezTo>
                  <a:cubicBezTo>
                    <a:pt x="93224" y="103197"/>
                    <a:pt x="100577" y="91673"/>
                    <a:pt x="107930" y="80149"/>
                  </a:cubicBezTo>
                  <a:cubicBezTo>
                    <a:pt x="108778" y="78805"/>
                    <a:pt x="110263" y="75129"/>
                    <a:pt x="111606" y="74351"/>
                  </a:cubicBezTo>
                  <a:cubicBezTo>
                    <a:pt x="112313" y="73927"/>
                    <a:pt x="110051" y="73432"/>
                    <a:pt x="112879" y="74634"/>
                  </a:cubicBezTo>
                  <a:cubicBezTo>
                    <a:pt x="114646" y="75341"/>
                    <a:pt x="113657" y="76119"/>
                    <a:pt x="113232" y="77603"/>
                  </a:cubicBezTo>
                  <a:cubicBezTo>
                    <a:pt x="112950" y="78664"/>
                    <a:pt x="112596" y="79795"/>
                    <a:pt x="112313" y="80856"/>
                  </a:cubicBezTo>
                  <a:cubicBezTo>
                    <a:pt x="111111" y="85168"/>
                    <a:pt x="109909" y="89410"/>
                    <a:pt x="108708" y="93723"/>
                  </a:cubicBezTo>
                  <a:cubicBezTo>
                    <a:pt x="104324" y="109560"/>
                    <a:pt x="100223" y="125539"/>
                    <a:pt x="96406" y="141517"/>
                  </a:cubicBezTo>
                  <a:cubicBezTo>
                    <a:pt x="82407" y="199916"/>
                    <a:pt x="72650" y="259234"/>
                    <a:pt x="69115" y="319260"/>
                  </a:cubicBezTo>
                  <a:cubicBezTo>
                    <a:pt x="66994" y="355812"/>
                    <a:pt x="66570" y="392506"/>
                    <a:pt x="68337" y="429058"/>
                  </a:cubicBezTo>
                  <a:cubicBezTo>
                    <a:pt x="68408" y="430755"/>
                    <a:pt x="71024" y="430826"/>
                    <a:pt x="71024" y="429058"/>
                  </a:cubicBezTo>
                  <a:cubicBezTo>
                    <a:pt x="70529" y="362316"/>
                    <a:pt x="72226" y="295928"/>
                    <a:pt x="82619" y="229823"/>
                  </a:cubicBezTo>
                  <a:cubicBezTo>
                    <a:pt x="87639" y="197654"/>
                    <a:pt x="94355" y="165838"/>
                    <a:pt x="102132" y="134235"/>
                  </a:cubicBezTo>
                  <a:cubicBezTo>
                    <a:pt x="106374" y="116984"/>
                    <a:pt x="110899" y="99733"/>
                    <a:pt x="115636" y="82623"/>
                  </a:cubicBezTo>
                  <a:cubicBezTo>
                    <a:pt x="116697" y="78876"/>
                    <a:pt x="120020" y="71311"/>
                    <a:pt x="113727" y="70038"/>
                  </a:cubicBezTo>
                  <a:cubicBezTo>
                    <a:pt x="110970" y="69473"/>
                    <a:pt x="109344" y="71311"/>
                    <a:pt x="108000" y="73361"/>
                  </a:cubicBezTo>
                  <a:cubicBezTo>
                    <a:pt x="99375" y="86370"/>
                    <a:pt x="91315" y="99803"/>
                    <a:pt x="82902" y="113025"/>
                  </a:cubicBezTo>
                  <a:lnTo>
                    <a:pt x="85942" y="114297"/>
                  </a:lnTo>
                  <a:cubicBezTo>
                    <a:pt x="87780" y="106874"/>
                    <a:pt x="88699" y="99238"/>
                    <a:pt x="88558" y="91602"/>
                  </a:cubicBezTo>
                  <a:cubicBezTo>
                    <a:pt x="88416" y="84956"/>
                    <a:pt x="88063" y="76331"/>
                    <a:pt x="85235" y="70180"/>
                  </a:cubicBezTo>
                  <a:cubicBezTo>
                    <a:pt x="83679" y="66857"/>
                    <a:pt x="79225" y="65867"/>
                    <a:pt x="76751" y="68907"/>
                  </a:cubicBezTo>
                  <a:cubicBezTo>
                    <a:pt x="75973" y="69897"/>
                    <a:pt x="75619" y="71382"/>
                    <a:pt x="75195" y="72584"/>
                  </a:cubicBezTo>
                  <a:lnTo>
                    <a:pt x="59500" y="115075"/>
                  </a:lnTo>
                  <a:lnTo>
                    <a:pt x="54338" y="129074"/>
                  </a:lnTo>
                  <a:lnTo>
                    <a:pt x="57520" y="129498"/>
                  </a:lnTo>
                  <a:cubicBezTo>
                    <a:pt x="52995" y="88491"/>
                    <a:pt x="48824" y="47414"/>
                    <a:pt x="44299" y="6337"/>
                  </a:cubicBezTo>
                  <a:cubicBezTo>
                    <a:pt x="43945" y="3367"/>
                    <a:pt x="43097" y="469"/>
                    <a:pt x="39633" y="44"/>
                  </a:cubicBezTo>
                  <a:cubicBezTo>
                    <a:pt x="36168" y="-380"/>
                    <a:pt x="34471" y="2307"/>
                    <a:pt x="33552" y="5276"/>
                  </a:cubicBezTo>
                  <a:cubicBezTo>
                    <a:pt x="31573" y="11922"/>
                    <a:pt x="29876" y="18639"/>
                    <a:pt x="28179" y="25355"/>
                  </a:cubicBezTo>
                  <a:cubicBezTo>
                    <a:pt x="21675" y="50878"/>
                    <a:pt x="16301" y="76755"/>
                    <a:pt x="12130" y="102773"/>
                  </a:cubicBezTo>
                  <a:cubicBezTo>
                    <a:pt x="3646" y="155516"/>
                    <a:pt x="-455" y="208895"/>
                    <a:pt x="40" y="262274"/>
                  </a:cubicBezTo>
                  <a:cubicBezTo>
                    <a:pt x="676" y="322158"/>
                    <a:pt x="7039" y="382042"/>
                    <a:pt x="19836" y="440582"/>
                  </a:cubicBezTo>
                  <a:cubicBezTo>
                    <a:pt x="20119" y="441784"/>
                    <a:pt x="21887" y="441289"/>
                    <a:pt x="21675" y="440087"/>
                  </a:cubicBezTo>
                  <a:lnTo>
                    <a:pt x="21675" y="440087"/>
                  </a:lnTo>
                  <a:close/>
                </a:path>
              </a:pathLst>
            </a:cu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 name="Google Shape;595;p37"/>
            <p:cNvSpPr/>
            <p:nvPr/>
          </p:nvSpPr>
          <p:spPr>
            <a:xfrm>
              <a:off x="1149262" y="1520349"/>
              <a:ext cx="14720" cy="310114"/>
            </a:xfrm>
            <a:custGeom>
              <a:rect b="b" l="l" r="r" t="t"/>
              <a:pathLst>
                <a:path extrusionOk="0" h="310114" w="14720">
                  <a:moveTo>
                    <a:pt x="14633" y="308898"/>
                  </a:moveTo>
                  <a:cubicBezTo>
                    <a:pt x="2472" y="229148"/>
                    <a:pt x="2119" y="148478"/>
                    <a:pt x="8411" y="68161"/>
                  </a:cubicBezTo>
                  <a:cubicBezTo>
                    <a:pt x="10179" y="45820"/>
                    <a:pt x="13502" y="23478"/>
                    <a:pt x="14562" y="1137"/>
                  </a:cubicBezTo>
                  <a:cubicBezTo>
                    <a:pt x="14562" y="-136"/>
                    <a:pt x="12512" y="-489"/>
                    <a:pt x="12300" y="854"/>
                  </a:cubicBezTo>
                  <a:cubicBezTo>
                    <a:pt x="8341" y="20226"/>
                    <a:pt x="6856" y="40164"/>
                    <a:pt x="5018" y="59819"/>
                  </a:cubicBezTo>
                  <a:cubicBezTo>
                    <a:pt x="3179" y="79473"/>
                    <a:pt x="1765" y="100047"/>
                    <a:pt x="917" y="120197"/>
                  </a:cubicBezTo>
                  <a:cubicBezTo>
                    <a:pt x="-780" y="160568"/>
                    <a:pt x="-214" y="200938"/>
                    <a:pt x="3392" y="241167"/>
                  </a:cubicBezTo>
                  <a:cubicBezTo>
                    <a:pt x="5442" y="264074"/>
                    <a:pt x="8694" y="286840"/>
                    <a:pt x="12795" y="309393"/>
                  </a:cubicBezTo>
                  <a:cubicBezTo>
                    <a:pt x="13007" y="310666"/>
                    <a:pt x="14916" y="310100"/>
                    <a:pt x="14704" y="308898"/>
                  </a:cubicBezTo>
                  <a:lnTo>
                    <a:pt x="14704" y="308898"/>
                  </a:lnTo>
                  <a:close/>
                </a:path>
              </a:pathLst>
            </a:cu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 name="Google Shape;596;p37"/>
            <p:cNvSpPr/>
            <p:nvPr/>
          </p:nvSpPr>
          <p:spPr>
            <a:xfrm>
              <a:off x="1168992" y="1571497"/>
              <a:ext cx="11803" cy="199740"/>
            </a:xfrm>
            <a:custGeom>
              <a:rect b="b" l="l" r="r" t="t"/>
              <a:pathLst>
                <a:path extrusionOk="0" h="199740" w="11803">
                  <a:moveTo>
                    <a:pt x="3246" y="198927"/>
                  </a:moveTo>
                  <a:cubicBezTo>
                    <a:pt x="1903" y="173546"/>
                    <a:pt x="2327" y="147952"/>
                    <a:pt x="3105" y="122641"/>
                  </a:cubicBezTo>
                  <a:cubicBezTo>
                    <a:pt x="3882" y="95774"/>
                    <a:pt x="5367" y="68908"/>
                    <a:pt x="7771" y="42112"/>
                  </a:cubicBezTo>
                  <a:cubicBezTo>
                    <a:pt x="9044" y="28326"/>
                    <a:pt x="10599" y="14539"/>
                    <a:pt x="11801" y="752"/>
                  </a:cubicBezTo>
                  <a:cubicBezTo>
                    <a:pt x="11872" y="-96"/>
                    <a:pt x="10458" y="-308"/>
                    <a:pt x="10316" y="540"/>
                  </a:cubicBezTo>
                  <a:cubicBezTo>
                    <a:pt x="5367" y="25003"/>
                    <a:pt x="3812" y="50314"/>
                    <a:pt x="2186" y="75271"/>
                  </a:cubicBezTo>
                  <a:cubicBezTo>
                    <a:pt x="418" y="102562"/>
                    <a:pt x="-218" y="129994"/>
                    <a:pt x="65" y="157355"/>
                  </a:cubicBezTo>
                  <a:cubicBezTo>
                    <a:pt x="206" y="171283"/>
                    <a:pt x="913" y="185141"/>
                    <a:pt x="1761" y="198998"/>
                  </a:cubicBezTo>
                  <a:cubicBezTo>
                    <a:pt x="1761" y="199988"/>
                    <a:pt x="3387" y="199988"/>
                    <a:pt x="3317" y="198998"/>
                  </a:cubicBezTo>
                  <a:lnTo>
                    <a:pt x="3317" y="198998"/>
                  </a:lnTo>
                  <a:close/>
                </a:path>
              </a:pathLst>
            </a:cu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 name="Google Shape;597;p37"/>
            <p:cNvSpPr/>
            <p:nvPr/>
          </p:nvSpPr>
          <p:spPr>
            <a:xfrm>
              <a:off x="1180440" y="1545294"/>
              <a:ext cx="23907" cy="251059"/>
            </a:xfrm>
            <a:custGeom>
              <a:rect b="b" l="l" r="r" t="t"/>
              <a:pathLst>
                <a:path extrusionOk="0" h="251059" w="23907">
                  <a:moveTo>
                    <a:pt x="1414" y="250370"/>
                  </a:moveTo>
                  <a:cubicBezTo>
                    <a:pt x="2050" y="219332"/>
                    <a:pt x="4525" y="188365"/>
                    <a:pt x="6858" y="157398"/>
                  </a:cubicBezTo>
                  <a:cubicBezTo>
                    <a:pt x="9545" y="121129"/>
                    <a:pt x="12868" y="84859"/>
                    <a:pt x="17322" y="48802"/>
                  </a:cubicBezTo>
                  <a:cubicBezTo>
                    <a:pt x="19301" y="32823"/>
                    <a:pt x="21564" y="16845"/>
                    <a:pt x="23897" y="937"/>
                  </a:cubicBezTo>
                  <a:cubicBezTo>
                    <a:pt x="24038" y="18"/>
                    <a:pt x="22695" y="-406"/>
                    <a:pt x="22483" y="513"/>
                  </a:cubicBezTo>
                  <a:cubicBezTo>
                    <a:pt x="15271" y="30631"/>
                    <a:pt x="12868" y="62235"/>
                    <a:pt x="9827" y="92990"/>
                  </a:cubicBezTo>
                  <a:cubicBezTo>
                    <a:pt x="6222" y="129542"/>
                    <a:pt x="3394" y="166165"/>
                    <a:pt x="1555" y="202859"/>
                  </a:cubicBezTo>
                  <a:cubicBezTo>
                    <a:pt x="778" y="218696"/>
                    <a:pt x="141" y="234533"/>
                    <a:pt x="0" y="250370"/>
                  </a:cubicBezTo>
                  <a:cubicBezTo>
                    <a:pt x="0" y="251289"/>
                    <a:pt x="1343" y="251289"/>
                    <a:pt x="1414" y="250370"/>
                  </a:cubicBezTo>
                  <a:lnTo>
                    <a:pt x="1414" y="250370"/>
                  </a:lnTo>
                  <a:close/>
                </a:path>
              </a:pathLst>
            </a:cu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 name="Google Shape;598;p37"/>
            <p:cNvSpPr/>
            <p:nvPr/>
          </p:nvSpPr>
          <p:spPr>
            <a:xfrm>
              <a:off x="1160872" y="1942811"/>
              <a:ext cx="49200" cy="40352"/>
            </a:xfrm>
            <a:custGeom>
              <a:rect b="b" l="l" r="r" t="t"/>
              <a:pathLst>
                <a:path extrusionOk="0" h="40352" w="49200">
                  <a:moveTo>
                    <a:pt x="41414" y="38656"/>
                  </a:moveTo>
                  <a:cubicBezTo>
                    <a:pt x="33425" y="37171"/>
                    <a:pt x="25506" y="35121"/>
                    <a:pt x="18578" y="30738"/>
                  </a:cubicBezTo>
                  <a:cubicBezTo>
                    <a:pt x="15396" y="28687"/>
                    <a:pt x="12497" y="26283"/>
                    <a:pt x="9881" y="23597"/>
                  </a:cubicBezTo>
                  <a:cubicBezTo>
                    <a:pt x="7265" y="20910"/>
                    <a:pt x="4508" y="17940"/>
                    <a:pt x="3518" y="14193"/>
                  </a:cubicBezTo>
                  <a:cubicBezTo>
                    <a:pt x="2387" y="10093"/>
                    <a:pt x="3801" y="6063"/>
                    <a:pt x="7690" y="4154"/>
                  </a:cubicBezTo>
                  <a:cubicBezTo>
                    <a:pt x="11295" y="2386"/>
                    <a:pt x="15396" y="2881"/>
                    <a:pt x="19002" y="4154"/>
                  </a:cubicBezTo>
                  <a:cubicBezTo>
                    <a:pt x="25860" y="6558"/>
                    <a:pt x="32081" y="11224"/>
                    <a:pt x="37031" y="16456"/>
                  </a:cubicBezTo>
                  <a:cubicBezTo>
                    <a:pt x="39859" y="19496"/>
                    <a:pt x="42474" y="22819"/>
                    <a:pt x="44454" y="26495"/>
                  </a:cubicBezTo>
                  <a:cubicBezTo>
                    <a:pt x="45515" y="28475"/>
                    <a:pt x="46504" y="30808"/>
                    <a:pt x="46080" y="33071"/>
                  </a:cubicBezTo>
                  <a:cubicBezTo>
                    <a:pt x="45727" y="35192"/>
                    <a:pt x="44030" y="37171"/>
                    <a:pt x="41767" y="37171"/>
                  </a:cubicBezTo>
                  <a:cubicBezTo>
                    <a:pt x="40000" y="37171"/>
                    <a:pt x="40000" y="39787"/>
                    <a:pt x="41767" y="39929"/>
                  </a:cubicBezTo>
                  <a:cubicBezTo>
                    <a:pt x="45656" y="40211"/>
                    <a:pt x="48625" y="36959"/>
                    <a:pt x="49120" y="33283"/>
                  </a:cubicBezTo>
                  <a:cubicBezTo>
                    <a:pt x="49686" y="28899"/>
                    <a:pt x="47141" y="24657"/>
                    <a:pt x="44737" y="21193"/>
                  </a:cubicBezTo>
                  <a:cubicBezTo>
                    <a:pt x="39646" y="13699"/>
                    <a:pt x="32718" y="7547"/>
                    <a:pt x="24658" y="3376"/>
                  </a:cubicBezTo>
                  <a:cubicBezTo>
                    <a:pt x="17588" y="-300"/>
                    <a:pt x="6558" y="-2704"/>
                    <a:pt x="1539" y="5639"/>
                  </a:cubicBezTo>
                  <a:cubicBezTo>
                    <a:pt x="-3481" y="13981"/>
                    <a:pt x="4862" y="23385"/>
                    <a:pt x="11083" y="28546"/>
                  </a:cubicBezTo>
                  <a:cubicBezTo>
                    <a:pt x="19355" y="35474"/>
                    <a:pt x="30314" y="39716"/>
                    <a:pt x="41060" y="40353"/>
                  </a:cubicBezTo>
                  <a:cubicBezTo>
                    <a:pt x="42050" y="40353"/>
                    <a:pt x="42262" y="38797"/>
                    <a:pt x="41273" y="38585"/>
                  </a:cubicBezTo>
                  <a:lnTo>
                    <a:pt x="41273" y="38585"/>
                  </a:lnTo>
                  <a:close/>
                </a:path>
              </a:pathLst>
            </a:cu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 name="Google Shape;599;p37"/>
            <p:cNvSpPr/>
            <p:nvPr/>
          </p:nvSpPr>
          <p:spPr>
            <a:xfrm>
              <a:off x="1107444" y="1839570"/>
              <a:ext cx="181989" cy="186200"/>
            </a:xfrm>
            <a:custGeom>
              <a:rect b="b" l="l" r="r" t="t"/>
              <a:pathLst>
                <a:path extrusionOk="0" h="186200" w="181989">
                  <a:moveTo>
                    <a:pt x="121992" y="171874"/>
                  </a:moveTo>
                  <a:lnTo>
                    <a:pt x="129062" y="139210"/>
                  </a:lnTo>
                  <a:cubicBezTo>
                    <a:pt x="130334" y="133413"/>
                    <a:pt x="134364" y="128534"/>
                    <a:pt x="139879" y="126272"/>
                  </a:cubicBezTo>
                  <a:lnTo>
                    <a:pt x="170775" y="113546"/>
                  </a:lnTo>
                  <a:cubicBezTo>
                    <a:pt x="184633" y="107819"/>
                    <a:pt x="185976" y="88659"/>
                    <a:pt x="172967" y="81165"/>
                  </a:cubicBezTo>
                  <a:lnTo>
                    <a:pt x="144050" y="64338"/>
                  </a:lnTo>
                  <a:cubicBezTo>
                    <a:pt x="138889" y="61368"/>
                    <a:pt x="135566" y="55995"/>
                    <a:pt x="135071" y="50056"/>
                  </a:cubicBezTo>
                  <a:lnTo>
                    <a:pt x="132526" y="16756"/>
                  </a:lnTo>
                  <a:cubicBezTo>
                    <a:pt x="131395" y="1767"/>
                    <a:pt x="113578" y="-5374"/>
                    <a:pt x="102407" y="4666"/>
                  </a:cubicBezTo>
                  <a:lnTo>
                    <a:pt x="77521" y="26937"/>
                  </a:lnTo>
                  <a:cubicBezTo>
                    <a:pt x="73066" y="30896"/>
                    <a:pt x="66986" y="32451"/>
                    <a:pt x="61189" y="31037"/>
                  </a:cubicBezTo>
                  <a:lnTo>
                    <a:pt x="28737" y="23190"/>
                  </a:lnTo>
                  <a:cubicBezTo>
                    <a:pt x="14172" y="19655"/>
                    <a:pt x="1870" y="34360"/>
                    <a:pt x="7880" y="48076"/>
                  </a:cubicBezTo>
                  <a:lnTo>
                    <a:pt x="21384" y="78619"/>
                  </a:lnTo>
                  <a:cubicBezTo>
                    <a:pt x="23788" y="84063"/>
                    <a:pt x="23364" y="90356"/>
                    <a:pt x="20253" y="95446"/>
                  </a:cubicBezTo>
                  <a:lnTo>
                    <a:pt x="2719" y="123939"/>
                  </a:lnTo>
                  <a:cubicBezTo>
                    <a:pt x="-5129" y="136736"/>
                    <a:pt x="5052" y="152997"/>
                    <a:pt x="19970" y="151441"/>
                  </a:cubicBezTo>
                  <a:lnTo>
                    <a:pt x="53199" y="148048"/>
                  </a:lnTo>
                  <a:cubicBezTo>
                    <a:pt x="59138" y="147411"/>
                    <a:pt x="65006" y="149815"/>
                    <a:pt x="68824" y="154340"/>
                  </a:cubicBezTo>
                  <a:lnTo>
                    <a:pt x="90459" y="179792"/>
                  </a:lnTo>
                  <a:cubicBezTo>
                    <a:pt x="100216" y="191246"/>
                    <a:pt x="118810" y="186580"/>
                    <a:pt x="121921" y="171874"/>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00" name="Google Shape;600;p37"/>
          <p:cNvSpPr/>
          <p:nvPr/>
        </p:nvSpPr>
        <p:spPr>
          <a:xfrm>
            <a:off x="2263732" y="3088850"/>
            <a:ext cx="4616536" cy="112575"/>
          </a:xfrm>
          <a:custGeom>
            <a:rect b="b" l="l" r="r" t="t"/>
            <a:pathLst>
              <a:path extrusionOk="0" h="4503" w="159342">
                <a:moveTo>
                  <a:pt x="0" y="861"/>
                </a:moveTo>
                <a:cubicBezTo>
                  <a:pt x="34596" y="861"/>
                  <a:pt x="69192" y="523"/>
                  <a:pt x="103787" y="657"/>
                </a:cubicBezTo>
                <a:cubicBezTo>
                  <a:pt x="122074" y="728"/>
                  <a:pt x="140600" y="-1332"/>
                  <a:pt x="158638" y="1677"/>
                </a:cubicBezTo>
                <a:cubicBezTo>
                  <a:pt x="160046" y="1912"/>
                  <a:pt x="155783" y="1677"/>
                  <a:pt x="154356" y="1677"/>
                </a:cubicBezTo>
                <a:cubicBezTo>
                  <a:pt x="146268" y="1677"/>
                  <a:pt x="138179" y="1677"/>
                  <a:pt x="130091" y="1677"/>
                </a:cubicBezTo>
                <a:cubicBezTo>
                  <a:pt x="100320" y="1677"/>
                  <a:pt x="70539" y="1434"/>
                  <a:pt x="40781" y="2289"/>
                </a:cubicBezTo>
                <a:cubicBezTo>
                  <a:pt x="34257" y="2476"/>
                  <a:pt x="27732" y="2587"/>
                  <a:pt x="21206" y="2696"/>
                </a:cubicBezTo>
                <a:cubicBezTo>
                  <a:pt x="20160" y="2713"/>
                  <a:pt x="11910" y="3392"/>
                  <a:pt x="12030" y="3512"/>
                </a:cubicBezTo>
                <a:cubicBezTo>
                  <a:pt x="14145" y="5627"/>
                  <a:pt x="18011" y="3512"/>
                  <a:pt x="21002" y="3512"/>
                </a:cubicBezTo>
                <a:cubicBezTo>
                  <a:pt x="27187" y="3512"/>
                  <a:pt x="33377" y="3562"/>
                  <a:pt x="39557" y="3308"/>
                </a:cubicBezTo>
                <a:cubicBezTo>
                  <a:pt x="63945" y="2306"/>
                  <a:pt x="88351" y="1473"/>
                  <a:pt x="112759" y="1473"/>
                </a:cubicBezTo>
              </a:path>
            </a:pathLst>
          </a:custGeom>
          <a:noFill/>
          <a:ln cap="flat" cmpd="sng" w="19050">
            <a:solidFill>
              <a:schemeClr val="dk2"/>
            </a:solidFill>
            <a:prstDash val="solid"/>
            <a:round/>
            <a:headEnd len="med" w="med" type="none"/>
            <a:tailEnd len="med" w="med" type="none"/>
          </a:ln>
        </p:spPr>
      </p:sp>
      <p:grpSp>
        <p:nvGrpSpPr>
          <p:cNvPr id="601" name="Google Shape;601;p37"/>
          <p:cNvGrpSpPr/>
          <p:nvPr/>
        </p:nvGrpSpPr>
        <p:grpSpPr>
          <a:xfrm>
            <a:off x="8200467" y="3028446"/>
            <a:ext cx="625241" cy="2115055"/>
            <a:chOff x="8116872" y="5275678"/>
            <a:chExt cx="209749" cy="709512"/>
          </a:xfrm>
        </p:grpSpPr>
        <p:sp>
          <p:nvSpPr>
            <p:cNvPr id="602" name="Google Shape;602;p37"/>
            <p:cNvSpPr/>
            <p:nvPr/>
          </p:nvSpPr>
          <p:spPr>
            <a:xfrm>
              <a:off x="8116872" y="5341849"/>
              <a:ext cx="127566" cy="643341"/>
            </a:xfrm>
            <a:custGeom>
              <a:rect b="b" l="l" r="r" t="t"/>
              <a:pathLst>
                <a:path extrusionOk="0" h="643341" w="127566">
                  <a:moveTo>
                    <a:pt x="1093" y="643075"/>
                  </a:moveTo>
                  <a:cubicBezTo>
                    <a:pt x="14597" y="627167"/>
                    <a:pt x="26545" y="609705"/>
                    <a:pt x="37928" y="592170"/>
                  </a:cubicBezTo>
                  <a:cubicBezTo>
                    <a:pt x="49311" y="574637"/>
                    <a:pt x="60270" y="555689"/>
                    <a:pt x="70027" y="536599"/>
                  </a:cubicBezTo>
                  <a:cubicBezTo>
                    <a:pt x="88974" y="499411"/>
                    <a:pt x="104034" y="460242"/>
                    <a:pt x="113932" y="419660"/>
                  </a:cubicBezTo>
                  <a:cubicBezTo>
                    <a:pt x="124183" y="377734"/>
                    <a:pt x="128779" y="334536"/>
                    <a:pt x="127294" y="291408"/>
                  </a:cubicBezTo>
                  <a:cubicBezTo>
                    <a:pt x="125668" y="244745"/>
                    <a:pt x="117467" y="198578"/>
                    <a:pt x="105872" y="153400"/>
                  </a:cubicBezTo>
                  <a:cubicBezTo>
                    <a:pt x="92651" y="101717"/>
                    <a:pt x="75258" y="51166"/>
                    <a:pt x="57300" y="968"/>
                  </a:cubicBezTo>
                  <a:cubicBezTo>
                    <a:pt x="56664" y="-728"/>
                    <a:pt x="53907" y="-22"/>
                    <a:pt x="54543" y="1746"/>
                  </a:cubicBezTo>
                  <a:cubicBezTo>
                    <a:pt x="84308" y="89840"/>
                    <a:pt x="115699" y="178852"/>
                    <a:pt x="122628" y="272319"/>
                  </a:cubicBezTo>
                  <a:cubicBezTo>
                    <a:pt x="129062" y="358786"/>
                    <a:pt x="110680" y="444122"/>
                    <a:pt x="73844" y="522318"/>
                  </a:cubicBezTo>
                  <a:cubicBezTo>
                    <a:pt x="63876" y="543457"/>
                    <a:pt x="52634" y="564032"/>
                    <a:pt x="40332" y="583969"/>
                  </a:cubicBezTo>
                  <a:cubicBezTo>
                    <a:pt x="28030" y="603907"/>
                    <a:pt x="13890" y="623067"/>
                    <a:pt x="103" y="642298"/>
                  </a:cubicBezTo>
                  <a:cubicBezTo>
                    <a:pt x="-321" y="642934"/>
                    <a:pt x="669" y="643712"/>
                    <a:pt x="1163" y="643146"/>
                  </a:cubicBezTo>
                  <a:lnTo>
                    <a:pt x="1163" y="64314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 name="Google Shape;603;p37"/>
            <p:cNvSpPr/>
            <p:nvPr/>
          </p:nvSpPr>
          <p:spPr>
            <a:xfrm>
              <a:off x="8140081" y="5275678"/>
              <a:ext cx="83460" cy="170754"/>
            </a:xfrm>
            <a:custGeom>
              <a:rect b="b" l="l" r="r" t="t"/>
              <a:pathLst>
                <a:path extrusionOk="0" h="170754" w="83460">
                  <a:moveTo>
                    <a:pt x="69372" y="170080"/>
                  </a:moveTo>
                  <a:cubicBezTo>
                    <a:pt x="77007" y="141517"/>
                    <a:pt x="84360" y="112105"/>
                    <a:pt x="83371" y="82269"/>
                  </a:cubicBezTo>
                  <a:cubicBezTo>
                    <a:pt x="82522" y="57453"/>
                    <a:pt x="75947" y="28749"/>
                    <a:pt x="57706" y="10649"/>
                  </a:cubicBezTo>
                  <a:cubicBezTo>
                    <a:pt x="49929" y="2943"/>
                    <a:pt x="39253" y="-2148"/>
                    <a:pt x="28153" y="893"/>
                  </a:cubicBezTo>
                  <a:cubicBezTo>
                    <a:pt x="17053" y="3933"/>
                    <a:pt x="8852" y="13124"/>
                    <a:pt x="4468" y="23234"/>
                  </a:cubicBezTo>
                  <a:cubicBezTo>
                    <a:pt x="-6137" y="47979"/>
                    <a:pt x="3832" y="74704"/>
                    <a:pt x="16699" y="96410"/>
                  </a:cubicBezTo>
                  <a:cubicBezTo>
                    <a:pt x="31476" y="121367"/>
                    <a:pt x="48303" y="145476"/>
                    <a:pt x="64705" y="169444"/>
                  </a:cubicBezTo>
                  <a:cubicBezTo>
                    <a:pt x="66049" y="171423"/>
                    <a:pt x="69301" y="169656"/>
                    <a:pt x="68029" y="167535"/>
                  </a:cubicBezTo>
                  <a:cubicBezTo>
                    <a:pt x="56221" y="148304"/>
                    <a:pt x="43071" y="129851"/>
                    <a:pt x="30769" y="110903"/>
                  </a:cubicBezTo>
                  <a:cubicBezTo>
                    <a:pt x="17124" y="89976"/>
                    <a:pt x="2206" y="67139"/>
                    <a:pt x="4185" y="41051"/>
                  </a:cubicBezTo>
                  <a:cubicBezTo>
                    <a:pt x="5034" y="29385"/>
                    <a:pt x="9700" y="17507"/>
                    <a:pt x="18891" y="10013"/>
                  </a:cubicBezTo>
                  <a:cubicBezTo>
                    <a:pt x="29213" y="1599"/>
                    <a:pt x="42152" y="2307"/>
                    <a:pt x="52191" y="10579"/>
                  </a:cubicBezTo>
                  <a:cubicBezTo>
                    <a:pt x="71351" y="26274"/>
                    <a:pt x="78492" y="54979"/>
                    <a:pt x="80047" y="78593"/>
                  </a:cubicBezTo>
                  <a:cubicBezTo>
                    <a:pt x="82027" y="109489"/>
                    <a:pt x="74674" y="139891"/>
                    <a:pt x="67958" y="169797"/>
                  </a:cubicBezTo>
                  <a:cubicBezTo>
                    <a:pt x="67745" y="170787"/>
                    <a:pt x="69160" y="171141"/>
                    <a:pt x="69442" y="170222"/>
                  </a:cubicBezTo>
                  <a:lnTo>
                    <a:pt x="69442" y="17022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 name="Google Shape;604;p37"/>
            <p:cNvSpPr/>
            <p:nvPr/>
          </p:nvSpPr>
          <p:spPr>
            <a:xfrm>
              <a:off x="8227439" y="5445867"/>
              <a:ext cx="30516" cy="82534"/>
            </a:xfrm>
            <a:custGeom>
              <a:rect b="b" l="l" r="r" t="t"/>
              <a:pathLst>
                <a:path extrusionOk="0" h="82534" w="30516">
                  <a:moveTo>
                    <a:pt x="28676" y="598"/>
                  </a:moveTo>
                  <a:cubicBezTo>
                    <a:pt x="24576" y="14384"/>
                    <a:pt x="21253" y="28242"/>
                    <a:pt x="16445" y="41816"/>
                  </a:cubicBezTo>
                  <a:cubicBezTo>
                    <a:pt x="13970" y="48745"/>
                    <a:pt x="11284" y="55603"/>
                    <a:pt x="8244" y="62320"/>
                  </a:cubicBezTo>
                  <a:cubicBezTo>
                    <a:pt x="5416" y="68542"/>
                    <a:pt x="2093" y="74834"/>
                    <a:pt x="43" y="81409"/>
                  </a:cubicBezTo>
                  <a:cubicBezTo>
                    <a:pt x="-241" y="82187"/>
                    <a:pt x="962" y="82964"/>
                    <a:pt x="1527" y="82258"/>
                  </a:cubicBezTo>
                  <a:cubicBezTo>
                    <a:pt x="10435" y="71511"/>
                    <a:pt x="15667" y="56664"/>
                    <a:pt x="20334" y="43655"/>
                  </a:cubicBezTo>
                  <a:cubicBezTo>
                    <a:pt x="25212" y="30009"/>
                    <a:pt x="29454" y="15374"/>
                    <a:pt x="30515" y="881"/>
                  </a:cubicBezTo>
                  <a:cubicBezTo>
                    <a:pt x="30585" y="-180"/>
                    <a:pt x="29030" y="-321"/>
                    <a:pt x="28747" y="668"/>
                  </a:cubicBezTo>
                  <a:lnTo>
                    <a:pt x="28747" y="66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 name="Google Shape;605;p37"/>
            <p:cNvSpPr/>
            <p:nvPr/>
          </p:nvSpPr>
          <p:spPr>
            <a:xfrm>
              <a:off x="8254039" y="5504998"/>
              <a:ext cx="34149" cy="33699"/>
            </a:xfrm>
            <a:custGeom>
              <a:rect b="b" l="l" r="r" t="t"/>
              <a:pathLst>
                <a:path extrusionOk="0" h="33699" w="34149">
                  <a:moveTo>
                    <a:pt x="20528" y="3755"/>
                  </a:moveTo>
                  <a:cubicBezTo>
                    <a:pt x="25478" y="4745"/>
                    <a:pt x="29790" y="8775"/>
                    <a:pt x="30922" y="13724"/>
                  </a:cubicBezTo>
                  <a:cubicBezTo>
                    <a:pt x="31558" y="16340"/>
                    <a:pt x="30922" y="19027"/>
                    <a:pt x="30144" y="21572"/>
                  </a:cubicBezTo>
                  <a:cubicBezTo>
                    <a:pt x="29225" y="24471"/>
                    <a:pt x="27528" y="27016"/>
                    <a:pt x="24771" y="28501"/>
                  </a:cubicBezTo>
                  <a:cubicBezTo>
                    <a:pt x="19539" y="31470"/>
                    <a:pt x="12468" y="30409"/>
                    <a:pt x="8156" y="26238"/>
                  </a:cubicBezTo>
                  <a:cubicBezTo>
                    <a:pt x="3843" y="22067"/>
                    <a:pt x="2217" y="15987"/>
                    <a:pt x="4409" y="10472"/>
                  </a:cubicBezTo>
                  <a:cubicBezTo>
                    <a:pt x="6954" y="4038"/>
                    <a:pt x="14095" y="1351"/>
                    <a:pt x="20387" y="3967"/>
                  </a:cubicBezTo>
                  <a:cubicBezTo>
                    <a:pt x="21518" y="4462"/>
                    <a:pt x="22013" y="2695"/>
                    <a:pt x="21165" y="2129"/>
                  </a:cubicBezTo>
                  <a:cubicBezTo>
                    <a:pt x="15085" y="-2325"/>
                    <a:pt x="6601" y="715"/>
                    <a:pt x="2712" y="6583"/>
                  </a:cubicBezTo>
                  <a:cubicBezTo>
                    <a:pt x="-1389" y="12805"/>
                    <a:pt x="-682" y="21148"/>
                    <a:pt x="3772" y="26945"/>
                  </a:cubicBezTo>
                  <a:cubicBezTo>
                    <a:pt x="8227" y="32743"/>
                    <a:pt x="16711" y="35288"/>
                    <a:pt x="23710" y="32672"/>
                  </a:cubicBezTo>
                  <a:cubicBezTo>
                    <a:pt x="27245" y="31399"/>
                    <a:pt x="30214" y="28995"/>
                    <a:pt x="31841" y="25602"/>
                  </a:cubicBezTo>
                  <a:cubicBezTo>
                    <a:pt x="33325" y="22632"/>
                    <a:pt x="34386" y="18815"/>
                    <a:pt x="34103" y="15492"/>
                  </a:cubicBezTo>
                  <a:cubicBezTo>
                    <a:pt x="33538" y="8492"/>
                    <a:pt x="27599" y="2482"/>
                    <a:pt x="20528" y="2271"/>
                  </a:cubicBezTo>
                  <a:cubicBezTo>
                    <a:pt x="19609" y="2271"/>
                    <a:pt x="19397" y="3685"/>
                    <a:pt x="20317" y="3897"/>
                  </a:cubicBezTo>
                  <a:lnTo>
                    <a:pt x="20317" y="389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 name="Google Shape;606;p37"/>
            <p:cNvSpPr/>
            <p:nvPr/>
          </p:nvSpPr>
          <p:spPr>
            <a:xfrm>
              <a:off x="8194846" y="5667574"/>
              <a:ext cx="30967" cy="30428"/>
            </a:xfrm>
            <a:custGeom>
              <a:rect b="b" l="l" r="r" t="t"/>
              <a:pathLst>
                <a:path extrusionOk="0" h="30428" w="30967">
                  <a:moveTo>
                    <a:pt x="18919" y="1529"/>
                  </a:moveTo>
                  <a:cubicBezTo>
                    <a:pt x="26271" y="2236"/>
                    <a:pt x="31786" y="9801"/>
                    <a:pt x="30867" y="16165"/>
                  </a:cubicBezTo>
                  <a:cubicBezTo>
                    <a:pt x="30301" y="19700"/>
                    <a:pt x="29312" y="23376"/>
                    <a:pt x="26908" y="26062"/>
                  </a:cubicBezTo>
                  <a:cubicBezTo>
                    <a:pt x="25352" y="27759"/>
                    <a:pt x="23302" y="28961"/>
                    <a:pt x="21181" y="29668"/>
                  </a:cubicBezTo>
                  <a:cubicBezTo>
                    <a:pt x="16515" y="31153"/>
                    <a:pt x="11212" y="30446"/>
                    <a:pt x="7182" y="27689"/>
                  </a:cubicBezTo>
                  <a:cubicBezTo>
                    <a:pt x="3153" y="24931"/>
                    <a:pt x="466" y="20336"/>
                    <a:pt x="42" y="15457"/>
                  </a:cubicBezTo>
                  <a:cubicBezTo>
                    <a:pt x="-312" y="10650"/>
                    <a:pt x="1597" y="5630"/>
                    <a:pt x="5415" y="2660"/>
                  </a:cubicBezTo>
                  <a:cubicBezTo>
                    <a:pt x="9233" y="-309"/>
                    <a:pt x="14818" y="-945"/>
                    <a:pt x="18989" y="1529"/>
                  </a:cubicBezTo>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 name="Google Shape;607;p37"/>
            <p:cNvSpPr/>
            <p:nvPr/>
          </p:nvSpPr>
          <p:spPr>
            <a:xfrm>
              <a:off x="8173353" y="5914108"/>
              <a:ext cx="30967" cy="30428"/>
            </a:xfrm>
            <a:custGeom>
              <a:rect b="b" l="l" r="r" t="t"/>
              <a:pathLst>
                <a:path extrusionOk="0" h="30428" w="30967">
                  <a:moveTo>
                    <a:pt x="18919" y="1529"/>
                  </a:moveTo>
                  <a:cubicBezTo>
                    <a:pt x="26272" y="2236"/>
                    <a:pt x="31786" y="9801"/>
                    <a:pt x="30867" y="16165"/>
                  </a:cubicBezTo>
                  <a:cubicBezTo>
                    <a:pt x="30302" y="19700"/>
                    <a:pt x="29312" y="23376"/>
                    <a:pt x="26908" y="26062"/>
                  </a:cubicBezTo>
                  <a:cubicBezTo>
                    <a:pt x="25353" y="27759"/>
                    <a:pt x="23302" y="28961"/>
                    <a:pt x="21181" y="29668"/>
                  </a:cubicBezTo>
                  <a:cubicBezTo>
                    <a:pt x="16515" y="31153"/>
                    <a:pt x="11212" y="30446"/>
                    <a:pt x="7182" y="27689"/>
                  </a:cubicBezTo>
                  <a:cubicBezTo>
                    <a:pt x="3152" y="24931"/>
                    <a:pt x="466" y="20336"/>
                    <a:pt x="42" y="15457"/>
                  </a:cubicBezTo>
                  <a:cubicBezTo>
                    <a:pt x="-312" y="10650"/>
                    <a:pt x="1597" y="5630"/>
                    <a:pt x="5415" y="2660"/>
                  </a:cubicBezTo>
                  <a:cubicBezTo>
                    <a:pt x="9233" y="-309"/>
                    <a:pt x="14818" y="-945"/>
                    <a:pt x="18989" y="1529"/>
                  </a:cubicBezTo>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 name="Google Shape;608;p37"/>
            <p:cNvSpPr/>
            <p:nvPr/>
          </p:nvSpPr>
          <p:spPr>
            <a:xfrm>
              <a:off x="8260544" y="5722474"/>
              <a:ext cx="34148" cy="33699"/>
            </a:xfrm>
            <a:custGeom>
              <a:rect b="b" l="l" r="r" t="t"/>
              <a:pathLst>
                <a:path extrusionOk="0" h="33699" w="34148">
                  <a:moveTo>
                    <a:pt x="20529" y="3755"/>
                  </a:moveTo>
                  <a:cubicBezTo>
                    <a:pt x="25477" y="4745"/>
                    <a:pt x="29791" y="8775"/>
                    <a:pt x="30922" y="13724"/>
                  </a:cubicBezTo>
                  <a:cubicBezTo>
                    <a:pt x="31558" y="16340"/>
                    <a:pt x="30922" y="19027"/>
                    <a:pt x="30144" y="21572"/>
                  </a:cubicBezTo>
                  <a:cubicBezTo>
                    <a:pt x="29225" y="24471"/>
                    <a:pt x="27528" y="27016"/>
                    <a:pt x="24771" y="28500"/>
                  </a:cubicBezTo>
                  <a:cubicBezTo>
                    <a:pt x="19539" y="31470"/>
                    <a:pt x="12469" y="30409"/>
                    <a:pt x="8156" y="26238"/>
                  </a:cubicBezTo>
                  <a:cubicBezTo>
                    <a:pt x="3843" y="22067"/>
                    <a:pt x="2217" y="15987"/>
                    <a:pt x="4409" y="10472"/>
                  </a:cubicBezTo>
                  <a:cubicBezTo>
                    <a:pt x="6954" y="4038"/>
                    <a:pt x="14095" y="1351"/>
                    <a:pt x="20387" y="3967"/>
                  </a:cubicBezTo>
                  <a:cubicBezTo>
                    <a:pt x="21518" y="4462"/>
                    <a:pt x="22013" y="2695"/>
                    <a:pt x="21165" y="2129"/>
                  </a:cubicBezTo>
                  <a:cubicBezTo>
                    <a:pt x="15085" y="-2325"/>
                    <a:pt x="6600" y="715"/>
                    <a:pt x="2712" y="6583"/>
                  </a:cubicBezTo>
                  <a:cubicBezTo>
                    <a:pt x="-1389" y="12805"/>
                    <a:pt x="-682" y="21148"/>
                    <a:pt x="3772" y="26945"/>
                  </a:cubicBezTo>
                  <a:cubicBezTo>
                    <a:pt x="8226" y="32743"/>
                    <a:pt x="16711" y="35288"/>
                    <a:pt x="23710" y="32672"/>
                  </a:cubicBezTo>
                  <a:cubicBezTo>
                    <a:pt x="27245" y="31399"/>
                    <a:pt x="30215" y="28995"/>
                    <a:pt x="31841" y="25602"/>
                  </a:cubicBezTo>
                  <a:cubicBezTo>
                    <a:pt x="33326" y="22632"/>
                    <a:pt x="34386" y="18814"/>
                    <a:pt x="34103" y="15492"/>
                  </a:cubicBezTo>
                  <a:cubicBezTo>
                    <a:pt x="33537" y="8492"/>
                    <a:pt x="27599" y="2482"/>
                    <a:pt x="20529" y="2271"/>
                  </a:cubicBezTo>
                  <a:cubicBezTo>
                    <a:pt x="19610" y="2271"/>
                    <a:pt x="19397" y="3685"/>
                    <a:pt x="20316" y="3897"/>
                  </a:cubicBezTo>
                  <a:lnTo>
                    <a:pt x="20316" y="389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 name="Google Shape;609;p37"/>
            <p:cNvSpPr/>
            <p:nvPr/>
          </p:nvSpPr>
          <p:spPr>
            <a:xfrm>
              <a:off x="8130878" y="5833333"/>
              <a:ext cx="34148" cy="33699"/>
            </a:xfrm>
            <a:custGeom>
              <a:rect b="b" l="l" r="r" t="t"/>
              <a:pathLst>
                <a:path extrusionOk="0" h="33699" w="34148">
                  <a:moveTo>
                    <a:pt x="20529" y="3755"/>
                  </a:moveTo>
                  <a:cubicBezTo>
                    <a:pt x="25478" y="4745"/>
                    <a:pt x="29790" y="8775"/>
                    <a:pt x="30921" y="13724"/>
                  </a:cubicBezTo>
                  <a:cubicBezTo>
                    <a:pt x="31558" y="16340"/>
                    <a:pt x="30921" y="19027"/>
                    <a:pt x="30144" y="21572"/>
                  </a:cubicBezTo>
                  <a:cubicBezTo>
                    <a:pt x="29225" y="24471"/>
                    <a:pt x="27528" y="27016"/>
                    <a:pt x="24770" y="28501"/>
                  </a:cubicBezTo>
                  <a:cubicBezTo>
                    <a:pt x="19539" y="31470"/>
                    <a:pt x="12468" y="30409"/>
                    <a:pt x="8156" y="26238"/>
                  </a:cubicBezTo>
                  <a:cubicBezTo>
                    <a:pt x="3843" y="22067"/>
                    <a:pt x="2217" y="15987"/>
                    <a:pt x="4408" y="10472"/>
                  </a:cubicBezTo>
                  <a:cubicBezTo>
                    <a:pt x="6954" y="4038"/>
                    <a:pt x="14095" y="1351"/>
                    <a:pt x="20387" y="3967"/>
                  </a:cubicBezTo>
                  <a:cubicBezTo>
                    <a:pt x="21518" y="4462"/>
                    <a:pt x="22013" y="2695"/>
                    <a:pt x="21165" y="2129"/>
                  </a:cubicBezTo>
                  <a:cubicBezTo>
                    <a:pt x="15084" y="-2325"/>
                    <a:pt x="6600" y="715"/>
                    <a:pt x="2712" y="6583"/>
                  </a:cubicBezTo>
                  <a:cubicBezTo>
                    <a:pt x="-1389" y="12805"/>
                    <a:pt x="-682" y="21148"/>
                    <a:pt x="3772" y="26945"/>
                  </a:cubicBezTo>
                  <a:cubicBezTo>
                    <a:pt x="8227" y="32743"/>
                    <a:pt x="16711" y="35288"/>
                    <a:pt x="23710" y="32672"/>
                  </a:cubicBezTo>
                  <a:cubicBezTo>
                    <a:pt x="27245" y="31399"/>
                    <a:pt x="30215" y="28995"/>
                    <a:pt x="31840" y="25602"/>
                  </a:cubicBezTo>
                  <a:cubicBezTo>
                    <a:pt x="33325" y="22632"/>
                    <a:pt x="34386" y="18814"/>
                    <a:pt x="34103" y="15492"/>
                  </a:cubicBezTo>
                  <a:cubicBezTo>
                    <a:pt x="33538" y="8492"/>
                    <a:pt x="27599" y="2482"/>
                    <a:pt x="20529" y="2271"/>
                  </a:cubicBezTo>
                  <a:cubicBezTo>
                    <a:pt x="19609" y="2271"/>
                    <a:pt x="19397" y="3685"/>
                    <a:pt x="20316" y="3897"/>
                  </a:cubicBezTo>
                  <a:lnTo>
                    <a:pt x="20316" y="389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 name="Google Shape;610;p37"/>
            <p:cNvSpPr/>
            <p:nvPr/>
          </p:nvSpPr>
          <p:spPr>
            <a:xfrm>
              <a:off x="8133718" y="5479864"/>
              <a:ext cx="34963" cy="33594"/>
            </a:xfrm>
            <a:custGeom>
              <a:rect b="b" l="l" r="r" t="t"/>
              <a:pathLst>
                <a:path extrusionOk="0" h="33594" w="34963">
                  <a:moveTo>
                    <a:pt x="8356" y="7184"/>
                  </a:moveTo>
                  <a:cubicBezTo>
                    <a:pt x="11609" y="3649"/>
                    <a:pt x="17123" y="2093"/>
                    <a:pt x="21719" y="3437"/>
                  </a:cubicBezTo>
                  <a:cubicBezTo>
                    <a:pt x="24193" y="4144"/>
                    <a:pt x="25961" y="5699"/>
                    <a:pt x="27728" y="7537"/>
                  </a:cubicBezTo>
                  <a:cubicBezTo>
                    <a:pt x="29920" y="9871"/>
                    <a:pt x="31546" y="12628"/>
                    <a:pt x="31617" y="15880"/>
                  </a:cubicBezTo>
                  <a:cubicBezTo>
                    <a:pt x="31688" y="21819"/>
                    <a:pt x="27516" y="27404"/>
                    <a:pt x="21860" y="29243"/>
                  </a:cubicBezTo>
                  <a:cubicBezTo>
                    <a:pt x="16204" y="31081"/>
                    <a:pt x="9205" y="29384"/>
                    <a:pt x="5528" y="24293"/>
                  </a:cubicBezTo>
                  <a:cubicBezTo>
                    <a:pt x="1569" y="18849"/>
                    <a:pt x="2842" y="11426"/>
                    <a:pt x="8286" y="7467"/>
                  </a:cubicBezTo>
                  <a:cubicBezTo>
                    <a:pt x="9134" y="6831"/>
                    <a:pt x="8639" y="5133"/>
                    <a:pt x="7508" y="5628"/>
                  </a:cubicBezTo>
                  <a:cubicBezTo>
                    <a:pt x="650" y="8386"/>
                    <a:pt x="-1612" y="16658"/>
                    <a:pt x="1145" y="23162"/>
                  </a:cubicBezTo>
                  <a:cubicBezTo>
                    <a:pt x="4114" y="30233"/>
                    <a:pt x="11750" y="34333"/>
                    <a:pt x="19315" y="33485"/>
                  </a:cubicBezTo>
                  <a:cubicBezTo>
                    <a:pt x="26880" y="32636"/>
                    <a:pt x="32819" y="27122"/>
                    <a:pt x="34516" y="19981"/>
                  </a:cubicBezTo>
                  <a:cubicBezTo>
                    <a:pt x="35506" y="15880"/>
                    <a:pt x="34869" y="11638"/>
                    <a:pt x="32466" y="8173"/>
                  </a:cubicBezTo>
                  <a:cubicBezTo>
                    <a:pt x="30627" y="5487"/>
                    <a:pt x="27941" y="2588"/>
                    <a:pt x="24901" y="1245"/>
                  </a:cubicBezTo>
                  <a:cubicBezTo>
                    <a:pt x="18679" y="-1513"/>
                    <a:pt x="10901" y="396"/>
                    <a:pt x="7084" y="6123"/>
                  </a:cubicBezTo>
                  <a:cubicBezTo>
                    <a:pt x="6589" y="6901"/>
                    <a:pt x="7720" y="7820"/>
                    <a:pt x="8356" y="7113"/>
                  </a:cubicBezTo>
                  <a:lnTo>
                    <a:pt x="8356" y="711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 name="Google Shape;611;p37"/>
            <p:cNvSpPr/>
            <p:nvPr/>
          </p:nvSpPr>
          <p:spPr>
            <a:xfrm>
              <a:off x="8250137" y="5565659"/>
              <a:ext cx="29815" cy="30961"/>
            </a:xfrm>
            <a:custGeom>
              <a:rect b="b" l="l" r="r" t="t"/>
              <a:pathLst>
                <a:path extrusionOk="0" h="30961" w="29815">
                  <a:moveTo>
                    <a:pt x="605" y="14290"/>
                  </a:moveTo>
                  <a:cubicBezTo>
                    <a:pt x="39" y="6937"/>
                    <a:pt x="6544" y="149"/>
                    <a:pt x="12977" y="8"/>
                  </a:cubicBezTo>
                  <a:cubicBezTo>
                    <a:pt x="16583" y="-62"/>
                    <a:pt x="20331" y="291"/>
                    <a:pt x="23441" y="2200"/>
                  </a:cubicBezTo>
                  <a:cubicBezTo>
                    <a:pt x="25350" y="3402"/>
                    <a:pt x="26906" y="5240"/>
                    <a:pt x="27966" y="7220"/>
                  </a:cubicBezTo>
                  <a:cubicBezTo>
                    <a:pt x="30229" y="11533"/>
                    <a:pt x="30441" y="16906"/>
                    <a:pt x="28461" y="21360"/>
                  </a:cubicBezTo>
                  <a:cubicBezTo>
                    <a:pt x="26482" y="25814"/>
                    <a:pt x="22381" y="29279"/>
                    <a:pt x="17644" y="30480"/>
                  </a:cubicBezTo>
                  <a:cubicBezTo>
                    <a:pt x="12977" y="31682"/>
                    <a:pt x="7675" y="30622"/>
                    <a:pt x="4140" y="27440"/>
                  </a:cubicBezTo>
                  <a:cubicBezTo>
                    <a:pt x="605" y="24259"/>
                    <a:pt x="-1021" y="18815"/>
                    <a:pt x="676" y="14290"/>
                  </a:cubicBezTo>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 name="Google Shape;612;p37"/>
            <p:cNvSpPr/>
            <p:nvPr/>
          </p:nvSpPr>
          <p:spPr>
            <a:xfrm>
              <a:off x="8174477" y="5623951"/>
              <a:ext cx="32949" cy="34300"/>
            </a:xfrm>
            <a:custGeom>
              <a:rect b="b" l="l" r="r" t="t"/>
              <a:pathLst>
                <a:path extrusionOk="0" h="34300" w="32949">
                  <a:moveTo>
                    <a:pt x="2806" y="15882"/>
                  </a:moveTo>
                  <a:cubicBezTo>
                    <a:pt x="2948" y="10650"/>
                    <a:pt x="6554" y="5277"/>
                    <a:pt x="11644" y="3651"/>
                  </a:cubicBezTo>
                  <a:cubicBezTo>
                    <a:pt x="14189" y="2802"/>
                    <a:pt x="17230" y="3014"/>
                    <a:pt x="19845" y="3651"/>
                  </a:cubicBezTo>
                  <a:cubicBezTo>
                    <a:pt x="22956" y="4287"/>
                    <a:pt x="25572" y="5983"/>
                    <a:pt x="27269" y="8670"/>
                  </a:cubicBezTo>
                  <a:cubicBezTo>
                    <a:pt x="30451" y="13761"/>
                    <a:pt x="30097" y="20477"/>
                    <a:pt x="26421" y="25214"/>
                  </a:cubicBezTo>
                  <a:cubicBezTo>
                    <a:pt x="23027" y="29598"/>
                    <a:pt x="17300" y="31860"/>
                    <a:pt x="11856" y="30588"/>
                  </a:cubicBezTo>
                  <a:cubicBezTo>
                    <a:pt x="5422" y="29032"/>
                    <a:pt x="1604" y="22669"/>
                    <a:pt x="3019" y="16235"/>
                  </a:cubicBezTo>
                  <a:cubicBezTo>
                    <a:pt x="3230" y="15175"/>
                    <a:pt x="1675" y="14326"/>
                    <a:pt x="1180" y="15457"/>
                  </a:cubicBezTo>
                  <a:cubicBezTo>
                    <a:pt x="-2001" y="21891"/>
                    <a:pt x="1604" y="29527"/>
                    <a:pt x="7755" y="32567"/>
                  </a:cubicBezTo>
                  <a:cubicBezTo>
                    <a:pt x="14260" y="35819"/>
                    <a:pt x="22108" y="34335"/>
                    <a:pt x="27410" y="29456"/>
                  </a:cubicBezTo>
                  <a:cubicBezTo>
                    <a:pt x="32996" y="24295"/>
                    <a:pt x="34481" y="15811"/>
                    <a:pt x="31299" y="8953"/>
                  </a:cubicBezTo>
                  <a:cubicBezTo>
                    <a:pt x="28117" y="2095"/>
                    <a:pt x="20199" y="-945"/>
                    <a:pt x="12775" y="257"/>
                  </a:cubicBezTo>
                  <a:cubicBezTo>
                    <a:pt x="9240" y="822"/>
                    <a:pt x="6059" y="3085"/>
                    <a:pt x="3938" y="5913"/>
                  </a:cubicBezTo>
                  <a:cubicBezTo>
                    <a:pt x="1604" y="8953"/>
                    <a:pt x="685" y="12417"/>
                    <a:pt x="1251" y="16235"/>
                  </a:cubicBezTo>
                  <a:cubicBezTo>
                    <a:pt x="1393" y="17154"/>
                    <a:pt x="2877" y="16942"/>
                    <a:pt x="2877" y="16023"/>
                  </a:cubicBezTo>
                  <a:lnTo>
                    <a:pt x="2877" y="160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 name="Google Shape;613;p37"/>
            <p:cNvSpPr/>
            <p:nvPr/>
          </p:nvSpPr>
          <p:spPr>
            <a:xfrm>
              <a:off x="8165452" y="5705027"/>
              <a:ext cx="28905" cy="30086"/>
            </a:xfrm>
            <a:custGeom>
              <a:rect b="b" l="l" r="r" t="t"/>
              <a:pathLst>
                <a:path extrusionOk="0" h="30086" w="28905">
                  <a:moveTo>
                    <a:pt x="2711" y="13920"/>
                  </a:moveTo>
                  <a:cubicBezTo>
                    <a:pt x="2852" y="9537"/>
                    <a:pt x="5963" y="4941"/>
                    <a:pt x="10276" y="3598"/>
                  </a:cubicBezTo>
                  <a:cubicBezTo>
                    <a:pt x="12467" y="2891"/>
                    <a:pt x="15013" y="3033"/>
                    <a:pt x="17275" y="3598"/>
                  </a:cubicBezTo>
                  <a:cubicBezTo>
                    <a:pt x="19891" y="4164"/>
                    <a:pt x="22083" y="5578"/>
                    <a:pt x="23568" y="7840"/>
                  </a:cubicBezTo>
                  <a:cubicBezTo>
                    <a:pt x="26254" y="12153"/>
                    <a:pt x="25971" y="17880"/>
                    <a:pt x="22860" y="21839"/>
                  </a:cubicBezTo>
                  <a:cubicBezTo>
                    <a:pt x="19962" y="25515"/>
                    <a:pt x="15154" y="27495"/>
                    <a:pt x="10488" y="26435"/>
                  </a:cubicBezTo>
                  <a:cubicBezTo>
                    <a:pt x="4973" y="25091"/>
                    <a:pt x="1862" y="19789"/>
                    <a:pt x="2923" y="14274"/>
                  </a:cubicBezTo>
                  <a:cubicBezTo>
                    <a:pt x="3135" y="13214"/>
                    <a:pt x="1650" y="12365"/>
                    <a:pt x="1085" y="13496"/>
                  </a:cubicBezTo>
                  <a:cubicBezTo>
                    <a:pt x="-1814" y="19081"/>
                    <a:pt x="1438" y="25869"/>
                    <a:pt x="6811" y="28556"/>
                  </a:cubicBezTo>
                  <a:cubicBezTo>
                    <a:pt x="12538" y="31383"/>
                    <a:pt x="19467" y="30182"/>
                    <a:pt x="24062" y="25869"/>
                  </a:cubicBezTo>
                  <a:cubicBezTo>
                    <a:pt x="29012" y="21344"/>
                    <a:pt x="30213" y="13850"/>
                    <a:pt x="27456" y="7840"/>
                  </a:cubicBezTo>
                  <a:cubicBezTo>
                    <a:pt x="24699" y="1830"/>
                    <a:pt x="17699" y="-786"/>
                    <a:pt x="11195" y="204"/>
                  </a:cubicBezTo>
                  <a:cubicBezTo>
                    <a:pt x="8084" y="699"/>
                    <a:pt x="5327" y="2750"/>
                    <a:pt x="3417" y="5154"/>
                  </a:cubicBezTo>
                  <a:cubicBezTo>
                    <a:pt x="1367" y="7840"/>
                    <a:pt x="590" y="10880"/>
                    <a:pt x="1155" y="14203"/>
                  </a:cubicBezTo>
                  <a:cubicBezTo>
                    <a:pt x="1297" y="15193"/>
                    <a:pt x="2781" y="14910"/>
                    <a:pt x="2781" y="13991"/>
                  </a:cubicBezTo>
                  <a:lnTo>
                    <a:pt x="2781" y="1399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 name="Google Shape;614;p37"/>
            <p:cNvSpPr/>
            <p:nvPr/>
          </p:nvSpPr>
          <p:spPr>
            <a:xfrm>
              <a:off x="8247266" y="5772834"/>
              <a:ext cx="24817" cy="25791"/>
            </a:xfrm>
            <a:custGeom>
              <a:rect b="b" l="l" r="r" t="t"/>
              <a:pathLst>
                <a:path extrusionOk="0" h="25791" w="24817">
                  <a:moveTo>
                    <a:pt x="2698" y="11936"/>
                  </a:moveTo>
                  <a:cubicBezTo>
                    <a:pt x="2910" y="8330"/>
                    <a:pt x="5526" y="4583"/>
                    <a:pt x="8990" y="3452"/>
                  </a:cubicBezTo>
                  <a:cubicBezTo>
                    <a:pt x="10758" y="2886"/>
                    <a:pt x="12879" y="3028"/>
                    <a:pt x="14717" y="3452"/>
                  </a:cubicBezTo>
                  <a:cubicBezTo>
                    <a:pt x="16838" y="3947"/>
                    <a:pt x="18676" y="5008"/>
                    <a:pt x="19808" y="6916"/>
                  </a:cubicBezTo>
                  <a:cubicBezTo>
                    <a:pt x="21999" y="10451"/>
                    <a:pt x="21787" y="15118"/>
                    <a:pt x="19242" y="18370"/>
                  </a:cubicBezTo>
                  <a:cubicBezTo>
                    <a:pt x="16909" y="21410"/>
                    <a:pt x="12950" y="23107"/>
                    <a:pt x="9132" y="22188"/>
                  </a:cubicBezTo>
                  <a:cubicBezTo>
                    <a:pt x="4607" y="21127"/>
                    <a:pt x="2132" y="16744"/>
                    <a:pt x="2840" y="12219"/>
                  </a:cubicBezTo>
                  <a:cubicBezTo>
                    <a:pt x="3051" y="11159"/>
                    <a:pt x="1567" y="10381"/>
                    <a:pt x="1001" y="11441"/>
                  </a:cubicBezTo>
                  <a:cubicBezTo>
                    <a:pt x="-1615" y="16178"/>
                    <a:pt x="1213" y="22117"/>
                    <a:pt x="5809" y="24450"/>
                  </a:cubicBezTo>
                  <a:cubicBezTo>
                    <a:pt x="10758" y="26925"/>
                    <a:pt x="16697" y="25864"/>
                    <a:pt x="20656" y="22188"/>
                  </a:cubicBezTo>
                  <a:cubicBezTo>
                    <a:pt x="24898" y="18299"/>
                    <a:pt x="25958" y="11865"/>
                    <a:pt x="23555" y="6704"/>
                  </a:cubicBezTo>
                  <a:cubicBezTo>
                    <a:pt x="21151" y="1543"/>
                    <a:pt x="15141" y="-719"/>
                    <a:pt x="9556" y="200"/>
                  </a:cubicBezTo>
                  <a:cubicBezTo>
                    <a:pt x="6869" y="624"/>
                    <a:pt x="4536" y="2392"/>
                    <a:pt x="2910" y="4513"/>
                  </a:cubicBezTo>
                  <a:cubicBezTo>
                    <a:pt x="1213" y="6775"/>
                    <a:pt x="577" y="9462"/>
                    <a:pt x="1072" y="12290"/>
                  </a:cubicBezTo>
                  <a:cubicBezTo>
                    <a:pt x="1213" y="13280"/>
                    <a:pt x="2627" y="12926"/>
                    <a:pt x="2698" y="12078"/>
                  </a:cubicBezTo>
                  <a:lnTo>
                    <a:pt x="2698" y="1207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 name="Google Shape;615;p37"/>
            <p:cNvSpPr/>
            <p:nvPr/>
          </p:nvSpPr>
          <p:spPr>
            <a:xfrm>
              <a:off x="8137891" y="5878249"/>
              <a:ext cx="24817" cy="25791"/>
            </a:xfrm>
            <a:custGeom>
              <a:rect b="b" l="l" r="r" t="t"/>
              <a:pathLst>
                <a:path extrusionOk="0" h="25791" w="24817">
                  <a:moveTo>
                    <a:pt x="2698" y="11936"/>
                  </a:moveTo>
                  <a:cubicBezTo>
                    <a:pt x="2910" y="8331"/>
                    <a:pt x="5526" y="4583"/>
                    <a:pt x="8990" y="3452"/>
                  </a:cubicBezTo>
                  <a:cubicBezTo>
                    <a:pt x="10758" y="2887"/>
                    <a:pt x="12879" y="3028"/>
                    <a:pt x="14717" y="3452"/>
                  </a:cubicBezTo>
                  <a:cubicBezTo>
                    <a:pt x="16838" y="3947"/>
                    <a:pt x="18676" y="5008"/>
                    <a:pt x="19808" y="6917"/>
                  </a:cubicBezTo>
                  <a:cubicBezTo>
                    <a:pt x="22000" y="10452"/>
                    <a:pt x="21787" y="15118"/>
                    <a:pt x="19242" y="18370"/>
                  </a:cubicBezTo>
                  <a:cubicBezTo>
                    <a:pt x="16909" y="21410"/>
                    <a:pt x="12950" y="23107"/>
                    <a:pt x="9132" y="22188"/>
                  </a:cubicBezTo>
                  <a:cubicBezTo>
                    <a:pt x="4607" y="21128"/>
                    <a:pt x="2133" y="16744"/>
                    <a:pt x="2839" y="12219"/>
                  </a:cubicBezTo>
                  <a:cubicBezTo>
                    <a:pt x="3052" y="11159"/>
                    <a:pt x="1567" y="10381"/>
                    <a:pt x="1001" y="11442"/>
                  </a:cubicBezTo>
                  <a:cubicBezTo>
                    <a:pt x="-1615" y="16179"/>
                    <a:pt x="1213" y="22117"/>
                    <a:pt x="5809" y="24450"/>
                  </a:cubicBezTo>
                  <a:cubicBezTo>
                    <a:pt x="10758" y="26925"/>
                    <a:pt x="16697" y="25865"/>
                    <a:pt x="20656" y="22188"/>
                  </a:cubicBezTo>
                  <a:cubicBezTo>
                    <a:pt x="24898" y="18299"/>
                    <a:pt x="25959" y="11866"/>
                    <a:pt x="23555" y="6704"/>
                  </a:cubicBezTo>
                  <a:cubicBezTo>
                    <a:pt x="21151" y="1543"/>
                    <a:pt x="15141" y="-719"/>
                    <a:pt x="9556" y="200"/>
                  </a:cubicBezTo>
                  <a:cubicBezTo>
                    <a:pt x="6869" y="624"/>
                    <a:pt x="4536" y="2392"/>
                    <a:pt x="2910" y="4513"/>
                  </a:cubicBezTo>
                  <a:cubicBezTo>
                    <a:pt x="1213" y="6775"/>
                    <a:pt x="577" y="9462"/>
                    <a:pt x="1072" y="12290"/>
                  </a:cubicBezTo>
                  <a:cubicBezTo>
                    <a:pt x="1213" y="13280"/>
                    <a:pt x="2628" y="12926"/>
                    <a:pt x="2698" y="12078"/>
                  </a:cubicBezTo>
                  <a:lnTo>
                    <a:pt x="2698" y="1207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 name="Google Shape;616;p37"/>
            <p:cNvSpPr/>
            <p:nvPr/>
          </p:nvSpPr>
          <p:spPr>
            <a:xfrm>
              <a:off x="8225728" y="5803435"/>
              <a:ext cx="21695" cy="22545"/>
            </a:xfrm>
            <a:custGeom>
              <a:rect b="b" l="l" r="r" t="t"/>
              <a:pathLst>
                <a:path extrusionOk="0" h="22545" w="21695">
                  <a:moveTo>
                    <a:pt x="480" y="10393"/>
                  </a:moveTo>
                  <a:cubicBezTo>
                    <a:pt x="56" y="5019"/>
                    <a:pt x="4793" y="141"/>
                    <a:pt x="9459" y="0"/>
                  </a:cubicBezTo>
                  <a:cubicBezTo>
                    <a:pt x="12075" y="0"/>
                    <a:pt x="14832" y="212"/>
                    <a:pt x="17024" y="1626"/>
                  </a:cubicBezTo>
                  <a:cubicBezTo>
                    <a:pt x="18438" y="2545"/>
                    <a:pt x="19569" y="3818"/>
                    <a:pt x="20347" y="5303"/>
                  </a:cubicBezTo>
                  <a:cubicBezTo>
                    <a:pt x="22044" y="8413"/>
                    <a:pt x="22115" y="12373"/>
                    <a:pt x="20701" y="15554"/>
                  </a:cubicBezTo>
                  <a:cubicBezTo>
                    <a:pt x="19286" y="18806"/>
                    <a:pt x="16246" y="21281"/>
                    <a:pt x="12853" y="22200"/>
                  </a:cubicBezTo>
                  <a:cubicBezTo>
                    <a:pt x="9459" y="23049"/>
                    <a:pt x="5641" y="22341"/>
                    <a:pt x="3025" y="20008"/>
                  </a:cubicBezTo>
                  <a:cubicBezTo>
                    <a:pt x="409" y="17675"/>
                    <a:pt x="-722" y="13716"/>
                    <a:pt x="480" y="10464"/>
                  </a:cubicBezTo>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 name="Google Shape;617;p37"/>
            <p:cNvSpPr/>
            <p:nvPr/>
          </p:nvSpPr>
          <p:spPr>
            <a:xfrm>
              <a:off x="8150149" y="5941797"/>
              <a:ext cx="21695" cy="22545"/>
            </a:xfrm>
            <a:custGeom>
              <a:rect b="b" l="l" r="r" t="t"/>
              <a:pathLst>
                <a:path extrusionOk="0" h="22545" w="21695">
                  <a:moveTo>
                    <a:pt x="480" y="10393"/>
                  </a:moveTo>
                  <a:cubicBezTo>
                    <a:pt x="56" y="5019"/>
                    <a:pt x="4793" y="141"/>
                    <a:pt x="9459" y="0"/>
                  </a:cubicBezTo>
                  <a:cubicBezTo>
                    <a:pt x="12075" y="0"/>
                    <a:pt x="14832" y="212"/>
                    <a:pt x="17024" y="1626"/>
                  </a:cubicBezTo>
                  <a:cubicBezTo>
                    <a:pt x="18438" y="2545"/>
                    <a:pt x="19570" y="3818"/>
                    <a:pt x="20347" y="5303"/>
                  </a:cubicBezTo>
                  <a:cubicBezTo>
                    <a:pt x="22044" y="8413"/>
                    <a:pt x="22115" y="12373"/>
                    <a:pt x="20701" y="15554"/>
                  </a:cubicBezTo>
                  <a:cubicBezTo>
                    <a:pt x="19286" y="18806"/>
                    <a:pt x="16246" y="21281"/>
                    <a:pt x="12853" y="22200"/>
                  </a:cubicBezTo>
                  <a:cubicBezTo>
                    <a:pt x="9459" y="23048"/>
                    <a:pt x="5641" y="22341"/>
                    <a:pt x="3025" y="20008"/>
                  </a:cubicBezTo>
                  <a:cubicBezTo>
                    <a:pt x="409" y="17675"/>
                    <a:pt x="-722" y="13716"/>
                    <a:pt x="480" y="10464"/>
                  </a:cubicBezTo>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 name="Google Shape;618;p37"/>
            <p:cNvSpPr/>
            <p:nvPr/>
          </p:nvSpPr>
          <p:spPr>
            <a:xfrm>
              <a:off x="8143887" y="5421146"/>
              <a:ext cx="34148" cy="33699"/>
            </a:xfrm>
            <a:custGeom>
              <a:rect b="b" l="l" r="r" t="t"/>
              <a:pathLst>
                <a:path extrusionOk="0" h="33699" w="34148">
                  <a:moveTo>
                    <a:pt x="20458" y="3755"/>
                  </a:moveTo>
                  <a:cubicBezTo>
                    <a:pt x="25407" y="4745"/>
                    <a:pt x="29720" y="8775"/>
                    <a:pt x="30851" y="13724"/>
                  </a:cubicBezTo>
                  <a:cubicBezTo>
                    <a:pt x="31487" y="16340"/>
                    <a:pt x="30851" y="19027"/>
                    <a:pt x="30073" y="21572"/>
                  </a:cubicBezTo>
                  <a:cubicBezTo>
                    <a:pt x="29154" y="24470"/>
                    <a:pt x="27457" y="27016"/>
                    <a:pt x="24700" y="28500"/>
                  </a:cubicBezTo>
                  <a:cubicBezTo>
                    <a:pt x="19468" y="31470"/>
                    <a:pt x="12398" y="30409"/>
                    <a:pt x="8156" y="26238"/>
                  </a:cubicBezTo>
                  <a:cubicBezTo>
                    <a:pt x="3914" y="22067"/>
                    <a:pt x="2217" y="15987"/>
                    <a:pt x="4409" y="10472"/>
                  </a:cubicBezTo>
                  <a:cubicBezTo>
                    <a:pt x="6954" y="4038"/>
                    <a:pt x="14095" y="1351"/>
                    <a:pt x="20387" y="3967"/>
                  </a:cubicBezTo>
                  <a:cubicBezTo>
                    <a:pt x="21518" y="4462"/>
                    <a:pt x="22013" y="2695"/>
                    <a:pt x="21165" y="2129"/>
                  </a:cubicBezTo>
                  <a:cubicBezTo>
                    <a:pt x="15085" y="-2325"/>
                    <a:pt x="6600" y="715"/>
                    <a:pt x="2712" y="6583"/>
                  </a:cubicBezTo>
                  <a:cubicBezTo>
                    <a:pt x="-1389" y="12805"/>
                    <a:pt x="-682" y="21148"/>
                    <a:pt x="3772" y="26945"/>
                  </a:cubicBezTo>
                  <a:cubicBezTo>
                    <a:pt x="8226" y="32743"/>
                    <a:pt x="16711" y="35288"/>
                    <a:pt x="23710" y="32672"/>
                  </a:cubicBezTo>
                  <a:cubicBezTo>
                    <a:pt x="27245" y="31399"/>
                    <a:pt x="30215" y="28995"/>
                    <a:pt x="31841" y="25602"/>
                  </a:cubicBezTo>
                  <a:cubicBezTo>
                    <a:pt x="33326" y="22632"/>
                    <a:pt x="34386" y="18814"/>
                    <a:pt x="34103" y="15492"/>
                  </a:cubicBezTo>
                  <a:cubicBezTo>
                    <a:pt x="33537" y="8492"/>
                    <a:pt x="27599" y="2482"/>
                    <a:pt x="20529" y="2271"/>
                  </a:cubicBezTo>
                  <a:cubicBezTo>
                    <a:pt x="19610" y="2271"/>
                    <a:pt x="19397" y="3685"/>
                    <a:pt x="20316" y="3897"/>
                  </a:cubicBezTo>
                  <a:lnTo>
                    <a:pt x="20316" y="389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 name="Google Shape;619;p37"/>
            <p:cNvSpPr/>
            <p:nvPr/>
          </p:nvSpPr>
          <p:spPr>
            <a:xfrm>
              <a:off x="8168195" y="5453579"/>
              <a:ext cx="55137" cy="55090"/>
            </a:xfrm>
            <a:custGeom>
              <a:rect b="b" l="l" r="r" t="t"/>
              <a:pathLst>
                <a:path extrusionOk="0" h="55090" w="55137">
                  <a:moveTo>
                    <a:pt x="180" y="1370"/>
                  </a:moveTo>
                  <a:cubicBezTo>
                    <a:pt x="3927" y="6390"/>
                    <a:pt x="7391" y="11551"/>
                    <a:pt x="11351" y="16430"/>
                  </a:cubicBezTo>
                  <a:cubicBezTo>
                    <a:pt x="15310" y="21308"/>
                    <a:pt x="19552" y="26045"/>
                    <a:pt x="23936" y="30570"/>
                  </a:cubicBezTo>
                  <a:cubicBezTo>
                    <a:pt x="32561" y="39407"/>
                    <a:pt x="42035" y="48669"/>
                    <a:pt x="52782" y="54891"/>
                  </a:cubicBezTo>
                  <a:cubicBezTo>
                    <a:pt x="54266" y="55739"/>
                    <a:pt x="55963" y="53689"/>
                    <a:pt x="54690" y="52487"/>
                  </a:cubicBezTo>
                  <a:cubicBezTo>
                    <a:pt x="50236" y="48316"/>
                    <a:pt x="45287" y="44569"/>
                    <a:pt x="40621" y="40610"/>
                  </a:cubicBezTo>
                  <a:cubicBezTo>
                    <a:pt x="35955" y="36650"/>
                    <a:pt x="31359" y="32479"/>
                    <a:pt x="26976" y="28166"/>
                  </a:cubicBezTo>
                  <a:cubicBezTo>
                    <a:pt x="22592" y="23853"/>
                    <a:pt x="18491" y="19682"/>
                    <a:pt x="14461" y="15228"/>
                  </a:cubicBezTo>
                  <a:cubicBezTo>
                    <a:pt x="10149" y="10420"/>
                    <a:pt x="5624" y="5613"/>
                    <a:pt x="1735" y="381"/>
                  </a:cubicBezTo>
                  <a:cubicBezTo>
                    <a:pt x="1029" y="-538"/>
                    <a:pt x="-527" y="381"/>
                    <a:pt x="180" y="1300"/>
                  </a:cubicBezTo>
                  <a:lnTo>
                    <a:pt x="180" y="130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 name="Google Shape;620;p37"/>
            <p:cNvSpPr/>
            <p:nvPr/>
          </p:nvSpPr>
          <p:spPr>
            <a:xfrm>
              <a:off x="8155168" y="5517768"/>
              <a:ext cx="89471" cy="120199"/>
            </a:xfrm>
            <a:custGeom>
              <a:rect b="b" l="l" r="r" t="t"/>
              <a:pathLst>
                <a:path extrusionOk="0" h="120199" w="89471">
                  <a:moveTo>
                    <a:pt x="88503" y="118247"/>
                  </a:moveTo>
                  <a:cubicBezTo>
                    <a:pt x="71394" y="105945"/>
                    <a:pt x="53860" y="94279"/>
                    <a:pt x="36962" y="81694"/>
                  </a:cubicBezTo>
                  <a:cubicBezTo>
                    <a:pt x="21620" y="70241"/>
                    <a:pt x="6985" y="55889"/>
                    <a:pt x="3804" y="36163"/>
                  </a:cubicBezTo>
                  <a:cubicBezTo>
                    <a:pt x="2319" y="27113"/>
                    <a:pt x="3591" y="17357"/>
                    <a:pt x="8753" y="9650"/>
                  </a:cubicBezTo>
                  <a:cubicBezTo>
                    <a:pt x="12429" y="4135"/>
                    <a:pt x="17378" y="2226"/>
                    <a:pt x="23882" y="3923"/>
                  </a:cubicBezTo>
                  <a:cubicBezTo>
                    <a:pt x="28407" y="5125"/>
                    <a:pt x="32650" y="7387"/>
                    <a:pt x="36467" y="10074"/>
                  </a:cubicBezTo>
                  <a:cubicBezTo>
                    <a:pt x="53082" y="21811"/>
                    <a:pt x="60081" y="41960"/>
                    <a:pt x="65879" y="60626"/>
                  </a:cubicBezTo>
                  <a:cubicBezTo>
                    <a:pt x="72030" y="80351"/>
                    <a:pt x="79242" y="100006"/>
                    <a:pt x="86736" y="119237"/>
                  </a:cubicBezTo>
                  <a:cubicBezTo>
                    <a:pt x="87372" y="120863"/>
                    <a:pt x="89847" y="120297"/>
                    <a:pt x="89422" y="118530"/>
                  </a:cubicBezTo>
                  <a:cubicBezTo>
                    <a:pt x="87019" y="108278"/>
                    <a:pt x="82918" y="98309"/>
                    <a:pt x="79312" y="88482"/>
                  </a:cubicBezTo>
                  <a:cubicBezTo>
                    <a:pt x="75706" y="78654"/>
                    <a:pt x="72030" y="68402"/>
                    <a:pt x="68849" y="58221"/>
                  </a:cubicBezTo>
                  <a:cubicBezTo>
                    <a:pt x="62698" y="38779"/>
                    <a:pt x="54850" y="18205"/>
                    <a:pt x="37033" y="6539"/>
                  </a:cubicBezTo>
                  <a:cubicBezTo>
                    <a:pt x="30317" y="2156"/>
                    <a:pt x="19994" y="-2652"/>
                    <a:pt x="12217" y="1731"/>
                  </a:cubicBezTo>
                  <a:cubicBezTo>
                    <a:pt x="5076" y="5832"/>
                    <a:pt x="1470" y="15518"/>
                    <a:pt x="410" y="23225"/>
                  </a:cubicBezTo>
                  <a:cubicBezTo>
                    <a:pt x="-2347" y="43445"/>
                    <a:pt x="9177" y="61686"/>
                    <a:pt x="23671" y="74624"/>
                  </a:cubicBezTo>
                  <a:cubicBezTo>
                    <a:pt x="32437" y="82472"/>
                    <a:pt x="42265" y="88906"/>
                    <a:pt x="51951" y="95481"/>
                  </a:cubicBezTo>
                  <a:cubicBezTo>
                    <a:pt x="63829" y="103541"/>
                    <a:pt x="75706" y="111601"/>
                    <a:pt x="87726" y="119449"/>
                  </a:cubicBezTo>
                  <a:cubicBezTo>
                    <a:pt x="88433" y="119944"/>
                    <a:pt x="89069" y="118812"/>
                    <a:pt x="88362" y="118317"/>
                  </a:cubicBezTo>
                  <a:lnTo>
                    <a:pt x="88362" y="11831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 name="Google Shape;621;p37"/>
            <p:cNvSpPr/>
            <p:nvPr/>
          </p:nvSpPr>
          <p:spPr>
            <a:xfrm>
              <a:off x="8155457" y="5745137"/>
              <a:ext cx="45210" cy="106325"/>
            </a:xfrm>
            <a:custGeom>
              <a:rect b="b" l="l" r="r" t="t"/>
              <a:pathLst>
                <a:path extrusionOk="0" h="106325" w="45210">
                  <a:moveTo>
                    <a:pt x="43390" y="104678"/>
                  </a:moveTo>
                  <a:cubicBezTo>
                    <a:pt x="34199" y="91103"/>
                    <a:pt x="24372" y="77882"/>
                    <a:pt x="15392" y="64096"/>
                  </a:cubicBezTo>
                  <a:cubicBezTo>
                    <a:pt x="7474" y="51935"/>
                    <a:pt x="828" y="37866"/>
                    <a:pt x="3797" y="23019"/>
                  </a:cubicBezTo>
                  <a:cubicBezTo>
                    <a:pt x="5070" y="16584"/>
                    <a:pt x="8251" y="10363"/>
                    <a:pt x="13483" y="6262"/>
                  </a:cubicBezTo>
                  <a:cubicBezTo>
                    <a:pt x="17231" y="3293"/>
                    <a:pt x="21261" y="2444"/>
                    <a:pt x="25503" y="5202"/>
                  </a:cubicBezTo>
                  <a:cubicBezTo>
                    <a:pt x="28755" y="7323"/>
                    <a:pt x="31512" y="10363"/>
                    <a:pt x="33704" y="13544"/>
                  </a:cubicBezTo>
                  <a:cubicBezTo>
                    <a:pt x="42542" y="26554"/>
                    <a:pt x="42117" y="43027"/>
                    <a:pt x="41410" y="58015"/>
                  </a:cubicBezTo>
                  <a:cubicBezTo>
                    <a:pt x="40703" y="73004"/>
                    <a:pt x="40562" y="89406"/>
                    <a:pt x="41410" y="104961"/>
                  </a:cubicBezTo>
                  <a:cubicBezTo>
                    <a:pt x="41481" y="106446"/>
                    <a:pt x="43885" y="106941"/>
                    <a:pt x="44097" y="105314"/>
                  </a:cubicBezTo>
                  <a:cubicBezTo>
                    <a:pt x="46289" y="89265"/>
                    <a:pt x="44380" y="72580"/>
                    <a:pt x="45016" y="56389"/>
                  </a:cubicBezTo>
                  <a:cubicBezTo>
                    <a:pt x="45652" y="40199"/>
                    <a:pt x="45299" y="22735"/>
                    <a:pt x="34835" y="9514"/>
                  </a:cubicBezTo>
                  <a:cubicBezTo>
                    <a:pt x="31159" y="4919"/>
                    <a:pt x="25503" y="-525"/>
                    <a:pt x="19139" y="41"/>
                  </a:cubicBezTo>
                  <a:cubicBezTo>
                    <a:pt x="12776" y="606"/>
                    <a:pt x="7615" y="6404"/>
                    <a:pt x="4716" y="11423"/>
                  </a:cubicBezTo>
                  <a:cubicBezTo>
                    <a:pt x="-2636" y="24079"/>
                    <a:pt x="-586" y="39421"/>
                    <a:pt x="5353" y="52147"/>
                  </a:cubicBezTo>
                  <a:cubicBezTo>
                    <a:pt x="9524" y="61055"/>
                    <a:pt x="15392" y="68974"/>
                    <a:pt x="21119" y="76822"/>
                  </a:cubicBezTo>
                  <a:cubicBezTo>
                    <a:pt x="28118" y="86296"/>
                    <a:pt x="35047" y="95841"/>
                    <a:pt x="42188" y="105243"/>
                  </a:cubicBezTo>
                  <a:cubicBezTo>
                    <a:pt x="42683" y="105880"/>
                    <a:pt x="43814" y="105243"/>
                    <a:pt x="43319" y="104607"/>
                  </a:cubicBezTo>
                  <a:lnTo>
                    <a:pt x="43319" y="10460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 name="Google Shape;622;p37"/>
            <p:cNvSpPr/>
            <p:nvPr/>
          </p:nvSpPr>
          <p:spPr>
            <a:xfrm>
              <a:off x="8242701" y="5419955"/>
              <a:ext cx="30843" cy="32107"/>
            </a:xfrm>
            <a:custGeom>
              <a:rect b="b" l="l" r="r" t="t"/>
              <a:pathLst>
                <a:path extrusionOk="0" h="32107" w="30843">
                  <a:moveTo>
                    <a:pt x="13767" y="280"/>
                  </a:moveTo>
                  <a:cubicBezTo>
                    <a:pt x="18363" y="-781"/>
                    <a:pt x="23383" y="1270"/>
                    <a:pt x="26564" y="4805"/>
                  </a:cubicBezTo>
                  <a:cubicBezTo>
                    <a:pt x="31513" y="10178"/>
                    <a:pt x="32291" y="19016"/>
                    <a:pt x="28261" y="25096"/>
                  </a:cubicBezTo>
                  <a:cubicBezTo>
                    <a:pt x="24231" y="31176"/>
                    <a:pt x="15606" y="33863"/>
                    <a:pt x="8889" y="30894"/>
                  </a:cubicBezTo>
                  <a:cubicBezTo>
                    <a:pt x="2172" y="27924"/>
                    <a:pt x="-1645" y="19581"/>
                    <a:pt x="688" y="12653"/>
                  </a:cubicBezTo>
                  <a:cubicBezTo>
                    <a:pt x="2172" y="8198"/>
                    <a:pt x="4930" y="2047"/>
                    <a:pt x="13767" y="351"/>
                  </a:cubicBezTo>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 name="Google Shape;623;p37"/>
            <p:cNvSpPr/>
            <p:nvPr/>
          </p:nvSpPr>
          <p:spPr>
            <a:xfrm>
              <a:off x="8237355" y="5604458"/>
              <a:ext cx="89266" cy="109339"/>
            </a:xfrm>
            <a:custGeom>
              <a:rect b="b" l="l" r="r" t="t"/>
              <a:pathLst>
                <a:path extrusionOk="0" h="109339" w="89266">
                  <a:moveTo>
                    <a:pt x="2499" y="108197"/>
                  </a:moveTo>
                  <a:cubicBezTo>
                    <a:pt x="8720" y="89391"/>
                    <a:pt x="16568" y="71150"/>
                    <a:pt x="25547" y="53545"/>
                  </a:cubicBezTo>
                  <a:cubicBezTo>
                    <a:pt x="29860" y="45132"/>
                    <a:pt x="34455" y="36930"/>
                    <a:pt x="39263" y="28871"/>
                  </a:cubicBezTo>
                  <a:cubicBezTo>
                    <a:pt x="44071" y="20811"/>
                    <a:pt x="48666" y="12963"/>
                    <a:pt x="56231" y="7801"/>
                  </a:cubicBezTo>
                  <a:cubicBezTo>
                    <a:pt x="63796" y="2640"/>
                    <a:pt x="74755" y="1226"/>
                    <a:pt x="81260" y="8438"/>
                  </a:cubicBezTo>
                  <a:cubicBezTo>
                    <a:pt x="88188" y="16215"/>
                    <a:pt x="85784" y="27668"/>
                    <a:pt x="81401" y="35941"/>
                  </a:cubicBezTo>
                  <a:cubicBezTo>
                    <a:pt x="73482" y="50929"/>
                    <a:pt x="60615" y="63231"/>
                    <a:pt x="47606" y="73766"/>
                  </a:cubicBezTo>
                  <a:cubicBezTo>
                    <a:pt x="39899" y="80058"/>
                    <a:pt x="31769" y="85785"/>
                    <a:pt x="23497" y="91299"/>
                  </a:cubicBezTo>
                  <a:cubicBezTo>
                    <a:pt x="15861" y="96390"/>
                    <a:pt x="7589" y="100915"/>
                    <a:pt x="519" y="106783"/>
                  </a:cubicBezTo>
                  <a:cubicBezTo>
                    <a:pt x="-895" y="107985"/>
                    <a:pt x="872" y="109894"/>
                    <a:pt x="2357" y="109187"/>
                  </a:cubicBezTo>
                  <a:cubicBezTo>
                    <a:pt x="11124" y="105015"/>
                    <a:pt x="19255" y="98935"/>
                    <a:pt x="27315" y="93491"/>
                  </a:cubicBezTo>
                  <a:cubicBezTo>
                    <a:pt x="35374" y="88047"/>
                    <a:pt x="43010" y="82533"/>
                    <a:pt x="50363" y="76452"/>
                  </a:cubicBezTo>
                  <a:cubicBezTo>
                    <a:pt x="64574" y="64928"/>
                    <a:pt x="79775" y="50576"/>
                    <a:pt x="86703" y="33254"/>
                  </a:cubicBezTo>
                  <a:cubicBezTo>
                    <a:pt x="89885" y="25406"/>
                    <a:pt x="90592" y="16215"/>
                    <a:pt x="85996" y="8791"/>
                  </a:cubicBezTo>
                  <a:cubicBezTo>
                    <a:pt x="81896" y="2145"/>
                    <a:pt x="74331" y="-753"/>
                    <a:pt x="66695" y="166"/>
                  </a:cubicBezTo>
                  <a:cubicBezTo>
                    <a:pt x="47535" y="2499"/>
                    <a:pt x="37920" y="24204"/>
                    <a:pt x="29718" y="39052"/>
                  </a:cubicBezTo>
                  <a:cubicBezTo>
                    <a:pt x="17770" y="60898"/>
                    <a:pt x="7801" y="83664"/>
                    <a:pt x="589" y="107561"/>
                  </a:cubicBezTo>
                  <a:cubicBezTo>
                    <a:pt x="236" y="108763"/>
                    <a:pt x="2074" y="109329"/>
                    <a:pt x="2499" y="108056"/>
                  </a:cubicBezTo>
                  <a:lnTo>
                    <a:pt x="2499" y="10805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 name="Google Shape;624;p37"/>
            <p:cNvSpPr/>
            <p:nvPr/>
          </p:nvSpPr>
          <p:spPr>
            <a:xfrm>
              <a:off x="8216453" y="5696491"/>
              <a:ext cx="17186" cy="52884"/>
            </a:xfrm>
            <a:custGeom>
              <a:rect b="b" l="l" r="r" t="t"/>
              <a:pathLst>
                <a:path extrusionOk="0" h="52884" w="17186">
                  <a:moveTo>
                    <a:pt x="140" y="1458"/>
                  </a:moveTo>
                  <a:cubicBezTo>
                    <a:pt x="4241" y="9306"/>
                    <a:pt x="7423" y="17649"/>
                    <a:pt x="9756" y="26203"/>
                  </a:cubicBezTo>
                  <a:cubicBezTo>
                    <a:pt x="10887" y="30233"/>
                    <a:pt x="11735" y="34334"/>
                    <a:pt x="12372" y="38506"/>
                  </a:cubicBezTo>
                  <a:cubicBezTo>
                    <a:pt x="13079" y="42889"/>
                    <a:pt x="13291" y="47413"/>
                    <a:pt x="14069" y="51797"/>
                  </a:cubicBezTo>
                  <a:cubicBezTo>
                    <a:pt x="14422" y="53565"/>
                    <a:pt x="16897" y="52999"/>
                    <a:pt x="17038" y="51373"/>
                  </a:cubicBezTo>
                  <a:cubicBezTo>
                    <a:pt x="17816" y="42677"/>
                    <a:pt x="15412" y="33132"/>
                    <a:pt x="12937" y="24860"/>
                  </a:cubicBezTo>
                  <a:cubicBezTo>
                    <a:pt x="10463" y="16588"/>
                    <a:pt x="6504" y="8104"/>
                    <a:pt x="1837" y="468"/>
                  </a:cubicBezTo>
                  <a:cubicBezTo>
                    <a:pt x="1201" y="-592"/>
                    <a:pt x="-496" y="327"/>
                    <a:pt x="140" y="1458"/>
                  </a:cubicBezTo>
                  <a:lnTo>
                    <a:pt x="140" y="145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 name="Google Shape;625;p37"/>
            <p:cNvSpPr/>
            <p:nvPr/>
          </p:nvSpPr>
          <p:spPr>
            <a:xfrm>
              <a:off x="8222955" y="5746437"/>
              <a:ext cx="45715" cy="38651"/>
            </a:xfrm>
            <a:custGeom>
              <a:rect b="b" l="l" r="r" t="t"/>
              <a:pathLst>
                <a:path extrusionOk="0" h="38651" w="45715">
                  <a:moveTo>
                    <a:pt x="44047" y="366"/>
                  </a:moveTo>
                  <a:cubicBezTo>
                    <a:pt x="38180" y="7578"/>
                    <a:pt x="31321" y="14082"/>
                    <a:pt x="24110" y="19950"/>
                  </a:cubicBezTo>
                  <a:cubicBezTo>
                    <a:pt x="16898" y="25818"/>
                    <a:pt x="8697" y="30697"/>
                    <a:pt x="778" y="35787"/>
                  </a:cubicBezTo>
                  <a:cubicBezTo>
                    <a:pt x="-989" y="36918"/>
                    <a:pt x="567" y="39322"/>
                    <a:pt x="2334" y="38474"/>
                  </a:cubicBezTo>
                  <a:cubicBezTo>
                    <a:pt x="10889" y="34585"/>
                    <a:pt x="18666" y="28717"/>
                    <a:pt x="25807" y="22566"/>
                  </a:cubicBezTo>
                  <a:cubicBezTo>
                    <a:pt x="32947" y="16415"/>
                    <a:pt x="39452" y="9204"/>
                    <a:pt x="45462" y="1780"/>
                  </a:cubicBezTo>
                  <a:cubicBezTo>
                    <a:pt x="46310" y="790"/>
                    <a:pt x="44825" y="-695"/>
                    <a:pt x="44047" y="366"/>
                  </a:cubicBezTo>
                  <a:lnTo>
                    <a:pt x="44047" y="36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 name="Google Shape;626;p37"/>
            <p:cNvSpPr/>
            <p:nvPr/>
          </p:nvSpPr>
          <p:spPr>
            <a:xfrm>
              <a:off x="8176664" y="5833572"/>
              <a:ext cx="112892" cy="61503"/>
            </a:xfrm>
            <a:custGeom>
              <a:rect b="b" l="l" r="r" t="t"/>
              <a:pathLst>
                <a:path extrusionOk="0" h="61503" w="112892">
                  <a:moveTo>
                    <a:pt x="2669" y="59865"/>
                  </a:moveTo>
                  <a:cubicBezTo>
                    <a:pt x="13910" y="47422"/>
                    <a:pt x="26849" y="36463"/>
                    <a:pt x="40565" y="26848"/>
                  </a:cubicBezTo>
                  <a:cubicBezTo>
                    <a:pt x="46998" y="22323"/>
                    <a:pt x="53715" y="18081"/>
                    <a:pt x="60573" y="14122"/>
                  </a:cubicBezTo>
                  <a:cubicBezTo>
                    <a:pt x="68209" y="9738"/>
                    <a:pt x="76340" y="5284"/>
                    <a:pt x="85177" y="4295"/>
                  </a:cubicBezTo>
                  <a:cubicBezTo>
                    <a:pt x="93166" y="3375"/>
                    <a:pt x="102146" y="5779"/>
                    <a:pt x="106458" y="13132"/>
                  </a:cubicBezTo>
                  <a:cubicBezTo>
                    <a:pt x="109993" y="19283"/>
                    <a:pt x="109145" y="27272"/>
                    <a:pt x="106317" y="33494"/>
                  </a:cubicBezTo>
                  <a:cubicBezTo>
                    <a:pt x="99247" y="48624"/>
                    <a:pt x="80935" y="52654"/>
                    <a:pt x="65876" y="54492"/>
                  </a:cubicBezTo>
                  <a:cubicBezTo>
                    <a:pt x="44666" y="57108"/>
                    <a:pt x="23314" y="56684"/>
                    <a:pt x="1962" y="57179"/>
                  </a:cubicBezTo>
                  <a:cubicBezTo>
                    <a:pt x="-654" y="57179"/>
                    <a:pt x="-654" y="61138"/>
                    <a:pt x="1962" y="61209"/>
                  </a:cubicBezTo>
                  <a:cubicBezTo>
                    <a:pt x="23880" y="61845"/>
                    <a:pt x="46080" y="61633"/>
                    <a:pt x="67855" y="58734"/>
                  </a:cubicBezTo>
                  <a:cubicBezTo>
                    <a:pt x="83410" y="56684"/>
                    <a:pt x="101721" y="51947"/>
                    <a:pt x="109498" y="36746"/>
                  </a:cubicBezTo>
                  <a:cubicBezTo>
                    <a:pt x="116144" y="23808"/>
                    <a:pt x="113316" y="6981"/>
                    <a:pt x="98469" y="1679"/>
                  </a:cubicBezTo>
                  <a:cubicBezTo>
                    <a:pt x="81642" y="-4402"/>
                    <a:pt x="63613" y="7335"/>
                    <a:pt x="50039" y="16172"/>
                  </a:cubicBezTo>
                  <a:cubicBezTo>
                    <a:pt x="32010" y="27979"/>
                    <a:pt x="15113" y="41978"/>
                    <a:pt x="1255" y="58381"/>
                  </a:cubicBezTo>
                  <a:cubicBezTo>
                    <a:pt x="407" y="59370"/>
                    <a:pt x="1821" y="60785"/>
                    <a:pt x="2669" y="59795"/>
                  </a:cubicBezTo>
                  <a:lnTo>
                    <a:pt x="2669" y="5979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 name="Google Shape;627;p37"/>
            <p:cNvSpPr/>
            <p:nvPr/>
          </p:nvSpPr>
          <p:spPr>
            <a:xfrm>
              <a:off x="8176294" y="5296059"/>
              <a:ext cx="33865" cy="152833"/>
            </a:xfrm>
            <a:custGeom>
              <a:rect b="b" l="l" r="r" t="t"/>
              <a:pathLst>
                <a:path extrusionOk="0" h="152833" w="33865">
                  <a:moveTo>
                    <a:pt x="0" y="662"/>
                  </a:moveTo>
                  <a:cubicBezTo>
                    <a:pt x="7070" y="25478"/>
                    <a:pt x="13504" y="50436"/>
                    <a:pt x="18806" y="75676"/>
                  </a:cubicBezTo>
                  <a:cubicBezTo>
                    <a:pt x="21422" y="88119"/>
                    <a:pt x="23826" y="100704"/>
                    <a:pt x="25876" y="113289"/>
                  </a:cubicBezTo>
                  <a:cubicBezTo>
                    <a:pt x="27927" y="125873"/>
                    <a:pt x="29058" y="139165"/>
                    <a:pt x="31391" y="151962"/>
                  </a:cubicBezTo>
                  <a:cubicBezTo>
                    <a:pt x="31674" y="153305"/>
                    <a:pt x="33866" y="153023"/>
                    <a:pt x="33866" y="151609"/>
                  </a:cubicBezTo>
                  <a:cubicBezTo>
                    <a:pt x="33229" y="139165"/>
                    <a:pt x="30896" y="126510"/>
                    <a:pt x="28916" y="114208"/>
                  </a:cubicBezTo>
                  <a:cubicBezTo>
                    <a:pt x="26937" y="101906"/>
                    <a:pt x="24462" y="88543"/>
                    <a:pt x="21776" y="75747"/>
                  </a:cubicBezTo>
                  <a:cubicBezTo>
                    <a:pt x="16403" y="50223"/>
                    <a:pt x="9544" y="25054"/>
                    <a:pt x="1131" y="379"/>
                  </a:cubicBezTo>
                  <a:cubicBezTo>
                    <a:pt x="919" y="-257"/>
                    <a:pt x="-142" y="-45"/>
                    <a:pt x="70" y="662"/>
                  </a:cubicBezTo>
                  <a:lnTo>
                    <a:pt x="70" y="66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 name="Google Shape;628;p37"/>
            <p:cNvSpPr/>
            <p:nvPr/>
          </p:nvSpPr>
          <p:spPr>
            <a:xfrm>
              <a:off x="8161648" y="5328017"/>
              <a:ext cx="45757" cy="112818"/>
            </a:xfrm>
            <a:custGeom>
              <a:rect b="b" l="l" r="r" t="t"/>
              <a:pathLst>
                <a:path extrusionOk="0" h="112818" w="45757">
                  <a:moveTo>
                    <a:pt x="81" y="1226"/>
                  </a:moveTo>
                  <a:cubicBezTo>
                    <a:pt x="14151" y="38344"/>
                    <a:pt x="28149" y="75533"/>
                    <a:pt x="43491" y="112085"/>
                  </a:cubicBezTo>
                  <a:cubicBezTo>
                    <a:pt x="44057" y="113358"/>
                    <a:pt x="46178" y="112863"/>
                    <a:pt x="45683" y="111449"/>
                  </a:cubicBezTo>
                  <a:cubicBezTo>
                    <a:pt x="32038" y="74190"/>
                    <a:pt x="16978" y="37425"/>
                    <a:pt x="1990" y="661"/>
                  </a:cubicBezTo>
                  <a:cubicBezTo>
                    <a:pt x="1495" y="-470"/>
                    <a:pt x="-414" y="-46"/>
                    <a:pt x="81" y="1156"/>
                  </a:cubicBezTo>
                  <a:lnTo>
                    <a:pt x="81" y="115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 name="Google Shape;629;p37"/>
            <p:cNvSpPr/>
            <p:nvPr/>
          </p:nvSpPr>
          <p:spPr>
            <a:xfrm>
              <a:off x="8206742" y="5330948"/>
              <a:ext cx="9339" cy="102060"/>
            </a:xfrm>
            <a:custGeom>
              <a:rect b="b" l="l" r="r" t="t"/>
              <a:pathLst>
                <a:path extrusionOk="0" h="102060" w="9339">
                  <a:moveTo>
                    <a:pt x="24" y="840"/>
                  </a:moveTo>
                  <a:cubicBezTo>
                    <a:pt x="3700" y="17454"/>
                    <a:pt x="5892" y="34423"/>
                    <a:pt x="6246" y="51462"/>
                  </a:cubicBezTo>
                  <a:cubicBezTo>
                    <a:pt x="6599" y="68501"/>
                    <a:pt x="4902" y="84409"/>
                    <a:pt x="2852" y="100953"/>
                  </a:cubicBezTo>
                  <a:cubicBezTo>
                    <a:pt x="2710" y="102225"/>
                    <a:pt x="4831" y="102508"/>
                    <a:pt x="5114" y="101235"/>
                  </a:cubicBezTo>
                  <a:cubicBezTo>
                    <a:pt x="12396" y="68501"/>
                    <a:pt x="9710" y="32726"/>
                    <a:pt x="1296" y="486"/>
                  </a:cubicBezTo>
                  <a:cubicBezTo>
                    <a:pt x="1084" y="-362"/>
                    <a:pt x="-189" y="-9"/>
                    <a:pt x="24" y="840"/>
                  </a:cubicBezTo>
                  <a:lnTo>
                    <a:pt x="24" y="84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 name="Google Shape;630;p37"/>
            <p:cNvSpPr/>
            <p:nvPr/>
          </p:nvSpPr>
          <p:spPr>
            <a:xfrm>
              <a:off x="8189869" y="5539864"/>
              <a:ext cx="47739" cy="89040"/>
            </a:xfrm>
            <a:custGeom>
              <a:rect b="b" l="l" r="r" t="t"/>
              <a:pathLst>
                <a:path extrusionOk="0" h="89040" w="47739">
                  <a:moveTo>
                    <a:pt x="70" y="1058"/>
                  </a:moveTo>
                  <a:cubicBezTo>
                    <a:pt x="5373" y="16400"/>
                    <a:pt x="12089" y="31247"/>
                    <a:pt x="19795" y="45529"/>
                  </a:cubicBezTo>
                  <a:cubicBezTo>
                    <a:pt x="27502" y="59811"/>
                    <a:pt x="35986" y="74941"/>
                    <a:pt x="45601" y="88516"/>
                  </a:cubicBezTo>
                  <a:cubicBezTo>
                    <a:pt x="46450" y="89717"/>
                    <a:pt x="48288" y="88657"/>
                    <a:pt x="47581" y="87314"/>
                  </a:cubicBezTo>
                  <a:cubicBezTo>
                    <a:pt x="40016" y="73032"/>
                    <a:pt x="30966" y="59528"/>
                    <a:pt x="23189" y="45388"/>
                  </a:cubicBezTo>
                  <a:cubicBezTo>
                    <a:pt x="15412" y="31247"/>
                    <a:pt x="7705" y="16047"/>
                    <a:pt x="1696" y="563"/>
                  </a:cubicBezTo>
                  <a:cubicBezTo>
                    <a:pt x="1272" y="-426"/>
                    <a:pt x="-354" y="-2"/>
                    <a:pt x="70" y="988"/>
                  </a:cubicBezTo>
                  <a:lnTo>
                    <a:pt x="70" y="98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 name="Google Shape;631;p37"/>
            <p:cNvSpPr/>
            <p:nvPr/>
          </p:nvSpPr>
          <p:spPr>
            <a:xfrm>
              <a:off x="8171261" y="5545648"/>
              <a:ext cx="63757" cy="78675"/>
            </a:xfrm>
            <a:custGeom>
              <a:rect b="b" l="l" r="r" t="t"/>
              <a:pathLst>
                <a:path extrusionOk="0" h="78675" w="63757">
                  <a:moveTo>
                    <a:pt x="84" y="1354"/>
                  </a:moveTo>
                  <a:cubicBezTo>
                    <a:pt x="6305" y="16272"/>
                    <a:pt x="15991" y="29422"/>
                    <a:pt x="26455" y="41654"/>
                  </a:cubicBezTo>
                  <a:cubicBezTo>
                    <a:pt x="37484" y="54450"/>
                    <a:pt x="49504" y="66399"/>
                    <a:pt x="61523" y="78277"/>
                  </a:cubicBezTo>
                  <a:cubicBezTo>
                    <a:pt x="62725" y="79478"/>
                    <a:pt x="64492" y="77711"/>
                    <a:pt x="63432" y="76368"/>
                  </a:cubicBezTo>
                  <a:cubicBezTo>
                    <a:pt x="52826" y="63995"/>
                    <a:pt x="41019" y="52824"/>
                    <a:pt x="30202" y="40593"/>
                  </a:cubicBezTo>
                  <a:cubicBezTo>
                    <a:pt x="19385" y="28362"/>
                    <a:pt x="9628" y="15141"/>
                    <a:pt x="1993" y="505"/>
                  </a:cubicBezTo>
                  <a:cubicBezTo>
                    <a:pt x="1427" y="-555"/>
                    <a:pt x="-411" y="223"/>
                    <a:pt x="84" y="1283"/>
                  </a:cubicBezTo>
                  <a:lnTo>
                    <a:pt x="84" y="128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 name="Google Shape;632;p37"/>
            <p:cNvSpPr/>
            <p:nvPr/>
          </p:nvSpPr>
          <p:spPr>
            <a:xfrm>
              <a:off x="8245722" y="5633299"/>
              <a:ext cx="46889" cy="73769"/>
            </a:xfrm>
            <a:custGeom>
              <a:rect b="b" l="l" r="r" t="t"/>
              <a:pathLst>
                <a:path extrusionOk="0" h="73769" w="46889">
                  <a:moveTo>
                    <a:pt x="45531" y="383"/>
                  </a:moveTo>
                  <a:cubicBezTo>
                    <a:pt x="39097" y="13038"/>
                    <a:pt x="32027" y="25411"/>
                    <a:pt x="24391" y="37360"/>
                  </a:cubicBezTo>
                  <a:cubicBezTo>
                    <a:pt x="16756" y="49308"/>
                    <a:pt x="8130" y="60620"/>
                    <a:pt x="141" y="72427"/>
                  </a:cubicBezTo>
                  <a:cubicBezTo>
                    <a:pt x="-425" y="73276"/>
                    <a:pt x="848" y="74266"/>
                    <a:pt x="1555" y="73488"/>
                  </a:cubicBezTo>
                  <a:cubicBezTo>
                    <a:pt x="10888" y="62953"/>
                    <a:pt x="18665" y="51005"/>
                    <a:pt x="26018" y="39056"/>
                  </a:cubicBezTo>
                  <a:cubicBezTo>
                    <a:pt x="33371" y="27108"/>
                    <a:pt x="40511" y="14099"/>
                    <a:pt x="46804" y="1090"/>
                  </a:cubicBezTo>
                  <a:cubicBezTo>
                    <a:pt x="47228" y="241"/>
                    <a:pt x="45956" y="-465"/>
                    <a:pt x="45531" y="383"/>
                  </a:cubicBezTo>
                  <a:lnTo>
                    <a:pt x="45531" y="38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 name="Google Shape;633;p37"/>
            <p:cNvSpPr/>
            <p:nvPr/>
          </p:nvSpPr>
          <p:spPr>
            <a:xfrm>
              <a:off x="8250157" y="5644376"/>
              <a:ext cx="49692" cy="58574"/>
            </a:xfrm>
            <a:custGeom>
              <a:rect b="b" l="l" r="r" t="t"/>
              <a:pathLst>
                <a:path extrusionOk="0" h="58574" w="49692">
                  <a:moveTo>
                    <a:pt x="48237" y="335"/>
                  </a:moveTo>
                  <a:cubicBezTo>
                    <a:pt x="34450" y="20909"/>
                    <a:pt x="17977" y="39079"/>
                    <a:pt x="372" y="56472"/>
                  </a:cubicBezTo>
                  <a:cubicBezTo>
                    <a:pt x="-759" y="57603"/>
                    <a:pt x="938" y="59300"/>
                    <a:pt x="2140" y="58240"/>
                  </a:cubicBezTo>
                  <a:cubicBezTo>
                    <a:pt x="20734" y="41908"/>
                    <a:pt x="36359" y="21970"/>
                    <a:pt x="49580" y="1113"/>
                  </a:cubicBezTo>
                  <a:cubicBezTo>
                    <a:pt x="50075" y="265"/>
                    <a:pt x="48802" y="-442"/>
                    <a:pt x="48307" y="335"/>
                  </a:cubicBezTo>
                  <a:lnTo>
                    <a:pt x="48307" y="33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 name="Google Shape;634;p37"/>
            <p:cNvSpPr/>
            <p:nvPr/>
          </p:nvSpPr>
          <p:spPr>
            <a:xfrm>
              <a:off x="8174596" y="5768235"/>
              <a:ext cx="24801" cy="77661"/>
            </a:xfrm>
            <a:custGeom>
              <a:rect b="b" l="l" r="r" t="t"/>
              <a:pathLst>
                <a:path extrusionOk="0" h="77661" w="24801">
                  <a:moveTo>
                    <a:pt x="0" y="1404"/>
                  </a:moveTo>
                  <a:cubicBezTo>
                    <a:pt x="4667" y="27140"/>
                    <a:pt x="11100" y="53299"/>
                    <a:pt x="22413" y="77054"/>
                  </a:cubicBezTo>
                  <a:cubicBezTo>
                    <a:pt x="23049" y="78327"/>
                    <a:pt x="25170" y="77408"/>
                    <a:pt x="24745" y="76065"/>
                  </a:cubicBezTo>
                  <a:cubicBezTo>
                    <a:pt x="16191" y="51178"/>
                    <a:pt x="7495" y="26574"/>
                    <a:pt x="2121" y="768"/>
                  </a:cubicBezTo>
                  <a:cubicBezTo>
                    <a:pt x="1838" y="-575"/>
                    <a:pt x="-212" y="-10"/>
                    <a:pt x="71" y="1334"/>
                  </a:cubicBezTo>
                  <a:lnTo>
                    <a:pt x="71" y="133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 name="Google Shape;635;p37"/>
            <p:cNvSpPr/>
            <p:nvPr/>
          </p:nvSpPr>
          <p:spPr>
            <a:xfrm>
              <a:off x="8183523" y="5853279"/>
              <a:ext cx="75035" cy="37550"/>
            </a:xfrm>
            <a:custGeom>
              <a:rect b="b" l="l" r="r" t="t"/>
              <a:pathLst>
                <a:path extrusionOk="0" h="37550" w="75035">
                  <a:moveTo>
                    <a:pt x="73935" y="142"/>
                  </a:moveTo>
                  <a:cubicBezTo>
                    <a:pt x="51311" y="15060"/>
                    <a:pt x="27131" y="26230"/>
                    <a:pt x="1254" y="34078"/>
                  </a:cubicBezTo>
                  <a:cubicBezTo>
                    <a:pt x="-937" y="34714"/>
                    <a:pt x="-18" y="38108"/>
                    <a:pt x="2174" y="37472"/>
                  </a:cubicBezTo>
                  <a:cubicBezTo>
                    <a:pt x="28192" y="30190"/>
                    <a:pt x="53149" y="17675"/>
                    <a:pt x="74713" y="1414"/>
                  </a:cubicBezTo>
                  <a:cubicBezTo>
                    <a:pt x="75491" y="849"/>
                    <a:pt x="74713" y="-424"/>
                    <a:pt x="73935" y="142"/>
                  </a:cubicBezTo>
                  <a:lnTo>
                    <a:pt x="73935" y="14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6" name="Google Shape;636;p37"/>
          <p:cNvGrpSpPr/>
          <p:nvPr/>
        </p:nvGrpSpPr>
        <p:grpSpPr>
          <a:xfrm>
            <a:off x="7100794" y="1663702"/>
            <a:ext cx="836961" cy="1005555"/>
            <a:chOff x="294744" y="350739"/>
            <a:chExt cx="836961" cy="1005555"/>
          </a:xfrm>
        </p:grpSpPr>
        <p:sp>
          <p:nvSpPr>
            <p:cNvPr id="637" name="Google Shape;637;p37"/>
            <p:cNvSpPr/>
            <p:nvPr/>
          </p:nvSpPr>
          <p:spPr>
            <a:xfrm rot="-1979409">
              <a:off x="393553" y="766279"/>
              <a:ext cx="470779" cy="502345"/>
            </a:xfrm>
            <a:custGeom>
              <a:rect b="b" l="l" r="r" t="t"/>
              <a:pathLst>
                <a:path extrusionOk="0" h="97253" w="91142">
                  <a:moveTo>
                    <a:pt x="45558" y="44124"/>
                  </a:moveTo>
                  <a:cubicBezTo>
                    <a:pt x="43932" y="36417"/>
                    <a:pt x="41598" y="28993"/>
                    <a:pt x="38487" y="21782"/>
                  </a:cubicBezTo>
                  <a:cubicBezTo>
                    <a:pt x="35730" y="15490"/>
                    <a:pt x="32620" y="7995"/>
                    <a:pt x="27246" y="3470"/>
                  </a:cubicBezTo>
                  <a:cubicBezTo>
                    <a:pt x="16994" y="-5155"/>
                    <a:pt x="4127" y="3682"/>
                    <a:pt x="1157" y="14853"/>
                  </a:cubicBezTo>
                  <a:cubicBezTo>
                    <a:pt x="-2590" y="28923"/>
                    <a:pt x="3349" y="44265"/>
                    <a:pt x="10561" y="56214"/>
                  </a:cubicBezTo>
                  <a:cubicBezTo>
                    <a:pt x="19257" y="70636"/>
                    <a:pt x="31276" y="82585"/>
                    <a:pt x="40821" y="96372"/>
                  </a:cubicBezTo>
                  <a:cubicBezTo>
                    <a:pt x="41527" y="97361"/>
                    <a:pt x="42800" y="97573"/>
                    <a:pt x="43649" y="96725"/>
                  </a:cubicBezTo>
                  <a:cubicBezTo>
                    <a:pt x="61960" y="79474"/>
                    <a:pt x="78646" y="58051"/>
                    <a:pt x="88120" y="34579"/>
                  </a:cubicBezTo>
                  <a:cubicBezTo>
                    <a:pt x="91867" y="25176"/>
                    <a:pt x="93564" y="13369"/>
                    <a:pt x="84514" y="6440"/>
                  </a:cubicBezTo>
                  <a:cubicBezTo>
                    <a:pt x="76595" y="360"/>
                    <a:pt x="65566" y="1491"/>
                    <a:pt x="57506" y="6581"/>
                  </a:cubicBezTo>
                  <a:cubicBezTo>
                    <a:pt x="45416" y="14287"/>
                    <a:pt x="39477" y="28287"/>
                    <a:pt x="32973" y="40518"/>
                  </a:cubicBezTo>
                  <a:cubicBezTo>
                    <a:pt x="32195" y="42073"/>
                    <a:pt x="34316" y="43275"/>
                    <a:pt x="35235" y="41861"/>
                  </a:cubicBezTo>
                  <a:cubicBezTo>
                    <a:pt x="43083" y="30619"/>
                    <a:pt x="47962" y="16126"/>
                    <a:pt x="60263" y="8702"/>
                  </a:cubicBezTo>
                  <a:cubicBezTo>
                    <a:pt x="66203" y="5096"/>
                    <a:pt x="73626" y="3965"/>
                    <a:pt x="80060" y="7005"/>
                  </a:cubicBezTo>
                  <a:cubicBezTo>
                    <a:pt x="87342" y="10399"/>
                    <a:pt x="89605" y="18106"/>
                    <a:pt x="88261" y="25600"/>
                  </a:cubicBezTo>
                  <a:cubicBezTo>
                    <a:pt x="86989" y="32528"/>
                    <a:pt x="83524" y="38821"/>
                    <a:pt x="80130" y="44901"/>
                  </a:cubicBezTo>
                  <a:cubicBezTo>
                    <a:pt x="76737" y="50981"/>
                    <a:pt x="73202" y="56638"/>
                    <a:pt x="69313" y="62223"/>
                  </a:cubicBezTo>
                  <a:cubicBezTo>
                    <a:pt x="61112" y="73889"/>
                    <a:pt x="51567" y="84564"/>
                    <a:pt x="41033" y="94180"/>
                  </a:cubicBezTo>
                  <a:lnTo>
                    <a:pt x="43861" y="94533"/>
                  </a:lnTo>
                  <a:cubicBezTo>
                    <a:pt x="29226" y="73252"/>
                    <a:pt x="5470" y="53880"/>
                    <a:pt x="3632" y="26307"/>
                  </a:cubicBezTo>
                  <a:cubicBezTo>
                    <a:pt x="3208" y="19873"/>
                    <a:pt x="3985" y="12661"/>
                    <a:pt x="8581" y="7712"/>
                  </a:cubicBezTo>
                  <a:cubicBezTo>
                    <a:pt x="13813" y="1986"/>
                    <a:pt x="21590" y="1844"/>
                    <a:pt x="26893" y="7430"/>
                  </a:cubicBezTo>
                  <a:cubicBezTo>
                    <a:pt x="31347" y="12096"/>
                    <a:pt x="34316" y="18671"/>
                    <a:pt x="36932" y="24468"/>
                  </a:cubicBezTo>
                  <a:cubicBezTo>
                    <a:pt x="39831" y="30973"/>
                    <a:pt x="42093" y="37689"/>
                    <a:pt x="43719" y="44618"/>
                  </a:cubicBezTo>
                  <a:cubicBezTo>
                    <a:pt x="44002" y="45820"/>
                    <a:pt x="45770" y="45325"/>
                    <a:pt x="45558" y="44124"/>
                  </a:cubicBezTo>
                  <a:lnTo>
                    <a:pt x="45558" y="4412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 name="Google Shape;638;p37"/>
            <p:cNvSpPr/>
            <p:nvPr/>
          </p:nvSpPr>
          <p:spPr>
            <a:xfrm rot="732028">
              <a:off x="818186" y="377386"/>
              <a:ext cx="284640" cy="303725"/>
            </a:xfrm>
            <a:custGeom>
              <a:rect b="b" l="l" r="r" t="t"/>
              <a:pathLst>
                <a:path extrusionOk="0" h="97253" w="91142">
                  <a:moveTo>
                    <a:pt x="45558" y="44124"/>
                  </a:moveTo>
                  <a:cubicBezTo>
                    <a:pt x="43932" y="36417"/>
                    <a:pt x="41598" y="28993"/>
                    <a:pt x="38487" y="21782"/>
                  </a:cubicBezTo>
                  <a:cubicBezTo>
                    <a:pt x="35730" y="15490"/>
                    <a:pt x="32620" y="7995"/>
                    <a:pt x="27246" y="3470"/>
                  </a:cubicBezTo>
                  <a:cubicBezTo>
                    <a:pt x="16994" y="-5155"/>
                    <a:pt x="4127" y="3682"/>
                    <a:pt x="1157" y="14853"/>
                  </a:cubicBezTo>
                  <a:cubicBezTo>
                    <a:pt x="-2590" y="28923"/>
                    <a:pt x="3349" y="44265"/>
                    <a:pt x="10561" y="56214"/>
                  </a:cubicBezTo>
                  <a:cubicBezTo>
                    <a:pt x="19257" y="70636"/>
                    <a:pt x="31276" y="82585"/>
                    <a:pt x="40821" y="96372"/>
                  </a:cubicBezTo>
                  <a:cubicBezTo>
                    <a:pt x="41527" y="97361"/>
                    <a:pt x="42800" y="97573"/>
                    <a:pt x="43649" y="96725"/>
                  </a:cubicBezTo>
                  <a:cubicBezTo>
                    <a:pt x="61960" y="79474"/>
                    <a:pt x="78646" y="58051"/>
                    <a:pt x="88120" y="34579"/>
                  </a:cubicBezTo>
                  <a:cubicBezTo>
                    <a:pt x="91867" y="25176"/>
                    <a:pt x="93564" y="13369"/>
                    <a:pt x="84514" y="6440"/>
                  </a:cubicBezTo>
                  <a:cubicBezTo>
                    <a:pt x="76595" y="360"/>
                    <a:pt x="65566" y="1491"/>
                    <a:pt x="57506" y="6581"/>
                  </a:cubicBezTo>
                  <a:cubicBezTo>
                    <a:pt x="45416" y="14287"/>
                    <a:pt x="39477" y="28287"/>
                    <a:pt x="32973" y="40518"/>
                  </a:cubicBezTo>
                  <a:cubicBezTo>
                    <a:pt x="32195" y="42073"/>
                    <a:pt x="34316" y="43275"/>
                    <a:pt x="35235" y="41861"/>
                  </a:cubicBezTo>
                  <a:cubicBezTo>
                    <a:pt x="43083" y="30619"/>
                    <a:pt x="47962" y="16126"/>
                    <a:pt x="60263" y="8702"/>
                  </a:cubicBezTo>
                  <a:cubicBezTo>
                    <a:pt x="66203" y="5096"/>
                    <a:pt x="73626" y="3965"/>
                    <a:pt x="80060" y="7005"/>
                  </a:cubicBezTo>
                  <a:cubicBezTo>
                    <a:pt x="87342" y="10399"/>
                    <a:pt x="89605" y="18106"/>
                    <a:pt x="88261" y="25600"/>
                  </a:cubicBezTo>
                  <a:cubicBezTo>
                    <a:pt x="86989" y="32528"/>
                    <a:pt x="83524" y="38821"/>
                    <a:pt x="80130" y="44901"/>
                  </a:cubicBezTo>
                  <a:cubicBezTo>
                    <a:pt x="76737" y="50981"/>
                    <a:pt x="73202" y="56638"/>
                    <a:pt x="69313" y="62223"/>
                  </a:cubicBezTo>
                  <a:cubicBezTo>
                    <a:pt x="61112" y="73889"/>
                    <a:pt x="51567" y="84564"/>
                    <a:pt x="41033" y="94180"/>
                  </a:cubicBezTo>
                  <a:lnTo>
                    <a:pt x="43861" y="94533"/>
                  </a:lnTo>
                  <a:cubicBezTo>
                    <a:pt x="29226" y="73252"/>
                    <a:pt x="5470" y="53880"/>
                    <a:pt x="3632" y="26307"/>
                  </a:cubicBezTo>
                  <a:cubicBezTo>
                    <a:pt x="3208" y="19873"/>
                    <a:pt x="3985" y="12661"/>
                    <a:pt x="8581" y="7712"/>
                  </a:cubicBezTo>
                  <a:cubicBezTo>
                    <a:pt x="13813" y="1986"/>
                    <a:pt x="21590" y="1844"/>
                    <a:pt x="26893" y="7430"/>
                  </a:cubicBezTo>
                  <a:cubicBezTo>
                    <a:pt x="31347" y="12096"/>
                    <a:pt x="34316" y="18671"/>
                    <a:pt x="36932" y="24468"/>
                  </a:cubicBezTo>
                  <a:cubicBezTo>
                    <a:pt x="39831" y="30973"/>
                    <a:pt x="42093" y="37689"/>
                    <a:pt x="43719" y="44618"/>
                  </a:cubicBezTo>
                  <a:cubicBezTo>
                    <a:pt x="44002" y="45820"/>
                    <a:pt x="45770" y="45325"/>
                    <a:pt x="45558" y="44124"/>
                  </a:cubicBezTo>
                  <a:lnTo>
                    <a:pt x="45558" y="4412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2" name="Shape 642"/>
        <p:cNvGrpSpPr/>
        <p:nvPr/>
      </p:nvGrpSpPr>
      <p:grpSpPr>
        <a:xfrm>
          <a:off x="0" y="0"/>
          <a:ext cx="0" cy="0"/>
          <a:chOff x="0" y="0"/>
          <a:chExt cx="0" cy="0"/>
        </a:xfrm>
      </p:grpSpPr>
      <p:sp>
        <p:nvSpPr>
          <p:cNvPr id="643" name="Google Shape;643;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graphicFrame>
        <p:nvGraphicFramePr>
          <p:cNvPr id="644" name="Google Shape;644;p38"/>
          <p:cNvGraphicFramePr/>
          <p:nvPr/>
        </p:nvGraphicFramePr>
        <p:xfrm>
          <a:off x="720000" y="1614825"/>
          <a:ext cx="3000000" cy="3000000"/>
        </p:xfrm>
        <a:graphic>
          <a:graphicData uri="http://schemas.openxmlformats.org/drawingml/2006/table">
            <a:tbl>
              <a:tblPr>
                <a:noFill/>
                <a:tableStyleId>{8A68DBA2-0CB2-4894-8F4E-6A35C30B4BCD}</a:tableStyleId>
              </a:tblPr>
              <a:tblGrid>
                <a:gridCol w="2195775"/>
                <a:gridCol w="5508225"/>
              </a:tblGrid>
              <a:tr h="397675">
                <a:tc>
                  <a:txBody>
                    <a:bodyPr/>
                    <a:lstStyle/>
                    <a:p>
                      <a:pPr indent="0" lvl="0" marL="0" rtl="0" algn="l">
                        <a:spcBef>
                          <a:spcPts val="0"/>
                        </a:spcBef>
                        <a:spcAft>
                          <a:spcPts val="0"/>
                        </a:spcAft>
                        <a:buNone/>
                      </a:pPr>
                      <a:r>
                        <a:rPr b="1" lang="en" sz="1000" u="sng">
                          <a:solidFill>
                            <a:schemeClr val="hlink"/>
                          </a:solidFill>
                          <a:latin typeface="Actor"/>
                          <a:ea typeface="Actor"/>
                          <a:cs typeface="Actor"/>
                          <a:sym typeface="Actor"/>
                          <a:hlinkClick action="ppaction://hlinksldjump" r:id="rId3"/>
                        </a:rPr>
                        <a:t>Fonts</a:t>
                      </a:r>
                      <a:endParaRPr b="1" sz="1000" u="sng">
                        <a:solidFill>
                          <a:schemeClr val="dk1"/>
                        </a:solidFill>
                        <a:latin typeface="Actor"/>
                        <a:ea typeface="Actor"/>
                        <a:cs typeface="Actor"/>
                        <a:sym typeface="Acto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ctor"/>
                          <a:ea typeface="Actor"/>
                          <a:cs typeface="Actor"/>
                          <a:sym typeface="Actor"/>
                        </a:rPr>
                        <a:t>To view this template correctly in PowerPoint, download and install the fonts we used</a:t>
                      </a:r>
                      <a:endParaRPr sz="1000">
                        <a:solidFill>
                          <a:schemeClr val="dk1"/>
                        </a:solidFill>
                        <a:latin typeface="Actor"/>
                        <a:ea typeface="Actor"/>
                        <a:cs typeface="Actor"/>
                        <a:sym typeface="Acto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19050">
                      <a:solidFill>
                        <a:schemeClr val="dk2"/>
                      </a:solidFill>
                      <a:prstDash val="solid"/>
                      <a:round/>
                      <a:headEnd len="sm" w="sm" type="none"/>
                      <a:tailEnd len="sm" w="sm" type="none"/>
                    </a:lnB>
                  </a:tcPr>
                </a:tc>
              </a:tr>
              <a:tr h="397675">
                <a:tc>
                  <a:txBody>
                    <a:bodyPr/>
                    <a:lstStyle/>
                    <a:p>
                      <a:pPr indent="0" lvl="0" marL="0" rtl="0" algn="l">
                        <a:spcBef>
                          <a:spcPts val="0"/>
                        </a:spcBef>
                        <a:spcAft>
                          <a:spcPts val="0"/>
                        </a:spcAft>
                        <a:buNone/>
                      </a:pPr>
                      <a:r>
                        <a:rPr b="1" lang="en" sz="1000" u="sng">
                          <a:solidFill>
                            <a:schemeClr val="hlink"/>
                          </a:solidFill>
                          <a:latin typeface="Actor"/>
                          <a:ea typeface="Actor"/>
                          <a:cs typeface="Actor"/>
                          <a:sym typeface="Actor"/>
                          <a:hlinkClick action="ppaction://hlinksldjump" r:id="rId4"/>
                        </a:rPr>
                        <a:t>Used</a:t>
                      </a:r>
                      <a:r>
                        <a:rPr b="1" lang="en" sz="1000">
                          <a:solidFill>
                            <a:schemeClr val="dk1"/>
                          </a:solidFill>
                          <a:latin typeface="Actor"/>
                          <a:ea typeface="Actor"/>
                          <a:cs typeface="Actor"/>
                          <a:sym typeface="Actor"/>
                        </a:rPr>
                        <a:t> and </a:t>
                      </a:r>
                      <a:r>
                        <a:rPr b="1" lang="en" sz="1000" u="sng">
                          <a:solidFill>
                            <a:schemeClr val="hlink"/>
                          </a:solidFill>
                          <a:latin typeface="Actor"/>
                          <a:ea typeface="Actor"/>
                          <a:cs typeface="Actor"/>
                          <a:sym typeface="Actor"/>
                          <a:hlinkClick action="ppaction://hlinksldjump" r:id="rId5"/>
                        </a:rPr>
                        <a:t>alternative</a:t>
                      </a:r>
                      <a:r>
                        <a:rPr b="1" lang="en" sz="1000" u="sng">
                          <a:solidFill>
                            <a:schemeClr val="hlink"/>
                          </a:solidFill>
                          <a:latin typeface="Actor"/>
                          <a:ea typeface="Actor"/>
                          <a:cs typeface="Actor"/>
                          <a:sym typeface="Actor"/>
                          <a:hlinkClick action="ppaction://hlinksldjump" r:id="rId6"/>
                        </a:rPr>
                        <a:t> resources</a:t>
                      </a:r>
                      <a:endParaRPr b="1" sz="1000" u="sng">
                        <a:solidFill>
                          <a:schemeClr val="dk1"/>
                        </a:solidFill>
                        <a:latin typeface="Actor"/>
                        <a:ea typeface="Actor"/>
                        <a:cs typeface="Actor"/>
                        <a:sym typeface="Acto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Actor"/>
                          <a:ea typeface="Actor"/>
                          <a:cs typeface="Actor"/>
                          <a:sym typeface="Actor"/>
                        </a:rPr>
                        <a:t>An assortment of graphic resources that are suitable for use in this presentation</a:t>
                      </a:r>
                      <a:endParaRPr sz="1000">
                        <a:solidFill>
                          <a:schemeClr val="dk1"/>
                        </a:solidFill>
                        <a:latin typeface="Actor"/>
                        <a:ea typeface="Actor"/>
                        <a:cs typeface="Actor"/>
                        <a:sym typeface="Acto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397675">
                <a:tc>
                  <a:txBody>
                    <a:bodyPr/>
                    <a:lstStyle/>
                    <a:p>
                      <a:pPr indent="0" lvl="0" marL="0" rtl="0" algn="l">
                        <a:spcBef>
                          <a:spcPts val="0"/>
                        </a:spcBef>
                        <a:spcAft>
                          <a:spcPts val="0"/>
                        </a:spcAft>
                        <a:buNone/>
                      </a:pPr>
                      <a:r>
                        <a:rPr b="1" lang="en" sz="1000" u="sng">
                          <a:solidFill>
                            <a:schemeClr val="hlink"/>
                          </a:solidFill>
                          <a:latin typeface="Actor"/>
                          <a:ea typeface="Actor"/>
                          <a:cs typeface="Actor"/>
                          <a:sym typeface="Actor"/>
                          <a:hlinkClick action="ppaction://hlinksldjump" r:id="rId7"/>
                        </a:rPr>
                        <a:t>Thanks slide</a:t>
                      </a:r>
                      <a:endParaRPr b="1" sz="1000" u="sng">
                        <a:solidFill>
                          <a:schemeClr val="dk1"/>
                        </a:solidFill>
                        <a:latin typeface="Actor"/>
                        <a:ea typeface="Actor"/>
                        <a:cs typeface="Actor"/>
                        <a:sym typeface="Acto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ctor"/>
                          <a:ea typeface="Actor"/>
                          <a:cs typeface="Actor"/>
                          <a:sym typeface="Actor"/>
                        </a:rPr>
                        <a:t>You must keep it so that proper credits for our design are given</a:t>
                      </a:r>
                      <a:endParaRPr sz="1000">
                        <a:solidFill>
                          <a:schemeClr val="dk1"/>
                        </a:solidFill>
                        <a:latin typeface="Actor"/>
                        <a:ea typeface="Actor"/>
                        <a:cs typeface="Actor"/>
                        <a:sym typeface="Acto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397675">
                <a:tc>
                  <a:txBody>
                    <a:bodyPr/>
                    <a:lstStyle/>
                    <a:p>
                      <a:pPr indent="0" lvl="0" marL="0" rtl="0" algn="l">
                        <a:spcBef>
                          <a:spcPts val="0"/>
                        </a:spcBef>
                        <a:spcAft>
                          <a:spcPts val="0"/>
                        </a:spcAft>
                        <a:buNone/>
                      </a:pPr>
                      <a:r>
                        <a:rPr b="1" lang="en" sz="1000" u="sng">
                          <a:solidFill>
                            <a:schemeClr val="hlink"/>
                          </a:solidFill>
                          <a:latin typeface="Actor"/>
                          <a:ea typeface="Actor"/>
                          <a:cs typeface="Actor"/>
                          <a:sym typeface="Actor"/>
                          <a:hlinkClick action="ppaction://hlinksldjump" r:id="rId8"/>
                        </a:rPr>
                        <a:t>Colors</a:t>
                      </a:r>
                      <a:endParaRPr b="1" sz="1000" u="sng">
                        <a:solidFill>
                          <a:schemeClr val="dk1"/>
                        </a:solidFill>
                        <a:latin typeface="Actor"/>
                        <a:ea typeface="Actor"/>
                        <a:cs typeface="Actor"/>
                        <a:sym typeface="Acto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ctor"/>
                          <a:ea typeface="Actor"/>
                          <a:cs typeface="Actor"/>
                          <a:sym typeface="Actor"/>
                        </a:rPr>
                        <a:t>All the colors used in this presentation</a:t>
                      </a:r>
                      <a:endParaRPr sz="1000">
                        <a:solidFill>
                          <a:schemeClr val="dk1"/>
                        </a:solidFill>
                        <a:latin typeface="Actor"/>
                        <a:ea typeface="Actor"/>
                        <a:cs typeface="Actor"/>
                        <a:sym typeface="Acto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397675">
                <a:tc>
                  <a:txBody>
                    <a:bodyPr/>
                    <a:lstStyle/>
                    <a:p>
                      <a:pPr indent="0" lvl="0" marL="0" rtl="0" algn="l">
                        <a:spcBef>
                          <a:spcPts val="0"/>
                        </a:spcBef>
                        <a:spcAft>
                          <a:spcPts val="0"/>
                        </a:spcAft>
                        <a:buNone/>
                      </a:pPr>
                      <a:r>
                        <a:rPr b="1" lang="en" sz="1000" u="sng">
                          <a:solidFill>
                            <a:schemeClr val="hlink"/>
                          </a:solidFill>
                          <a:latin typeface="Actor"/>
                          <a:ea typeface="Actor"/>
                          <a:cs typeface="Actor"/>
                          <a:sym typeface="Actor"/>
                          <a:hlinkClick action="ppaction://hlinksldjump" r:id="rId9"/>
                        </a:rPr>
                        <a:t>Icons</a:t>
                      </a:r>
                      <a:r>
                        <a:rPr b="1" lang="en" sz="1000">
                          <a:solidFill>
                            <a:schemeClr val="hlink"/>
                          </a:solidFill>
                          <a:uFill>
                            <a:noFill/>
                          </a:uFill>
                          <a:latin typeface="Actor"/>
                          <a:ea typeface="Actor"/>
                          <a:cs typeface="Actor"/>
                          <a:sym typeface="Actor"/>
                          <a:hlinkClick action="ppaction://hlinksldjump" r:id="rId10"/>
                        </a:rPr>
                        <a:t> </a:t>
                      </a:r>
                      <a:r>
                        <a:rPr b="1" lang="en" sz="1000">
                          <a:solidFill>
                            <a:schemeClr val="dk1"/>
                          </a:solidFill>
                          <a:latin typeface="Actor"/>
                          <a:ea typeface="Actor"/>
                          <a:cs typeface="Actor"/>
                          <a:sym typeface="Actor"/>
                        </a:rPr>
                        <a:t>and </a:t>
                      </a:r>
                      <a:r>
                        <a:rPr b="1" lang="en" sz="1000" u="sng">
                          <a:solidFill>
                            <a:schemeClr val="hlink"/>
                          </a:solidFill>
                          <a:latin typeface="Actor"/>
                          <a:ea typeface="Actor"/>
                          <a:cs typeface="Actor"/>
                          <a:sym typeface="Actor"/>
                          <a:hlinkClick action="ppaction://hlinksldjump" r:id="rId11"/>
                        </a:rPr>
                        <a:t>infographic resources</a:t>
                      </a:r>
                      <a:endParaRPr b="1" sz="1000" u="sng">
                        <a:solidFill>
                          <a:schemeClr val="dk1"/>
                        </a:solidFill>
                        <a:latin typeface="Actor"/>
                        <a:ea typeface="Actor"/>
                        <a:cs typeface="Actor"/>
                        <a:sym typeface="Acto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Actor"/>
                          <a:ea typeface="Actor"/>
                          <a:cs typeface="Actor"/>
                          <a:sym typeface="Actor"/>
                        </a:rPr>
                        <a:t>These can be used in the template, and their size and color can be edited</a:t>
                      </a:r>
                      <a:endParaRPr sz="1000">
                        <a:solidFill>
                          <a:schemeClr val="dk1"/>
                        </a:solidFill>
                        <a:latin typeface="Actor"/>
                        <a:ea typeface="Actor"/>
                        <a:cs typeface="Actor"/>
                        <a:sym typeface="Acto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397675">
                <a:tc>
                  <a:txBody>
                    <a:bodyPr/>
                    <a:lstStyle/>
                    <a:p>
                      <a:pPr indent="0" lvl="0" marL="0" rtl="0" algn="l">
                        <a:spcBef>
                          <a:spcPts val="0"/>
                        </a:spcBef>
                        <a:spcAft>
                          <a:spcPts val="0"/>
                        </a:spcAft>
                        <a:buNone/>
                      </a:pPr>
                      <a:r>
                        <a:rPr b="1" lang="en" sz="1000">
                          <a:solidFill>
                            <a:schemeClr val="dk1"/>
                          </a:solidFill>
                          <a:latin typeface="Actor"/>
                          <a:ea typeface="Actor"/>
                          <a:cs typeface="Actor"/>
                          <a:sym typeface="Actor"/>
                        </a:rPr>
                        <a:t>Editable presentation theme </a:t>
                      </a:r>
                      <a:endParaRPr b="1" sz="1000">
                        <a:solidFill>
                          <a:schemeClr val="dk1"/>
                        </a:solidFill>
                        <a:latin typeface="Actor"/>
                        <a:ea typeface="Actor"/>
                        <a:cs typeface="Actor"/>
                        <a:sym typeface="Acto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ctor"/>
                          <a:ea typeface="Actor"/>
                          <a:cs typeface="Actor"/>
                          <a:sym typeface="Actor"/>
                        </a:rPr>
                        <a:t>You can edit the master slides easily. For more info, click </a:t>
                      </a:r>
                      <a:r>
                        <a:rPr b="1" lang="en" sz="1000" u="sng">
                          <a:solidFill>
                            <a:schemeClr val="dk1"/>
                          </a:solidFill>
                          <a:latin typeface="Actor"/>
                          <a:ea typeface="Actor"/>
                          <a:cs typeface="Actor"/>
                          <a:sym typeface="Actor"/>
                          <a:hlinkClick r:id="rId12">
                            <a:extLst>
                              <a:ext uri="{A12FA001-AC4F-418D-AE19-62706E023703}">
                                <ahyp:hlinkClr val="tx"/>
                              </a:ext>
                            </a:extLst>
                          </a:hlinkClick>
                        </a:rPr>
                        <a:t>here</a:t>
                      </a:r>
                      <a:endParaRPr sz="1000">
                        <a:solidFill>
                          <a:schemeClr val="dk1"/>
                        </a:solidFill>
                        <a:latin typeface="Actor"/>
                        <a:ea typeface="Actor"/>
                        <a:cs typeface="Actor"/>
                        <a:sym typeface="Acto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bl>
          </a:graphicData>
        </a:graphic>
      </p:graphicFrame>
      <p:sp>
        <p:nvSpPr>
          <p:cNvPr id="645" name="Google Shape;645;p38"/>
          <p:cNvSpPr txBox="1"/>
          <p:nvPr/>
        </p:nvSpPr>
        <p:spPr>
          <a:xfrm>
            <a:off x="720000" y="11313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ctor"/>
                <a:ea typeface="Actor"/>
                <a:cs typeface="Actor"/>
                <a:sym typeface="Actor"/>
              </a:rPr>
              <a:t>You can delete this slide when you’re done editing the presentation</a:t>
            </a:r>
            <a:endParaRPr sz="1200">
              <a:solidFill>
                <a:schemeClr val="dk1"/>
              </a:solidFill>
              <a:latin typeface="Actor"/>
              <a:ea typeface="Actor"/>
              <a:cs typeface="Actor"/>
              <a:sym typeface="Actor"/>
            </a:endParaRPr>
          </a:p>
        </p:txBody>
      </p:sp>
      <p:sp>
        <p:nvSpPr>
          <p:cNvPr id="646" name="Google Shape;646;p38"/>
          <p:cNvSpPr txBox="1"/>
          <p:nvPr/>
        </p:nvSpPr>
        <p:spPr>
          <a:xfrm>
            <a:off x="720000" y="4133675"/>
            <a:ext cx="17133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Actor"/>
                <a:ea typeface="Actor"/>
                <a:cs typeface="Actor"/>
                <a:sym typeface="Actor"/>
              </a:rPr>
              <a:t>For more info:</a:t>
            </a:r>
            <a:br>
              <a:rPr lang="en" sz="1000">
                <a:solidFill>
                  <a:schemeClr val="dk1"/>
                </a:solidFill>
                <a:latin typeface="Actor"/>
                <a:ea typeface="Actor"/>
                <a:cs typeface="Actor"/>
                <a:sym typeface="Actor"/>
              </a:rPr>
            </a:br>
            <a:r>
              <a:rPr b="1" lang="en" sz="1000" u="sng">
                <a:solidFill>
                  <a:schemeClr val="dk1"/>
                </a:solidFill>
                <a:latin typeface="Actor"/>
                <a:ea typeface="Actor"/>
                <a:cs typeface="Actor"/>
                <a:sym typeface="Actor"/>
                <a:hlinkClick r:id="rId13">
                  <a:extLst>
                    <a:ext uri="{A12FA001-AC4F-418D-AE19-62706E023703}">
                      <ahyp:hlinkClr val="tx"/>
                    </a:ext>
                  </a:extLst>
                </a:hlinkClick>
              </a:rPr>
              <a:t>Slidesgo</a:t>
            </a:r>
            <a:r>
              <a:rPr b="1" lang="en" sz="1000">
                <a:solidFill>
                  <a:schemeClr val="dk1"/>
                </a:solidFill>
                <a:latin typeface="Actor"/>
                <a:ea typeface="Actor"/>
                <a:cs typeface="Actor"/>
                <a:sym typeface="Actor"/>
              </a:rPr>
              <a:t> | </a:t>
            </a:r>
            <a:r>
              <a:rPr b="1" lang="en" sz="1000" u="sng">
                <a:solidFill>
                  <a:schemeClr val="dk1"/>
                </a:solidFill>
                <a:latin typeface="Actor"/>
                <a:ea typeface="Actor"/>
                <a:cs typeface="Actor"/>
                <a:sym typeface="Actor"/>
                <a:hlinkClick r:id="rId14">
                  <a:extLst>
                    <a:ext uri="{A12FA001-AC4F-418D-AE19-62706E023703}">
                      <ahyp:hlinkClr val="tx"/>
                    </a:ext>
                  </a:extLst>
                </a:hlinkClick>
              </a:rPr>
              <a:t>Blog</a:t>
            </a:r>
            <a:r>
              <a:rPr b="1" lang="en" sz="1000">
                <a:solidFill>
                  <a:schemeClr val="dk1"/>
                </a:solidFill>
                <a:latin typeface="Actor"/>
                <a:ea typeface="Actor"/>
                <a:cs typeface="Actor"/>
                <a:sym typeface="Actor"/>
              </a:rPr>
              <a:t> | </a:t>
            </a:r>
            <a:r>
              <a:rPr b="1" lang="en" sz="1000" u="sng">
                <a:solidFill>
                  <a:schemeClr val="dk1"/>
                </a:solidFill>
                <a:latin typeface="Actor"/>
                <a:ea typeface="Actor"/>
                <a:cs typeface="Actor"/>
                <a:sym typeface="Actor"/>
                <a:hlinkClick r:id="rId15">
                  <a:extLst>
                    <a:ext uri="{A12FA001-AC4F-418D-AE19-62706E023703}">
                      <ahyp:hlinkClr val="tx"/>
                    </a:ext>
                  </a:extLst>
                </a:hlinkClick>
              </a:rPr>
              <a:t>Faqs</a:t>
            </a:r>
            <a:endParaRPr b="1" sz="1000" u="sng">
              <a:solidFill>
                <a:schemeClr val="dk1"/>
              </a:solidFill>
              <a:latin typeface="Actor"/>
              <a:ea typeface="Actor"/>
              <a:cs typeface="Actor"/>
              <a:sym typeface="Actor"/>
            </a:endParaRPr>
          </a:p>
        </p:txBody>
      </p:sp>
      <p:sp>
        <p:nvSpPr>
          <p:cNvPr id="647" name="Google Shape;647;p38"/>
          <p:cNvSpPr txBox="1"/>
          <p:nvPr/>
        </p:nvSpPr>
        <p:spPr>
          <a:xfrm>
            <a:off x="2915775" y="4133675"/>
            <a:ext cx="30000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Actor"/>
                <a:ea typeface="Actor"/>
                <a:cs typeface="Actor"/>
                <a:sym typeface="Actor"/>
              </a:rPr>
              <a:t>You can visit our sister </a:t>
            </a:r>
            <a:r>
              <a:rPr lang="en" sz="1000">
                <a:solidFill>
                  <a:schemeClr val="dk1"/>
                </a:solidFill>
                <a:latin typeface="Actor"/>
                <a:ea typeface="Actor"/>
                <a:cs typeface="Actor"/>
                <a:sym typeface="Actor"/>
              </a:rPr>
              <a:t>projects</a:t>
            </a:r>
            <a:r>
              <a:rPr lang="en" sz="1000">
                <a:solidFill>
                  <a:schemeClr val="dk1"/>
                </a:solidFill>
                <a:latin typeface="Actor"/>
                <a:ea typeface="Actor"/>
                <a:cs typeface="Actor"/>
                <a:sym typeface="Actor"/>
              </a:rPr>
              <a:t>:</a:t>
            </a:r>
            <a:br>
              <a:rPr lang="en" sz="1000">
                <a:solidFill>
                  <a:schemeClr val="dk1"/>
                </a:solidFill>
                <a:latin typeface="Actor"/>
                <a:ea typeface="Actor"/>
                <a:cs typeface="Actor"/>
                <a:sym typeface="Actor"/>
              </a:rPr>
            </a:br>
            <a:r>
              <a:rPr b="1" lang="en" sz="1000" u="sng">
                <a:solidFill>
                  <a:schemeClr val="dk1"/>
                </a:solidFill>
                <a:latin typeface="Actor"/>
                <a:ea typeface="Actor"/>
                <a:cs typeface="Actor"/>
                <a:sym typeface="Actor"/>
                <a:hlinkClick r:id="rId16">
                  <a:extLst>
                    <a:ext uri="{A12FA001-AC4F-418D-AE19-62706E023703}">
                      <ahyp:hlinkClr val="tx"/>
                    </a:ext>
                  </a:extLst>
                </a:hlinkClick>
              </a:rPr>
              <a:t>Freepik</a:t>
            </a:r>
            <a:r>
              <a:rPr b="1" lang="en" sz="1000">
                <a:solidFill>
                  <a:schemeClr val="dk1"/>
                </a:solidFill>
                <a:latin typeface="Actor"/>
                <a:ea typeface="Actor"/>
                <a:cs typeface="Actor"/>
                <a:sym typeface="Actor"/>
              </a:rPr>
              <a:t> | </a:t>
            </a:r>
            <a:r>
              <a:rPr b="1" lang="en" sz="1000" u="sng">
                <a:solidFill>
                  <a:schemeClr val="dk1"/>
                </a:solidFill>
                <a:latin typeface="Actor"/>
                <a:ea typeface="Actor"/>
                <a:cs typeface="Actor"/>
                <a:sym typeface="Actor"/>
                <a:hlinkClick r:id="rId17">
                  <a:extLst>
                    <a:ext uri="{A12FA001-AC4F-418D-AE19-62706E023703}">
                      <ahyp:hlinkClr val="tx"/>
                    </a:ext>
                  </a:extLst>
                </a:hlinkClick>
              </a:rPr>
              <a:t>Flaticon</a:t>
            </a:r>
            <a:r>
              <a:rPr b="1" lang="en" sz="1000">
                <a:solidFill>
                  <a:schemeClr val="dk1"/>
                </a:solidFill>
                <a:latin typeface="Actor"/>
                <a:ea typeface="Actor"/>
                <a:cs typeface="Actor"/>
                <a:sym typeface="Actor"/>
              </a:rPr>
              <a:t> | </a:t>
            </a:r>
            <a:r>
              <a:rPr b="1" lang="en" sz="1000" u="sng">
                <a:solidFill>
                  <a:schemeClr val="dk1"/>
                </a:solidFill>
                <a:latin typeface="Actor"/>
                <a:ea typeface="Actor"/>
                <a:cs typeface="Actor"/>
                <a:sym typeface="Actor"/>
                <a:hlinkClick r:id="rId18">
                  <a:extLst>
                    <a:ext uri="{A12FA001-AC4F-418D-AE19-62706E023703}">
                      <ahyp:hlinkClr val="tx"/>
                    </a:ext>
                  </a:extLst>
                </a:hlinkClick>
              </a:rPr>
              <a:t>Storyset</a:t>
            </a:r>
            <a:r>
              <a:rPr b="1" lang="en" sz="1000">
                <a:solidFill>
                  <a:schemeClr val="dk1"/>
                </a:solidFill>
                <a:latin typeface="Actor"/>
                <a:ea typeface="Actor"/>
                <a:cs typeface="Actor"/>
                <a:sym typeface="Actor"/>
              </a:rPr>
              <a:t> | </a:t>
            </a:r>
            <a:r>
              <a:rPr b="1" lang="en" sz="1000" u="sng">
                <a:solidFill>
                  <a:schemeClr val="dk1"/>
                </a:solidFill>
                <a:latin typeface="Actor"/>
                <a:ea typeface="Actor"/>
                <a:cs typeface="Actor"/>
                <a:sym typeface="Actor"/>
                <a:hlinkClick r:id="rId19">
                  <a:extLst>
                    <a:ext uri="{A12FA001-AC4F-418D-AE19-62706E023703}">
                      <ahyp:hlinkClr val="tx"/>
                    </a:ext>
                  </a:extLst>
                </a:hlinkClick>
              </a:rPr>
              <a:t>Wepik</a:t>
            </a:r>
            <a:r>
              <a:rPr b="1" lang="en" sz="1000">
                <a:solidFill>
                  <a:schemeClr val="dk1"/>
                </a:solidFill>
                <a:latin typeface="Actor"/>
                <a:ea typeface="Actor"/>
                <a:cs typeface="Actor"/>
                <a:sym typeface="Actor"/>
              </a:rPr>
              <a:t> | </a:t>
            </a:r>
            <a:r>
              <a:rPr b="1" lang="en" sz="1000" u="sng">
                <a:solidFill>
                  <a:schemeClr val="dk1"/>
                </a:solidFill>
                <a:latin typeface="Actor"/>
                <a:ea typeface="Actor"/>
                <a:cs typeface="Actor"/>
                <a:sym typeface="Actor"/>
                <a:hlinkClick r:id="rId20">
                  <a:extLst>
                    <a:ext uri="{A12FA001-AC4F-418D-AE19-62706E023703}">
                      <ahyp:hlinkClr val="tx"/>
                    </a:ext>
                  </a:extLst>
                </a:hlinkClick>
              </a:rPr>
              <a:t>Videvo</a:t>
            </a:r>
            <a:endParaRPr b="1" sz="1000">
              <a:solidFill>
                <a:schemeClr val="dk1"/>
              </a:solidFill>
              <a:latin typeface="Actor"/>
              <a:ea typeface="Actor"/>
              <a:cs typeface="Actor"/>
              <a:sym typeface="Actor"/>
            </a:endParaRPr>
          </a:p>
        </p:txBody>
      </p:sp>
      <p:sp>
        <p:nvSpPr>
          <p:cNvPr id="648" name="Google Shape;648;p38"/>
          <p:cNvSpPr/>
          <p:nvPr/>
        </p:nvSpPr>
        <p:spPr>
          <a:xfrm>
            <a:off x="8101276" y="3765650"/>
            <a:ext cx="484513" cy="953406"/>
          </a:xfrm>
          <a:custGeom>
            <a:rect b="b" l="l" r="r" t="t"/>
            <a:pathLst>
              <a:path extrusionOk="0" h="520276" w="264400">
                <a:moveTo>
                  <a:pt x="63961" y="260455"/>
                </a:moveTo>
                <a:cubicBezTo>
                  <a:pt x="45508" y="260455"/>
                  <a:pt x="27055" y="260384"/>
                  <a:pt x="8602" y="260597"/>
                </a:cubicBezTo>
                <a:cubicBezTo>
                  <a:pt x="-448" y="260667"/>
                  <a:pt x="-1084" y="261940"/>
                  <a:pt x="966" y="270919"/>
                </a:cubicBezTo>
                <a:cubicBezTo>
                  <a:pt x="5986" y="292200"/>
                  <a:pt x="10864" y="313552"/>
                  <a:pt x="15885" y="334833"/>
                </a:cubicBezTo>
                <a:cubicBezTo>
                  <a:pt x="28752" y="389343"/>
                  <a:pt x="41761" y="443854"/>
                  <a:pt x="54416" y="498506"/>
                </a:cubicBezTo>
                <a:cubicBezTo>
                  <a:pt x="55901" y="504939"/>
                  <a:pt x="59365" y="508262"/>
                  <a:pt x="65022" y="510737"/>
                </a:cubicBezTo>
                <a:cubicBezTo>
                  <a:pt x="72940" y="514130"/>
                  <a:pt x="81424" y="514625"/>
                  <a:pt x="89625" y="516322"/>
                </a:cubicBezTo>
                <a:cubicBezTo>
                  <a:pt x="122643" y="523039"/>
                  <a:pt x="155378" y="520423"/>
                  <a:pt x="188041" y="514272"/>
                </a:cubicBezTo>
                <a:cubicBezTo>
                  <a:pt x="200485" y="511939"/>
                  <a:pt x="208474" y="506495"/>
                  <a:pt x="211655" y="492142"/>
                </a:cubicBezTo>
                <a:cubicBezTo>
                  <a:pt x="228199" y="418331"/>
                  <a:pt x="245945" y="344872"/>
                  <a:pt x="263338" y="271272"/>
                </a:cubicBezTo>
                <a:cubicBezTo>
                  <a:pt x="265600" y="261798"/>
                  <a:pt x="264893" y="260738"/>
                  <a:pt x="254783" y="260667"/>
                </a:cubicBezTo>
                <a:cubicBezTo>
                  <a:pt x="237461" y="260526"/>
                  <a:pt x="220210" y="260667"/>
                  <a:pt x="202889" y="260597"/>
                </a:cubicBezTo>
                <a:cubicBezTo>
                  <a:pt x="199637" y="260597"/>
                  <a:pt x="196102" y="261374"/>
                  <a:pt x="192142" y="259041"/>
                </a:cubicBezTo>
                <a:cubicBezTo>
                  <a:pt x="194192" y="253032"/>
                  <a:pt x="196172" y="247375"/>
                  <a:pt x="198080" y="241649"/>
                </a:cubicBezTo>
                <a:cubicBezTo>
                  <a:pt x="207908" y="240447"/>
                  <a:pt x="205504" y="235710"/>
                  <a:pt x="201404" y="230337"/>
                </a:cubicBezTo>
                <a:cubicBezTo>
                  <a:pt x="201050" y="229912"/>
                  <a:pt x="201263" y="228852"/>
                  <a:pt x="201404" y="228145"/>
                </a:cubicBezTo>
                <a:cubicBezTo>
                  <a:pt x="202747" y="221357"/>
                  <a:pt x="204020" y="214570"/>
                  <a:pt x="205434" y="207783"/>
                </a:cubicBezTo>
                <a:cubicBezTo>
                  <a:pt x="205999" y="205167"/>
                  <a:pt x="207555" y="204177"/>
                  <a:pt x="210453" y="205238"/>
                </a:cubicBezTo>
                <a:cubicBezTo>
                  <a:pt x="212858" y="206157"/>
                  <a:pt x="214978" y="205308"/>
                  <a:pt x="215897" y="202551"/>
                </a:cubicBezTo>
                <a:cubicBezTo>
                  <a:pt x="216604" y="200501"/>
                  <a:pt x="216110" y="198238"/>
                  <a:pt x="214271" y="197531"/>
                </a:cubicBezTo>
                <a:cubicBezTo>
                  <a:pt x="206353" y="194703"/>
                  <a:pt x="208686" y="188623"/>
                  <a:pt x="209252" y="183038"/>
                </a:cubicBezTo>
                <a:cubicBezTo>
                  <a:pt x="209746" y="178088"/>
                  <a:pt x="210453" y="173139"/>
                  <a:pt x="210949" y="168190"/>
                </a:cubicBezTo>
                <a:cubicBezTo>
                  <a:pt x="211514" y="162605"/>
                  <a:pt x="210524" y="155959"/>
                  <a:pt x="219786" y="157444"/>
                </a:cubicBezTo>
                <a:cubicBezTo>
                  <a:pt x="221271" y="157656"/>
                  <a:pt x="222685" y="156525"/>
                  <a:pt x="223038" y="154757"/>
                </a:cubicBezTo>
                <a:cubicBezTo>
                  <a:pt x="223321" y="153060"/>
                  <a:pt x="222402" y="151788"/>
                  <a:pt x="221058" y="151010"/>
                </a:cubicBezTo>
                <a:cubicBezTo>
                  <a:pt x="220068" y="150444"/>
                  <a:pt x="218867" y="150091"/>
                  <a:pt x="217736" y="150162"/>
                </a:cubicBezTo>
                <a:cubicBezTo>
                  <a:pt x="212928" y="150303"/>
                  <a:pt x="211868" y="147616"/>
                  <a:pt x="212433" y="143516"/>
                </a:cubicBezTo>
                <a:cubicBezTo>
                  <a:pt x="213494" y="135526"/>
                  <a:pt x="209110" y="126618"/>
                  <a:pt x="216533" y="119689"/>
                </a:cubicBezTo>
                <a:cubicBezTo>
                  <a:pt x="213777" y="113326"/>
                  <a:pt x="217736" y="113609"/>
                  <a:pt x="222331" y="113114"/>
                </a:cubicBezTo>
                <a:cubicBezTo>
                  <a:pt x="241916" y="110922"/>
                  <a:pt x="254641" y="99540"/>
                  <a:pt x="261075" y="81440"/>
                </a:cubicBezTo>
                <a:cubicBezTo>
                  <a:pt x="269771" y="56907"/>
                  <a:pt x="255702" y="32444"/>
                  <a:pt x="231240" y="29475"/>
                </a:cubicBezTo>
                <a:cubicBezTo>
                  <a:pt x="217241" y="27778"/>
                  <a:pt x="205858" y="33505"/>
                  <a:pt x="196242" y="43474"/>
                </a:cubicBezTo>
                <a:cubicBezTo>
                  <a:pt x="191718" y="48211"/>
                  <a:pt x="189031" y="54220"/>
                  <a:pt x="185567" y="60088"/>
                </a:cubicBezTo>
                <a:cubicBezTo>
                  <a:pt x="181961" y="54715"/>
                  <a:pt x="175810" y="55493"/>
                  <a:pt x="171780" y="52311"/>
                </a:cubicBezTo>
                <a:cubicBezTo>
                  <a:pt x="167538" y="48988"/>
                  <a:pt x="161529" y="49271"/>
                  <a:pt x="157216" y="45595"/>
                </a:cubicBezTo>
                <a:cubicBezTo>
                  <a:pt x="159903" y="41282"/>
                  <a:pt x="162730" y="37111"/>
                  <a:pt x="165205" y="32798"/>
                </a:cubicBezTo>
                <a:cubicBezTo>
                  <a:pt x="167892" y="28061"/>
                  <a:pt x="168033" y="23182"/>
                  <a:pt x="164357" y="18870"/>
                </a:cubicBezTo>
                <a:cubicBezTo>
                  <a:pt x="161033" y="15052"/>
                  <a:pt x="156721" y="16042"/>
                  <a:pt x="152549" y="16961"/>
                </a:cubicBezTo>
                <a:cubicBezTo>
                  <a:pt x="150146" y="17526"/>
                  <a:pt x="148237" y="20213"/>
                  <a:pt x="145479" y="19011"/>
                </a:cubicBezTo>
                <a:cubicBezTo>
                  <a:pt x="143712" y="14557"/>
                  <a:pt x="142439" y="10032"/>
                  <a:pt x="140248" y="6073"/>
                </a:cubicBezTo>
                <a:cubicBezTo>
                  <a:pt x="135723" y="-2199"/>
                  <a:pt x="128511" y="-1916"/>
                  <a:pt x="123562" y="6285"/>
                </a:cubicBezTo>
                <a:cubicBezTo>
                  <a:pt x="121017" y="10456"/>
                  <a:pt x="121228" y="15900"/>
                  <a:pt x="117764" y="19647"/>
                </a:cubicBezTo>
                <a:cubicBezTo>
                  <a:pt x="116280" y="19082"/>
                  <a:pt x="115219" y="18658"/>
                  <a:pt x="114158" y="18163"/>
                </a:cubicBezTo>
                <a:cubicBezTo>
                  <a:pt x="108997" y="15830"/>
                  <a:pt x="103553" y="14203"/>
                  <a:pt x="99453" y="19365"/>
                </a:cubicBezTo>
                <a:cubicBezTo>
                  <a:pt x="95353" y="24526"/>
                  <a:pt x="97049" y="30253"/>
                  <a:pt x="100301" y="35414"/>
                </a:cubicBezTo>
                <a:cubicBezTo>
                  <a:pt x="102493" y="38878"/>
                  <a:pt x="104685" y="42272"/>
                  <a:pt x="107159" y="46160"/>
                </a:cubicBezTo>
                <a:cubicBezTo>
                  <a:pt x="104402" y="47221"/>
                  <a:pt x="102281" y="48069"/>
                  <a:pt x="100160" y="48918"/>
                </a:cubicBezTo>
                <a:cubicBezTo>
                  <a:pt x="89838" y="52806"/>
                  <a:pt x="80293" y="57685"/>
                  <a:pt x="72586" y="66169"/>
                </a:cubicBezTo>
                <a:cubicBezTo>
                  <a:pt x="68273" y="70906"/>
                  <a:pt x="66648" y="79178"/>
                  <a:pt x="57810" y="79107"/>
                </a:cubicBezTo>
                <a:cubicBezTo>
                  <a:pt x="56820" y="79107"/>
                  <a:pt x="55619" y="81864"/>
                  <a:pt x="56538" y="83066"/>
                </a:cubicBezTo>
                <a:cubicBezTo>
                  <a:pt x="61274" y="89147"/>
                  <a:pt x="57598" y="94944"/>
                  <a:pt x="55688" y="100388"/>
                </a:cubicBezTo>
                <a:cubicBezTo>
                  <a:pt x="53851" y="105761"/>
                  <a:pt x="56255" y="113326"/>
                  <a:pt x="48265" y="116013"/>
                </a:cubicBezTo>
                <a:cubicBezTo>
                  <a:pt x="47063" y="116437"/>
                  <a:pt x="46569" y="119053"/>
                  <a:pt x="47700" y="120114"/>
                </a:cubicBezTo>
                <a:cubicBezTo>
                  <a:pt x="54487" y="126406"/>
                  <a:pt x="51023" y="134466"/>
                  <a:pt x="51800" y="141748"/>
                </a:cubicBezTo>
                <a:cubicBezTo>
                  <a:pt x="52366" y="146909"/>
                  <a:pt x="51659" y="151010"/>
                  <a:pt x="44872" y="150515"/>
                </a:cubicBezTo>
                <a:cubicBezTo>
                  <a:pt x="42892" y="150374"/>
                  <a:pt x="41054" y="151788"/>
                  <a:pt x="40841" y="153909"/>
                </a:cubicBezTo>
                <a:cubicBezTo>
                  <a:pt x="40630" y="156171"/>
                  <a:pt x="42467" y="157797"/>
                  <a:pt x="44306" y="157585"/>
                </a:cubicBezTo>
                <a:cubicBezTo>
                  <a:pt x="52295" y="156525"/>
                  <a:pt x="52720" y="161474"/>
                  <a:pt x="52932" y="167342"/>
                </a:cubicBezTo>
                <a:cubicBezTo>
                  <a:pt x="53214" y="173069"/>
                  <a:pt x="53710" y="178866"/>
                  <a:pt x="54840" y="184522"/>
                </a:cubicBezTo>
                <a:cubicBezTo>
                  <a:pt x="55901" y="190108"/>
                  <a:pt x="57032" y="195127"/>
                  <a:pt x="49891" y="197531"/>
                </a:cubicBezTo>
                <a:cubicBezTo>
                  <a:pt x="48053" y="198168"/>
                  <a:pt x="47275" y="200359"/>
                  <a:pt x="47982" y="202480"/>
                </a:cubicBezTo>
                <a:cubicBezTo>
                  <a:pt x="48831" y="205026"/>
                  <a:pt x="50669" y="206086"/>
                  <a:pt x="53356" y="205520"/>
                </a:cubicBezTo>
                <a:cubicBezTo>
                  <a:pt x="55194" y="205167"/>
                  <a:pt x="58022" y="204036"/>
                  <a:pt x="58093" y="206581"/>
                </a:cubicBezTo>
                <a:cubicBezTo>
                  <a:pt x="58517" y="215984"/>
                  <a:pt x="66364" y="224963"/>
                  <a:pt x="59719" y="234861"/>
                </a:cubicBezTo>
                <a:cubicBezTo>
                  <a:pt x="58022" y="237336"/>
                  <a:pt x="58234" y="240588"/>
                  <a:pt x="62264" y="240588"/>
                </a:cubicBezTo>
                <a:cubicBezTo>
                  <a:pt x="65941" y="240588"/>
                  <a:pt x="66931" y="242851"/>
                  <a:pt x="67567" y="245467"/>
                </a:cubicBezTo>
                <a:cubicBezTo>
                  <a:pt x="68627" y="249921"/>
                  <a:pt x="71385" y="253880"/>
                  <a:pt x="70960" y="259324"/>
                </a:cubicBezTo>
                <a:cubicBezTo>
                  <a:pt x="68344" y="261162"/>
                  <a:pt x="66011" y="260667"/>
                  <a:pt x="63749" y="260667"/>
                </a:cubicBezTo>
                <a:close/>
                <a:moveTo>
                  <a:pt x="192990" y="504303"/>
                </a:moveTo>
                <a:cubicBezTo>
                  <a:pt x="177789" y="508474"/>
                  <a:pt x="162165" y="511020"/>
                  <a:pt x="146469" y="511727"/>
                </a:cubicBezTo>
                <a:cubicBezTo>
                  <a:pt x="123844" y="512716"/>
                  <a:pt x="101220" y="511232"/>
                  <a:pt x="79020" y="506212"/>
                </a:cubicBezTo>
                <a:cubicBezTo>
                  <a:pt x="76050" y="505576"/>
                  <a:pt x="73152" y="504515"/>
                  <a:pt x="70183" y="503879"/>
                </a:cubicBezTo>
                <a:cubicBezTo>
                  <a:pt x="65941" y="502960"/>
                  <a:pt x="63749" y="500414"/>
                  <a:pt x="62618" y="496243"/>
                </a:cubicBezTo>
                <a:cubicBezTo>
                  <a:pt x="60638" y="488537"/>
                  <a:pt x="58446" y="481113"/>
                  <a:pt x="64809" y="473972"/>
                </a:cubicBezTo>
                <a:cubicBezTo>
                  <a:pt x="67213" y="471286"/>
                  <a:pt x="68203" y="467256"/>
                  <a:pt x="70041" y="463296"/>
                </a:cubicBezTo>
                <a:cubicBezTo>
                  <a:pt x="74495" y="465842"/>
                  <a:pt x="73859" y="470225"/>
                  <a:pt x="75273" y="473336"/>
                </a:cubicBezTo>
                <a:cubicBezTo>
                  <a:pt x="77182" y="477507"/>
                  <a:pt x="78384" y="482032"/>
                  <a:pt x="80222" y="486204"/>
                </a:cubicBezTo>
                <a:cubicBezTo>
                  <a:pt x="83616" y="494051"/>
                  <a:pt x="85807" y="494476"/>
                  <a:pt x="91181" y="488113"/>
                </a:cubicBezTo>
                <a:cubicBezTo>
                  <a:pt x="95564" y="482881"/>
                  <a:pt x="99665" y="477366"/>
                  <a:pt x="104331" y="471356"/>
                </a:cubicBezTo>
                <a:cubicBezTo>
                  <a:pt x="107088" y="479487"/>
                  <a:pt x="109564" y="486628"/>
                  <a:pt x="111826" y="493839"/>
                </a:cubicBezTo>
                <a:cubicBezTo>
                  <a:pt x="112815" y="497021"/>
                  <a:pt x="114300" y="499778"/>
                  <a:pt x="117906" y="499637"/>
                </a:cubicBezTo>
                <a:cubicBezTo>
                  <a:pt x="121158" y="499495"/>
                  <a:pt x="121724" y="496455"/>
                  <a:pt x="122785" y="493910"/>
                </a:cubicBezTo>
                <a:cubicBezTo>
                  <a:pt x="125471" y="487123"/>
                  <a:pt x="128299" y="480477"/>
                  <a:pt x="131481" y="472629"/>
                </a:cubicBezTo>
                <a:cubicBezTo>
                  <a:pt x="136925" y="479699"/>
                  <a:pt x="139116" y="487193"/>
                  <a:pt x="141803" y="494334"/>
                </a:cubicBezTo>
                <a:cubicBezTo>
                  <a:pt x="142793" y="497092"/>
                  <a:pt x="143641" y="499495"/>
                  <a:pt x="146893" y="499495"/>
                </a:cubicBezTo>
                <a:cubicBezTo>
                  <a:pt x="150075" y="499495"/>
                  <a:pt x="151489" y="497162"/>
                  <a:pt x="152408" y="494476"/>
                </a:cubicBezTo>
                <a:cubicBezTo>
                  <a:pt x="154811" y="487193"/>
                  <a:pt x="157145" y="479982"/>
                  <a:pt x="159761" y="472134"/>
                </a:cubicBezTo>
                <a:cubicBezTo>
                  <a:pt x="164993" y="475174"/>
                  <a:pt x="167113" y="480830"/>
                  <a:pt x="170719" y="485072"/>
                </a:cubicBezTo>
                <a:cubicBezTo>
                  <a:pt x="179415" y="495395"/>
                  <a:pt x="180759" y="495183"/>
                  <a:pt x="185920" y="482386"/>
                </a:cubicBezTo>
                <a:cubicBezTo>
                  <a:pt x="188465" y="476093"/>
                  <a:pt x="189526" y="469165"/>
                  <a:pt x="193344" y="462872"/>
                </a:cubicBezTo>
                <a:cubicBezTo>
                  <a:pt x="198576" y="468458"/>
                  <a:pt x="199848" y="475386"/>
                  <a:pt x="203808" y="480972"/>
                </a:cubicBezTo>
                <a:cubicBezTo>
                  <a:pt x="207837" y="486557"/>
                  <a:pt x="199990" y="502253"/>
                  <a:pt x="192919" y="504232"/>
                </a:cubicBezTo>
                <a:close/>
                <a:moveTo>
                  <a:pt x="208545" y="467821"/>
                </a:moveTo>
                <a:cubicBezTo>
                  <a:pt x="204302" y="463862"/>
                  <a:pt x="203101" y="459196"/>
                  <a:pt x="200696" y="455519"/>
                </a:cubicBezTo>
                <a:cubicBezTo>
                  <a:pt x="198647" y="452408"/>
                  <a:pt x="196102" y="450358"/>
                  <a:pt x="192213" y="450641"/>
                </a:cubicBezTo>
                <a:cubicBezTo>
                  <a:pt x="188183" y="450924"/>
                  <a:pt x="186203" y="453681"/>
                  <a:pt x="185001" y="457145"/>
                </a:cubicBezTo>
                <a:cubicBezTo>
                  <a:pt x="182668" y="464003"/>
                  <a:pt x="180405" y="470861"/>
                  <a:pt x="177648" y="479275"/>
                </a:cubicBezTo>
                <a:cubicBezTo>
                  <a:pt x="171568" y="474184"/>
                  <a:pt x="168952" y="468316"/>
                  <a:pt x="165275" y="463296"/>
                </a:cubicBezTo>
                <a:cubicBezTo>
                  <a:pt x="163296" y="460610"/>
                  <a:pt x="161952" y="456580"/>
                  <a:pt x="157569" y="457570"/>
                </a:cubicBezTo>
                <a:cubicBezTo>
                  <a:pt x="153681" y="458489"/>
                  <a:pt x="152902" y="462236"/>
                  <a:pt x="151772" y="465488"/>
                </a:cubicBezTo>
                <a:cubicBezTo>
                  <a:pt x="150075" y="470508"/>
                  <a:pt x="149580" y="476023"/>
                  <a:pt x="145762" y="482032"/>
                </a:cubicBezTo>
                <a:cubicBezTo>
                  <a:pt x="142439" y="474467"/>
                  <a:pt x="139541" y="467751"/>
                  <a:pt x="136571" y="461175"/>
                </a:cubicBezTo>
                <a:cubicBezTo>
                  <a:pt x="135652" y="459125"/>
                  <a:pt x="134591" y="456863"/>
                  <a:pt x="131622" y="457358"/>
                </a:cubicBezTo>
                <a:cubicBezTo>
                  <a:pt x="129359" y="457711"/>
                  <a:pt x="128723" y="459549"/>
                  <a:pt x="127946" y="461317"/>
                </a:cubicBezTo>
                <a:cubicBezTo>
                  <a:pt x="124976" y="467963"/>
                  <a:pt x="122077" y="474538"/>
                  <a:pt x="118683" y="482103"/>
                </a:cubicBezTo>
                <a:cubicBezTo>
                  <a:pt x="114866" y="475457"/>
                  <a:pt x="114371" y="468953"/>
                  <a:pt x="112038" y="463155"/>
                </a:cubicBezTo>
                <a:cubicBezTo>
                  <a:pt x="109068" y="455944"/>
                  <a:pt x="105179" y="455449"/>
                  <a:pt x="100584" y="461670"/>
                </a:cubicBezTo>
                <a:cubicBezTo>
                  <a:pt x="96483" y="467185"/>
                  <a:pt x="92737" y="472912"/>
                  <a:pt x="88423" y="479133"/>
                </a:cubicBezTo>
                <a:cubicBezTo>
                  <a:pt x="83262" y="472841"/>
                  <a:pt x="82909" y="465700"/>
                  <a:pt x="80364" y="459549"/>
                </a:cubicBezTo>
                <a:cubicBezTo>
                  <a:pt x="78737" y="455590"/>
                  <a:pt x="77677" y="451348"/>
                  <a:pt x="72515" y="450782"/>
                </a:cubicBezTo>
                <a:cubicBezTo>
                  <a:pt x="67425" y="450217"/>
                  <a:pt x="65022" y="453822"/>
                  <a:pt x="62829" y="457570"/>
                </a:cubicBezTo>
                <a:cubicBezTo>
                  <a:pt x="61133" y="460539"/>
                  <a:pt x="59507" y="463509"/>
                  <a:pt x="56396" y="469023"/>
                </a:cubicBezTo>
                <a:cubicBezTo>
                  <a:pt x="48336" y="435016"/>
                  <a:pt x="40841" y="403342"/>
                  <a:pt x="32994" y="370325"/>
                </a:cubicBezTo>
                <a:cubicBezTo>
                  <a:pt x="99665" y="390333"/>
                  <a:pt x="165064" y="390474"/>
                  <a:pt x="231663" y="370254"/>
                </a:cubicBezTo>
                <a:cubicBezTo>
                  <a:pt x="223957" y="403059"/>
                  <a:pt x="216393" y="434945"/>
                  <a:pt x="208615" y="467963"/>
                </a:cubicBezTo>
                <a:close/>
                <a:moveTo>
                  <a:pt x="229543" y="359932"/>
                </a:moveTo>
                <a:cubicBezTo>
                  <a:pt x="218442" y="366648"/>
                  <a:pt x="205999" y="369264"/>
                  <a:pt x="193626" y="371456"/>
                </a:cubicBezTo>
                <a:cubicBezTo>
                  <a:pt x="152833" y="378809"/>
                  <a:pt x="111967" y="378738"/>
                  <a:pt x="71172" y="371456"/>
                </a:cubicBezTo>
                <a:cubicBezTo>
                  <a:pt x="59154" y="369335"/>
                  <a:pt x="47205" y="366648"/>
                  <a:pt x="36246" y="360639"/>
                </a:cubicBezTo>
                <a:cubicBezTo>
                  <a:pt x="31085" y="357810"/>
                  <a:pt x="28045" y="354063"/>
                  <a:pt x="27903" y="347135"/>
                </a:cubicBezTo>
                <a:cubicBezTo>
                  <a:pt x="84535" y="362477"/>
                  <a:pt x="189526" y="362335"/>
                  <a:pt x="236047" y="346852"/>
                </a:cubicBezTo>
                <a:cubicBezTo>
                  <a:pt x="236966" y="352932"/>
                  <a:pt x="234704" y="356679"/>
                  <a:pt x="229543" y="359861"/>
                </a:cubicBezTo>
                <a:close/>
                <a:moveTo>
                  <a:pt x="254783" y="271202"/>
                </a:moveTo>
                <a:cubicBezTo>
                  <a:pt x="249905" y="292341"/>
                  <a:pt x="245592" y="311289"/>
                  <a:pt x="240996" y="330237"/>
                </a:cubicBezTo>
                <a:cubicBezTo>
                  <a:pt x="240007" y="334196"/>
                  <a:pt x="236472" y="336247"/>
                  <a:pt x="233220" y="338297"/>
                </a:cubicBezTo>
                <a:cubicBezTo>
                  <a:pt x="228199" y="341408"/>
                  <a:pt x="222544" y="342751"/>
                  <a:pt x="216958" y="343670"/>
                </a:cubicBezTo>
                <a:cubicBezTo>
                  <a:pt x="199566" y="346428"/>
                  <a:pt x="182173" y="349397"/>
                  <a:pt x="164357" y="349185"/>
                </a:cubicBezTo>
                <a:cubicBezTo>
                  <a:pt x="140954" y="348902"/>
                  <a:pt x="117552" y="349185"/>
                  <a:pt x="94080" y="349044"/>
                </a:cubicBezTo>
                <a:cubicBezTo>
                  <a:pt x="76404" y="348902"/>
                  <a:pt x="59012" y="345862"/>
                  <a:pt x="41690" y="342256"/>
                </a:cubicBezTo>
                <a:cubicBezTo>
                  <a:pt x="29954" y="339782"/>
                  <a:pt x="22955" y="333560"/>
                  <a:pt x="20904" y="321046"/>
                </a:cubicBezTo>
                <a:cubicBezTo>
                  <a:pt x="18712" y="307825"/>
                  <a:pt x="14965" y="294887"/>
                  <a:pt x="11996" y="281807"/>
                </a:cubicBezTo>
                <a:cubicBezTo>
                  <a:pt x="11360" y="278908"/>
                  <a:pt x="9874" y="276009"/>
                  <a:pt x="11360" y="272899"/>
                </a:cubicBezTo>
                <a:cubicBezTo>
                  <a:pt x="14329" y="272192"/>
                  <a:pt x="16521" y="274100"/>
                  <a:pt x="18854" y="275161"/>
                </a:cubicBezTo>
                <a:cubicBezTo>
                  <a:pt x="40205" y="284564"/>
                  <a:pt x="62618" y="289513"/>
                  <a:pt x="85736" y="290291"/>
                </a:cubicBezTo>
                <a:cubicBezTo>
                  <a:pt x="119886" y="291493"/>
                  <a:pt x="154034" y="291988"/>
                  <a:pt x="188183" y="289443"/>
                </a:cubicBezTo>
                <a:cubicBezTo>
                  <a:pt x="206777" y="288029"/>
                  <a:pt x="224453" y="283433"/>
                  <a:pt x="241703" y="276787"/>
                </a:cubicBezTo>
                <a:cubicBezTo>
                  <a:pt x="245238" y="275444"/>
                  <a:pt x="248703" y="273818"/>
                  <a:pt x="254712" y="271272"/>
                </a:cubicBezTo>
                <a:close/>
                <a:moveTo>
                  <a:pt x="121512" y="275161"/>
                </a:moveTo>
                <a:cubicBezTo>
                  <a:pt x="117977" y="261374"/>
                  <a:pt x="115219" y="247517"/>
                  <a:pt x="113593" y="233377"/>
                </a:cubicBezTo>
                <a:cubicBezTo>
                  <a:pt x="110412" y="206298"/>
                  <a:pt x="105462" y="179502"/>
                  <a:pt x="104755" y="152141"/>
                </a:cubicBezTo>
                <a:cubicBezTo>
                  <a:pt x="104755" y="149455"/>
                  <a:pt x="104472" y="146768"/>
                  <a:pt x="104402" y="144081"/>
                </a:cubicBezTo>
                <a:cubicBezTo>
                  <a:pt x="104402" y="122376"/>
                  <a:pt x="107371" y="101236"/>
                  <a:pt x="114441" y="80662"/>
                </a:cubicBezTo>
                <a:cubicBezTo>
                  <a:pt x="116351" y="75218"/>
                  <a:pt x="118260" y="69704"/>
                  <a:pt x="121653" y="65038"/>
                </a:cubicBezTo>
                <a:cubicBezTo>
                  <a:pt x="130562" y="52877"/>
                  <a:pt x="133319" y="51746"/>
                  <a:pt x="143216" y="65462"/>
                </a:cubicBezTo>
                <a:cubicBezTo>
                  <a:pt x="145196" y="68219"/>
                  <a:pt x="146611" y="71471"/>
                  <a:pt x="147812" y="74724"/>
                </a:cubicBezTo>
                <a:cubicBezTo>
                  <a:pt x="153610" y="89854"/>
                  <a:pt x="157287" y="105408"/>
                  <a:pt x="158983" y="121598"/>
                </a:cubicBezTo>
                <a:cubicBezTo>
                  <a:pt x="160962" y="140476"/>
                  <a:pt x="160397" y="159282"/>
                  <a:pt x="157994" y="177876"/>
                </a:cubicBezTo>
                <a:cubicBezTo>
                  <a:pt x="154105" y="207924"/>
                  <a:pt x="151701" y="238184"/>
                  <a:pt x="144843" y="267808"/>
                </a:cubicBezTo>
                <a:cubicBezTo>
                  <a:pt x="144489" y="269293"/>
                  <a:pt x="144348" y="270848"/>
                  <a:pt x="143924" y="272333"/>
                </a:cubicBezTo>
                <a:cubicBezTo>
                  <a:pt x="141520" y="281665"/>
                  <a:pt x="135227" y="285201"/>
                  <a:pt x="126178" y="282443"/>
                </a:cubicBezTo>
                <a:cubicBezTo>
                  <a:pt x="122501" y="281312"/>
                  <a:pt x="122218" y="278060"/>
                  <a:pt x="121512" y="275161"/>
                </a:cubicBezTo>
                <a:close/>
                <a:moveTo>
                  <a:pt x="193909" y="271414"/>
                </a:moveTo>
                <a:cubicBezTo>
                  <a:pt x="206847" y="267172"/>
                  <a:pt x="219645" y="270424"/>
                  <a:pt x="232653" y="270141"/>
                </a:cubicBezTo>
                <a:cubicBezTo>
                  <a:pt x="218231" y="277565"/>
                  <a:pt x="202818" y="280393"/>
                  <a:pt x="186485" y="281736"/>
                </a:cubicBezTo>
                <a:cubicBezTo>
                  <a:pt x="186698" y="275373"/>
                  <a:pt x="188183" y="273252"/>
                  <a:pt x="193909" y="271414"/>
                </a:cubicBezTo>
                <a:close/>
                <a:moveTo>
                  <a:pt x="254995" y="65532"/>
                </a:moveTo>
                <a:cubicBezTo>
                  <a:pt x="254501" y="89995"/>
                  <a:pt x="235694" y="106893"/>
                  <a:pt x="213848" y="103782"/>
                </a:cubicBezTo>
                <a:cubicBezTo>
                  <a:pt x="211443" y="103428"/>
                  <a:pt x="209252" y="103357"/>
                  <a:pt x="208827" y="100388"/>
                </a:cubicBezTo>
                <a:cubicBezTo>
                  <a:pt x="208333" y="97065"/>
                  <a:pt x="211231" y="96994"/>
                  <a:pt x="213211" y="96217"/>
                </a:cubicBezTo>
                <a:cubicBezTo>
                  <a:pt x="216393" y="94944"/>
                  <a:pt x="219715" y="94025"/>
                  <a:pt x="222897" y="92752"/>
                </a:cubicBezTo>
                <a:cubicBezTo>
                  <a:pt x="237603" y="86672"/>
                  <a:pt x="240926" y="83915"/>
                  <a:pt x="255066" y="65532"/>
                </a:cubicBezTo>
                <a:close/>
                <a:moveTo>
                  <a:pt x="206565" y="88227"/>
                </a:moveTo>
                <a:cubicBezTo>
                  <a:pt x="206918" y="79531"/>
                  <a:pt x="209252" y="72673"/>
                  <a:pt x="216322" y="67583"/>
                </a:cubicBezTo>
                <a:cubicBezTo>
                  <a:pt x="225160" y="61220"/>
                  <a:pt x="238098" y="56341"/>
                  <a:pt x="248420" y="56483"/>
                </a:cubicBezTo>
                <a:cubicBezTo>
                  <a:pt x="240926" y="75784"/>
                  <a:pt x="225442" y="83985"/>
                  <a:pt x="206636" y="88227"/>
                </a:cubicBezTo>
                <a:close/>
                <a:moveTo>
                  <a:pt x="194192" y="65391"/>
                </a:moveTo>
                <a:cubicBezTo>
                  <a:pt x="197515" y="53230"/>
                  <a:pt x="205010" y="44322"/>
                  <a:pt x="216675" y="39514"/>
                </a:cubicBezTo>
                <a:cubicBezTo>
                  <a:pt x="226998" y="35343"/>
                  <a:pt x="236895" y="36191"/>
                  <a:pt x="245592" y="43827"/>
                </a:cubicBezTo>
                <a:cubicBezTo>
                  <a:pt x="245874" y="44039"/>
                  <a:pt x="245874" y="44534"/>
                  <a:pt x="246299" y="45807"/>
                </a:cubicBezTo>
                <a:cubicBezTo>
                  <a:pt x="220564" y="52594"/>
                  <a:pt x="215120" y="55846"/>
                  <a:pt x="198717" y="73734"/>
                </a:cubicBezTo>
                <a:cubicBezTo>
                  <a:pt x="195748" y="71754"/>
                  <a:pt x="193061" y="69350"/>
                  <a:pt x="194122" y="65391"/>
                </a:cubicBezTo>
                <a:close/>
                <a:moveTo>
                  <a:pt x="171709" y="61220"/>
                </a:moveTo>
                <a:cubicBezTo>
                  <a:pt x="173335" y="62139"/>
                  <a:pt x="174537" y="63553"/>
                  <a:pt x="173689" y="65886"/>
                </a:cubicBezTo>
                <a:cubicBezTo>
                  <a:pt x="172416" y="69280"/>
                  <a:pt x="171709" y="73380"/>
                  <a:pt x="175315" y="75148"/>
                </a:cubicBezTo>
                <a:cubicBezTo>
                  <a:pt x="179345" y="77127"/>
                  <a:pt x="180123" y="71330"/>
                  <a:pt x="183233" y="70199"/>
                </a:cubicBezTo>
                <a:cubicBezTo>
                  <a:pt x="196808" y="81794"/>
                  <a:pt x="199848" y="97984"/>
                  <a:pt x="202676" y="114387"/>
                </a:cubicBezTo>
                <a:cubicBezTo>
                  <a:pt x="202818" y="115094"/>
                  <a:pt x="203030" y="116154"/>
                  <a:pt x="202676" y="116649"/>
                </a:cubicBezTo>
                <a:cubicBezTo>
                  <a:pt x="199424" y="121245"/>
                  <a:pt x="200202" y="124002"/>
                  <a:pt x="203454" y="129305"/>
                </a:cubicBezTo>
                <a:cubicBezTo>
                  <a:pt x="206565" y="134466"/>
                  <a:pt x="206141" y="143374"/>
                  <a:pt x="202747" y="150232"/>
                </a:cubicBezTo>
                <a:cubicBezTo>
                  <a:pt x="202111" y="151505"/>
                  <a:pt x="200202" y="152777"/>
                  <a:pt x="200909" y="154121"/>
                </a:cubicBezTo>
                <a:cubicBezTo>
                  <a:pt x="205717" y="163524"/>
                  <a:pt x="200696" y="172786"/>
                  <a:pt x="201121" y="182118"/>
                </a:cubicBezTo>
                <a:cubicBezTo>
                  <a:pt x="201404" y="187845"/>
                  <a:pt x="195253" y="189189"/>
                  <a:pt x="194616" y="192865"/>
                </a:cubicBezTo>
                <a:cubicBezTo>
                  <a:pt x="194122" y="196188"/>
                  <a:pt x="199141" y="199369"/>
                  <a:pt x="197727" y="204248"/>
                </a:cubicBezTo>
                <a:cubicBezTo>
                  <a:pt x="196102" y="209763"/>
                  <a:pt x="195182" y="215489"/>
                  <a:pt x="194051" y="221075"/>
                </a:cubicBezTo>
                <a:cubicBezTo>
                  <a:pt x="193486" y="223761"/>
                  <a:pt x="193273" y="226377"/>
                  <a:pt x="189738" y="226943"/>
                </a:cubicBezTo>
                <a:cubicBezTo>
                  <a:pt x="188324" y="227155"/>
                  <a:pt x="186485" y="228781"/>
                  <a:pt x="187475" y="230124"/>
                </a:cubicBezTo>
                <a:cubicBezTo>
                  <a:pt x="193626" y="238396"/>
                  <a:pt x="187829" y="245961"/>
                  <a:pt x="184859" y="252537"/>
                </a:cubicBezTo>
                <a:cubicBezTo>
                  <a:pt x="181395" y="260243"/>
                  <a:pt x="180971" y="268374"/>
                  <a:pt x="178426" y="276080"/>
                </a:cubicBezTo>
                <a:cubicBezTo>
                  <a:pt x="177012" y="280322"/>
                  <a:pt x="175173" y="282372"/>
                  <a:pt x="170437" y="282090"/>
                </a:cubicBezTo>
                <a:cubicBezTo>
                  <a:pt x="164003" y="281736"/>
                  <a:pt x="157427" y="282019"/>
                  <a:pt x="151418" y="282019"/>
                </a:cubicBezTo>
                <a:cubicBezTo>
                  <a:pt x="149367" y="280464"/>
                  <a:pt x="150428" y="279050"/>
                  <a:pt x="150711" y="277636"/>
                </a:cubicBezTo>
                <a:cubicBezTo>
                  <a:pt x="160680" y="228710"/>
                  <a:pt x="169164" y="179502"/>
                  <a:pt x="167467" y="129375"/>
                </a:cubicBezTo>
                <a:cubicBezTo>
                  <a:pt x="166548" y="102721"/>
                  <a:pt x="160751" y="76986"/>
                  <a:pt x="145621" y="53513"/>
                </a:cubicBezTo>
                <a:cubicBezTo>
                  <a:pt x="155660" y="52736"/>
                  <a:pt x="163861" y="56624"/>
                  <a:pt x="171780" y="61220"/>
                </a:cubicBezTo>
                <a:close/>
                <a:moveTo>
                  <a:pt x="106735" y="24738"/>
                </a:moveTo>
                <a:cubicBezTo>
                  <a:pt x="109775" y="23607"/>
                  <a:pt x="111542" y="26223"/>
                  <a:pt x="113805" y="27212"/>
                </a:cubicBezTo>
                <a:cubicBezTo>
                  <a:pt x="122785" y="31242"/>
                  <a:pt x="125471" y="30111"/>
                  <a:pt x="127663" y="20849"/>
                </a:cubicBezTo>
                <a:cubicBezTo>
                  <a:pt x="128652" y="16749"/>
                  <a:pt x="128652" y="12436"/>
                  <a:pt x="131975" y="9254"/>
                </a:cubicBezTo>
                <a:cubicBezTo>
                  <a:pt x="136146" y="11800"/>
                  <a:pt x="135864" y="16395"/>
                  <a:pt x="136925" y="20354"/>
                </a:cubicBezTo>
                <a:cubicBezTo>
                  <a:pt x="139541" y="30465"/>
                  <a:pt x="141520" y="31455"/>
                  <a:pt x="151206" y="26859"/>
                </a:cubicBezTo>
                <a:cubicBezTo>
                  <a:pt x="153256" y="25869"/>
                  <a:pt x="155307" y="24950"/>
                  <a:pt x="157498" y="23890"/>
                </a:cubicBezTo>
                <a:cubicBezTo>
                  <a:pt x="156650" y="36757"/>
                  <a:pt x="148802" y="43898"/>
                  <a:pt x="134803" y="44958"/>
                </a:cubicBezTo>
                <a:cubicBezTo>
                  <a:pt x="118401" y="46231"/>
                  <a:pt x="110129" y="40292"/>
                  <a:pt x="106665" y="24738"/>
                </a:cubicBezTo>
                <a:close/>
                <a:moveTo>
                  <a:pt x="70041" y="218388"/>
                </a:moveTo>
                <a:cubicBezTo>
                  <a:pt x="69405" y="214570"/>
                  <a:pt x="68698" y="210823"/>
                  <a:pt x="67779" y="207076"/>
                </a:cubicBezTo>
                <a:cubicBezTo>
                  <a:pt x="66718" y="202905"/>
                  <a:pt x="65658" y="198875"/>
                  <a:pt x="69193" y="195198"/>
                </a:cubicBezTo>
                <a:cubicBezTo>
                  <a:pt x="70607" y="193784"/>
                  <a:pt x="71456" y="191168"/>
                  <a:pt x="68910" y="190603"/>
                </a:cubicBezTo>
                <a:cubicBezTo>
                  <a:pt x="63042" y="189189"/>
                  <a:pt x="63819" y="184593"/>
                  <a:pt x="63608" y="180704"/>
                </a:cubicBezTo>
                <a:cubicBezTo>
                  <a:pt x="63254" y="171796"/>
                  <a:pt x="58800" y="162817"/>
                  <a:pt x="63678" y="153909"/>
                </a:cubicBezTo>
                <a:cubicBezTo>
                  <a:pt x="59365" y="147404"/>
                  <a:pt x="60780" y="140122"/>
                  <a:pt x="60426" y="132981"/>
                </a:cubicBezTo>
                <a:cubicBezTo>
                  <a:pt x="60213" y="128315"/>
                  <a:pt x="64809" y="126689"/>
                  <a:pt x="65587" y="123649"/>
                </a:cubicBezTo>
                <a:cubicBezTo>
                  <a:pt x="66364" y="120750"/>
                  <a:pt x="60921" y="118275"/>
                  <a:pt x="61840" y="113609"/>
                </a:cubicBezTo>
                <a:cubicBezTo>
                  <a:pt x="65022" y="97701"/>
                  <a:pt x="68344" y="81935"/>
                  <a:pt x="80505" y="70199"/>
                </a:cubicBezTo>
                <a:cubicBezTo>
                  <a:pt x="82626" y="70199"/>
                  <a:pt x="83474" y="71401"/>
                  <a:pt x="84323" y="72673"/>
                </a:cubicBezTo>
                <a:cubicBezTo>
                  <a:pt x="85454" y="74299"/>
                  <a:pt x="86939" y="75996"/>
                  <a:pt x="88919" y="75431"/>
                </a:cubicBezTo>
                <a:cubicBezTo>
                  <a:pt x="91676" y="74724"/>
                  <a:pt x="92170" y="71754"/>
                  <a:pt x="91464" y="69704"/>
                </a:cubicBezTo>
                <a:cubicBezTo>
                  <a:pt x="89131" y="62704"/>
                  <a:pt x="93302" y="60088"/>
                  <a:pt x="98605" y="57967"/>
                </a:cubicBezTo>
                <a:cubicBezTo>
                  <a:pt x="104968" y="55422"/>
                  <a:pt x="111331" y="52736"/>
                  <a:pt x="118754" y="53230"/>
                </a:cubicBezTo>
                <a:cubicBezTo>
                  <a:pt x="98039" y="89076"/>
                  <a:pt x="94009" y="127467"/>
                  <a:pt x="97827" y="167130"/>
                </a:cubicBezTo>
                <a:cubicBezTo>
                  <a:pt x="101150" y="201561"/>
                  <a:pt x="104968" y="235851"/>
                  <a:pt x="112179" y="269717"/>
                </a:cubicBezTo>
                <a:cubicBezTo>
                  <a:pt x="112957" y="273464"/>
                  <a:pt x="113876" y="277141"/>
                  <a:pt x="114866" y="281878"/>
                </a:cubicBezTo>
                <a:cubicBezTo>
                  <a:pt x="106665" y="281878"/>
                  <a:pt x="99807" y="281736"/>
                  <a:pt x="92948" y="281878"/>
                </a:cubicBezTo>
                <a:cubicBezTo>
                  <a:pt x="89202" y="281948"/>
                  <a:pt x="87363" y="280322"/>
                  <a:pt x="86726" y="276716"/>
                </a:cubicBezTo>
                <a:cubicBezTo>
                  <a:pt x="84464" y="263990"/>
                  <a:pt x="80010" y="251900"/>
                  <a:pt x="75061" y="240164"/>
                </a:cubicBezTo>
                <a:cubicBezTo>
                  <a:pt x="72798" y="234720"/>
                  <a:pt x="79798" y="230266"/>
                  <a:pt x="76263" y="227933"/>
                </a:cubicBezTo>
                <a:cubicBezTo>
                  <a:pt x="72162" y="225246"/>
                  <a:pt x="70748" y="222418"/>
                  <a:pt x="70041" y="218247"/>
                </a:cubicBezTo>
                <a:close/>
                <a:moveTo>
                  <a:pt x="71809" y="271485"/>
                </a:moveTo>
                <a:cubicBezTo>
                  <a:pt x="77607" y="273393"/>
                  <a:pt x="77253" y="276434"/>
                  <a:pt x="78526" y="281595"/>
                </a:cubicBezTo>
                <a:cubicBezTo>
                  <a:pt x="61133" y="280464"/>
                  <a:pt x="46144" y="276999"/>
                  <a:pt x="31651" y="271485"/>
                </a:cubicBezTo>
                <a:cubicBezTo>
                  <a:pt x="32216" y="266960"/>
                  <a:pt x="35397" y="269081"/>
                  <a:pt x="36953" y="269151"/>
                </a:cubicBezTo>
                <a:cubicBezTo>
                  <a:pt x="48548" y="269646"/>
                  <a:pt x="60213" y="267667"/>
                  <a:pt x="71879" y="27148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 name="Google Shape;649;p38"/>
          <p:cNvSpPr/>
          <p:nvPr/>
        </p:nvSpPr>
        <p:spPr>
          <a:xfrm flipH="1" rot="10800000">
            <a:off x="7183114" y="3"/>
            <a:ext cx="2495321" cy="1335085"/>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3" name="Shape 653"/>
        <p:cNvGrpSpPr/>
        <p:nvPr/>
      </p:nvGrpSpPr>
      <p:grpSpPr>
        <a:xfrm>
          <a:off x="0" y="0"/>
          <a:ext cx="0" cy="0"/>
          <a:chOff x="0" y="0"/>
          <a:chExt cx="0" cy="0"/>
        </a:xfrm>
      </p:grpSpPr>
      <p:sp>
        <p:nvSpPr>
          <p:cNvPr id="654" name="Google Shape;654;p39"/>
          <p:cNvSpPr/>
          <p:nvPr/>
        </p:nvSpPr>
        <p:spPr>
          <a:xfrm rot="-1139440">
            <a:off x="6788261" y="1149510"/>
            <a:ext cx="735734" cy="671740"/>
          </a:xfrm>
          <a:custGeom>
            <a:rect b="b" l="l" r="r" t="t"/>
            <a:pathLst>
              <a:path extrusionOk="0" h="26869" w="37453">
                <a:moveTo>
                  <a:pt x="20665" y="1179"/>
                </a:moveTo>
                <a:cubicBezTo>
                  <a:pt x="15537" y="-1383"/>
                  <a:pt x="8145" y="568"/>
                  <a:pt x="3741" y="4238"/>
                </a:cubicBezTo>
                <a:cubicBezTo>
                  <a:pt x="639" y="6823"/>
                  <a:pt x="-33" y="12982"/>
                  <a:pt x="2314" y="16268"/>
                </a:cubicBezTo>
                <a:cubicBezTo>
                  <a:pt x="9029" y="25671"/>
                  <a:pt x="32831" y="27257"/>
                  <a:pt x="36977" y="16472"/>
                </a:cubicBezTo>
                <a:cubicBezTo>
                  <a:pt x="40604" y="7037"/>
                  <a:pt x="21358" y="-476"/>
                  <a:pt x="11285" y="364"/>
                </a:cubicBezTo>
                <a:cubicBezTo>
                  <a:pt x="6064" y="799"/>
                  <a:pt x="545" y="6158"/>
                  <a:pt x="71" y="11375"/>
                </a:cubicBezTo>
                <a:cubicBezTo>
                  <a:pt x="-1068" y="23902"/>
                  <a:pt x="36570" y="33537"/>
                  <a:pt x="36570" y="20958"/>
                </a:cubicBezTo>
              </a:path>
            </a:pathLst>
          </a:custGeom>
          <a:noFill/>
          <a:ln cap="flat" cmpd="sng" w="19050">
            <a:solidFill>
              <a:schemeClr val="dk2"/>
            </a:solidFill>
            <a:prstDash val="solid"/>
            <a:round/>
            <a:headEnd len="med" w="med" type="none"/>
            <a:tailEnd len="med" w="med" type="none"/>
          </a:ln>
        </p:spPr>
      </p:sp>
      <p:sp>
        <p:nvSpPr>
          <p:cNvPr id="655" name="Google Shape;655;p39"/>
          <p:cNvSpPr/>
          <p:nvPr/>
        </p:nvSpPr>
        <p:spPr>
          <a:xfrm rot="5400000">
            <a:off x="6886202" y="2807669"/>
            <a:ext cx="539852" cy="695600"/>
          </a:xfrm>
          <a:custGeom>
            <a:rect b="b" l="l" r="r" t="t"/>
            <a:pathLst>
              <a:path extrusionOk="0" h="27824" w="27997">
                <a:moveTo>
                  <a:pt x="21400" y="1892"/>
                </a:moveTo>
                <a:cubicBezTo>
                  <a:pt x="14797" y="2993"/>
                  <a:pt x="5934" y="1094"/>
                  <a:pt x="1825" y="6378"/>
                </a:cubicBezTo>
                <a:cubicBezTo>
                  <a:pt x="-1923" y="11197"/>
                  <a:pt x="611" y="20658"/>
                  <a:pt x="5495" y="24321"/>
                </a:cubicBezTo>
                <a:cubicBezTo>
                  <a:pt x="11044" y="28482"/>
                  <a:pt x="22725" y="29657"/>
                  <a:pt x="26293" y="23709"/>
                </a:cubicBezTo>
                <a:cubicBezTo>
                  <a:pt x="30151" y="17277"/>
                  <a:pt x="26933" y="6193"/>
                  <a:pt x="20788" y="1892"/>
                </a:cubicBezTo>
                <a:cubicBezTo>
                  <a:pt x="16482" y="-1121"/>
                  <a:pt x="8802" y="-398"/>
                  <a:pt x="5087" y="3319"/>
                </a:cubicBezTo>
                <a:cubicBezTo>
                  <a:pt x="378" y="8031"/>
                  <a:pt x="-1074" y="20320"/>
                  <a:pt x="4883" y="23302"/>
                </a:cubicBezTo>
              </a:path>
            </a:pathLst>
          </a:custGeom>
          <a:noFill/>
          <a:ln cap="flat" cmpd="sng" w="19050">
            <a:solidFill>
              <a:schemeClr val="dk2"/>
            </a:solidFill>
            <a:prstDash val="solid"/>
            <a:round/>
            <a:headEnd len="med" w="med" type="none"/>
            <a:tailEnd len="med" w="med" type="none"/>
          </a:ln>
        </p:spPr>
      </p:sp>
      <p:sp>
        <p:nvSpPr>
          <p:cNvPr id="656" name="Google Shape;656;p39"/>
          <p:cNvSpPr/>
          <p:nvPr/>
        </p:nvSpPr>
        <p:spPr>
          <a:xfrm rot="7450082">
            <a:off x="1721232" y="1137582"/>
            <a:ext cx="539878" cy="695595"/>
          </a:xfrm>
          <a:custGeom>
            <a:rect b="b" l="l" r="r" t="t"/>
            <a:pathLst>
              <a:path extrusionOk="0" h="27824" w="27997">
                <a:moveTo>
                  <a:pt x="21400" y="1892"/>
                </a:moveTo>
                <a:cubicBezTo>
                  <a:pt x="14797" y="2993"/>
                  <a:pt x="5934" y="1094"/>
                  <a:pt x="1825" y="6378"/>
                </a:cubicBezTo>
                <a:cubicBezTo>
                  <a:pt x="-1923" y="11197"/>
                  <a:pt x="611" y="20658"/>
                  <a:pt x="5495" y="24321"/>
                </a:cubicBezTo>
                <a:cubicBezTo>
                  <a:pt x="11044" y="28482"/>
                  <a:pt x="22725" y="29657"/>
                  <a:pt x="26293" y="23709"/>
                </a:cubicBezTo>
                <a:cubicBezTo>
                  <a:pt x="30151" y="17277"/>
                  <a:pt x="26933" y="6193"/>
                  <a:pt x="20788" y="1892"/>
                </a:cubicBezTo>
                <a:cubicBezTo>
                  <a:pt x="16482" y="-1121"/>
                  <a:pt x="8802" y="-398"/>
                  <a:pt x="5087" y="3319"/>
                </a:cubicBezTo>
                <a:cubicBezTo>
                  <a:pt x="378" y="8031"/>
                  <a:pt x="-1074" y="20320"/>
                  <a:pt x="4883" y="23302"/>
                </a:cubicBezTo>
              </a:path>
            </a:pathLst>
          </a:custGeom>
          <a:noFill/>
          <a:ln cap="flat" cmpd="sng" w="19050">
            <a:solidFill>
              <a:schemeClr val="dk2"/>
            </a:solidFill>
            <a:prstDash val="solid"/>
            <a:round/>
            <a:headEnd len="med" w="med" type="none"/>
            <a:tailEnd len="med" w="med" type="none"/>
          </a:ln>
        </p:spPr>
      </p:sp>
      <p:sp>
        <p:nvSpPr>
          <p:cNvPr id="657" name="Google Shape;657;p39"/>
          <p:cNvSpPr/>
          <p:nvPr/>
        </p:nvSpPr>
        <p:spPr>
          <a:xfrm>
            <a:off x="1641209" y="2807669"/>
            <a:ext cx="699925" cy="695600"/>
          </a:xfrm>
          <a:custGeom>
            <a:rect b="b" l="l" r="r" t="t"/>
            <a:pathLst>
              <a:path extrusionOk="0" h="27824" w="27997">
                <a:moveTo>
                  <a:pt x="21400" y="1892"/>
                </a:moveTo>
                <a:cubicBezTo>
                  <a:pt x="14797" y="2993"/>
                  <a:pt x="5934" y="1094"/>
                  <a:pt x="1825" y="6378"/>
                </a:cubicBezTo>
                <a:cubicBezTo>
                  <a:pt x="-1923" y="11197"/>
                  <a:pt x="611" y="20658"/>
                  <a:pt x="5495" y="24321"/>
                </a:cubicBezTo>
                <a:cubicBezTo>
                  <a:pt x="11044" y="28482"/>
                  <a:pt x="22725" y="29657"/>
                  <a:pt x="26293" y="23709"/>
                </a:cubicBezTo>
                <a:cubicBezTo>
                  <a:pt x="30151" y="17277"/>
                  <a:pt x="26933" y="6193"/>
                  <a:pt x="20788" y="1892"/>
                </a:cubicBezTo>
                <a:cubicBezTo>
                  <a:pt x="16482" y="-1121"/>
                  <a:pt x="8802" y="-398"/>
                  <a:pt x="5087" y="3319"/>
                </a:cubicBezTo>
                <a:cubicBezTo>
                  <a:pt x="378" y="8031"/>
                  <a:pt x="-1074" y="20320"/>
                  <a:pt x="4883" y="23302"/>
                </a:cubicBezTo>
              </a:path>
            </a:pathLst>
          </a:custGeom>
          <a:noFill/>
          <a:ln cap="flat" cmpd="sng" w="19050">
            <a:solidFill>
              <a:schemeClr val="dk2"/>
            </a:solidFill>
            <a:prstDash val="solid"/>
            <a:round/>
            <a:headEnd len="med" w="med" type="none"/>
            <a:tailEnd len="med" w="med" type="none"/>
          </a:ln>
        </p:spPr>
      </p:sp>
      <p:sp>
        <p:nvSpPr>
          <p:cNvPr id="658" name="Google Shape;658;p39"/>
          <p:cNvSpPr/>
          <p:nvPr/>
        </p:nvSpPr>
        <p:spPr>
          <a:xfrm flipH="1" rot="546042">
            <a:off x="7920252" y="191449"/>
            <a:ext cx="1122990" cy="742147"/>
          </a:xfrm>
          <a:custGeom>
            <a:rect b="b" l="l" r="r" t="t"/>
            <a:pathLst>
              <a:path extrusionOk="0" h="455866" w="689800">
                <a:moveTo>
                  <a:pt x="611695" y="41720"/>
                </a:moveTo>
                <a:lnTo>
                  <a:pt x="623126" y="24956"/>
                </a:lnTo>
                <a:lnTo>
                  <a:pt x="604742" y="14192"/>
                </a:lnTo>
                <a:lnTo>
                  <a:pt x="598170" y="0"/>
                </a:lnTo>
                <a:lnTo>
                  <a:pt x="416147" y="84106"/>
                </a:lnTo>
                <a:lnTo>
                  <a:pt x="181927" y="192405"/>
                </a:lnTo>
                <a:lnTo>
                  <a:pt x="0" y="276606"/>
                </a:lnTo>
                <a:lnTo>
                  <a:pt x="6572" y="290798"/>
                </a:lnTo>
                <a:lnTo>
                  <a:pt x="2762" y="311753"/>
                </a:lnTo>
                <a:lnTo>
                  <a:pt x="23050" y="313944"/>
                </a:lnTo>
                <a:lnTo>
                  <a:pt x="14478" y="337090"/>
                </a:lnTo>
                <a:lnTo>
                  <a:pt x="35338" y="344805"/>
                </a:lnTo>
                <a:lnTo>
                  <a:pt x="33528" y="378238"/>
                </a:lnTo>
                <a:lnTo>
                  <a:pt x="50959" y="395192"/>
                </a:lnTo>
                <a:lnTo>
                  <a:pt x="51054" y="416243"/>
                </a:lnTo>
                <a:lnTo>
                  <a:pt x="67913" y="427673"/>
                </a:lnTo>
                <a:lnTo>
                  <a:pt x="69437" y="455867"/>
                </a:lnTo>
                <a:lnTo>
                  <a:pt x="262509" y="366617"/>
                </a:lnTo>
                <a:lnTo>
                  <a:pt x="496729" y="258318"/>
                </a:lnTo>
                <a:lnTo>
                  <a:pt x="689801" y="169069"/>
                </a:lnTo>
                <a:lnTo>
                  <a:pt x="669322" y="149638"/>
                </a:lnTo>
                <a:lnTo>
                  <a:pt x="671417" y="129350"/>
                </a:lnTo>
                <a:lnTo>
                  <a:pt x="655510" y="115634"/>
                </a:lnTo>
                <a:lnTo>
                  <a:pt x="653891" y="91440"/>
                </a:lnTo>
                <a:lnTo>
                  <a:pt x="627221" y="71057"/>
                </a:lnTo>
                <a:lnTo>
                  <a:pt x="634841" y="50292"/>
                </a:lnTo>
                <a:lnTo>
                  <a:pt x="611695" y="41720"/>
                </a:ln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 name="Google Shape;659;p39"/>
          <p:cNvSpPr txBox="1"/>
          <p:nvPr>
            <p:ph type="title"/>
          </p:nvPr>
        </p:nvSpPr>
        <p:spPr>
          <a:xfrm>
            <a:off x="720000" y="445025"/>
            <a:ext cx="7704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660" name="Google Shape;660;p39"/>
          <p:cNvSpPr txBox="1"/>
          <p:nvPr>
            <p:ph idx="3" type="subTitle"/>
          </p:nvPr>
        </p:nvSpPr>
        <p:spPr>
          <a:xfrm>
            <a:off x="796872" y="3876351"/>
            <a:ext cx="23886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sz="1600">
              <a:solidFill>
                <a:srgbClr val="666666"/>
              </a:solidFill>
            </a:endParaRPr>
          </a:p>
        </p:txBody>
      </p:sp>
      <p:sp>
        <p:nvSpPr>
          <p:cNvPr id="661" name="Google Shape;661;p39"/>
          <p:cNvSpPr txBox="1"/>
          <p:nvPr>
            <p:ph idx="1" type="subTitle"/>
          </p:nvPr>
        </p:nvSpPr>
        <p:spPr>
          <a:xfrm>
            <a:off x="796872" y="2193175"/>
            <a:ext cx="23886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662" name="Google Shape;662;p39"/>
          <p:cNvSpPr txBox="1"/>
          <p:nvPr>
            <p:ph idx="2" type="subTitle"/>
          </p:nvPr>
        </p:nvSpPr>
        <p:spPr>
          <a:xfrm>
            <a:off x="3379350" y="2193175"/>
            <a:ext cx="23853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663" name="Google Shape;663;p39"/>
          <p:cNvSpPr txBox="1"/>
          <p:nvPr>
            <p:ph idx="4" type="subTitle"/>
          </p:nvPr>
        </p:nvSpPr>
        <p:spPr>
          <a:xfrm>
            <a:off x="3379350" y="3876351"/>
            <a:ext cx="23853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664" name="Google Shape;664;p39"/>
          <p:cNvSpPr txBox="1"/>
          <p:nvPr>
            <p:ph idx="5" type="subTitle"/>
          </p:nvPr>
        </p:nvSpPr>
        <p:spPr>
          <a:xfrm>
            <a:off x="5965128" y="2193175"/>
            <a:ext cx="2382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665" name="Google Shape;665;p39"/>
          <p:cNvSpPr txBox="1"/>
          <p:nvPr>
            <p:ph idx="6" type="subTitle"/>
          </p:nvPr>
        </p:nvSpPr>
        <p:spPr>
          <a:xfrm>
            <a:off x="5965128" y="3876351"/>
            <a:ext cx="2382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666" name="Google Shape;666;p39"/>
          <p:cNvSpPr txBox="1"/>
          <p:nvPr>
            <p:ph idx="7" type="title"/>
          </p:nvPr>
        </p:nvSpPr>
        <p:spPr>
          <a:xfrm>
            <a:off x="1588122" y="1261580"/>
            <a:ext cx="806100" cy="447600"/>
          </a:xfrm>
          <a:prstGeom prst="rect">
            <a:avLst/>
          </a:prstGeom>
        </p:spPr>
        <p:txBody>
          <a:bodyPr anchorCtr="0" anchor="b" bIns="0" lIns="91425" spcFirstLastPara="1" rIns="91425" wrap="square" tIns="91425">
            <a:noAutofit/>
          </a:bodyPr>
          <a:lstStyle/>
          <a:p>
            <a:pPr indent="0" lvl="0" marL="0" rtl="0" algn="ctr">
              <a:spcBef>
                <a:spcPts val="0"/>
              </a:spcBef>
              <a:spcAft>
                <a:spcPts val="0"/>
              </a:spcAft>
              <a:buNone/>
            </a:pPr>
            <a:r>
              <a:rPr lang="en"/>
              <a:t>01</a:t>
            </a:r>
            <a:endParaRPr/>
          </a:p>
        </p:txBody>
      </p:sp>
      <p:sp>
        <p:nvSpPr>
          <p:cNvPr id="667" name="Google Shape;667;p39"/>
          <p:cNvSpPr txBox="1"/>
          <p:nvPr>
            <p:ph idx="8" type="title"/>
          </p:nvPr>
        </p:nvSpPr>
        <p:spPr>
          <a:xfrm>
            <a:off x="1588122" y="2931669"/>
            <a:ext cx="806100" cy="447600"/>
          </a:xfrm>
          <a:prstGeom prst="rect">
            <a:avLst/>
          </a:prstGeom>
        </p:spPr>
        <p:txBody>
          <a:bodyPr anchorCtr="0" anchor="b" bIns="0" lIns="91425" spcFirstLastPara="1" rIns="91425" wrap="square" tIns="91425">
            <a:noAutofit/>
          </a:bodyPr>
          <a:lstStyle/>
          <a:p>
            <a:pPr indent="0" lvl="0" marL="0" rtl="0" algn="ctr">
              <a:spcBef>
                <a:spcPts val="0"/>
              </a:spcBef>
              <a:spcAft>
                <a:spcPts val="0"/>
              </a:spcAft>
              <a:buNone/>
            </a:pPr>
            <a:r>
              <a:rPr lang="en"/>
              <a:t>04</a:t>
            </a:r>
            <a:endParaRPr/>
          </a:p>
        </p:txBody>
      </p:sp>
      <p:sp>
        <p:nvSpPr>
          <p:cNvPr id="668" name="Google Shape;668;p39"/>
          <p:cNvSpPr txBox="1"/>
          <p:nvPr>
            <p:ph idx="9" type="title"/>
          </p:nvPr>
        </p:nvSpPr>
        <p:spPr>
          <a:xfrm>
            <a:off x="4168950" y="1261580"/>
            <a:ext cx="806100" cy="447600"/>
          </a:xfrm>
          <a:prstGeom prst="rect">
            <a:avLst/>
          </a:prstGeom>
        </p:spPr>
        <p:txBody>
          <a:bodyPr anchorCtr="0" anchor="b" bIns="0" lIns="91425" spcFirstLastPara="1" rIns="91425" wrap="square" tIns="91425">
            <a:noAutofit/>
          </a:bodyPr>
          <a:lstStyle/>
          <a:p>
            <a:pPr indent="0" lvl="0" marL="0" rtl="0" algn="ctr">
              <a:spcBef>
                <a:spcPts val="0"/>
              </a:spcBef>
              <a:spcAft>
                <a:spcPts val="0"/>
              </a:spcAft>
              <a:buNone/>
            </a:pPr>
            <a:r>
              <a:rPr lang="en"/>
              <a:t>02</a:t>
            </a:r>
            <a:endParaRPr/>
          </a:p>
        </p:txBody>
      </p:sp>
      <p:sp>
        <p:nvSpPr>
          <p:cNvPr id="669" name="Google Shape;669;p39"/>
          <p:cNvSpPr txBox="1"/>
          <p:nvPr>
            <p:ph idx="13" type="title"/>
          </p:nvPr>
        </p:nvSpPr>
        <p:spPr>
          <a:xfrm>
            <a:off x="4168950" y="2931669"/>
            <a:ext cx="806100" cy="447600"/>
          </a:xfrm>
          <a:prstGeom prst="rect">
            <a:avLst/>
          </a:prstGeom>
        </p:spPr>
        <p:txBody>
          <a:bodyPr anchorCtr="0" anchor="b" bIns="0" lIns="91425" spcFirstLastPara="1" rIns="91425" wrap="square" tIns="91425">
            <a:noAutofit/>
          </a:bodyPr>
          <a:lstStyle/>
          <a:p>
            <a:pPr indent="0" lvl="0" marL="0" rtl="0" algn="ctr">
              <a:spcBef>
                <a:spcPts val="0"/>
              </a:spcBef>
              <a:spcAft>
                <a:spcPts val="0"/>
              </a:spcAft>
              <a:buNone/>
            </a:pPr>
            <a:r>
              <a:rPr lang="en"/>
              <a:t>05</a:t>
            </a:r>
            <a:endParaRPr/>
          </a:p>
        </p:txBody>
      </p:sp>
      <p:sp>
        <p:nvSpPr>
          <p:cNvPr id="670" name="Google Shape;670;p39"/>
          <p:cNvSpPr txBox="1"/>
          <p:nvPr>
            <p:ph idx="14" type="title"/>
          </p:nvPr>
        </p:nvSpPr>
        <p:spPr>
          <a:xfrm>
            <a:off x="6753078" y="1261580"/>
            <a:ext cx="806100" cy="447600"/>
          </a:xfrm>
          <a:prstGeom prst="rect">
            <a:avLst/>
          </a:prstGeom>
        </p:spPr>
        <p:txBody>
          <a:bodyPr anchorCtr="0" anchor="b" bIns="0" lIns="91425" spcFirstLastPara="1" rIns="91425" wrap="square" tIns="91425">
            <a:noAutofit/>
          </a:bodyPr>
          <a:lstStyle/>
          <a:p>
            <a:pPr indent="0" lvl="0" marL="0" rtl="0" algn="ctr">
              <a:spcBef>
                <a:spcPts val="0"/>
              </a:spcBef>
              <a:spcAft>
                <a:spcPts val="0"/>
              </a:spcAft>
              <a:buNone/>
            </a:pPr>
            <a:r>
              <a:rPr lang="en"/>
              <a:t>03</a:t>
            </a:r>
            <a:endParaRPr/>
          </a:p>
        </p:txBody>
      </p:sp>
      <p:sp>
        <p:nvSpPr>
          <p:cNvPr id="671" name="Google Shape;671;p39"/>
          <p:cNvSpPr txBox="1"/>
          <p:nvPr>
            <p:ph idx="15" type="title"/>
          </p:nvPr>
        </p:nvSpPr>
        <p:spPr>
          <a:xfrm>
            <a:off x="6753078" y="2931669"/>
            <a:ext cx="806100" cy="447600"/>
          </a:xfrm>
          <a:prstGeom prst="rect">
            <a:avLst/>
          </a:prstGeom>
        </p:spPr>
        <p:txBody>
          <a:bodyPr anchorCtr="0" anchor="b" bIns="0" lIns="91425" spcFirstLastPara="1" rIns="91425" wrap="square" tIns="91425">
            <a:noAutofit/>
          </a:bodyPr>
          <a:lstStyle/>
          <a:p>
            <a:pPr indent="0" lvl="0" marL="0" rtl="0" algn="ctr">
              <a:spcBef>
                <a:spcPts val="0"/>
              </a:spcBef>
              <a:spcAft>
                <a:spcPts val="0"/>
              </a:spcAft>
              <a:buNone/>
            </a:pPr>
            <a:r>
              <a:rPr lang="en"/>
              <a:t>06</a:t>
            </a:r>
            <a:endParaRPr/>
          </a:p>
        </p:txBody>
      </p:sp>
      <p:sp>
        <p:nvSpPr>
          <p:cNvPr id="672" name="Google Shape;672;p39"/>
          <p:cNvSpPr txBox="1"/>
          <p:nvPr>
            <p:ph idx="16" type="subTitle"/>
          </p:nvPr>
        </p:nvSpPr>
        <p:spPr>
          <a:xfrm>
            <a:off x="796872" y="1904175"/>
            <a:ext cx="23886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Year highlights</a:t>
            </a:r>
            <a:endParaRPr/>
          </a:p>
        </p:txBody>
      </p:sp>
      <p:sp>
        <p:nvSpPr>
          <p:cNvPr id="673" name="Google Shape;673;p39"/>
          <p:cNvSpPr txBox="1"/>
          <p:nvPr>
            <p:ph idx="17" type="subTitle"/>
          </p:nvPr>
        </p:nvSpPr>
        <p:spPr>
          <a:xfrm>
            <a:off x="3379350" y="1904175"/>
            <a:ext cx="23853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Special moments</a:t>
            </a:r>
            <a:endParaRPr/>
          </a:p>
        </p:txBody>
      </p:sp>
      <p:sp>
        <p:nvSpPr>
          <p:cNvPr id="674" name="Google Shape;674;p39"/>
          <p:cNvSpPr txBox="1"/>
          <p:nvPr>
            <p:ph idx="18" type="subTitle"/>
          </p:nvPr>
        </p:nvSpPr>
        <p:spPr>
          <a:xfrm>
            <a:off x="5965128" y="1904175"/>
            <a:ext cx="23820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Goals</a:t>
            </a:r>
            <a:endParaRPr/>
          </a:p>
        </p:txBody>
      </p:sp>
      <p:sp>
        <p:nvSpPr>
          <p:cNvPr id="675" name="Google Shape;675;p39"/>
          <p:cNvSpPr txBox="1"/>
          <p:nvPr>
            <p:ph idx="19" type="subTitle"/>
          </p:nvPr>
        </p:nvSpPr>
        <p:spPr>
          <a:xfrm>
            <a:off x="796872" y="3587426"/>
            <a:ext cx="23886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Personal reflections</a:t>
            </a:r>
            <a:endParaRPr/>
          </a:p>
        </p:txBody>
      </p:sp>
      <p:sp>
        <p:nvSpPr>
          <p:cNvPr id="676" name="Google Shape;676;p39"/>
          <p:cNvSpPr txBox="1"/>
          <p:nvPr>
            <p:ph idx="20" type="subTitle"/>
          </p:nvPr>
        </p:nvSpPr>
        <p:spPr>
          <a:xfrm>
            <a:off x="3379350" y="3587426"/>
            <a:ext cx="23853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Special moments</a:t>
            </a:r>
            <a:endParaRPr/>
          </a:p>
        </p:txBody>
      </p:sp>
      <p:sp>
        <p:nvSpPr>
          <p:cNvPr id="677" name="Google Shape;677;p39"/>
          <p:cNvSpPr txBox="1"/>
          <p:nvPr>
            <p:ph idx="21" type="subTitle"/>
          </p:nvPr>
        </p:nvSpPr>
        <p:spPr>
          <a:xfrm>
            <a:off x="5965128" y="3587426"/>
            <a:ext cx="23820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a:t>
            </a:r>
            <a:endParaRPr/>
          </a:p>
        </p:txBody>
      </p:sp>
      <p:grpSp>
        <p:nvGrpSpPr>
          <p:cNvPr id="678" name="Google Shape;678;p39"/>
          <p:cNvGrpSpPr/>
          <p:nvPr/>
        </p:nvGrpSpPr>
        <p:grpSpPr>
          <a:xfrm>
            <a:off x="7975037" y="929814"/>
            <a:ext cx="448970" cy="542629"/>
            <a:chOff x="2594860" y="4963366"/>
            <a:chExt cx="112094" cy="135488"/>
          </a:xfrm>
        </p:grpSpPr>
        <p:sp>
          <p:nvSpPr>
            <p:cNvPr id="679" name="Google Shape;679;p39"/>
            <p:cNvSpPr/>
            <p:nvPr/>
          </p:nvSpPr>
          <p:spPr>
            <a:xfrm>
              <a:off x="2594860" y="4963366"/>
              <a:ext cx="112094" cy="135488"/>
            </a:xfrm>
            <a:custGeom>
              <a:rect b="b" l="l" r="r" t="t"/>
              <a:pathLst>
                <a:path extrusionOk="0" h="135488" w="112094">
                  <a:moveTo>
                    <a:pt x="110742" y="72880"/>
                  </a:moveTo>
                  <a:cubicBezTo>
                    <a:pt x="110389" y="72102"/>
                    <a:pt x="109894" y="71324"/>
                    <a:pt x="109328" y="70617"/>
                  </a:cubicBezTo>
                  <a:cubicBezTo>
                    <a:pt x="105298" y="65456"/>
                    <a:pt x="94552" y="65244"/>
                    <a:pt x="88542" y="64678"/>
                  </a:cubicBezTo>
                  <a:cubicBezTo>
                    <a:pt x="85078" y="64395"/>
                    <a:pt x="81613" y="64254"/>
                    <a:pt x="78220" y="64395"/>
                  </a:cubicBezTo>
                  <a:cubicBezTo>
                    <a:pt x="75250" y="64537"/>
                    <a:pt x="71291" y="65527"/>
                    <a:pt x="68463" y="64183"/>
                  </a:cubicBezTo>
                  <a:cubicBezTo>
                    <a:pt x="68180" y="64042"/>
                    <a:pt x="67897" y="63830"/>
                    <a:pt x="67756" y="63547"/>
                  </a:cubicBezTo>
                  <a:cubicBezTo>
                    <a:pt x="67685" y="63194"/>
                    <a:pt x="67756" y="62840"/>
                    <a:pt x="67968" y="62557"/>
                  </a:cubicBezTo>
                  <a:cubicBezTo>
                    <a:pt x="74826" y="49760"/>
                    <a:pt x="80623" y="35337"/>
                    <a:pt x="82532" y="20914"/>
                  </a:cubicBezTo>
                  <a:cubicBezTo>
                    <a:pt x="83169" y="16177"/>
                    <a:pt x="83239" y="11087"/>
                    <a:pt x="81189" y="6774"/>
                  </a:cubicBezTo>
                  <a:cubicBezTo>
                    <a:pt x="79139" y="2461"/>
                    <a:pt x="74260" y="-861"/>
                    <a:pt x="69594" y="199"/>
                  </a:cubicBezTo>
                  <a:cubicBezTo>
                    <a:pt x="67332" y="694"/>
                    <a:pt x="65423" y="2108"/>
                    <a:pt x="63726" y="3663"/>
                  </a:cubicBezTo>
                  <a:cubicBezTo>
                    <a:pt x="55383" y="11087"/>
                    <a:pt x="50576" y="21763"/>
                    <a:pt x="48384" y="32651"/>
                  </a:cubicBezTo>
                  <a:cubicBezTo>
                    <a:pt x="46192" y="43539"/>
                    <a:pt x="46334" y="54780"/>
                    <a:pt x="46475" y="65880"/>
                  </a:cubicBezTo>
                  <a:cubicBezTo>
                    <a:pt x="41455" y="57537"/>
                    <a:pt x="36082" y="48841"/>
                    <a:pt x="27598" y="44104"/>
                  </a:cubicBezTo>
                  <a:cubicBezTo>
                    <a:pt x="19114" y="39367"/>
                    <a:pt x="6529" y="40428"/>
                    <a:pt x="1792" y="48841"/>
                  </a:cubicBezTo>
                  <a:cubicBezTo>
                    <a:pt x="-3157" y="57608"/>
                    <a:pt x="2852" y="69132"/>
                    <a:pt x="11195" y="74718"/>
                  </a:cubicBezTo>
                  <a:cubicBezTo>
                    <a:pt x="18831" y="79879"/>
                    <a:pt x="28517" y="82000"/>
                    <a:pt x="37637" y="80586"/>
                  </a:cubicBezTo>
                  <a:cubicBezTo>
                    <a:pt x="27386" y="86030"/>
                    <a:pt x="18689" y="94302"/>
                    <a:pt x="12751" y="104271"/>
                  </a:cubicBezTo>
                  <a:cubicBezTo>
                    <a:pt x="9852" y="109079"/>
                    <a:pt x="7801" y="115866"/>
                    <a:pt x="11690" y="119896"/>
                  </a:cubicBezTo>
                  <a:cubicBezTo>
                    <a:pt x="15366" y="123714"/>
                    <a:pt x="21729" y="122512"/>
                    <a:pt x="26466" y="120249"/>
                  </a:cubicBezTo>
                  <a:cubicBezTo>
                    <a:pt x="37001" y="115300"/>
                    <a:pt x="45697" y="106675"/>
                    <a:pt x="50788" y="96282"/>
                  </a:cubicBezTo>
                  <a:cubicBezTo>
                    <a:pt x="48525" y="104554"/>
                    <a:pt x="46263" y="113320"/>
                    <a:pt x="48454" y="121663"/>
                  </a:cubicBezTo>
                  <a:cubicBezTo>
                    <a:pt x="50646" y="129935"/>
                    <a:pt x="59060" y="137288"/>
                    <a:pt x="67332" y="135097"/>
                  </a:cubicBezTo>
                  <a:cubicBezTo>
                    <a:pt x="75604" y="132905"/>
                    <a:pt x="79280" y="122724"/>
                    <a:pt x="78290" y="114240"/>
                  </a:cubicBezTo>
                  <a:cubicBezTo>
                    <a:pt x="77795" y="110069"/>
                    <a:pt x="76523" y="106109"/>
                    <a:pt x="75179" y="102150"/>
                  </a:cubicBezTo>
                  <a:cubicBezTo>
                    <a:pt x="73978" y="98756"/>
                    <a:pt x="70867" y="94302"/>
                    <a:pt x="71857" y="90626"/>
                  </a:cubicBezTo>
                  <a:cubicBezTo>
                    <a:pt x="78432" y="91898"/>
                    <a:pt x="84088" y="95504"/>
                    <a:pt x="91158" y="95787"/>
                  </a:cubicBezTo>
                  <a:cubicBezTo>
                    <a:pt x="97804" y="95999"/>
                    <a:pt x="104874" y="93737"/>
                    <a:pt x="109045" y="88504"/>
                  </a:cubicBezTo>
                  <a:cubicBezTo>
                    <a:pt x="112368" y="84262"/>
                    <a:pt x="113075" y="77829"/>
                    <a:pt x="110671" y="72880"/>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0" name="Google Shape;680;p39"/>
            <p:cNvSpPr/>
            <p:nvPr/>
          </p:nvSpPr>
          <p:spPr>
            <a:xfrm>
              <a:off x="2644927" y="5037589"/>
              <a:ext cx="7701" cy="8928"/>
            </a:xfrm>
            <a:custGeom>
              <a:rect b="b" l="l" r="r" t="t"/>
              <a:pathLst>
                <a:path extrusionOk="0" h="8928" w="7701">
                  <a:moveTo>
                    <a:pt x="6518" y="3606"/>
                  </a:moveTo>
                  <a:lnTo>
                    <a:pt x="6518" y="3606"/>
                  </a:lnTo>
                  <a:cubicBezTo>
                    <a:pt x="6518" y="3606"/>
                    <a:pt x="6660" y="3818"/>
                    <a:pt x="6660" y="3959"/>
                  </a:cubicBezTo>
                  <a:cubicBezTo>
                    <a:pt x="6660" y="3959"/>
                    <a:pt x="6660" y="3888"/>
                    <a:pt x="6660" y="3818"/>
                  </a:cubicBezTo>
                  <a:lnTo>
                    <a:pt x="6660" y="4737"/>
                  </a:lnTo>
                  <a:lnTo>
                    <a:pt x="6660" y="4737"/>
                  </a:lnTo>
                  <a:cubicBezTo>
                    <a:pt x="6730" y="4313"/>
                    <a:pt x="6730" y="3959"/>
                    <a:pt x="6589" y="3535"/>
                  </a:cubicBezTo>
                  <a:cubicBezTo>
                    <a:pt x="6447" y="3181"/>
                    <a:pt x="6165" y="2828"/>
                    <a:pt x="5811" y="2687"/>
                  </a:cubicBezTo>
                  <a:cubicBezTo>
                    <a:pt x="5104" y="2333"/>
                    <a:pt x="4326" y="2192"/>
                    <a:pt x="3549" y="2404"/>
                  </a:cubicBezTo>
                  <a:cubicBezTo>
                    <a:pt x="2630" y="2687"/>
                    <a:pt x="1993" y="3394"/>
                    <a:pt x="1710" y="4242"/>
                  </a:cubicBezTo>
                  <a:cubicBezTo>
                    <a:pt x="1428" y="5090"/>
                    <a:pt x="1710" y="6151"/>
                    <a:pt x="2347" y="6858"/>
                  </a:cubicBezTo>
                  <a:cubicBezTo>
                    <a:pt x="2842" y="7424"/>
                    <a:pt x="3619" y="7706"/>
                    <a:pt x="4397" y="7706"/>
                  </a:cubicBezTo>
                  <a:cubicBezTo>
                    <a:pt x="5175" y="7706"/>
                    <a:pt x="5953" y="7424"/>
                    <a:pt x="6518" y="6858"/>
                  </a:cubicBezTo>
                  <a:cubicBezTo>
                    <a:pt x="6730" y="6646"/>
                    <a:pt x="6942" y="6363"/>
                    <a:pt x="7084" y="6080"/>
                  </a:cubicBezTo>
                  <a:cubicBezTo>
                    <a:pt x="7367" y="5585"/>
                    <a:pt x="7437" y="5161"/>
                    <a:pt x="7508" y="4595"/>
                  </a:cubicBezTo>
                  <a:cubicBezTo>
                    <a:pt x="7508" y="4242"/>
                    <a:pt x="7508" y="3888"/>
                    <a:pt x="7367" y="3535"/>
                  </a:cubicBezTo>
                  <a:cubicBezTo>
                    <a:pt x="7225" y="3181"/>
                    <a:pt x="7154" y="2828"/>
                    <a:pt x="6942" y="2545"/>
                  </a:cubicBezTo>
                  <a:cubicBezTo>
                    <a:pt x="6447" y="1626"/>
                    <a:pt x="5528" y="989"/>
                    <a:pt x="4468" y="989"/>
                  </a:cubicBezTo>
                  <a:cubicBezTo>
                    <a:pt x="3761" y="989"/>
                    <a:pt x="3054" y="1273"/>
                    <a:pt x="2488" y="1697"/>
                  </a:cubicBezTo>
                  <a:cubicBezTo>
                    <a:pt x="1923" y="2121"/>
                    <a:pt x="1428" y="2545"/>
                    <a:pt x="1145" y="3181"/>
                  </a:cubicBezTo>
                  <a:cubicBezTo>
                    <a:pt x="1004" y="3464"/>
                    <a:pt x="862" y="3818"/>
                    <a:pt x="791" y="4100"/>
                  </a:cubicBezTo>
                  <a:cubicBezTo>
                    <a:pt x="650" y="4666"/>
                    <a:pt x="650" y="5090"/>
                    <a:pt x="791" y="5727"/>
                  </a:cubicBezTo>
                  <a:cubicBezTo>
                    <a:pt x="933" y="6363"/>
                    <a:pt x="1286" y="6999"/>
                    <a:pt x="1710" y="7424"/>
                  </a:cubicBezTo>
                  <a:cubicBezTo>
                    <a:pt x="2347" y="7989"/>
                    <a:pt x="3125" y="8343"/>
                    <a:pt x="3973" y="8413"/>
                  </a:cubicBezTo>
                  <a:cubicBezTo>
                    <a:pt x="4821" y="8484"/>
                    <a:pt x="5670" y="8060"/>
                    <a:pt x="6235" y="7494"/>
                  </a:cubicBezTo>
                  <a:cubicBezTo>
                    <a:pt x="7296" y="6504"/>
                    <a:pt x="7508" y="4878"/>
                    <a:pt x="7154" y="3535"/>
                  </a:cubicBezTo>
                  <a:cubicBezTo>
                    <a:pt x="7013" y="2899"/>
                    <a:pt x="6589" y="2192"/>
                    <a:pt x="6094" y="1768"/>
                  </a:cubicBezTo>
                  <a:cubicBezTo>
                    <a:pt x="5458" y="1202"/>
                    <a:pt x="4680" y="848"/>
                    <a:pt x="3761" y="848"/>
                  </a:cubicBezTo>
                  <a:cubicBezTo>
                    <a:pt x="3407" y="848"/>
                    <a:pt x="3054" y="848"/>
                    <a:pt x="2771" y="989"/>
                  </a:cubicBezTo>
                  <a:cubicBezTo>
                    <a:pt x="2488" y="1131"/>
                    <a:pt x="2135" y="1202"/>
                    <a:pt x="1781" y="1343"/>
                  </a:cubicBezTo>
                  <a:cubicBezTo>
                    <a:pt x="1216" y="1697"/>
                    <a:pt x="650" y="2192"/>
                    <a:pt x="438" y="2828"/>
                  </a:cubicBezTo>
                  <a:cubicBezTo>
                    <a:pt x="155" y="3464"/>
                    <a:pt x="-57" y="4171"/>
                    <a:pt x="14" y="4878"/>
                  </a:cubicBezTo>
                  <a:cubicBezTo>
                    <a:pt x="14" y="5232"/>
                    <a:pt x="14" y="5585"/>
                    <a:pt x="226" y="5868"/>
                  </a:cubicBezTo>
                  <a:cubicBezTo>
                    <a:pt x="438" y="6434"/>
                    <a:pt x="650" y="6716"/>
                    <a:pt x="1004" y="7211"/>
                  </a:cubicBezTo>
                  <a:cubicBezTo>
                    <a:pt x="1145" y="7424"/>
                    <a:pt x="1357" y="7565"/>
                    <a:pt x="1569" y="7706"/>
                  </a:cubicBezTo>
                  <a:cubicBezTo>
                    <a:pt x="1781" y="7848"/>
                    <a:pt x="1993" y="8060"/>
                    <a:pt x="2276" y="8130"/>
                  </a:cubicBezTo>
                  <a:cubicBezTo>
                    <a:pt x="2559" y="8272"/>
                    <a:pt x="2912" y="8413"/>
                    <a:pt x="3266" y="8484"/>
                  </a:cubicBezTo>
                  <a:cubicBezTo>
                    <a:pt x="3619" y="8555"/>
                    <a:pt x="3973" y="8625"/>
                    <a:pt x="4326" y="8625"/>
                  </a:cubicBezTo>
                  <a:cubicBezTo>
                    <a:pt x="5175" y="8625"/>
                    <a:pt x="6094" y="8272"/>
                    <a:pt x="6730" y="7635"/>
                  </a:cubicBezTo>
                  <a:cubicBezTo>
                    <a:pt x="7225" y="7070"/>
                    <a:pt x="7579" y="6363"/>
                    <a:pt x="7649" y="5585"/>
                  </a:cubicBezTo>
                  <a:cubicBezTo>
                    <a:pt x="7791" y="4383"/>
                    <a:pt x="7649" y="3181"/>
                    <a:pt x="7154" y="2050"/>
                  </a:cubicBezTo>
                  <a:cubicBezTo>
                    <a:pt x="6872" y="1414"/>
                    <a:pt x="6306" y="919"/>
                    <a:pt x="5740" y="565"/>
                  </a:cubicBezTo>
                  <a:cubicBezTo>
                    <a:pt x="5175" y="212"/>
                    <a:pt x="4468" y="0"/>
                    <a:pt x="3761" y="0"/>
                  </a:cubicBezTo>
                  <a:cubicBezTo>
                    <a:pt x="2912" y="0"/>
                    <a:pt x="2135" y="424"/>
                    <a:pt x="1498" y="989"/>
                  </a:cubicBezTo>
                  <a:cubicBezTo>
                    <a:pt x="1074" y="1414"/>
                    <a:pt x="791" y="1909"/>
                    <a:pt x="509" y="2474"/>
                  </a:cubicBezTo>
                  <a:cubicBezTo>
                    <a:pt x="84" y="3535"/>
                    <a:pt x="-57" y="4737"/>
                    <a:pt x="296" y="5868"/>
                  </a:cubicBezTo>
                  <a:cubicBezTo>
                    <a:pt x="509" y="6575"/>
                    <a:pt x="791" y="7070"/>
                    <a:pt x="1286" y="7635"/>
                  </a:cubicBezTo>
                  <a:cubicBezTo>
                    <a:pt x="1781" y="8201"/>
                    <a:pt x="2276" y="8484"/>
                    <a:pt x="2912" y="8696"/>
                  </a:cubicBezTo>
                  <a:cubicBezTo>
                    <a:pt x="3054" y="8696"/>
                    <a:pt x="3195" y="8838"/>
                    <a:pt x="3407" y="8838"/>
                  </a:cubicBezTo>
                  <a:cubicBezTo>
                    <a:pt x="3761" y="8838"/>
                    <a:pt x="4044" y="8979"/>
                    <a:pt x="4397" y="8908"/>
                  </a:cubicBezTo>
                  <a:cubicBezTo>
                    <a:pt x="5033" y="8908"/>
                    <a:pt x="5670" y="8767"/>
                    <a:pt x="6165" y="8413"/>
                  </a:cubicBezTo>
                  <a:cubicBezTo>
                    <a:pt x="7225" y="7777"/>
                    <a:pt x="7791" y="6363"/>
                    <a:pt x="7437" y="5161"/>
                  </a:cubicBezTo>
                  <a:cubicBezTo>
                    <a:pt x="7225" y="4525"/>
                    <a:pt x="6730" y="3959"/>
                    <a:pt x="6023" y="3818"/>
                  </a:cubicBezTo>
                  <a:cubicBezTo>
                    <a:pt x="5599" y="3747"/>
                    <a:pt x="5175" y="3818"/>
                    <a:pt x="4821" y="4171"/>
                  </a:cubicBezTo>
                  <a:cubicBezTo>
                    <a:pt x="4468" y="4525"/>
                    <a:pt x="4397" y="4949"/>
                    <a:pt x="4468" y="5373"/>
                  </a:cubicBezTo>
                  <a:cubicBezTo>
                    <a:pt x="4468" y="5373"/>
                    <a:pt x="4468" y="5373"/>
                    <a:pt x="4468" y="5444"/>
                  </a:cubicBezTo>
                  <a:lnTo>
                    <a:pt x="4468" y="5090"/>
                  </a:lnTo>
                  <a:cubicBezTo>
                    <a:pt x="4468" y="5090"/>
                    <a:pt x="4468" y="5373"/>
                    <a:pt x="4468" y="5514"/>
                  </a:cubicBezTo>
                  <a:lnTo>
                    <a:pt x="4468" y="5090"/>
                  </a:lnTo>
                  <a:cubicBezTo>
                    <a:pt x="4468" y="5090"/>
                    <a:pt x="4468" y="5232"/>
                    <a:pt x="4468" y="5303"/>
                  </a:cubicBezTo>
                  <a:lnTo>
                    <a:pt x="4609" y="4949"/>
                  </a:lnTo>
                  <a:cubicBezTo>
                    <a:pt x="4609" y="4949"/>
                    <a:pt x="4539" y="5161"/>
                    <a:pt x="4468" y="5232"/>
                  </a:cubicBezTo>
                  <a:lnTo>
                    <a:pt x="4751" y="4878"/>
                  </a:lnTo>
                  <a:cubicBezTo>
                    <a:pt x="4751" y="4878"/>
                    <a:pt x="4609" y="5090"/>
                    <a:pt x="4468" y="5161"/>
                  </a:cubicBezTo>
                  <a:lnTo>
                    <a:pt x="4821" y="4878"/>
                  </a:lnTo>
                  <a:cubicBezTo>
                    <a:pt x="4821" y="4878"/>
                    <a:pt x="4680" y="4949"/>
                    <a:pt x="4609" y="5019"/>
                  </a:cubicBezTo>
                  <a:lnTo>
                    <a:pt x="5033" y="4808"/>
                  </a:lnTo>
                  <a:cubicBezTo>
                    <a:pt x="5033" y="4808"/>
                    <a:pt x="4539" y="4949"/>
                    <a:pt x="4326" y="5019"/>
                  </a:cubicBezTo>
                  <a:lnTo>
                    <a:pt x="4821" y="5019"/>
                  </a:lnTo>
                  <a:cubicBezTo>
                    <a:pt x="4821" y="5019"/>
                    <a:pt x="4468" y="5019"/>
                    <a:pt x="4326" y="4949"/>
                  </a:cubicBezTo>
                  <a:lnTo>
                    <a:pt x="4821" y="4949"/>
                  </a:lnTo>
                  <a:cubicBezTo>
                    <a:pt x="4821" y="4949"/>
                    <a:pt x="4468" y="4949"/>
                    <a:pt x="4256" y="4878"/>
                  </a:cubicBezTo>
                  <a:lnTo>
                    <a:pt x="4751" y="5090"/>
                  </a:lnTo>
                  <a:cubicBezTo>
                    <a:pt x="4751" y="5090"/>
                    <a:pt x="4397" y="4949"/>
                    <a:pt x="4256" y="4808"/>
                  </a:cubicBezTo>
                  <a:lnTo>
                    <a:pt x="4680" y="5161"/>
                  </a:lnTo>
                  <a:cubicBezTo>
                    <a:pt x="4680" y="5161"/>
                    <a:pt x="4397" y="4878"/>
                    <a:pt x="4256" y="4666"/>
                  </a:cubicBezTo>
                  <a:lnTo>
                    <a:pt x="4609" y="5090"/>
                  </a:lnTo>
                  <a:cubicBezTo>
                    <a:pt x="4609" y="5090"/>
                    <a:pt x="4397" y="4737"/>
                    <a:pt x="4256" y="4525"/>
                  </a:cubicBezTo>
                  <a:lnTo>
                    <a:pt x="4468" y="5019"/>
                  </a:lnTo>
                  <a:cubicBezTo>
                    <a:pt x="4468" y="5019"/>
                    <a:pt x="4326" y="4595"/>
                    <a:pt x="4326" y="4383"/>
                  </a:cubicBezTo>
                  <a:lnTo>
                    <a:pt x="4326" y="4949"/>
                  </a:lnTo>
                  <a:cubicBezTo>
                    <a:pt x="4326" y="4949"/>
                    <a:pt x="4326" y="4383"/>
                    <a:pt x="4397" y="4100"/>
                  </a:cubicBezTo>
                  <a:lnTo>
                    <a:pt x="4397" y="4666"/>
                  </a:lnTo>
                  <a:cubicBezTo>
                    <a:pt x="4397" y="4666"/>
                    <a:pt x="4397" y="4171"/>
                    <a:pt x="4539" y="3959"/>
                  </a:cubicBezTo>
                  <a:lnTo>
                    <a:pt x="4326" y="4454"/>
                  </a:lnTo>
                  <a:cubicBezTo>
                    <a:pt x="4326" y="4454"/>
                    <a:pt x="4539" y="4100"/>
                    <a:pt x="4680" y="3888"/>
                  </a:cubicBezTo>
                  <a:lnTo>
                    <a:pt x="4326" y="4313"/>
                  </a:lnTo>
                  <a:cubicBezTo>
                    <a:pt x="4326" y="4313"/>
                    <a:pt x="4539" y="4100"/>
                    <a:pt x="4609" y="4030"/>
                  </a:cubicBezTo>
                  <a:lnTo>
                    <a:pt x="4185" y="4383"/>
                  </a:lnTo>
                  <a:cubicBezTo>
                    <a:pt x="4185" y="4383"/>
                    <a:pt x="4397" y="4242"/>
                    <a:pt x="4468" y="4171"/>
                  </a:cubicBezTo>
                  <a:lnTo>
                    <a:pt x="3973" y="4383"/>
                  </a:lnTo>
                  <a:cubicBezTo>
                    <a:pt x="3973" y="4383"/>
                    <a:pt x="4185" y="4383"/>
                    <a:pt x="4256" y="4313"/>
                  </a:cubicBezTo>
                  <a:lnTo>
                    <a:pt x="3690" y="4313"/>
                  </a:lnTo>
                  <a:cubicBezTo>
                    <a:pt x="3690" y="4313"/>
                    <a:pt x="3902" y="4313"/>
                    <a:pt x="4044" y="4383"/>
                  </a:cubicBezTo>
                  <a:lnTo>
                    <a:pt x="3478" y="4383"/>
                  </a:lnTo>
                  <a:cubicBezTo>
                    <a:pt x="3478" y="4383"/>
                    <a:pt x="3690" y="4383"/>
                    <a:pt x="3761" y="4383"/>
                  </a:cubicBezTo>
                  <a:lnTo>
                    <a:pt x="3266" y="4171"/>
                  </a:lnTo>
                  <a:cubicBezTo>
                    <a:pt x="3266" y="4171"/>
                    <a:pt x="3478" y="4313"/>
                    <a:pt x="3619" y="4383"/>
                  </a:cubicBezTo>
                  <a:lnTo>
                    <a:pt x="3195" y="4030"/>
                  </a:lnTo>
                  <a:cubicBezTo>
                    <a:pt x="3195" y="4030"/>
                    <a:pt x="3407" y="4242"/>
                    <a:pt x="3549" y="4383"/>
                  </a:cubicBezTo>
                  <a:lnTo>
                    <a:pt x="3195" y="3959"/>
                  </a:lnTo>
                  <a:cubicBezTo>
                    <a:pt x="3195" y="3959"/>
                    <a:pt x="3337" y="4242"/>
                    <a:pt x="3407" y="4383"/>
                  </a:cubicBezTo>
                  <a:lnTo>
                    <a:pt x="3195" y="3888"/>
                  </a:lnTo>
                  <a:cubicBezTo>
                    <a:pt x="3195" y="3888"/>
                    <a:pt x="3337" y="4383"/>
                    <a:pt x="3407" y="4595"/>
                  </a:cubicBezTo>
                  <a:lnTo>
                    <a:pt x="3407" y="4030"/>
                  </a:lnTo>
                  <a:cubicBezTo>
                    <a:pt x="3407" y="4454"/>
                    <a:pt x="3407" y="4878"/>
                    <a:pt x="3407" y="5303"/>
                  </a:cubicBezTo>
                  <a:lnTo>
                    <a:pt x="3407" y="4737"/>
                  </a:lnTo>
                  <a:cubicBezTo>
                    <a:pt x="3407" y="4737"/>
                    <a:pt x="3407" y="5090"/>
                    <a:pt x="3407" y="5232"/>
                  </a:cubicBezTo>
                  <a:lnTo>
                    <a:pt x="3619" y="4737"/>
                  </a:lnTo>
                  <a:cubicBezTo>
                    <a:pt x="3619" y="4737"/>
                    <a:pt x="3549" y="4949"/>
                    <a:pt x="3478" y="5019"/>
                  </a:cubicBezTo>
                  <a:lnTo>
                    <a:pt x="3832" y="4595"/>
                  </a:lnTo>
                  <a:cubicBezTo>
                    <a:pt x="3832" y="4595"/>
                    <a:pt x="3690" y="4737"/>
                    <a:pt x="3690" y="4737"/>
                  </a:cubicBezTo>
                  <a:lnTo>
                    <a:pt x="4114" y="4383"/>
                  </a:lnTo>
                  <a:cubicBezTo>
                    <a:pt x="4114" y="4383"/>
                    <a:pt x="3973" y="4454"/>
                    <a:pt x="3902" y="4525"/>
                  </a:cubicBezTo>
                  <a:lnTo>
                    <a:pt x="4397" y="4313"/>
                  </a:lnTo>
                  <a:cubicBezTo>
                    <a:pt x="4397" y="4313"/>
                    <a:pt x="4185" y="4313"/>
                    <a:pt x="4044" y="4383"/>
                  </a:cubicBezTo>
                  <a:lnTo>
                    <a:pt x="4609" y="4383"/>
                  </a:lnTo>
                  <a:cubicBezTo>
                    <a:pt x="4609" y="4383"/>
                    <a:pt x="4256" y="4383"/>
                    <a:pt x="4114" y="4313"/>
                  </a:cubicBezTo>
                  <a:lnTo>
                    <a:pt x="4680" y="4313"/>
                  </a:lnTo>
                  <a:cubicBezTo>
                    <a:pt x="4680" y="4313"/>
                    <a:pt x="4326" y="4313"/>
                    <a:pt x="4185" y="4313"/>
                  </a:cubicBezTo>
                  <a:lnTo>
                    <a:pt x="4751" y="4525"/>
                  </a:lnTo>
                  <a:cubicBezTo>
                    <a:pt x="4751" y="4525"/>
                    <a:pt x="4468" y="4383"/>
                    <a:pt x="4326" y="4242"/>
                  </a:cubicBezTo>
                  <a:lnTo>
                    <a:pt x="4751" y="4595"/>
                  </a:lnTo>
                  <a:cubicBezTo>
                    <a:pt x="4751" y="4595"/>
                    <a:pt x="4539" y="4383"/>
                    <a:pt x="4397" y="4242"/>
                  </a:cubicBezTo>
                  <a:lnTo>
                    <a:pt x="4751" y="4666"/>
                  </a:lnTo>
                  <a:cubicBezTo>
                    <a:pt x="4751" y="4666"/>
                    <a:pt x="4609" y="4383"/>
                    <a:pt x="4539" y="4242"/>
                  </a:cubicBezTo>
                  <a:lnTo>
                    <a:pt x="4751" y="4808"/>
                  </a:lnTo>
                  <a:cubicBezTo>
                    <a:pt x="4751" y="4808"/>
                    <a:pt x="4680" y="4525"/>
                    <a:pt x="4609" y="4383"/>
                  </a:cubicBezTo>
                  <a:lnTo>
                    <a:pt x="4609" y="4949"/>
                  </a:lnTo>
                  <a:cubicBezTo>
                    <a:pt x="4609" y="4949"/>
                    <a:pt x="4609" y="4666"/>
                    <a:pt x="4680" y="4525"/>
                  </a:cubicBezTo>
                  <a:lnTo>
                    <a:pt x="4680" y="5090"/>
                  </a:lnTo>
                  <a:cubicBezTo>
                    <a:pt x="4680" y="5090"/>
                    <a:pt x="4680" y="4808"/>
                    <a:pt x="4680" y="4666"/>
                  </a:cubicBezTo>
                  <a:lnTo>
                    <a:pt x="4468" y="5232"/>
                  </a:lnTo>
                  <a:cubicBezTo>
                    <a:pt x="4468" y="5232"/>
                    <a:pt x="4609" y="5019"/>
                    <a:pt x="4680" y="4878"/>
                  </a:cubicBezTo>
                  <a:lnTo>
                    <a:pt x="4326" y="5303"/>
                  </a:lnTo>
                  <a:cubicBezTo>
                    <a:pt x="4326" y="5303"/>
                    <a:pt x="4468" y="5161"/>
                    <a:pt x="4539" y="5090"/>
                  </a:cubicBezTo>
                  <a:lnTo>
                    <a:pt x="4114" y="5444"/>
                  </a:lnTo>
                  <a:cubicBezTo>
                    <a:pt x="4114" y="5444"/>
                    <a:pt x="4326" y="5303"/>
                    <a:pt x="4397" y="5232"/>
                  </a:cubicBezTo>
                  <a:lnTo>
                    <a:pt x="3832" y="5444"/>
                  </a:lnTo>
                  <a:cubicBezTo>
                    <a:pt x="3832" y="5444"/>
                    <a:pt x="4044" y="5373"/>
                    <a:pt x="4185" y="5373"/>
                  </a:cubicBezTo>
                  <a:lnTo>
                    <a:pt x="3549" y="5373"/>
                  </a:lnTo>
                  <a:cubicBezTo>
                    <a:pt x="3549" y="5373"/>
                    <a:pt x="3832" y="5373"/>
                    <a:pt x="3973" y="5444"/>
                  </a:cubicBezTo>
                  <a:lnTo>
                    <a:pt x="3337" y="5444"/>
                  </a:lnTo>
                  <a:cubicBezTo>
                    <a:pt x="3337" y="5444"/>
                    <a:pt x="3549" y="5444"/>
                    <a:pt x="3690" y="5444"/>
                  </a:cubicBezTo>
                  <a:lnTo>
                    <a:pt x="3125" y="5232"/>
                  </a:lnTo>
                  <a:cubicBezTo>
                    <a:pt x="3125" y="5232"/>
                    <a:pt x="3266" y="5303"/>
                    <a:pt x="3407" y="5373"/>
                  </a:cubicBezTo>
                  <a:lnTo>
                    <a:pt x="2912" y="5019"/>
                  </a:lnTo>
                  <a:cubicBezTo>
                    <a:pt x="2912" y="5019"/>
                    <a:pt x="3054" y="5161"/>
                    <a:pt x="3125" y="5232"/>
                  </a:cubicBezTo>
                  <a:lnTo>
                    <a:pt x="2771" y="4737"/>
                  </a:lnTo>
                  <a:cubicBezTo>
                    <a:pt x="2771" y="4737"/>
                    <a:pt x="2912" y="4949"/>
                    <a:pt x="2912" y="5019"/>
                  </a:cubicBezTo>
                  <a:lnTo>
                    <a:pt x="2700" y="4454"/>
                  </a:lnTo>
                  <a:cubicBezTo>
                    <a:pt x="2700" y="4454"/>
                    <a:pt x="2842" y="4808"/>
                    <a:pt x="2842" y="4949"/>
                  </a:cubicBezTo>
                  <a:lnTo>
                    <a:pt x="2842" y="4313"/>
                  </a:lnTo>
                  <a:cubicBezTo>
                    <a:pt x="2842" y="4313"/>
                    <a:pt x="2842" y="4808"/>
                    <a:pt x="2771" y="5019"/>
                  </a:cubicBezTo>
                  <a:lnTo>
                    <a:pt x="2771" y="4383"/>
                  </a:lnTo>
                  <a:cubicBezTo>
                    <a:pt x="2771" y="4383"/>
                    <a:pt x="2771" y="4666"/>
                    <a:pt x="2771" y="4808"/>
                  </a:cubicBezTo>
                  <a:lnTo>
                    <a:pt x="2983" y="4242"/>
                  </a:lnTo>
                  <a:cubicBezTo>
                    <a:pt x="2983" y="4242"/>
                    <a:pt x="2842" y="4454"/>
                    <a:pt x="2771" y="4525"/>
                  </a:cubicBezTo>
                  <a:lnTo>
                    <a:pt x="3125" y="4030"/>
                  </a:lnTo>
                  <a:cubicBezTo>
                    <a:pt x="3125" y="4030"/>
                    <a:pt x="2983" y="4171"/>
                    <a:pt x="2983" y="4171"/>
                  </a:cubicBezTo>
                  <a:lnTo>
                    <a:pt x="3478" y="3818"/>
                  </a:lnTo>
                  <a:cubicBezTo>
                    <a:pt x="3478" y="3818"/>
                    <a:pt x="3407" y="3818"/>
                    <a:pt x="3337" y="3888"/>
                  </a:cubicBezTo>
                  <a:lnTo>
                    <a:pt x="3902" y="3676"/>
                  </a:lnTo>
                  <a:cubicBezTo>
                    <a:pt x="3902" y="3676"/>
                    <a:pt x="3761" y="3676"/>
                    <a:pt x="3690" y="3676"/>
                  </a:cubicBezTo>
                  <a:lnTo>
                    <a:pt x="4326" y="3676"/>
                  </a:lnTo>
                  <a:cubicBezTo>
                    <a:pt x="4326" y="3676"/>
                    <a:pt x="4185" y="3606"/>
                    <a:pt x="4044" y="3606"/>
                  </a:cubicBezTo>
                  <a:lnTo>
                    <a:pt x="4680" y="3606"/>
                  </a:lnTo>
                  <a:cubicBezTo>
                    <a:pt x="4680" y="3606"/>
                    <a:pt x="4539" y="3606"/>
                    <a:pt x="4397" y="3606"/>
                  </a:cubicBezTo>
                  <a:lnTo>
                    <a:pt x="4963" y="3818"/>
                  </a:lnTo>
                  <a:cubicBezTo>
                    <a:pt x="4963" y="3818"/>
                    <a:pt x="4821" y="3747"/>
                    <a:pt x="4751" y="3676"/>
                  </a:cubicBezTo>
                  <a:lnTo>
                    <a:pt x="5175" y="4030"/>
                  </a:lnTo>
                  <a:cubicBezTo>
                    <a:pt x="5175" y="4030"/>
                    <a:pt x="5033" y="3888"/>
                    <a:pt x="4963" y="3818"/>
                  </a:cubicBezTo>
                  <a:lnTo>
                    <a:pt x="5316" y="4242"/>
                  </a:lnTo>
                  <a:cubicBezTo>
                    <a:pt x="5316" y="4242"/>
                    <a:pt x="5175" y="4030"/>
                    <a:pt x="5175" y="3959"/>
                  </a:cubicBezTo>
                  <a:lnTo>
                    <a:pt x="5387" y="4525"/>
                  </a:lnTo>
                  <a:cubicBezTo>
                    <a:pt x="5387" y="4525"/>
                    <a:pt x="5387" y="4313"/>
                    <a:pt x="5316" y="4242"/>
                  </a:cubicBezTo>
                  <a:lnTo>
                    <a:pt x="5316" y="4808"/>
                  </a:lnTo>
                  <a:cubicBezTo>
                    <a:pt x="5316" y="4808"/>
                    <a:pt x="5387" y="4595"/>
                    <a:pt x="5387" y="4525"/>
                  </a:cubicBezTo>
                  <a:lnTo>
                    <a:pt x="5387" y="5090"/>
                  </a:lnTo>
                  <a:cubicBezTo>
                    <a:pt x="5387" y="5090"/>
                    <a:pt x="5387" y="4808"/>
                    <a:pt x="5387" y="4666"/>
                  </a:cubicBezTo>
                  <a:lnTo>
                    <a:pt x="5175" y="5232"/>
                  </a:lnTo>
                  <a:cubicBezTo>
                    <a:pt x="5175" y="5232"/>
                    <a:pt x="5316" y="4949"/>
                    <a:pt x="5387" y="4878"/>
                  </a:cubicBezTo>
                  <a:lnTo>
                    <a:pt x="5033" y="5303"/>
                  </a:lnTo>
                  <a:cubicBezTo>
                    <a:pt x="5033" y="5303"/>
                    <a:pt x="5316" y="5019"/>
                    <a:pt x="5458" y="4878"/>
                  </a:cubicBezTo>
                  <a:lnTo>
                    <a:pt x="5033" y="5232"/>
                  </a:lnTo>
                  <a:cubicBezTo>
                    <a:pt x="5033" y="5232"/>
                    <a:pt x="5387" y="5019"/>
                    <a:pt x="5528" y="4949"/>
                  </a:cubicBezTo>
                  <a:lnTo>
                    <a:pt x="5033" y="5161"/>
                  </a:lnTo>
                  <a:cubicBezTo>
                    <a:pt x="5033" y="5161"/>
                    <a:pt x="5104" y="5161"/>
                    <a:pt x="5175" y="5161"/>
                  </a:cubicBezTo>
                  <a:lnTo>
                    <a:pt x="4609" y="5161"/>
                  </a:lnTo>
                  <a:cubicBezTo>
                    <a:pt x="4609" y="5161"/>
                    <a:pt x="4680" y="5161"/>
                    <a:pt x="4751" y="5232"/>
                  </a:cubicBezTo>
                  <a:lnTo>
                    <a:pt x="4185" y="5232"/>
                  </a:lnTo>
                  <a:cubicBezTo>
                    <a:pt x="4185" y="5232"/>
                    <a:pt x="4256" y="5232"/>
                    <a:pt x="4326" y="5232"/>
                  </a:cubicBezTo>
                  <a:lnTo>
                    <a:pt x="3832" y="5019"/>
                  </a:lnTo>
                  <a:cubicBezTo>
                    <a:pt x="3832" y="5019"/>
                    <a:pt x="3902" y="5019"/>
                    <a:pt x="3973" y="5019"/>
                  </a:cubicBezTo>
                  <a:lnTo>
                    <a:pt x="3549" y="4666"/>
                  </a:lnTo>
                  <a:cubicBezTo>
                    <a:pt x="3549" y="4666"/>
                    <a:pt x="3690" y="4808"/>
                    <a:pt x="3761" y="4878"/>
                  </a:cubicBezTo>
                  <a:lnTo>
                    <a:pt x="3407" y="4454"/>
                  </a:lnTo>
                  <a:cubicBezTo>
                    <a:pt x="3407" y="4454"/>
                    <a:pt x="3549" y="4737"/>
                    <a:pt x="3619" y="4878"/>
                  </a:cubicBezTo>
                  <a:lnTo>
                    <a:pt x="3407" y="4383"/>
                  </a:lnTo>
                  <a:cubicBezTo>
                    <a:pt x="3407" y="4383"/>
                    <a:pt x="3478" y="4666"/>
                    <a:pt x="3549" y="4878"/>
                  </a:cubicBezTo>
                  <a:lnTo>
                    <a:pt x="3549" y="4313"/>
                  </a:lnTo>
                  <a:cubicBezTo>
                    <a:pt x="3549" y="4313"/>
                    <a:pt x="3549" y="4595"/>
                    <a:pt x="3478" y="4808"/>
                  </a:cubicBezTo>
                  <a:lnTo>
                    <a:pt x="3478" y="4242"/>
                  </a:lnTo>
                  <a:cubicBezTo>
                    <a:pt x="3478" y="4242"/>
                    <a:pt x="3478" y="4454"/>
                    <a:pt x="3478" y="4595"/>
                  </a:cubicBezTo>
                  <a:lnTo>
                    <a:pt x="3690" y="4100"/>
                  </a:lnTo>
                  <a:cubicBezTo>
                    <a:pt x="3690" y="4100"/>
                    <a:pt x="3690" y="4242"/>
                    <a:pt x="3549" y="4313"/>
                  </a:cubicBezTo>
                  <a:lnTo>
                    <a:pt x="3902" y="3888"/>
                  </a:lnTo>
                  <a:cubicBezTo>
                    <a:pt x="3902" y="3888"/>
                    <a:pt x="3832" y="3959"/>
                    <a:pt x="3761" y="4030"/>
                  </a:cubicBezTo>
                  <a:lnTo>
                    <a:pt x="4185" y="3676"/>
                  </a:lnTo>
                  <a:cubicBezTo>
                    <a:pt x="4185" y="3676"/>
                    <a:pt x="4044" y="3747"/>
                    <a:pt x="3973" y="3818"/>
                  </a:cubicBezTo>
                  <a:lnTo>
                    <a:pt x="4468" y="3606"/>
                  </a:lnTo>
                  <a:cubicBezTo>
                    <a:pt x="4468" y="3606"/>
                    <a:pt x="4326" y="3606"/>
                    <a:pt x="4185" y="3676"/>
                  </a:cubicBezTo>
                  <a:lnTo>
                    <a:pt x="4751" y="3676"/>
                  </a:lnTo>
                  <a:cubicBezTo>
                    <a:pt x="4751" y="3676"/>
                    <a:pt x="4609" y="3676"/>
                    <a:pt x="4468" y="3606"/>
                  </a:cubicBezTo>
                  <a:lnTo>
                    <a:pt x="5033" y="3606"/>
                  </a:lnTo>
                  <a:cubicBezTo>
                    <a:pt x="5033" y="3606"/>
                    <a:pt x="4892" y="3606"/>
                    <a:pt x="4821" y="3606"/>
                  </a:cubicBezTo>
                  <a:lnTo>
                    <a:pt x="5316" y="3818"/>
                  </a:lnTo>
                  <a:cubicBezTo>
                    <a:pt x="5316" y="3818"/>
                    <a:pt x="5246" y="3818"/>
                    <a:pt x="5175" y="3747"/>
                  </a:cubicBezTo>
                  <a:lnTo>
                    <a:pt x="5599" y="4030"/>
                  </a:lnTo>
                  <a:cubicBezTo>
                    <a:pt x="5599" y="4030"/>
                    <a:pt x="5528" y="4030"/>
                    <a:pt x="5458" y="3888"/>
                  </a:cubicBezTo>
                  <a:lnTo>
                    <a:pt x="5740" y="4313"/>
                  </a:lnTo>
                  <a:cubicBezTo>
                    <a:pt x="5740" y="4313"/>
                    <a:pt x="5740" y="4242"/>
                    <a:pt x="5670" y="4171"/>
                  </a:cubicBezTo>
                  <a:lnTo>
                    <a:pt x="5882" y="4666"/>
                  </a:lnTo>
                  <a:cubicBezTo>
                    <a:pt x="5882" y="4666"/>
                    <a:pt x="5882" y="4525"/>
                    <a:pt x="5882" y="4525"/>
                  </a:cubicBezTo>
                  <a:lnTo>
                    <a:pt x="5882" y="5019"/>
                  </a:lnTo>
                  <a:cubicBezTo>
                    <a:pt x="5882" y="5019"/>
                    <a:pt x="5882" y="4878"/>
                    <a:pt x="5882" y="4808"/>
                  </a:cubicBezTo>
                  <a:lnTo>
                    <a:pt x="5882" y="5303"/>
                  </a:lnTo>
                  <a:cubicBezTo>
                    <a:pt x="5882" y="5303"/>
                    <a:pt x="5882" y="5161"/>
                    <a:pt x="5882" y="5090"/>
                  </a:cubicBezTo>
                  <a:lnTo>
                    <a:pt x="5670" y="5585"/>
                  </a:lnTo>
                  <a:cubicBezTo>
                    <a:pt x="5670" y="5585"/>
                    <a:pt x="5670" y="5514"/>
                    <a:pt x="5740" y="5444"/>
                  </a:cubicBezTo>
                  <a:lnTo>
                    <a:pt x="5458" y="5798"/>
                  </a:lnTo>
                  <a:cubicBezTo>
                    <a:pt x="5458" y="5798"/>
                    <a:pt x="5528" y="5727"/>
                    <a:pt x="5599" y="5656"/>
                  </a:cubicBezTo>
                  <a:lnTo>
                    <a:pt x="5246" y="5939"/>
                  </a:lnTo>
                  <a:cubicBezTo>
                    <a:pt x="5246" y="5939"/>
                    <a:pt x="5387" y="5868"/>
                    <a:pt x="5458" y="5798"/>
                  </a:cubicBezTo>
                  <a:lnTo>
                    <a:pt x="5033" y="6009"/>
                  </a:lnTo>
                  <a:cubicBezTo>
                    <a:pt x="5033" y="6009"/>
                    <a:pt x="5175" y="6009"/>
                    <a:pt x="5246" y="6009"/>
                  </a:cubicBezTo>
                  <a:lnTo>
                    <a:pt x="4751" y="6009"/>
                  </a:lnTo>
                  <a:cubicBezTo>
                    <a:pt x="4751" y="6009"/>
                    <a:pt x="4892" y="6009"/>
                    <a:pt x="5033" y="6009"/>
                  </a:cubicBezTo>
                  <a:lnTo>
                    <a:pt x="4539" y="6009"/>
                  </a:lnTo>
                  <a:cubicBezTo>
                    <a:pt x="4539" y="6009"/>
                    <a:pt x="4680" y="6009"/>
                    <a:pt x="4821" y="6009"/>
                  </a:cubicBezTo>
                  <a:cubicBezTo>
                    <a:pt x="5387" y="6222"/>
                    <a:pt x="6165" y="6009"/>
                    <a:pt x="6589" y="5514"/>
                  </a:cubicBezTo>
                  <a:lnTo>
                    <a:pt x="6589" y="5514"/>
                  </a:lnTo>
                  <a:cubicBezTo>
                    <a:pt x="6589" y="5514"/>
                    <a:pt x="6094" y="5798"/>
                    <a:pt x="5811" y="5939"/>
                  </a:cubicBezTo>
                  <a:cubicBezTo>
                    <a:pt x="6023" y="5939"/>
                    <a:pt x="6235" y="5798"/>
                    <a:pt x="6377" y="5656"/>
                  </a:cubicBezTo>
                  <a:cubicBezTo>
                    <a:pt x="6730" y="5444"/>
                    <a:pt x="7013" y="5161"/>
                    <a:pt x="7084" y="4737"/>
                  </a:cubicBezTo>
                  <a:cubicBezTo>
                    <a:pt x="7154" y="4313"/>
                    <a:pt x="7084" y="3888"/>
                    <a:pt x="6942" y="3535"/>
                  </a:cubicBezTo>
                  <a:lnTo>
                    <a:pt x="6942" y="3535"/>
                  </a:lnTo>
                  <a:close/>
                </a:path>
              </a:pathLst>
            </a:custGeom>
            <a:solidFill>
              <a:srgbClr val="000000"/>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81" name="Google Shape;681;p39"/>
          <p:cNvSpPr/>
          <p:nvPr/>
        </p:nvSpPr>
        <p:spPr>
          <a:xfrm>
            <a:off x="4209388" y="1199034"/>
            <a:ext cx="725225" cy="572690"/>
          </a:xfrm>
          <a:custGeom>
            <a:rect b="b" l="l" r="r" t="t"/>
            <a:pathLst>
              <a:path extrusionOk="0" h="17820" w="29009">
                <a:moveTo>
                  <a:pt x="27726" y="3969"/>
                </a:moveTo>
                <a:cubicBezTo>
                  <a:pt x="19755" y="-14"/>
                  <a:pt x="2203" y="-1421"/>
                  <a:pt x="1218" y="7436"/>
                </a:cubicBezTo>
                <a:cubicBezTo>
                  <a:pt x="177" y="16803"/>
                  <a:pt x="28012" y="22319"/>
                  <a:pt x="28950" y="12941"/>
                </a:cubicBezTo>
                <a:cubicBezTo>
                  <a:pt x="29897" y="3472"/>
                  <a:pt x="9604" y="-3929"/>
                  <a:pt x="2442" y="2338"/>
                </a:cubicBezTo>
                <a:cubicBezTo>
                  <a:pt x="12" y="4465"/>
                  <a:pt x="-776" y="9234"/>
                  <a:pt x="1015" y="11921"/>
                </a:cubicBezTo>
                <a:cubicBezTo>
                  <a:pt x="3549" y="15723"/>
                  <a:pt x="9087" y="17223"/>
                  <a:pt x="13657" y="17223"/>
                </a:cubicBezTo>
              </a:path>
            </a:pathLst>
          </a:custGeom>
          <a:noFill/>
          <a:ln cap="flat" cmpd="sng" w="19050">
            <a:solidFill>
              <a:schemeClr val="dk2"/>
            </a:solidFill>
            <a:prstDash val="solid"/>
            <a:round/>
            <a:headEnd len="med" w="med" type="none"/>
            <a:tailEnd len="med" w="med" type="none"/>
          </a:ln>
        </p:spPr>
      </p:sp>
      <p:sp>
        <p:nvSpPr>
          <p:cNvPr id="682" name="Google Shape;682;p39"/>
          <p:cNvSpPr/>
          <p:nvPr/>
        </p:nvSpPr>
        <p:spPr>
          <a:xfrm>
            <a:off x="4118713" y="2861519"/>
            <a:ext cx="906575" cy="587900"/>
          </a:xfrm>
          <a:custGeom>
            <a:rect b="b" l="l" r="r" t="t"/>
            <a:pathLst>
              <a:path extrusionOk="0" h="23516" w="36263">
                <a:moveTo>
                  <a:pt x="23936" y="0"/>
                </a:moveTo>
                <a:cubicBezTo>
                  <a:pt x="15916" y="0"/>
                  <a:pt x="949" y="4784"/>
                  <a:pt x="3342" y="12438"/>
                </a:cubicBezTo>
                <a:cubicBezTo>
                  <a:pt x="6630" y="22954"/>
                  <a:pt x="33017" y="28354"/>
                  <a:pt x="35967" y="17739"/>
                </a:cubicBezTo>
                <a:cubicBezTo>
                  <a:pt x="37593" y="11887"/>
                  <a:pt x="32110" y="4264"/>
                  <a:pt x="26383" y="2243"/>
                </a:cubicBezTo>
                <a:cubicBezTo>
                  <a:pt x="18873" y="-407"/>
                  <a:pt x="8973" y="2933"/>
                  <a:pt x="3342" y="8564"/>
                </a:cubicBezTo>
                <a:cubicBezTo>
                  <a:pt x="1150" y="10756"/>
                  <a:pt x="-1297" y="15344"/>
                  <a:pt x="895" y="17536"/>
                </a:cubicBezTo>
                <a:cubicBezTo>
                  <a:pt x="5420" y="22061"/>
                  <a:pt x="13255" y="21614"/>
                  <a:pt x="19654" y="21614"/>
                </a:cubicBezTo>
              </a:path>
            </a:pathLst>
          </a:custGeom>
          <a:noFill/>
          <a:ln cap="flat" cmpd="sng" w="19050">
            <a:solidFill>
              <a:schemeClr val="dk2"/>
            </a:solidFill>
            <a:prstDash val="solid"/>
            <a:round/>
            <a:headEnd len="med" w="med" type="none"/>
            <a:tailEnd len="med" w="med" type="none"/>
          </a:ln>
        </p:spPr>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6" name="Shape 686"/>
        <p:cNvGrpSpPr/>
        <p:nvPr/>
      </p:nvGrpSpPr>
      <p:grpSpPr>
        <a:xfrm>
          <a:off x="0" y="0"/>
          <a:ext cx="0" cy="0"/>
          <a:chOff x="0" y="0"/>
          <a:chExt cx="0" cy="0"/>
        </a:xfrm>
      </p:grpSpPr>
      <p:sp>
        <p:nvSpPr>
          <p:cNvPr id="687" name="Google Shape;687;p40"/>
          <p:cNvSpPr txBox="1"/>
          <p:nvPr>
            <p:ph type="title"/>
          </p:nvPr>
        </p:nvSpPr>
        <p:spPr>
          <a:xfrm>
            <a:off x="2135550" y="1581888"/>
            <a:ext cx="4872900" cy="101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688" name="Google Shape;688;p40"/>
          <p:cNvSpPr txBox="1"/>
          <p:nvPr>
            <p:ph idx="1" type="subTitle"/>
          </p:nvPr>
        </p:nvSpPr>
        <p:spPr>
          <a:xfrm>
            <a:off x="2135550" y="2788188"/>
            <a:ext cx="4872900" cy="67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sp>
        <p:nvSpPr>
          <p:cNvPr id="689" name="Google Shape;689;p40"/>
          <p:cNvSpPr/>
          <p:nvPr/>
        </p:nvSpPr>
        <p:spPr>
          <a:xfrm rot="120013">
            <a:off x="2580406" y="2598911"/>
            <a:ext cx="3983188" cy="112565"/>
          </a:xfrm>
          <a:custGeom>
            <a:rect b="b" l="l" r="r" t="t"/>
            <a:pathLst>
              <a:path extrusionOk="0" h="4503" w="159342">
                <a:moveTo>
                  <a:pt x="0" y="861"/>
                </a:moveTo>
                <a:cubicBezTo>
                  <a:pt x="34596" y="861"/>
                  <a:pt x="69192" y="523"/>
                  <a:pt x="103787" y="657"/>
                </a:cubicBezTo>
                <a:cubicBezTo>
                  <a:pt x="122074" y="728"/>
                  <a:pt x="140600" y="-1332"/>
                  <a:pt x="158638" y="1677"/>
                </a:cubicBezTo>
                <a:cubicBezTo>
                  <a:pt x="160046" y="1912"/>
                  <a:pt x="155783" y="1677"/>
                  <a:pt x="154356" y="1677"/>
                </a:cubicBezTo>
                <a:cubicBezTo>
                  <a:pt x="146268" y="1677"/>
                  <a:pt x="138179" y="1677"/>
                  <a:pt x="130091" y="1677"/>
                </a:cubicBezTo>
                <a:cubicBezTo>
                  <a:pt x="100320" y="1677"/>
                  <a:pt x="70539" y="1434"/>
                  <a:pt x="40781" y="2289"/>
                </a:cubicBezTo>
                <a:cubicBezTo>
                  <a:pt x="34257" y="2476"/>
                  <a:pt x="27732" y="2587"/>
                  <a:pt x="21206" y="2696"/>
                </a:cubicBezTo>
                <a:cubicBezTo>
                  <a:pt x="20160" y="2713"/>
                  <a:pt x="11910" y="3392"/>
                  <a:pt x="12030" y="3512"/>
                </a:cubicBezTo>
                <a:cubicBezTo>
                  <a:pt x="14145" y="5627"/>
                  <a:pt x="18011" y="3512"/>
                  <a:pt x="21002" y="3512"/>
                </a:cubicBezTo>
                <a:cubicBezTo>
                  <a:pt x="27187" y="3512"/>
                  <a:pt x="33377" y="3562"/>
                  <a:pt x="39557" y="3308"/>
                </a:cubicBezTo>
                <a:cubicBezTo>
                  <a:pt x="63945" y="2306"/>
                  <a:pt x="88351" y="1473"/>
                  <a:pt x="112759" y="1473"/>
                </a:cubicBezTo>
              </a:path>
            </a:pathLst>
          </a:custGeom>
          <a:noFill/>
          <a:ln cap="flat" cmpd="sng" w="19050">
            <a:solidFill>
              <a:schemeClr val="dk2"/>
            </a:solidFill>
            <a:prstDash val="solid"/>
            <a:round/>
            <a:headEnd len="med" w="med" type="none"/>
            <a:tailEnd len="med" w="med" type="none"/>
          </a:ln>
        </p:spPr>
      </p:sp>
      <p:grpSp>
        <p:nvGrpSpPr>
          <p:cNvPr id="690" name="Google Shape;690;p40"/>
          <p:cNvGrpSpPr/>
          <p:nvPr/>
        </p:nvGrpSpPr>
        <p:grpSpPr>
          <a:xfrm rot="-2306813">
            <a:off x="7053077" y="3951505"/>
            <a:ext cx="1101209" cy="347853"/>
            <a:chOff x="3943025" y="484800"/>
            <a:chExt cx="1424125" cy="449857"/>
          </a:xfrm>
        </p:grpSpPr>
        <p:sp>
          <p:nvSpPr>
            <p:cNvPr id="691" name="Google Shape;691;p40"/>
            <p:cNvSpPr/>
            <p:nvPr/>
          </p:nvSpPr>
          <p:spPr>
            <a:xfrm>
              <a:off x="3943025" y="484800"/>
              <a:ext cx="1424125" cy="449857"/>
            </a:xfrm>
            <a:custGeom>
              <a:rect b="b" l="l" r="r" t="t"/>
              <a:pathLst>
                <a:path extrusionOk="0" h="354917" w="1123570">
                  <a:moveTo>
                    <a:pt x="4485" y="700"/>
                  </a:moveTo>
                  <a:cubicBezTo>
                    <a:pt x="117889" y="700"/>
                    <a:pt x="232354" y="-2764"/>
                    <a:pt x="345405" y="5720"/>
                  </a:cubicBezTo>
                  <a:cubicBezTo>
                    <a:pt x="468001" y="14982"/>
                    <a:pt x="571790" y="12790"/>
                    <a:pt x="687032" y="14911"/>
                  </a:cubicBezTo>
                  <a:cubicBezTo>
                    <a:pt x="834939" y="17668"/>
                    <a:pt x="961777" y="14840"/>
                    <a:pt x="1116188" y="16678"/>
                  </a:cubicBezTo>
                  <a:cubicBezTo>
                    <a:pt x="1123540" y="120044"/>
                    <a:pt x="1128065" y="212025"/>
                    <a:pt x="1116612" y="333207"/>
                  </a:cubicBezTo>
                  <a:cubicBezTo>
                    <a:pt x="1022368" y="341903"/>
                    <a:pt x="935194" y="350882"/>
                    <a:pt x="840383" y="354064"/>
                  </a:cubicBezTo>
                  <a:cubicBezTo>
                    <a:pt x="715031" y="358235"/>
                    <a:pt x="596111" y="346145"/>
                    <a:pt x="476485" y="338934"/>
                  </a:cubicBezTo>
                  <a:cubicBezTo>
                    <a:pt x="370716" y="332571"/>
                    <a:pt x="266573" y="343459"/>
                    <a:pt x="155219" y="337732"/>
                  </a:cubicBezTo>
                  <a:cubicBezTo>
                    <a:pt x="107567" y="335258"/>
                    <a:pt x="51571" y="337732"/>
                    <a:pt x="596" y="335469"/>
                  </a:cubicBezTo>
                  <a:cubicBezTo>
                    <a:pt x="-1878" y="219025"/>
                    <a:pt x="4131" y="120114"/>
                    <a:pt x="4414" y="700"/>
                  </a:cubicBez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2" name="Google Shape;692;p40"/>
            <p:cNvSpPr/>
            <p:nvPr/>
          </p:nvSpPr>
          <p:spPr>
            <a:xfrm>
              <a:off x="4032871" y="835567"/>
              <a:ext cx="102046" cy="76459"/>
            </a:xfrm>
            <a:custGeom>
              <a:rect b="b" l="l" r="r" t="t"/>
              <a:pathLst>
                <a:path extrusionOk="0" h="60323" w="80510">
                  <a:moveTo>
                    <a:pt x="71703" y="60324"/>
                  </a:moveTo>
                  <a:cubicBezTo>
                    <a:pt x="53179" y="59617"/>
                    <a:pt x="33666" y="59617"/>
                    <a:pt x="13799" y="59617"/>
                  </a:cubicBezTo>
                  <a:cubicBezTo>
                    <a:pt x="11536" y="56294"/>
                    <a:pt x="9416" y="52758"/>
                    <a:pt x="7294" y="48941"/>
                  </a:cubicBezTo>
                  <a:cubicBezTo>
                    <a:pt x="2133" y="39396"/>
                    <a:pt x="-3240" y="19459"/>
                    <a:pt x="2417" y="8995"/>
                  </a:cubicBezTo>
                  <a:cubicBezTo>
                    <a:pt x="14506" y="-13418"/>
                    <a:pt x="35716" y="13095"/>
                    <a:pt x="41938" y="25821"/>
                  </a:cubicBezTo>
                  <a:cubicBezTo>
                    <a:pt x="46251" y="13307"/>
                    <a:pt x="49221" y="440"/>
                    <a:pt x="59897" y="16"/>
                  </a:cubicBezTo>
                  <a:cubicBezTo>
                    <a:pt x="74885" y="-550"/>
                    <a:pt x="79410" y="14226"/>
                    <a:pt x="80329" y="25185"/>
                  </a:cubicBezTo>
                  <a:cubicBezTo>
                    <a:pt x="81460" y="38547"/>
                    <a:pt x="77147" y="49365"/>
                    <a:pt x="71703" y="6032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3" name="Google Shape;693;p40"/>
            <p:cNvSpPr/>
            <p:nvPr/>
          </p:nvSpPr>
          <p:spPr>
            <a:xfrm>
              <a:off x="4008707" y="485060"/>
              <a:ext cx="76799" cy="59771"/>
            </a:xfrm>
            <a:custGeom>
              <a:rect b="b" l="l" r="r" t="t"/>
              <a:pathLst>
                <a:path extrusionOk="0" h="47157" w="60591">
                  <a:moveTo>
                    <a:pt x="60591" y="0"/>
                  </a:moveTo>
                  <a:cubicBezTo>
                    <a:pt x="57905" y="5514"/>
                    <a:pt x="54864" y="10959"/>
                    <a:pt x="51965" y="16756"/>
                  </a:cubicBezTo>
                  <a:cubicBezTo>
                    <a:pt x="46946" y="26584"/>
                    <a:pt x="40936" y="36057"/>
                    <a:pt x="32805" y="47157"/>
                  </a:cubicBezTo>
                  <a:cubicBezTo>
                    <a:pt x="26160" y="36411"/>
                    <a:pt x="19019" y="26301"/>
                    <a:pt x="13575" y="19019"/>
                  </a:cubicBezTo>
                  <a:cubicBezTo>
                    <a:pt x="8979" y="12938"/>
                    <a:pt x="4383" y="6999"/>
                    <a:pt x="0" y="283"/>
                  </a:cubicBezTo>
                  <a:cubicBezTo>
                    <a:pt x="20150" y="212"/>
                    <a:pt x="40370" y="71"/>
                    <a:pt x="60591" y="0"/>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4" name="Google Shape;694;p40"/>
            <p:cNvSpPr/>
            <p:nvPr/>
          </p:nvSpPr>
          <p:spPr>
            <a:xfrm>
              <a:off x="3943100" y="779151"/>
              <a:ext cx="41541" cy="96886"/>
            </a:xfrm>
            <a:custGeom>
              <a:rect b="b" l="l" r="r" t="t"/>
              <a:pathLst>
                <a:path extrusionOk="0" h="76439" w="32774">
                  <a:moveTo>
                    <a:pt x="21040" y="54169"/>
                  </a:moveTo>
                  <a:cubicBezTo>
                    <a:pt x="17364" y="61381"/>
                    <a:pt x="12980" y="68310"/>
                    <a:pt x="7042" y="76440"/>
                  </a:cubicBezTo>
                  <a:cubicBezTo>
                    <a:pt x="4708" y="72693"/>
                    <a:pt x="2375" y="69087"/>
                    <a:pt x="42" y="65764"/>
                  </a:cubicBezTo>
                  <a:lnTo>
                    <a:pt x="42" y="65764"/>
                  </a:lnTo>
                  <a:cubicBezTo>
                    <a:pt x="-28" y="47453"/>
                    <a:pt x="-28" y="29495"/>
                    <a:pt x="184" y="11819"/>
                  </a:cubicBezTo>
                  <a:cubicBezTo>
                    <a:pt x="2092" y="14294"/>
                    <a:pt x="3577" y="16839"/>
                    <a:pt x="4567" y="18890"/>
                  </a:cubicBezTo>
                  <a:cubicBezTo>
                    <a:pt x="7678" y="9769"/>
                    <a:pt x="9870" y="366"/>
                    <a:pt x="17718" y="12"/>
                  </a:cubicBezTo>
                  <a:cubicBezTo>
                    <a:pt x="28605" y="-412"/>
                    <a:pt x="31929" y="10405"/>
                    <a:pt x="32635" y="18465"/>
                  </a:cubicBezTo>
                  <a:cubicBezTo>
                    <a:pt x="33837" y="32252"/>
                    <a:pt x="27050" y="42292"/>
                    <a:pt x="21040" y="54169"/>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 name="Google Shape;695;p40"/>
            <p:cNvSpPr/>
            <p:nvPr/>
          </p:nvSpPr>
          <p:spPr>
            <a:xfrm>
              <a:off x="3945660" y="577467"/>
              <a:ext cx="34681" cy="95184"/>
            </a:xfrm>
            <a:custGeom>
              <a:rect b="b" l="l" r="r" t="t"/>
              <a:pathLst>
                <a:path extrusionOk="0" h="75096" w="27362">
                  <a:moveTo>
                    <a:pt x="15838" y="53250"/>
                  </a:moveTo>
                  <a:cubicBezTo>
                    <a:pt x="12303" y="60320"/>
                    <a:pt x="7989" y="67107"/>
                    <a:pt x="2121" y="75097"/>
                  </a:cubicBezTo>
                  <a:cubicBezTo>
                    <a:pt x="1415" y="73965"/>
                    <a:pt x="708" y="72763"/>
                    <a:pt x="0" y="71632"/>
                  </a:cubicBezTo>
                  <a:cubicBezTo>
                    <a:pt x="425" y="52472"/>
                    <a:pt x="919" y="33241"/>
                    <a:pt x="1344" y="13587"/>
                  </a:cubicBezTo>
                  <a:lnTo>
                    <a:pt x="1344" y="13587"/>
                  </a:lnTo>
                  <a:cubicBezTo>
                    <a:pt x="3747" y="6446"/>
                    <a:pt x="6292" y="295"/>
                    <a:pt x="12585" y="12"/>
                  </a:cubicBezTo>
                  <a:cubicBezTo>
                    <a:pt x="23332" y="-412"/>
                    <a:pt x="26584" y="10264"/>
                    <a:pt x="27221" y="18112"/>
                  </a:cubicBezTo>
                  <a:cubicBezTo>
                    <a:pt x="28422" y="31686"/>
                    <a:pt x="21776" y="41514"/>
                    <a:pt x="15838" y="53250"/>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 name="Google Shape;696;p40"/>
            <p:cNvSpPr/>
            <p:nvPr/>
          </p:nvSpPr>
          <p:spPr>
            <a:xfrm>
              <a:off x="3982795" y="694615"/>
              <a:ext cx="54727" cy="71073"/>
            </a:xfrm>
            <a:custGeom>
              <a:rect b="b" l="l" r="r" t="t"/>
              <a:pathLst>
                <a:path extrusionOk="0" h="56073" w="43177">
                  <a:moveTo>
                    <a:pt x="24346" y="56073"/>
                  </a:moveTo>
                  <a:cubicBezTo>
                    <a:pt x="20811" y="50276"/>
                    <a:pt x="16922" y="44832"/>
                    <a:pt x="14023" y="41014"/>
                  </a:cubicBezTo>
                  <a:cubicBezTo>
                    <a:pt x="10558" y="36348"/>
                    <a:pt x="7023" y="31964"/>
                    <a:pt x="3913" y="26238"/>
                  </a:cubicBezTo>
                  <a:cubicBezTo>
                    <a:pt x="1156" y="21147"/>
                    <a:pt x="-1743" y="10471"/>
                    <a:pt x="1297" y="4815"/>
                  </a:cubicBezTo>
                  <a:cubicBezTo>
                    <a:pt x="7801" y="-7204"/>
                    <a:pt x="19185" y="7007"/>
                    <a:pt x="22507" y="13865"/>
                  </a:cubicBezTo>
                  <a:cubicBezTo>
                    <a:pt x="24769" y="7148"/>
                    <a:pt x="26395" y="290"/>
                    <a:pt x="32123" y="7"/>
                  </a:cubicBezTo>
                  <a:cubicBezTo>
                    <a:pt x="40112" y="-275"/>
                    <a:pt x="42586" y="7643"/>
                    <a:pt x="43082" y="13511"/>
                  </a:cubicBezTo>
                  <a:cubicBezTo>
                    <a:pt x="43930" y="23622"/>
                    <a:pt x="38980" y="30974"/>
                    <a:pt x="34597" y="39741"/>
                  </a:cubicBezTo>
                  <a:cubicBezTo>
                    <a:pt x="31910" y="45044"/>
                    <a:pt x="28729" y="50135"/>
                    <a:pt x="24346" y="5607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 name="Google Shape;697;p40"/>
            <p:cNvSpPr/>
            <p:nvPr/>
          </p:nvSpPr>
          <p:spPr>
            <a:xfrm>
              <a:off x="4075440" y="563218"/>
              <a:ext cx="151959" cy="202552"/>
            </a:xfrm>
            <a:custGeom>
              <a:rect b="b" l="l" r="r" t="t"/>
              <a:pathLst>
                <a:path extrusionOk="0" h="159804" w="119889">
                  <a:moveTo>
                    <a:pt x="67437" y="159804"/>
                  </a:moveTo>
                  <a:cubicBezTo>
                    <a:pt x="57610" y="143755"/>
                    <a:pt x="46934" y="128696"/>
                    <a:pt x="38875" y="117949"/>
                  </a:cubicBezTo>
                  <a:cubicBezTo>
                    <a:pt x="29188" y="105082"/>
                    <a:pt x="19502" y="92780"/>
                    <a:pt x="10876" y="76943"/>
                  </a:cubicBezTo>
                  <a:cubicBezTo>
                    <a:pt x="3170" y="62803"/>
                    <a:pt x="-4819" y="33179"/>
                    <a:pt x="3594" y="17554"/>
                  </a:cubicBezTo>
                  <a:cubicBezTo>
                    <a:pt x="21623" y="-15817"/>
                    <a:pt x="51742" y="15928"/>
                    <a:pt x="61003" y="34946"/>
                  </a:cubicBezTo>
                  <a:cubicBezTo>
                    <a:pt x="67366" y="16352"/>
                    <a:pt x="74507" y="657"/>
                    <a:pt x="90486" y="20"/>
                  </a:cubicBezTo>
                  <a:cubicBezTo>
                    <a:pt x="112686" y="-828"/>
                    <a:pt x="118201" y="25402"/>
                    <a:pt x="119615" y="41663"/>
                  </a:cubicBezTo>
                  <a:cubicBezTo>
                    <a:pt x="122018" y="69731"/>
                    <a:pt x="108232" y="90164"/>
                    <a:pt x="96001" y="114485"/>
                  </a:cubicBezTo>
                  <a:cubicBezTo>
                    <a:pt x="88577" y="129120"/>
                    <a:pt x="79668" y="143260"/>
                    <a:pt x="67508" y="15973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 name="Google Shape;698;p40"/>
            <p:cNvSpPr/>
            <p:nvPr/>
          </p:nvSpPr>
          <p:spPr>
            <a:xfrm>
              <a:off x="4116973" y="625202"/>
              <a:ext cx="77067" cy="100023"/>
            </a:xfrm>
            <a:custGeom>
              <a:rect b="b" l="l" r="r" t="t"/>
              <a:pathLst>
                <a:path extrusionOk="0" h="78914" w="60802">
                  <a:moveTo>
                    <a:pt x="34224" y="78844"/>
                  </a:moveTo>
                  <a:cubicBezTo>
                    <a:pt x="29204" y="70713"/>
                    <a:pt x="23831" y="63077"/>
                    <a:pt x="19730" y="57633"/>
                  </a:cubicBezTo>
                  <a:cubicBezTo>
                    <a:pt x="14852" y="51058"/>
                    <a:pt x="9903" y="44907"/>
                    <a:pt x="5519" y="36847"/>
                  </a:cubicBezTo>
                  <a:cubicBezTo>
                    <a:pt x="1631" y="29706"/>
                    <a:pt x="-2470" y="14647"/>
                    <a:pt x="1843" y="6728"/>
                  </a:cubicBezTo>
                  <a:cubicBezTo>
                    <a:pt x="10964" y="-10240"/>
                    <a:pt x="27013" y="9839"/>
                    <a:pt x="31679" y="19455"/>
                  </a:cubicBezTo>
                  <a:cubicBezTo>
                    <a:pt x="34931" y="10052"/>
                    <a:pt x="37123" y="295"/>
                    <a:pt x="45253" y="12"/>
                  </a:cubicBezTo>
                  <a:cubicBezTo>
                    <a:pt x="56495" y="-412"/>
                    <a:pt x="59960" y="10758"/>
                    <a:pt x="60667" y="19030"/>
                  </a:cubicBezTo>
                  <a:cubicBezTo>
                    <a:pt x="61868" y="33241"/>
                    <a:pt x="54869" y="43635"/>
                    <a:pt x="48718" y="55936"/>
                  </a:cubicBezTo>
                  <a:cubicBezTo>
                    <a:pt x="44971" y="63360"/>
                    <a:pt x="40446" y="70501"/>
                    <a:pt x="34295" y="7891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 name="Google Shape;699;p40"/>
            <p:cNvSpPr/>
            <p:nvPr/>
          </p:nvSpPr>
          <p:spPr>
            <a:xfrm>
              <a:off x="4445633" y="821149"/>
              <a:ext cx="102136" cy="92052"/>
            </a:xfrm>
            <a:custGeom>
              <a:rect b="b" l="l" r="r" t="t"/>
              <a:pathLst>
                <a:path extrusionOk="0" h="72625" w="80581">
                  <a:moveTo>
                    <a:pt x="65197" y="72626"/>
                  </a:moveTo>
                  <a:cubicBezTo>
                    <a:pt x="50915" y="71989"/>
                    <a:pt x="36634" y="71565"/>
                    <a:pt x="22423" y="71424"/>
                  </a:cubicBezTo>
                  <a:cubicBezTo>
                    <a:pt x="17191" y="64495"/>
                    <a:pt x="12030" y="57496"/>
                    <a:pt x="7363" y="48870"/>
                  </a:cubicBezTo>
                  <a:cubicBezTo>
                    <a:pt x="2131" y="39396"/>
                    <a:pt x="-3242" y="19459"/>
                    <a:pt x="2415" y="8995"/>
                  </a:cubicBezTo>
                  <a:cubicBezTo>
                    <a:pt x="14575" y="-13488"/>
                    <a:pt x="35785" y="13025"/>
                    <a:pt x="42007" y="25822"/>
                  </a:cubicBezTo>
                  <a:cubicBezTo>
                    <a:pt x="46249" y="13308"/>
                    <a:pt x="49219" y="440"/>
                    <a:pt x="59965" y="16"/>
                  </a:cubicBezTo>
                  <a:cubicBezTo>
                    <a:pt x="74883" y="-550"/>
                    <a:pt x="79408" y="14227"/>
                    <a:pt x="80398" y="25185"/>
                  </a:cubicBezTo>
                  <a:cubicBezTo>
                    <a:pt x="81953" y="43497"/>
                    <a:pt x="73328" y="56930"/>
                    <a:pt x="65197" y="72626"/>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 name="Google Shape;700;p40"/>
            <p:cNvSpPr/>
            <p:nvPr/>
          </p:nvSpPr>
          <p:spPr>
            <a:xfrm>
              <a:off x="4372659" y="491508"/>
              <a:ext cx="99022" cy="89882"/>
            </a:xfrm>
            <a:custGeom>
              <a:rect b="b" l="l" r="r" t="t"/>
              <a:pathLst>
                <a:path extrusionOk="0" h="70913" w="78124">
                  <a:moveTo>
                    <a:pt x="78125" y="4737"/>
                  </a:moveTo>
                  <a:cubicBezTo>
                    <a:pt x="75791" y="17393"/>
                    <a:pt x="69004" y="28210"/>
                    <a:pt x="62783" y="40512"/>
                  </a:cubicBezTo>
                  <a:cubicBezTo>
                    <a:pt x="57834" y="50339"/>
                    <a:pt x="51824" y="59813"/>
                    <a:pt x="43623" y="70913"/>
                  </a:cubicBezTo>
                  <a:cubicBezTo>
                    <a:pt x="37047" y="60167"/>
                    <a:pt x="29836" y="50056"/>
                    <a:pt x="24462" y="42845"/>
                  </a:cubicBezTo>
                  <a:cubicBezTo>
                    <a:pt x="17958" y="34149"/>
                    <a:pt x="11454" y="25877"/>
                    <a:pt x="5586" y="15272"/>
                  </a:cubicBezTo>
                  <a:cubicBezTo>
                    <a:pt x="3535" y="11454"/>
                    <a:pt x="1414" y="5939"/>
                    <a:pt x="0" y="0"/>
                  </a:cubicBezTo>
                  <a:cubicBezTo>
                    <a:pt x="2051" y="142"/>
                    <a:pt x="4171" y="283"/>
                    <a:pt x="6222" y="424"/>
                  </a:cubicBezTo>
                  <a:cubicBezTo>
                    <a:pt x="30826" y="2333"/>
                    <a:pt x="54723" y="3677"/>
                    <a:pt x="78125" y="4737"/>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 name="Google Shape;701;p40"/>
            <p:cNvSpPr/>
            <p:nvPr/>
          </p:nvSpPr>
          <p:spPr>
            <a:xfrm>
              <a:off x="4276625" y="635053"/>
              <a:ext cx="73227" cy="95184"/>
            </a:xfrm>
            <a:custGeom>
              <a:rect b="b" l="l" r="r" t="t"/>
              <a:pathLst>
                <a:path extrusionOk="0" h="75096" w="57773">
                  <a:moveTo>
                    <a:pt x="32548" y="75097"/>
                  </a:moveTo>
                  <a:cubicBezTo>
                    <a:pt x="27811" y="67319"/>
                    <a:pt x="22649" y="60108"/>
                    <a:pt x="18761" y="54876"/>
                  </a:cubicBezTo>
                  <a:cubicBezTo>
                    <a:pt x="14095" y="48655"/>
                    <a:pt x="9428" y="42716"/>
                    <a:pt x="5257" y="35080"/>
                  </a:cubicBezTo>
                  <a:cubicBezTo>
                    <a:pt x="1510" y="28222"/>
                    <a:pt x="-2308" y="13940"/>
                    <a:pt x="1722" y="6446"/>
                  </a:cubicBezTo>
                  <a:cubicBezTo>
                    <a:pt x="10418" y="-9674"/>
                    <a:pt x="25690" y="9345"/>
                    <a:pt x="30144" y="18536"/>
                  </a:cubicBezTo>
                  <a:cubicBezTo>
                    <a:pt x="33184" y="9557"/>
                    <a:pt x="35305" y="295"/>
                    <a:pt x="43011" y="12"/>
                  </a:cubicBezTo>
                  <a:cubicBezTo>
                    <a:pt x="53758" y="-412"/>
                    <a:pt x="57010" y="10193"/>
                    <a:pt x="57647" y="18112"/>
                  </a:cubicBezTo>
                  <a:cubicBezTo>
                    <a:pt x="58778" y="31686"/>
                    <a:pt x="52132" y="41514"/>
                    <a:pt x="46263" y="53250"/>
                  </a:cubicBezTo>
                  <a:cubicBezTo>
                    <a:pt x="42658" y="60320"/>
                    <a:pt x="38416" y="67108"/>
                    <a:pt x="32548" y="75097"/>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 name="Google Shape;702;p40"/>
            <p:cNvSpPr/>
            <p:nvPr/>
          </p:nvSpPr>
          <p:spPr>
            <a:xfrm>
              <a:off x="4412659" y="707690"/>
              <a:ext cx="54727" cy="71073"/>
            </a:xfrm>
            <a:custGeom>
              <a:rect b="b" l="l" r="r" t="t"/>
              <a:pathLst>
                <a:path extrusionOk="0" h="56073" w="43177">
                  <a:moveTo>
                    <a:pt x="24346" y="56073"/>
                  </a:moveTo>
                  <a:cubicBezTo>
                    <a:pt x="20811" y="50276"/>
                    <a:pt x="16922" y="44832"/>
                    <a:pt x="14023" y="41014"/>
                  </a:cubicBezTo>
                  <a:cubicBezTo>
                    <a:pt x="10558" y="36348"/>
                    <a:pt x="7023" y="31964"/>
                    <a:pt x="3913" y="26238"/>
                  </a:cubicBezTo>
                  <a:cubicBezTo>
                    <a:pt x="1156" y="21147"/>
                    <a:pt x="-1743" y="10471"/>
                    <a:pt x="1297" y="4815"/>
                  </a:cubicBezTo>
                  <a:cubicBezTo>
                    <a:pt x="7801" y="-7204"/>
                    <a:pt x="19185" y="7007"/>
                    <a:pt x="22507" y="13865"/>
                  </a:cubicBezTo>
                  <a:cubicBezTo>
                    <a:pt x="24769" y="7148"/>
                    <a:pt x="26395" y="290"/>
                    <a:pt x="32123" y="7"/>
                  </a:cubicBezTo>
                  <a:cubicBezTo>
                    <a:pt x="40112" y="-275"/>
                    <a:pt x="42586" y="7643"/>
                    <a:pt x="43082" y="13511"/>
                  </a:cubicBezTo>
                  <a:cubicBezTo>
                    <a:pt x="43930" y="23622"/>
                    <a:pt x="38980" y="30974"/>
                    <a:pt x="34597" y="39741"/>
                  </a:cubicBezTo>
                  <a:cubicBezTo>
                    <a:pt x="31910" y="45044"/>
                    <a:pt x="28729" y="50135"/>
                    <a:pt x="24346" y="5607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 name="Google Shape;703;p40"/>
            <p:cNvSpPr/>
            <p:nvPr/>
          </p:nvSpPr>
          <p:spPr>
            <a:xfrm>
              <a:off x="4276625" y="509320"/>
              <a:ext cx="54727" cy="71073"/>
            </a:xfrm>
            <a:custGeom>
              <a:rect b="b" l="l" r="r" t="t"/>
              <a:pathLst>
                <a:path extrusionOk="0" h="56073" w="43177">
                  <a:moveTo>
                    <a:pt x="24345" y="56074"/>
                  </a:moveTo>
                  <a:cubicBezTo>
                    <a:pt x="20810" y="50276"/>
                    <a:pt x="16922" y="44832"/>
                    <a:pt x="14023" y="41014"/>
                  </a:cubicBezTo>
                  <a:cubicBezTo>
                    <a:pt x="10559" y="36348"/>
                    <a:pt x="7024" y="31964"/>
                    <a:pt x="3913" y="26238"/>
                  </a:cubicBezTo>
                  <a:cubicBezTo>
                    <a:pt x="1155" y="21147"/>
                    <a:pt x="-1743" y="10471"/>
                    <a:pt x="1297" y="4815"/>
                  </a:cubicBezTo>
                  <a:cubicBezTo>
                    <a:pt x="7802" y="-7204"/>
                    <a:pt x="19184" y="7007"/>
                    <a:pt x="22507" y="13865"/>
                  </a:cubicBezTo>
                  <a:cubicBezTo>
                    <a:pt x="24770" y="7148"/>
                    <a:pt x="26396" y="290"/>
                    <a:pt x="32122" y="7"/>
                  </a:cubicBezTo>
                  <a:cubicBezTo>
                    <a:pt x="40112" y="-275"/>
                    <a:pt x="42587" y="7643"/>
                    <a:pt x="43081" y="13511"/>
                  </a:cubicBezTo>
                  <a:cubicBezTo>
                    <a:pt x="43930" y="23622"/>
                    <a:pt x="38981" y="30974"/>
                    <a:pt x="34597" y="39741"/>
                  </a:cubicBezTo>
                  <a:cubicBezTo>
                    <a:pt x="31911" y="45044"/>
                    <a:pt x="28729" y="50135"/>
                    <a:pt x="24345" y="56074"/>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 name="Google Shape;704;p40"/>
            <p:cNvSpPr/>
            <p:nvPr/>
          </p:nvSpPr>
          <p:spPr>
            <a:xfrm>
              <a:off x="4503245" y="573875"/>
              <a:ext cx="151959" cy="202552"/>
            </a:xfrm>
            <a:custGeom>
              <a:rect b="b" l="l" r="r" t="t"/>
              <a:pathLst>
                <a:path extrusionOk="0" h="159804" w="119889">
                  <a:moveTo>
                    <a:pt x="67437" y="159804"/>
                  </a:moveTo>
                  <a:cubicBezTo>
                    <a:pt x="57610" y="143755"/>
                    <a:pt x="46934" y="128696"/>
                    <a:pt x="38874" y="117949"/>
                  </a:cubicBezTo>
                  <a:cubicBezTo>
                    <a:pt x="29188" y="105082"/>
                    <a:pt x="19502" y="92780"/>
                    <a:pt x="10876" y="76943"/>
                  </a:cubicBezTo>
                  <a:cubicBezTo>
                    <a:pt x="3170" y="62803"/>
                    <a:pt x="-4819" y="33179"/>
                    <a:pt x="3594" y="17554"/>
                  </a:cubicBezTo>
                  <a:cubicBezTo>
                    <a:pt x="21623" y="-15817"/>
                    <a:pt x="51742" y="15928"/>
                    <a:pt x="61003" y="34946"/>
                  </a:cubicBezTo>
                  <a:cubicBezTo>
                    <a:pt x="67366" y="16352"/>
                    <a:pt x="74507" y="657"/>
                    <a:pt x="90486" y="20"/>
                  </a:cubicBezTo>
                  <a:cubicBezTo>
                    <a:pt x="112686" y="-828"/>
                    <a:pt x="118201" y="25402"/>
                    <a:pt x="119615" y="41663"/>
                  </a:cubicBezTo>
                  <a:cubicBezTo>
                    <a:pt x="122018" y="69731"/>
                    <a:pt x="108232" y="90164"/>
                    <a:pt x="96001" y="114485"/>
                  </a:cubicBezTo>
                  <a:cubicBezTo>
                    <a:pt x="88577" y="129120"/>
                    <a:pt x="79668" y="143260"/>
                    <a:pt x="67508" y="15973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 name="Google Shape;705;p40"/>
            <p:cNvSpPr/>
            <p:nvPr/>
          </p:nvSpPr>
          <p:spPr>
            <a:xfrm>
              <a:off x="4544688" y="635770"/>
              <a:ext cx="77067" cy="100023"/>
            </a:xfrm>
            <a:custGeom>
              <a:rect b="b" l="l" r="r" t="t"/>
              <a:pathLst>
                <a:path extrusionOk="0" h="78914" w="60802">
                  <a:moveTo>
                    <a:pt x="34225" y="78844"/>
                  </a:moveTo>
                  <a:cubicBezTo>
                    <a:pt x="29204" y="70713"/>
                    <a:pt x="23831" y="63077"/>
                    <a:pt x="19731" y="57633"/>
                  </a:cubicBezTo>
                  <a:cubicBezTo>
                    <a:pt x="14853" y="51058"/>
                    <a:pt x="9903" y="44907"/>
                    <a:pt x="5520" y="36847"/>
                  </a:cubicBezTo>
                  <a:cubicBezTo>
                    <a:pt x="1631" y="29706"/>
                    <a:pt x="-2470" y="14647"/>
                    <a:pt x="1843" y="6728"/>
                  </a:cubicBezTo>
                  <a:cubicBezTo>
                    <a:pt x="10964" y="-10240"/>
                    <a:pt x="27013" y="9839"/>
                    <a:pt x="31679" y="19455"/>
                  </a:cubicBezTo>
                  <a:cubicBezTo>
                    <a:pt x="34931" y="10052"/>
                    <a:pt x="37123" y="295"/>
                    <a:pt x="45253" y="12"/>
                  </a:cubicBezTo>
                  <a:cubicBezTo>
                    <a:pt x="56495" y="-412"/>
                    <a:pt x="59959" y="10758"/>
                    <a:pt x="60667" y="19030"/>
                  </a:cubicBezTo>
                  <a:cubicBezTo>
                    <a:pt x="61868" y="33241"/>
                    <a:pt x="54869" y="43635"/>
                    <a:pt x="48718" y="55936"/>
                  </a:cubicBezTo>
                  <a:cubicBezTo>
                    <a:pt x="44970" y="63360"/>
                    <a:pt x="40446" y="70501"/>
                    <a:pt x="34295" y="7891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 name="Google Shape;706;p40"/>
            <p:cNvSpPr/>
            <p:nvPr/>
          </p:nvSpPr>
          <p:spPr>
            <a:xfrm>
              <a:off x="4213893" y="790062"/>
              <a:ext cx="151881" cy="124681"/>
            </a:xfrm>
            <a:custGeom>
              <a:rect b="b" l="l" r="r" t="t"/>
              <a:pathLst>
                <a:path extrusionOk="0" h="98368" w="119827">
                  <a:moveTo>
                    <a:pt x="104980" y="97096"/>
                  </a:moveTo>
                  <a:cubicBezTo>
                    <a:pt x="98404" y="97167"/>
                    <a:pt x="91829" y="97308"/>
                    <a:pt x="85254" y="97449"/>
                  </a:cubicBezTo>
                  <a:cubicBezTo>
                    <a:pt x="72316" y="97803"/>
                    <a:pt x="59378" y="98015"/>
                    <a:pt x="46297" y="98157"/>
                  </a:cubicBezTo>
                  <a:cubicBezTo>
                    <a:pt x="39087" y="98298"/>
                    <a:pt x="31804" y="98368"/>
                    <a:pt x="24451" y="98368"/>
                  </a:cubicBezTo>
                  <a:cubicBezTo>
                    <a:pt x="19784" y="91793"/>
                    <a:pt x="15190" y="84794"/>
                    <a:pt x="10877" y="76946"/>
                  </a:cubicBezTo>
                  <a:cubicBezTo>
                    <a:pt x="3170" y="62806"/>
                    <a:pt x="-4819" y="33111"/>
                    <a:pt x="3595" y="17557"/>
                  </a:cubicBezTo>
                  <a:cubicBezTo>
                    <a:pt x="21623" y="-15814"/>
                    <a:pt x="51741" y="15931"/>
                    <a:pt x="61004" y="34950"/>
                  </a:cubicBezTo>
                  <a:cubicBezTo>
                    <a:pt x="67367" y="16285"/>
                    <a:pt x="74437" y="660"/>
                    <a:pt x="90416" y="23"/>
                  </a:cubicBezTo>
                  <a:cubicBezTo>
                    <a:pt x="112686" y="-896"/>
                    <a:pt x="118130" y="25405"/>
                    <a:pt x="119544" y="41666"/>
                  </a:cubicBezTo>
                  <a:cubicBezTo>
                    <a:pt x="121382" y="62806"/>
                    <a:pt x="114029" y="79633"/>
                    <a:pt x="104980" y="97096"/>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 name="Google Shape;707;p40"/>
            <p:cNvSpPr/>
            <p:nvPr/>
          </p:nvSpPr>
          <p:spPr>
            <a:xfrm>
              <a:off x="4255426" y="851871"/>
              <a:ext cx="77074" cy="62565"/>
            </a:xfrm>
            <a:custGeom>
              <a:rect b="b" l="l" r="r" t="t"/>
              <a:pathLst>
                <a:path extrusionOk="0" h="49361" w="60808">
                  <a:moveTo>
                    <a:pt x="52464" y="48654"/>
                  </a:moveTo>
                  <a:cubicBezTo>
                    <a:pt x="39526" y="49008"/>
                    <a:pt x="26588" y="49220"/>
                    <a:pt x="13508" y="49361"/>
                  </a:cubicBezTo>
                  <a:cubicBezTo>
                    <a:pt x="10751" y="45543"/>
                    <a:pt x="8065" y="41513"/>
                    <a:pt x="5519" y="36847"/>
                  </a:cubicBezTo>
                  <a:cubicBezTo>
                    <a:pt x="1631" y="29706"/>
                    <a:pt x="-2470" y="14647"/>
                    <a:pt x="1843" y="6728"/>
                  </a:cubicBezTo>
                  <a:cubicBezTo>
                    <a:pt x="10963" y="-10169"/>
                    <a:pt x="27012" y="9839"/>
                    <a:pt x="31679" y="19455"/>
                  </a:cubicBezTo>
                  <a:cubicBezTo>
                    <a:pt x="34931" y="10052"/>
                    <a:pt x="37123" y="295"/>
                    <a:pt x="45254" y="12"/>
                  </a:cubicBezTo>
                  <a:cubicBezTo>
                    <a:pt x="56495" y="-412"/>
                    <a:pt x="59959" y="10758"/>
                    <a:pt x="60666" y="18960"/>
                  </a:cubicBezTo>
                  <a:cubicBezTo>
                    <a:pt x="61656" y="30343"/>
                    <a:pt x="57343" y="39251"/>
                    <a:pt x="52464" y="4865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 name="Google Shape;708;p40"/>
            <p:cNvSpPr/>
            <p:nvPr/>
          </p:nvSpPr>
          <p:spPr>
            <a:xfrm>
              <a:off x="4831616" y="811207"/>
              <a:ext cx="102140" cy="122700"/>
            </a:xfrm>
            <a:custGeom>
              <a:rect b="b" l="l" r="r" t="t"/>
              <a:pathLst>
                <a:path extrusionOk="0" h="96805" w="80584">
                  <a:moveTo>
                    <a:pt x="64490" y="74110"/>
                  </a:moveTo>
                  <a:cubicBezTo>
                    <a:pt x="60742" y="81605"/>
                    <a:pt x="56359" y="88887"/>
                    <a:pt x="50915" y="96806"/>
                  </a:cubicBezTo>
                  <a:cubicBezTo>
                    <a:pt x="47380" y="96735"/>
                    <a:pt x="43845" y="96664"/>
                    <a:pt x="40310" y="96593"/>
                  </a:cubicBezTo>
                  <a:cubicBezTo>
                    <a:pt x="35290" y="88816"/>
                    <a:pt x="30271" y="81817"/>
                    <a:pt x="26169" y="76444"/>
                  </a:cubicBezTo>
                  <a:cubicBezTo>
                    <a:pt x="19665" y="67747"/>
                    <a:pt x="13161" y="59546"/>
                    <a:pt x="7364" y="48870"/>
                  </a:cubicBezTo>
                  <a:cubicBezTo>
                    <a:pt x="2132" y="39396"/>
                    <a:pt x="-3242" y="19459"/>
                    <a:pt x="2414" y="8995"/>
                  </a:cubicBezTo>
                  <a:cubicBezTo>
                    <a:pt x="14575" y="-13488"/>
                    <a:pt x="35786" y="13025"/>
                    <a:pt x="42006" y="25822"/>
                  </a:cubicBezTo>
                  <a:cubicBezTo>
                    <a:pt x="46249" y="13308"/>
                    <a:pt x="49218" y="440"/>
                    <a:pt x="59965" y="16"/>
                  </a:cubicBezTo>
                  <a:cubicBezTo>
                    <a:pt x="74883" y="-550"/>
                    <a:pt x="79478" y="14227"/>
                    <a:pt x="80397" y="25185"/>
                  </a:cubicBezTo>
                  <a:cubicBezTo>
                    <a:pt x="82023" y="44062"/>
                    <a:pt x="72762" y="57778"/>
                    <a:pt x="64490" y="74110"/>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 name="Google Shape;709;p40"/>
            <p:cNvSpPr/>
            <p:nvPr/>
          </p:nvSpPr>
          <p:spPr>
            <a:xfrm>
              <a:off x="4820704" y="503777"/>
              <a:ext cx="53409" cy="41043"/>
            </a:xfrm>
            <a:custGeom>
              <a:rect b="b" l="l" r="r" t="t"/>
              <a:pathLst>
                <a:path extrusionOk="0" h="32381" w="42137">
                  <a:moveTo>
                    <a:pt x="42138" y="636"/>
                  </a:moveTo>
                  <a:cubicBezTo>
                    <a:pt x="41925" y="1061"/>
                    <a:pt x="41714" y="1556"/>
                    <a:pt x="41501" y="1980"/>
                  </a:cubicBezTo>
                  <a:cubicBezTo>
                    <a:pt x="36552" y="11807"/>
                    <a:pt x="30542" y="21281"/>
                    <a:pt x="22341" y="32381"/>
                  </a:cubicBezTo>
                  <a:cubicBezTo>
                    <a:pt x="15766" y="21634"/>
                    <a:pt x="8555" y="11524"/>
                    <a:pt x="3181" y="4242"/>
                  </a:cubicBezTo>
                  <a:cubicBezTo>
                    <a:pt x="2121" y="2828"/>
                    <a:pt x="1061" y="1414"/>
                    <a:pt x="0" y="0"/>
                  </a:cubicBezTo>
                  <a:cubicBezTo>
                    <a:pt x="14211" y="283"/>
                    <a:pt x="28280" y="495"/>
                    <a:pt x="42138" y="636"/>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 name="Google Shape;710;p40"/>
            <p:cNvSpPr/>
            <p:nvPr/>
          </p:nvSpPr>
          <p:spPr>
            <a:xfrm>
              <a:off x="4717019" y="735357"/>
              <a:ext cx="74625" cy="96886"/>
            </a:xfrm>
            <a:custGeom>
              <a:rect b="b" l="l" r="r" t="t"/>
              <a:pathLst>
                <a:path extrusionOk="0" h="76439" w="58876">
                  <a:moveTo>
                    <a:pt x="33143" y="76440"/>
                  </a:moveTo>
                  <a:cubicBezTo>
                    <a:pt x="28335" y="68521"/>
                    <a:pt x="23103" y="61168"/>
                    <a:pt x="19144" y="55866"/>
                  </a:cubicBezTo>
                  <a:cubicBezTo>
                    <a:pt x="14407" y="49503"/>
                    <a:pt x="9669" y="43493"/>
                    <a:pt x="5357" y="35716"/>
                  </a:cubicBezTo>
                  <a:cubicBezTo>
                    <a:pt x="1540" y="28787"/>
                    <a:pt x="-2349" y="14223"/>
                    <a:pt x="1751" y="6587"/>
                  </a:cubicBezTo>
                  <a:cubicBezTo>
                    <a:pt x="10589" y="-9815"/>
                    <a:pt x="26143" y="9557"/>
                    <a:pt x="30668" y="18889"/>
                  </a:cubicBezTo>
                  <a:cubicBezTo>
                    <a:pt x="33779" y="9768"/>
                    <a:pt x="35971" y="366"/>
                    <a:pt x="43819" y="12"/>
                  </a:cubicBezTo>
                  <a:cubicBezTo>
                    <a:pt x="54706" y="-412"/>
                    <a:pt x="58030" y="10405"/>
                    <a:pt x="58736" y="18394"/>
                  </a:cubicBezTo>
                  <a:cubicBezTo>
                    <a:pt x="59939" y="32181"/>
                    <a:pt x="53151" y="42220"/>
                    <a:pt x="47141" y="54169"/>
                  </a:cubicBezTo>
                  <a:cubicBezTo>
                    <a:pt x="43536" y="61381"/>
                    <a:pt x="39152" y="68309"/>
                    <a:pt x="33143" y="76440"/>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 name="Google Shape;711;p40"/>
            <p:cNvSpPr/>
            <p:nvPr/>
          </p:nvSpPr>
          <p:spPr>
            <a:xfrm>
              <a:off x="4669445" y="502076"/>
              <a:ext cx="69988" cy="60668"/>
            </a:xfrm>
            <a:custGeom>
              <a:rect b="b" l="l" r="r" t="t"/>
              <a:pathLst>
                <a:path extrusionOk="0" h="47864" w="55217">
                  <a:moveTo>
                    <a:pt x="55217" y="495"/>
                  </a:moveTo>
                  <a:cubicBezTo>
                    <a:pt x="53520" y="9474"/>
                    <a:pt x="48642" y="17251"/>
                    <a:pt x="44188" y="26018"/>
                  </a:cubicBezTo>
                  <a:cubicBezTo>
                    <a:pt x="40653" y="33088"/>
                    <a:pt x="36340" y="39875"/>
                    <a:pt x="30472" y="47865"/>
                  </a:cubicBezTo>
                  <a:cubicBezTo>
                    <a:pt x="25735" y="40088"/>
                    <a:pt x="20574" y="32876"/>
                    <a:pt x="16685" y="27644"/>
                  </a:cubicBezTo>
                  <a:cubicBezTo>
                    <a:pt x="12019" y="21423"/>
                    <a:pt x="7353" y="15484"/>
                    <a:pt x="3181" y="7848"/>
                  </a:cubicBezTo>
                  <a:cubicBezTo>
                    <a:pt x="2051" y="5798"/>
                    <a:pt x="919" y="3040"/>
                    <a:pt x="0" y="0"/>
                  </a:cubicBezTo>
                  <a:cubicBezTo>
                    <a:pt x="18311" y="142"/>
                    <a:pt x="36693" y="283"/>
                    <a:pt x="55217" y="495"/>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 name="Google Shape;712;p40"/>
            <p:cNvSpPr/>
            <p:nvPr/>
          </p:nvSpPr>
          <p:spPr>
            <a:xfrm>
              <a:off x="4754222" y="607744"/>
              <a:ext cx="54726" cy="71073"/>
            </a:xfrm>
            <a:custGeom>
              <a:rect b="b" l="l" r="r" t="t"/>
              <a:pathLst>
                <a:path extrusionOk="0" h="56073" w="43176">
                  <a:moveTo>
                    <a:pt x="24346" y="56073"/>
                  </a:moveTo>
                  <a:cubicBezTo>
                    <a:pt x="20811" y="50276"/>
                    <a:pt x="16922" y="44832"/>
                    <a:pt x="14023" y="41014"/>
                  </a:cubicBezTo>
                  <a:cubicBezTo>
                    <a:pt x="10558" y="36347"/>
                    <a:pt x="7023" y="31964"/>
                    <a:pt x="3913" y="26237"/>
                  </a:cubicBezTo>
                  <a:cubicBezTo>
                    <a:pt x="1156" y="21147"/>
                    <a:pt x="-1743" y="10471"/>
                    <a:pt x="1297" y="4815"/>
                  </a:cubicBezTo>
                  <a:cubicBezTo>
                    <a:pt x="7801" y="-7204"/>
                    <a:pt x="19184" y="7007"/>
                    <a:pt x="22507" y="13865"/>
                  </a:cubicBezTo>
                  <a:cubicBezTo>
                    <a:pt x="24769" y="7148"/>
                    <a:pt x="26395" y="290"/>
                    <a:pt x="32123" y="7"/>
                  </a:cubicBezTo>
                  <a:cubicBezTo>
                    <a:pt x="40112" y="-276"/>
                    <a:pt x="42586" y="7643"/>
                    <a:pt x="43081" y="13511"/>
                  </a:cubicBezTo>
                  <a:cubicBezTo>
                    <a:pt x="43929" y="23621"/>
                    <a:pt x="38980" y="30974"/>
                    <a:pt x="34597" y="39741"/>
                  </a:cubicBezTo>
                  <a:cubicBezTo>
                    <a:pt x="31910" y="45044"/>
                    <a:pt x="28729" y="50134"/>
                    <a:pt x="24346" y="5607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 name="Google Shape;713;p40"/>
            <p:cNvSpPr/>
            <p:nvPr/>
          </p:nvSpPr>
          <p:spPr>
            <a:xfrm>
              <a:off x="4627592" y="816412"/>
              <a:ext cx="54727" cy="71073"/>
            </a:xfrm>
            <a:custGeom>
              <a:rect b="b" l="l" r="r" t="t"/>
              <a:pathLst>
                <a:path extrusionOk="0" h="56073" w="43177">
                  <a:moveTo>
                    <a:pt x="24346" y="56073"/>
                  </a:moveTo>
                  <a:cubicBezTo>
                    <a:pt x="20811" y="50276"/>
                    <a:pt x="16922" y="44832"/>
                    <a:pt x="14023" y="41014"/>
                  </a:cubicBezTo>
                  <a:cubicBezTo>
                    <a:pt x="10558" y="36348"/>
                    <a:pt x="7023" y="31964"/>
                    <a:pt x="3913" y="26237"/>
                  </a:cubicBezTo>
                  <a:cubicBezTo>
                    <a:pt x="1156" y="21147"/>
                    <a:pt x="-1743" y="10471"/>
                    <a:pt x="1297" y="4815"/>
                  </a:cubicBezTo>
                  <a:cubicBezTo>
                    <a:pt x="7801" y="-7204"/>
                    <a:pt x="19185" y="7007"/>
                    <a:pt x="22507" y="13865"/>
                  </a:cubicBezTo>
                  <a:cubicBezTo>
                    <a:pt x="24769" y="7148"/>
                    <a:pt x="26395" y="290"/>
                    <a:pt x="32123" y="7"/>
                  </a:cubicBezTo>
                  <a:cubicBezTo>
                    <a:pt x="40112" y="-276"/>
                    <a:pt x="42586" y="7643"/>
                    <a:pt x="43082" y="13511"/>
                  </a:cubicBezTo>
                  <a:cubicBezTo>
                    <a:pt x="43930" y="23621"/>
                    <a:pt x="38980" y="30974"/>
                    <a:pt x="34597" y="39741"/>
                  </a:cubicBezTo>
                  <a:cubicBezTo>
                    <a:pt x="31910" y="45044"/>
                    <a:pt x="28729" y="50134"/>
                    <a:pt x="24346" y="5607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 name="Google Shape;714;p40"/>
            <p:cNvSpPr/>
            <p:nvPr/>
          </p:nvSpPr>
          <p:spPr>
            <a:xfrm>
              <a:off x="4874271" y="563218"/>
              <a:ext cx="151961" cy="202552"/>
            </a:xfrm>
            <a:custGeom>
              <a:rect b="b" l="l" r="r" t="t"/>
              <a:pathLst>
                <a:path extrusionOk="0" h="159804" w="119890">
                  <a:moveTo>
                    <a:pt x="67438" y="159804"/>
                  </a:moveTo>
                  <a:cubicBezTo>
                    <a:pt x="57610" y="143755"/>
                    <a:pt x="46934" y="128696"/>
                    <a:pt x="38874" y="117949"/>
                  </a:cubicBezTo>
                  <a:cubicBezTo>
                    <a:pt x="29188" y="105082"/>
                    <a:pt x="19502" y="92780"/>
                    <a:pt x="10877" y="76943"/>
                  </a:cubicBezTo>
                  <a:cubicBezTo>
                    <a:pt x="3170" y="62803"/>
                    <a:pt x="-4819" y="33179"/>
                    <a:pt x="3595" y="17554"/>
                  </a:cubicBezTo>
                  <a:cubicBezTo>
                    <a:pt x="21623" y="-15817"/>
                    <a:pt x="51741" y="15928"/>
                    <a:pt x="61004" y="34946"/>
                  </a:cubicBezTo>
                  <a:cubicBezTo>
                    <a:pt x="67367" y="16352"/>
                    <a:pt x="74508" y="657"/>
                    <a:pt x="90486" y="20"/>
                  </a:cubicBezTo>
                  <a:cubicBezTo>
                    <a:pt x="112686" y="-828"/>
                    <a:pt x="118201" y="25402"/>
                    <a:pt x="119615" y="41663"/>
                  </a:cubicBezTo>
                  <a:cubicBezTo>
                    <a:pt x="122019" y="69731"/>
                    <a:pt x="108232" y="90164"/>
                    <a:pt x="96000" y="114485"/>
                  </a:cubicBezTo>
                  <a:cubicBezTo>
                    <a:pt x="88577" y="129120"/>
                    <a:pt x="79669" y="143260"/>
                    <a:pt x="67509" y="15973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 name="Google Shape;715;p40"/>
            <p:cNvSpPr/>
            <p:nvPr/>
          </p:nvSpPr>
          <p:spPr>
            <a:xfrm>
              <a:off x="4915716" y="625202"/>
              <a:ext cx="77065" cy="100023"/>
            </a:xfrm>
            <a:custGeom>
              <a:rect b="b" l="l" r="r" t="t"/>
              <a:pathLst>
                <a:path extrusionOk="0" h="78914" w="60801">
                  <a:moveTo>
                    <a:pt x="34224" y="78844"/>
                  </a:moveTo>
                  <a:cubicBezTo>
                    <a:pt x="29204" y="70713"/>
                    <a:pt x="23831" y="63077"/>
                    <a:pt x="19731" y="57633"/>
                  </a:cubicBezTo>
                  <a:cubicBezTo>
                    <a:pt x="14852" y="51058"/>
                    <a:pt x="9903" y="44907"/>
                    <a:pt x="5520" y="36847"/>
                  </a:cubicBezTo>
                  <a:cubicBezTo>
                    <a:pt x="1631" y="29706"/>
                    <a:pt x="-2470" y="14647"/>
                    <a:pt x="1843" y="6728"/>
                  </a:cubicBezTo>
                  <a:cubicBezTo>
                    <a:pt x="10963" y="-10240"/>
                    <a:pt x="27012" y="9839"/>
                    <a:pt x="31679" y="19455"/>
                  </a:cubicBezTo>
                  <a:cubicBezTo>
                    <a:pt x="34931" y="10052"/>
                    <a:pt x="37123" y="295"/>
                    <a:pt x="45253" y="12"/>
                  </a:cubicBezTo>
                  <a:cubicBezTo>
                    <a:pt x="56495" y="-412"/>
                    <a:pt x="59959" y="10758"/>
                    <a:pt x="60666" y="19030"/>
                  </a:cubicBezTo>
                  <a:cubicBezTo>
                    <a:pt x="61868" y="33241"/>
                    <a:pt x="54869" y="43635"/>
                    <a:pt x="48718" y="55936"/>
                  </a:cubicBezTo>
                  <a:cubicBezTo>
                    <a:pt x="44970" y="63360"/>
                    <a:pt x="40445" y="70501"/>
                    <a:pt x="34294" y="7891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 name="Google Shape;716;p40"/>
            <p:cNvSpPr/>
            <p:nvPr/>
          </p:nvSpPr>
          <p:spPr>
            <a:xfrm>
              <a:off x="5220285" y="824999"/>
              <a:ext cx="102134" cy="91963"/>
            </a:xfrm>
            <a:custGeom>
              <a:rect b="b" l="l" r="r" t="t"/>
              <a:pathLst>
                <a:path extrusionOk="0" h="72555" w="80579">
                  <a:moveTo>
                    <a:pt x="67459" y="68455"/>
                  </a:moveTo>
                  <a:cubicBezTo>
                    <a:pt x="52612" y="69798"/>
                    <a:pt x="37907" y="71212"/>
                    <a:pt x="23271" y="72555"/>
                  </a:cubicBezTo>
                  <a:cubicBezTo>
                    <a:pt x="17757" y="65273"/>
                    <a:pt x="12313" y="57920"/>
                    <a:pt x="7363" y="48870"/>
                  </a:cubicBezTo>
                  <a:cubicBezTo>
                    <a:pt x="2131" y="39396"/>
                    <a:pt x="-3242" y="19459"/>
                    <a:pt x="2415" y="8995"/>
                  </a:cubicBezTo>
                  <a:cubicBezTo>
                    <a:pt x="14575" y="-13488"/>
                    <a:pt x="35785" y="13096"/>
                    <a:pt x="42007" y="25822"/>
                  </a:cubicBezTo>
                  <a:cubicBezTo>
                    <a:pt x="46249" y="13308"/>
                    <a:pt x="49219" y="440"/>
                    <a:pt x="59965" y="16"/>
                  </a:cubicBezTo>
                  <a:cubicBezTo>
                    <a:pt x="74883" y="-550"/>
                    <a:pt x="79479" y="14227"/>
                    <a:pt x="80398" y="25185"/>
                  </a:cubicBezTo>
                  <a:cubicBezTo>
                    <a:pt x="81812" y="41871"/>
                    <a:pt x="74742" y="54526"/>
                    <a:pt x="67459" y="68455"/>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 name="Google Shape;717;p40"/>
            <p:cNvSpPr/>
            <p:nvPr/>
          </p:nvSpPr>
          <p:spPr>
            <a:xfrm>
              <a:off x="5175790" y="505031"/>
              <a:ext cx="92749" cy="76350"/>
            </a:xfrm>
            <a:custGeom>
              <a:rect b="b" l="l" r="r" t="t"/>
              <a:pathLst>
                <a:path extrusionOk="0" h="60237" w="73175">
                  <a:moveTo>
                    <a:pt x="73175" y="142"/>
                  </a:moveTo>
                  <a:cubicBezTo>
                    <a:pt x="70135" y="10323"/>
                    <a:pt x="64550" y="19584"/>
                    <a:pt x="59388" y="29836"/>
                  </a:cubicBezTo>
                  <a:cubicBezTo>
                    <a:pt x="54369" y="39663"/>
                    <a:pt x="48359" y="49137"/>
                    <a:pt x="40228" y="60237"/>
                  </a:cubicBezTo>
                  <a:cubicBezTo>
                    <a:pt x="33583" y="49491"/>
                    <a:pt x="26442" y="39381"/>
                    <a:pt x="20998" y="32169"/>
                  </a:cubicBezTo>
                  <a:cubicBezTo>
                    <a:pt x="14493" y="23473"/>
                    <a:pt x="7989" y="15201"/>
                    <a:pt x="2191" y="4596"/>
                  </a:cubicBezTo>
                  <a:cubicBezTo>
                    <a:pt x="1484" y="3252"/>
                    <a:pt x="707" y="1697"/>
                    <a:pt x="0" y="0"/>
                  </a:cubicBezTo>
                  <a:cubicBezTo>
                    <a:pt x="23967" y="0"/>
                    <a:pt x="48288" y="0"/>
                    <a:pt x="73175" y="142"/>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 name="Google Shape;718;p40"/>
            <p:cNvSpPr/>
            <p:nvPr/>
          </p:nvSpPr>
          <p:spPr>
            <a:xfrm>
              <a:off x="5075456" y="635053"/>
              <a:ext cx="73227" cy="95184"/>
            </a:xfrm>
            <a:custGeom>
              <a:rect b="b" l="l" r="r" t="t"/>
              <a:pathLst>
                <a:path extrusionOk="0" h="75096" w="57773">
                  <a:moveTo>
                    <a:pt x="32547" y="75097"/>
                  </a:moveTo>
                  <a:cubicBezTo>
                    <a:pt x="27811" y="67319"/>
                    <a:pt x="22650" y="60108"/>
                    <a:pt x="18761" y="54876"/>
                  </a:cubicBezTo>
                  <a:cubicBezTo>
                    <a:pt x="14095" y="48655"/>
                    <a:pt x="9429" y="42716"/>
                    <a:pt x="5257" y="35080"/>
                  </a:cubicBezTo>
                  <a:cubicBezTo>
                    <a:pt x="1510" y="28222"/>
                    <a:pt x="-2308" y="13940"/>
                    <a:pt x="1722" y="6446"/>
                  </a:cubicBezTo>
                  <a:cubicBezTo>
                    <a:pt x="10418" y="-9674"/>
                    <a:pt x="25690" y="9345"/>
                    <a:pt x="30144" y="18536"/>
                  </a:cubicBezTo>
                  <a:cubicBezTo>
                    <a:pt x="33184" y="9557"/>
                    <a:pt x="35305" y="295"/>
                    <a:pt x="43012" y="12"/>
                  </a:cubicBezTo>
                  <a:cubicBezTo>
                    <a:pt x="53758" y="-412"/>
                    <a:pt x="57011" y="10193"/>
                    <a:pt x="57647" y="18112"/>
                  </a:cubicBezTo>
                  <a:cubicBezTo>
                    <a:pt x="58778" y="31686"/>
                    <a:pt x="52132" y="41514"/>
                    <a:pt x="46264" y="53250"/>
                  </a:cubicBezTo>
                  <a:cubicBezTo>
                    <a:pt x="42658" y="60320"/>
                    <a:pt x="38416" y="67108"/>
                    <a:pt x="32547" y="75097"/>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 name="Google Shape;719;p40"/>
            <p:cNvSpPr/>
            <p:nvPr/>
          </p:nvSpPr>
          <p:spPr>
            <a:xfrm>
              <a:off x="5211491" y="707690"/>
              <a:ext cx="54727" cy="71073"/>
            </a:xfrm>
            <a:custGeom>
              <a:rect b="b" l="l" r="r" t="t"/>
              <a:pathLst>
                <a:path extrusionOk="0" h="56073" w="43177">
                  <a:moveTo>
                    <a:pt x="24345" y="56073"/>
                  </a:moveTo>
                  <a:cubicBezTo>
                    <a:pt x="20810" y="50276"/>
                    <a:pt x="16922" y="44832"/>
                    <a:pt x="14023" y="41014"/>
                  </a:cubicBezTo>
                  <a:cubicBezTo>
                    <a:pt x="10559" y="36348"/>
                    <a:pt x="7024" y="31964"/>
                    <a:pt x="3913" y="26238"/>
                  </a:cubicBezTo>
                  <a:cubicBezTo>
                    <a:pt x="1155" y="21147"/>
                    <a:pt x="-1743" y="10471"/>
                    <a:pt x="1297" y="4815"/>
                  </a:cubicBezTo>
                  <a:cubicBezTo>
                    <a:pt x="7802" y="-7204"/>
                    <a:pt x="19184" y="7007"/>
                    <a:pt x="22507" y="13865"/>
                  </a:cubicBezTo>
                  <a:cubicBezTo>
                    <a:pt x="24770" y="7148"/>
                    <a:pt x="26396" y="290"/>
                    <a:pt x="32122" y="7"/>
                  </a:cubicBezTo>
                  <a:cubicBezTo>
                    <a:pt x="40112" y="-275"/>
                    <a:pt x="42586" y="7643"/>
                    <a:pt x="43081" y="13511"/>
                  </a:cubicBezTo>
                  <a:cubicBezTo>
                    <a:pt x="43930" y="23622"/>
                    <a:pt x="38981" y="30974"/>
                    <a:pt x="34597" y="39741"/>
                  </a:cubicBezTo>
                  <a:cubicBezTo>
                    <a:pt x="31911" y="45044"/>
                    <a:pt x="28729" y="50135"/>
                    <a:pt x="24345" y="5607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 name="Google Shape;720;p40"/>
            <p:cNvSpPr/>
            <p:nvPr/>
          </p:nvSpPr>
          <p:spPr>
            <a:xfrm>
              <a:off x="5075457" y="509320"/>
              <a:ext cx="54726" cy="71073"/>
            </a:xfrm>
            <a:custGeom>
              <a:rect b="b" l="l" r="r" t="t"/>
              <a:pathLst>
                <a:path extrusionOk="0" h="56073" w="43176">
                  <a:moveTo>
                    <a:pt x="24346" y="56074"/>
                  </a:moveTo>
                  <a:cubicBezTo>
                    <a:pt x="20811" y="50276"/>
                    <a:pt x="16922" y="44832"/>
                    <a:pt x="14023" y="41014"/>
                  </a:cubicBezTo>
                  <a:cubicBezTo>
                    <a:pt x="10558" y="36348"/>
                    <a:pt x="7023" y="31964"/>
                    <a:pt x="3913" y="26238"/>
                  </a:cubicBezTo>
                  <a:cubicBezTo>
                    <a:pt x="1156" y="21147"/>
                    <a:pt x="-1743" y="10471"/>
                    <a:pt x="1297" y="4815"/>
                  </a:cubicBezTo>
                  <a:cubicBezTo>
                    <a:pt x="7801" y="-7204"/>
                    <a:pt x="19184" y="7007"/>
                    <a:pt x="22507" y="13865"/>
                  </a:cubicBezTo>
                  <a:cubicBezTo>
                    <a:pt x="24769" y="7148"/>
                    <a:pt x="26395" y="290"/>
                    <a:pt x="32123" y="7"/>
                  </a:cubicBezTo>
                  <a:cubicBezTo>
                    <a:pt x="40112" y="-275"/>
                    <a:pt x="42586" y="7643"/>
                    <a:pt x="43081" y="13511"/>
                  </a:cubicBezTo>
                  <a:cubicBezTo>
                    <a:pt x="43929" y="23622"/>
                    <a:pt x="38980" y="30974"/>
                    <a:pt x="34597" y="39741"/>
                  </a:cubicBezTo>
                  <a:cubicBezTo>
                    <a:pt x="31910" y="45044"/>
                    <a:pt x="28729" y="50135"/>
                    <a:pt x="24346" y="56074"/>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 name="Google Shape;721;p40"/>
            <p:cNvSpPr/>
            <p:nvPr/>
          </p:nvSpPr>
          <p:spPr>
            <a:xfrm>
              <a:off x="5280852" y="585155"/>
              <a:ext cx="85435" cy="197089"/>
            </a:xfrm>
            <a:custGeom>
              <a:rect b="b" l="l" r="r" t="t"/>
              <a:pathLst>
                <a:path extrusionOk="0" h="155494" w="67404">
                  <a:moveTo>
                    <a:pt x="67296" y="124316"/>
                  </a:moveTo>
                  <a:lnTo>
                    <a:pt x="67296" y="124316"/>
                  </a:lnTo>
                  <a:cubicBezTo>
                    <a:pt x="67155" y="134638"/>
                    <a:pt x="67013" y="144960"/>
                    <a:pt x="66659" y="155495"/>
                  </a:cubicBezTo>
                  <a:cubicBezTo>
                    <a:pt x="57044" y="139940"/>
                    <a:pt x="46722" y="125376"/>
                    <a:pt x="38874" y="114912"/>
                  </a:cubicBezTo>
                  <a:cubicBezTo>
                    <a:pt x="29188" y="102045"/>
                    <a:pt x="19502" y="89814"/>
                    <a:pt x="10876" y="73977"/>
                  </a:cubicBezTo>
                  <a:cubicBezTo>
                    <a:pt x="3170" y="59766"/>
                    <a:pt x="-4819" y="30142"/>
                    <a:pt x="3595" y="14588"/>
                  </a:cubicBezTo>
                  <a:cubicBezTo>
                    <a:pt x="21623" y="-18784"/>
                    <a:pt x="51671" y="12962"/>
                    <a:pt x="60933" y="31909"/>
                  </a:cubicBezTo>
                  <a:cubicBezTo>
                    <a:pt x="62276" y="28021"/>
                    <a:pt x="63620" y="24274"/>
                    <a:pt x="65104" y="20809"/>
                  </a:cubicBezTo>
                  <a:cubicBezTo>
                    <a:pt x="65740" y="33465"/>
                    <a:pt x="66236" y="46050"/>
                    <a:pt x="66589" y="58847"/>
                  </a:cubicBezTo>
                  <a:lnTo>
                    <a:pt x="66589" y="58847"/>
                  </a:lnTo>
                  <a:cubicBezTo>
                    <a:pt x="67296" y="80339"/>
                    <a:pt x="67578" y="101974"/>
                    <a:pt x="67296" y="124316"/>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 name="Google Shape;722;p40"/>
            <p:cNvSpPr/>
            <p:nvPr/>
          </p:nvSpPr>
          <p:spPr>
            <a:xfrm>
              <a:off x="5322338" y="643426"/>
              <a:ext cx="43921" cy="99800"/>
            </a:xfrm>
            <a:custGeom>
              <a:rect b="b" l="l" r="r" t="t"/>
              <a:pathLst>
                <a:path extrusionOk="0" h="78738" w="34652">
                  <a:moveTo>
                    <a:pt x="34545" y="78314"/>
                  </a:moveTo>
                  <a:lnTo>
                    <a:pt x="34545" y="78314"/>
                  </a:lnTo>
                  <a:cubicBezTo>
                    <a:pt x="34545" y="78314"/>
                    <a:pt x="34332" y="78597"/>
                    <a:pt x="34262" y="78738"/>
                  </a:cubicBezTo>
                  <a:cubicBezTo>
                    <a:pt x="29242" y="70536"/>
                    <a:pt x="23869" y="62901"/>
                    <a:pt x="19768" y="57457"/>
                  </a:cubicBezTo>
                  <a:cubicBezTo>
                    <a:pt x="14819" y="50953"/>
                    <a:pt x="9940" y="44731"/>
                    <a:pt x="5557" y="36671"/>
                  </a:cubicBezTo>
                  <a:cubicBezTo>
                    <a:pt x="1598" y="29530"/>
                    <a:pt x="-2433" y="14471"/>
                    <a:pt x="1810" y="6552"/>
                  </a:cubicBezTo>
                  <a:cubicBezTo>
                    <a:pt x="11001" y="-10346"/>
                    <a:pt x="26979" y="9663"/>
                    <a:pt x="31717" y="19278"/>
                  </a:cubicBezTo>
                  <a:cubicBezTo>
                    <a:pt x="32423" y="17157"/>
                    <a:pt x="33130" y="14966"/>
                    <a:pt x="33837" y="12915"/>
                  </a:cubicBezTo>
                  <a:cubicBezTo>
                    <a:pt x="34545" y="34338"/>
                    <a:pt x="34827" y="55972"/>
                    <a:pt x="34545" y="7831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 name="Google Shape;723;p40"/>
            <p:cNvSpPr/>
            <p:nvPr/>
          </p:nvSpPr>
          <p:spPr>
            <a:xfrm>
              <a:off x="5012724" y="790062"/>
              <a:ext cx="151877" cy="141260"/>
            </a:xfrm>
            <a:custGeom>
              <a:rect b="b" l="l" r="r" t="t"/>
              <a:pathLst>
                <a:path extrusionOk="0" h="111448" w="119824">
                  <a:moveTo>
                    <a:pt x="99536" y="107418"/>
                  </a:moveTo>
                  <a:cubicBezTo>
                    <a:pt x="92819" y="107843"/>
                    <a:pt x="86102" y="108337"/>
                    <a:pt x="79314" y="108762"/>
                  </a:cubicBezTo>
                  <a:cubicBezTo>
                    <a:pt x="71396" y="109327"/>
                    <a:pt x="63407" y="109822"/>
                    <a:pt x="55418" y="110246"/>
                  </a:cubicBezTo>
                  <a:cubicBezTo>
                    <a:pt x="48277" y="110670"/>
                    <a:pt x="41207" y="111095"/>
                    <a:pt x="33996" y="111448"/>
                  </a:cubicBezTo>
                  <a:cubicBezTo>
                    <a:pt x="26006" y="100843"/>
                    <a:pt x="18088" y="90167"/>
                    <a:pt x="10876" y="76946"/>
                  </a:cubicBezTo>
                  <a:cubicBezTo>
                    <a:pt x="3170" y="62806"/>
                    <a:pt x="-4819" y="33111"/>
                    <a:pt x="3594" y="17557"/>
                  </a:cubicBezTo>
                  <a:cubicBezTo>
                    <a:pt x="21623" y="-15814"/>
                    <a:pt x="51671" y="15931"/>
                    <a:pt x="60932" y="34950"/>
                  </a:cubicBezTo>
                  <a:cubicBezTo>
                    <a:pt x="67296" y="16285"/>
                    <a:pt x="74437" y="660"/>
                    <a:pt x="90415" y="23"/>
                  </a:cubicBezTo>
                  <a:cubicBezTo>
                    <a:pt x="112615" y="-896"/>
                    <a:pt x="118130" y="25405"/>
                    <a:pt x="119544" y="41666"/>
                  </a:cubicBezTo>
                  <a:cubicBezTo>
                    <a:pt x="121735" y="66977"/>
                    <a:pt x="110706" y="86066"/>
                    <a:pt x="99536" y="107418"/>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 name="Google Shape;724;p40"/>
            <p:cNvSpPr/>
            <p:nvPr/>
          </p:nvSpPr>
          <p:spPr>
            <a:xfrm>
              <a:off x="5054210" y="851871"/>
              <a:ext cx="77044" cy="77888"/>
            </a:xfrm>
            <a:custGeom>
              <a:rect b="b" l="l" r="r" t="t"/>
              <a:pathLst>
                <a:path extrusionOk="0" h="61450" w="60784">
                  <a:moveTo>
                    <a:pt x="48685" y="55936"/>
                  </a:moveTo>
                  <a:cubicBezTo>
                    <a:pt x="47978" y="57280"/>
                    <a:pt x="47271" y="58623"/>
                    <a:pt x="46563" y="59966"/>
                  </a:cubicBezTo>
                  <a:cubicBezTo>
                    <a:pt x="38645" y="60532"/>
                    <a:pt x="30655" y="61027"/>
                    <a:pt x="22667" y="61451"/>
                  </a:cubicBezTo>
                  <a:cubicBezTo>
                    <a:pt x="21606" y="60108"/>
                    <a:pt x="20687" y="58835"/>
                    <a:pt x="19768" y="57633"/>
                  </a:cubicBezTo>
                  <a:cubicBezTo>
                    <a:pt x="14818" y="51129"/>
                    <a:pt x="9941" y="44907"/>
                    <a:pt x="5557" y="36847"/>
                  </a:cubicBezTo>
                  <a:cubicBezTo>
                    <a:pt x="1597" y="29706"/>
                    <a:pt x="-2432" y="14647"/>
                    <a:pt x="1810" y="6728"/>
                  </a:cubicBezTo>
                  <a:cubicBezTo>
                    <a:pt x="11001" y="-10169"/>
                    <a:pt x="26980" y="9839"/>
                    <a:pt x="31716" y="19455"/>
                  </a:cubicBezTo>
                  <a:cubicBezTo>
                    <a:pt x="34898" y="10052"/>
                    <a:pt x="37160" y="295"/>
                    <a:pt x="45220" y="12"/>
                  </a:cubicBezTo>
                  <a:cubicBezTo>
                    <a:pt x="56532" y="-412"/>
                    <a:pt x="59926" y="10758"/>
                    <a:pt x="60633" y="18960"/>
                  </a:cubicBezTo>
                  <a:cubicBezTo>
                    <a:pt x="61906" y="33241"/>
                    <a:pt x="54906" y="43635"/>
                    <a:pt x="48685" y="55936"/>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5" name="Google Shape;725;p40"/>
          <p:cNvGrpSpPr/>
          <p:nvPr/>
        </p:nvGrpSpPr>
        <p:grpSpPr>
          <a:xfrm>
            <a:off x="8076795" y="285149"/>
            <a:ext cx="849120" cy="1041620"/>
            <a:chOff x="8076795" y="285149"/>
            <a:chExt cx="849120" cy="1041620"/>
          </a:xfrm>
        </p:grpSpPr>
        <p:grpSp>
          <p:nvGrpSpPr>
            <p:cNvPr id="726" name="Google Shape;726;p40"/>
            <p:cNvGrpSpPr/>
            <p:nvPr/>
          </p:nvGrpSpPr>
          <p:grpSpPr>
            <a:xfrm rot="-920996">
              <a:off x="8164762" y="360777"/>
              <a:ext cx="673185" cy="755344"/>
              <a:chOff x="234529" y="1302452"/>
              <a:chExt cx="607781" cy="681957"/>
            </a:xfrm>
          </p:grpSpPr>
          <p:sp>
            <p:nvSpPr>
              <p:cNvPr id="727" name="Google Shape;727;p40"/>
              <p:cNvSpPr/>
              <p:nvPr/>
            </p:nvSpPr>
            <p:spPr>
              <a:xfrm>
                <a:off x="253319" y="1360428"/>
                <a:ext cx="566091" cy="567591"/>
              </a:xfrm>
              <a:custGeom>
                <a:rect b="b" l="l" r="r" t="t"/>
                <a:pathLst>
                  <a:path extrusionOk="0" h="366779" w="365810">
                    <a:moveTo>
                      <a:pt x="230572" y="360918"/>
                    </a:moveTo>
                    <a:cubicBezTo>
                      <a:pt x="304879" y="340980"/>
                      <a:pt x="370560" y="264482"/>
                      <a:pt x="365540" y="185226"/>
                    </a:cubicBezTo>
                    <a:cubicBezTo>
                      <a:pt x="360591" y="107879"/>
                      <a:pt x="311878" y="29754"/>
                      <a:pt x="235026" y="7059"/>
                    </a:cubicBezTo>
                    <a:cubicBezTo>
                      <a:pt x="162699" y="-14363"/>
                      <a:pt x="78353" y="14271"/>
                      <a:pt x="34023" y="75356"/>
                    </a:cubicBezTo>
                    <a:cubicBezTo>
                      <a:pt x="-10307" y="136371"/>
                      <a:pt x="-11438" y="225455"/>
                      <a:pt x="31336" y="287601"/>
                    </a:cubicBezTo>
                    <a:cubicBezTo>
                      <a:pt x="74110" y="349747"/>
                      <a:pt x="157679" y="380502"/>
                      <a:pt x="230572" y="360918"/>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 name="Google Shape;728;p40"/>
              <p:cNvSpPr/>
              <p:nvPr/>
            </p:nvSpPr>
            <p:spPr>
              <a:xfrm>
                <a:off x="234529" y="1302452"/>
                <a:ext cx="607781" cy="681957"/>
              </a:xfrm>
              <a:custGeom>
                <a:rect b="b" l="l" r="r" t="t"/>
                <a:pathLst>
                  <a:path extrusionOk="0" h="440683" w="392750">
                    <a:moveTo>
                      <a:pt x="119420" y="51546"/>
                    </a:moveTo>
                    <a:cubicBezTo>
                      <a:pt x="106057" y="29417"/>
                      <a:pt x="84211" y="5944"/>
                      <a:pt x="57627" y="995"/>
                    </a:cubicBezTo>
                    <a:cubicBezTo>
                      <a:pt x="33801" y="-3388"/>
                      <a:pt x="7288" y="6651"/>
                      <a:pt x="1420" y="32245"/>
                    </a:cubicBezTo>
                    <a:cubicBezTo>
                      <a:pt x="-1832" y="46527"/>
                      <a:pt x="1066" y="61727"/>
                      <a:pt x="4460" y="75726"/>
                    </a:cubicBezTo>
                    <a:cubicBezTo>
                      <a:pt x="8207" y="91068"/>
                      <a:pt x="13722" y="105986"/>
                      <a:pt x="20297" y="120339"/>
                    </a:cubicBezTo>
                    <a:cubicBezTo>
                      <a:pt x="33377" y="148973"/>
                      <a:pt x="50910" y="175344"/>
                      <a:pt x="68657" y="201221"/>
                    </a:cubicBezTo>
                    <a:cubicBezTo>
                      <a:pt x="102310" y="250287"/>
                      <a:pt x="137378" y="298859"/>
                      <a:pt x="178879" y="341633"/>
                    </a:cubicBezTo>
                    <a:cubicBezTo>
                      <a:pt x="199171" y="362490"/>
                      <a:pt x="221017" y="381862"/>
                      <a:pt x="244702" y="398901"/>
                    </a:cubicBezTo>
                    <a:cubicBezTo>
                      <a:pt x="256721" y="407526"/>
                      <a:pt x="269165" y="415445"/>
                      <a:pt x="282032" y="422727"/>
                    </a:cubicBezTo>
                    <a:cubicBezTo>
                      <a:pt x="294900" y="430009"/>
                      <a:pt x="307838" y="435877"/>
                      <a:pt x="321907" y="438847"/>
                    </a:cubicBezTo>
                    <a:cubicBezTo>
                      <a:pt x="335129" y="441675"/>
                      <a:pt x="349057" y="441604"/>
                      <a:pt x="361571" y="436019"/>
                    </a:cubicBezTo>
                    <a:cubicBezTo>
                      <a:pt x="373307" y="430787"/>
                      <a:pt x="382145" y="420959"/>
                      <a:pt x="387165" y="409223"/>
                    </a:cubicBezTo>
                    <a:cubicBezTo>
                      <a:pt x="398972" y="381932"/>
                      <a:pt x="390346" y="352945"/>
                      <a:pt x="377196" y="327917"/>
                    </a:cubicBezTo>
                    <a:cubicBezTo>
                      <a:pt x="373519" y="320917"/>
                      <a:pt x="369136" y="314272"/>
                      <a:pt x="364823" y="307626"/>
                    </a:cubicBezTo>
                    <a:cubicBezTo>
                      <a:pt x="362278" y="303737"/>
                      <a:pt x="356480" y="307131"/>
                      <a:pt x="358601" y="311231"/>
                    </a:cubicBezTo>
                    <a:cubicBezTo>
                      <a:pt x="371469" y="335623"/>
                      <a:pt x="387447" y="361995"/>
                      <a:pt x="383347" y="390699"/>
                    </a:cubicBezTo>
                    <a:cubicBezTo>
                      <a:pt x="381721" y="402224"/>
                      <a:pt x="376984" y="413536"/>
                      <a:pt x="368358" y="421525"/>
                    </a:cubicBezTo>
                    <a:cubicBezTo>
                      <a:pt x="358813" y="430363"/>
                      <a:pt x="345875" y="433191"/>
                      <a:pt x="333220" y="432272"/>
                    </a:cubicBezTo>
                    <a:cubicBezTo>
                      <a:pt x="306283" y="430292"/>
                      <a:pt x="281042" y="414313"/>
                      <a:pt x="259196" y="399537"/>
                    </a:cubicBezTo>
                    <a:cubicBezTo>
                      <a:pt x="237349" y="384760"/>
                      <a:pt x="215715" y="366732"/>
                      <a:pt x="196272" y="347713"/>
                    </a:cubicBezTo>
                    <a:cubicBezTo>
                      <a:pt x="156609" y="308969"/>
                      <a:pt x="122955" y="264569"/>
                      <a:pt x="91281" y="219179"/>
                    </a:cubicBezTo>
                    <a:cubicBezTo>
                      <a:pt x="59607" y="173789"/>
                      <a:pt x="22984" y="123379"/>
                      <a:pt x="10964" y="66606"/>
                    </a:cubicBezTo>
                    <a:cubicBezTo>
                      <a:pt x="8136" y="53314"/>
                      <a:pt x="5874" y="37760"/>
                      <a:pt x="12661" y="25246"/>
                    </a:cubicBezTo>
                    <a:cubicBezTo>
                      <a:pt x="17893" y="15701"/>
                      <a:pt x="27791" y="10257"/>
                      <a:pt x="38326" y="8348"/>
                    </a:cubicBezTo>
                    <a:cubicBezTo>
                      <a:pt x="64485" y="3540"/>
                      <a:pt x="86261" y="20933"/>
                      <a:pt x="103017" y="38891"/>
                    </a:cubicBezTo>
                    <a:cubicBezTo>
                      <a:pt x="107613" y="43769"/>
                      <a:pt x="111996" y="48648"/>
                      <a:pt x="116874" y="53243"/>
                    </a:cubicBezTo>
                    <a:cubicBezTo>
                      <a:pt x="118076" y="54375"/>
                      <a:pt x="120127" y="52961"/>
                      <a:pt x="119208" y="51405"/>
                    </a:cubicBezTo>
                    <a:lnTo>
                      <a:pt x="119208" y="5140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 name="Google Shape;729;p40"/>
              <p:cNvSpPr/>
              <p:nvPr/>
            </p:nvSpPr>
            <p:spPr>
              <a:xfrm>
                <a:off x="286266" y="1344550"/>
                <a:ext cx="514513" cy="590432"/>
              </a:xfrm>
              <a:custGeom>
                <a:rect b="b" l="l" r="r" t="t"/>
                <a:pathLst>
                  <a:path extrusionOk="0" h="381539" w="332480">
                    <a:moveTo>
                      <a:pt x="73381" y="31113"/>
                    </a:moveTo>
                    <a:cubicBezTo>
                      <a:pt x="61362" y="18458"/>
                      <a:pt x="47434" y="2691"/>
                      <a:pt x="29122" y="217"/>
                    </a:cubicBezTo>
                    <a:cubicBezTo>
                      <a:pt x="19365" y="-1127"/>
                      <a:pt x="11305" y="3893"/>
                      <a:pt x="6074" y="11953"/>
                    </a:cubicBezTo>
                    <a:cubicBezTo>
                      <a:pt x="-926" y="22770"/>
                      <a:pt x="-784" y="35992"/>
                      <a:pt x="1124" y="48223"/>
                    </a:cubicBezTo>
                    <a:cubicBezTo>
                      <a:pt x="9114" y="100259"/>
                      <a:pt x="41424" y="145225"/>
                      <a:pt x="70836" y="187362"/>
                    </a:cubicBezTo>
                    <a:cubicBezTo>
                      <a:pt x="100247" y="229500"/>
                      <a:pt x="130154" y="269093"/>
                      <a:pt x="166211" y="304231"/>
                    </a:cubicBezTo>
                    <a:cubicBezTo>
                      <a:pt x="183957" y="321553"/>
                      <a:pt x="203117" y="337390"/>
                      <a:pt x="223691" y="351247"/>
                    </a:cubicBezTo>
                    <a:cubicBezTo>
                      <a:pt x="244265" y="365105"/>
                      <a:pt x="265688" y="378397"/>
                      <a:pt x="290080" y="381154"/>
                    </a:cubicBezTo>
                    <a:cubicBezTo>
                      <a:pt x="301180" y="382427"/>
                      <a:pt x="313340" y="380659"/>
                      <a:pt x="322814" y="374225"/>
                    </a:cubicBezTo>
                    <a:cubicBezTo>
                      <a:pt x="328965" y="370054"/>
                      <a:pt x="331369" y="363055"/>
                      <a:pt x="332147" y="355914"/>
                    </a:cubicBezTo>
                    <a:cubicBezTo>
                      <a:pt x="333136" y="347217"/>
                      <a:pt x="331793" y="338309"/>
                      <a:pt x="329884" y="329825"/>
                    </a:cubicBezTo>
                    <a:cubicBezTo>
                      <a:pt x="327975" y="321341"/>
                      <a:pt x="325289" y="312291"/>
                      <a:pt x="321400" y="304231"/>
                    </a:cubicBezTo>
                    <a:cubicBezTo>
                      <a:pt x="319845" y="301050"/>
                      <a:pt x="318148" y="297868"/>
                      <a:pt x="316168" y="294899"/>
                    </a:cubicBezTo>
                    <a:cubicBezTo>
                      <a:pt x="313623" y="291010"/>
                      <a:pt x="307896" y="294404"/>
                      <a:pt x="309947" y="298504"/>
                    </a:cubicBezTo>
                    <a:cubicBezTo>
                      <a:pt x="316734" y="312079"/>
                      <a:pt x="321471" y="328128"/>
                      <a:pt x="323097" y="343187"/>
                    </a:cubicBezTo>
                    <a:cubicBezTo>
                      <a:pt x="323804" y="349621"/>
                      <a:pt x="324440" y="357752"/>
                      <a:pt x="321047" y="363620"/>
                    </a:cubicBezTo>
                    <a:cubicBezTo>
                      <a:pt x="316875" y="370832"/>
                      <a:pt x="305210" y="372811"/>
                      <a:pt x="297645" y="373023"/>
                    </a:cubicBezTo>
                    <a:cubicBezTo>
                      <a:pt x="274950" y="373660"/>
                      <a:pt x="253456" y="361004"/>
                      <a:pt x="234862" y="349338"/>
                    </a:cubicBezTo>
                    <a:cubicBezTo>
                      <a:pt x="216268" y="337673"/>
                      <a:pt x="197532" y="322755"/>
                      <a:pt x="180776" y="307130"/>
                    </a:cubicBezTo>
                    <a:cubicBezTo>
                      <a:pt x="146910" y="275668"/>
                      <a:pt x="118064" y="239257"/>
                      <a:pt x="91268" y="201715"/>
                    </a:cubicBezTo>
                    <a:cubicBezTo>
                      <a:pt x="77552" y="182555"/>
                      <a:pt x="64119" y="163183"/>
                      <a:pt x="51464" y="143316"/>
                    </a:cubicBezTo>
                    <a:cubicBezTo>
                      <a:pt x="38808" y="123449"/>
                      <a:pt x="26011" y="101531"/>
                      <a:pt x="17810" y="78554"/>
                    </a:cubicBezTo>
                    <a:cubicBezTo>
                      <a:pt x="13214" y="65686"/>
                      <a:pt x="9114" y="51829"/>
                      <a:pt x="8407" y="38042"/>
                    </a:cubicBezTo>
                    <a:cubicBezTo>
                      <a:pt x="7912" y="27578"/>
                      <a:pt x="10457" y="11034"/>
                      <a:pt x="22618" y="7782"/>
                    </a:cubicBezTo>
                    <a:cubicBezTo>
                      <a:pt x="33152" y="4883"/>
                      <a:pt x="44464" y="13791"/>
                      <a:pt x="52524" y="19377"/>
                    </a:cubicBezTo>
                    <a:cubicBezTo>
                      <a:pt x="59099" y="23972"/>
                      <a:pt x="64402" y="29770"/>
                      <a:pt x="71613" y="33446"/>
                    </a:cubicBezTo>
                    <a:cubicBezTo>
                      <a:pt x="73098" y="34224"/>
                      <a:pt x="74653" y="32386"/>
                      <a:pt x="73452" y="31113"/>
                    </a:cubicBezTo>
                    <a:lnTo>
                      <a:pt x="73452" y="3111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 name="Google Shape;730;p40"/>
              <p:cNvSpPr/>
              <p:nvPr/>
            </p:nvSpPr>
            <p:spPr>
              <a:xfrm>
                <a:off x="428822" y="1363405"/>
                <a:ext cx="142008" cy="94336"/>
              </a:xfrm>
              <a:custGeom>
                <a:rect b="b" l="l" r="r" t="t"/>
                <a:pathLst>
                  <a:path extrusionOk="0" h="60960" w="91766">
                    <a:moveTo>
                      <a:pt x="87820" y="1105"/>
                    </a:moveTo>
                    <a:cubicBezTo>
                      <a:pt x="94183" y="25214"/>
                      <a:pt x="79053" y="50383"/>
                      <a:pt x="54449" y="55332"/>
                    </a:cubicBezTo>
                    <a:cubicBezTo>
                      <a:pt x="29845" y="60281"/>
                      <a:pt x="8494" y="43313"/>
                      <a:pt x="3615" y="19770"/>
                    </a:cubicBezTo>
                    <a:cubicBezTo>
                      <a:pt x="3191" y="17790"/>
                      <a:pt x="-203" y="18144"/>
                      <a:pt x="10" y="20265"/>
                    </a:cubicBezTo>
                    <a:cubicBezTo>
                      <a:pt x="2767" y="46919"/>
                      <a:pt x="29209" y="65301"/>
                      <a:pt x="55156" y="60069"/>
                    </a:cubicBezTo>
                    <a:cubicBezTo>
                      <a:pt x="81104" y="54837"/>
                      <a:pt x="98001" y="26557"/>
                      <a:pt x="89588" y="610"/>
                    </a:cubicBezTo>
                    <a:cubicBezTo>
                      <a:pt x="89234" y="-451"/>
                      <a:pt x="87608" y="-27"/>
                      <a:pt x="87891" y="1105"/>
                    </a:cubicBezTo>
                    <a:lnTo>
                      <a:pt x="87891" y="110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 name="Google Shape;731;p40"/>
              <p:cNvSpPr/>
              <p:nvPr/>
            </p:nvSpPr>
            <p:spPr>
              <a:xfrm>
                <a:off x="561957" y="1708289"/>
                <a:ext cx="94427" cy="86544"/>
              </a:xfrm>
              <a:custGeom>
                <a:rect b="b" l="l" r="r" t="t"/>
                <a:pathLst>
                  <a:path extrusionOk="0" h="55925" w="61019">
                    <a:moveTo>
                      <a:pt x="60628" y="29155"/>
                    </a:moveTo>
                    <a:cubicBezTo>
                      <a:pt x="60628" y="17418"/>
                      <a:pt x="52568" y="6672"/>
                      <a:pt x="41892" y="2147"/>
                    </a:cubicBezTo>
                    <a:cubicBezTo>
                      <a:pt x="31216" y="-2378"/>
                      <a:pt x="18207" y="521"/>
                      <a:pt x="9511" y="8298"/>
                    </a:cubicBezTo>
                    <a:cubicBezTo>
                      <a:pt x="-104" y="16923"/>
                      <a:pt x="-3569" y="31629"/>
                      <a:pt x="4491" y="42376"/>
                    </a:cubicBezTo>
                    <a:cubicBezTo>
                      <a:pt x="12551" y="53122"/>
                      <a:pt x="27964" y="58001"/>
                      <a:pt x="41044" y="55102"/>
                    </a:cubicBezTo>
                    <a:cubicBezTo>
                      <a:pt x="46558" y="53900"/>
                      <a:pt x="51861" y="51213"/>
                      <a:pt x="55538" y="46901"/>
                    </a:cubicBezTo>
                    <a:cubicBezTo>
                      <a:pt x="59850" y="41810"/>
                      <a:pt x="61476" y="35730"/>
                      <a:pt x="60911" y="29155"/>
                    </a:cubicBezTo>
                    <a:cubicBezTo>
                      <a:pt x="60769" y="27882"/>
                      <a:pt x="58648" y="27316"/>
                      <a:pt x="58436" y="28801"/>
                    </a:cubicBezTo>
                    <a:cubicBezTo>
                      <a:pt x="56881" y="37992"/>
                      <a:pt x="53558" y="46264"/>
                      <a:pt x="44367" y="49941"/>
                    </a:cubicBezTo>
                    <a:cubicBezTo>
                      <a:pt x="33549" y="54254"/>
                      <a:pt x="19833" y="51708"/>
                      <a:pt x="11208" y="43860"/>
                    </a:cubicBezTo>
                    <a:cubicBezTo>
                      <a:pt x="6966" y="39972"/>
                      <a:pt x="4067" y="34811"/>
                      <a:pt x="4138" y="28872"/>
                    </a:cubicBezTo>
                    <a:cubicBezTo>
                      <a:pt x="4208" y="22933"/>
                      <a:pt x="6683" y="17489"/>
                      <a:pt x="10572" y="13247"/>
                    </a:cubicBezTo>
                    <a:cubicBezTo>
                      <a:pt x="17359" y="5823"/>
                      <a:pt x="28105" y="2147"/>
                      <a:pt x="37933" y="4834"/>
                    </a:cubicBezTo>
                    <a:cubicBezTo>
                      <a:pt x="49174" y="7874"/>
                      <a:pt x="57022" y="18125"/>
                      <a:pt x="58648" y="29437"/>
                    </a:cubicBezTo>
                    <a:cubicBezTo>
                      <a:pt x="58790" y="30569"/>
                      <a:pt x="60628" y="30286"/>
                      <a:pt x="60628" y="29155"/>
                    </a:cubicBezTo>
                    <a:lnTo>
                      <a:pt x="60628" y="2915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 name="Google Shape;732;p40"/>
              <p:cNvSpPr/>
              <p:nvPr/>
            </p:nvSpPr>
            <p:spPr>
              <a:xfrm>
                <a:off x="337743" y="1728969"/>
                <a:ext cx="90615" cy="90991"/>
              </a:xfrm>
              <a:custGeom>
                <a:rect b="b" l="l" r="r" t="t"/>
                <a:pathLst>
                  <a:path extrusionOk="0" h="58799" w="58556">
                    <a:moveTo>
                      <a:pt x="53953" y="46114"/>
                    </a:moveTo>
                    <a:cubicBezTo>
                      <a:pt x="60458" y="36498"/>
                      <a:pt x="59821" y="22994"/>
                      <a:pt x="53600" y="13379"/>
                    </a:cubicBezTo>
                    <a:cubicBezTo>
                      <a:pt x="47378" y="3764"/>
                      <a:pt x="34864" y="-1327"/>
                      <a:pt x="23269" y="299"/>
                    </a:cubicBezTo>
                    <a:cubicBezTo>
                      <a:pt x="10755" y="2067"/>
                      <a:pt x="-345" y="11824"/>
                      <a:pt x="8" y="25115"/>
                    </a:cubicBezTo>
                    <a:cubicBezTo>
                      <a:pt x="362" y="38407"/>
                      <a:pt x="9270" y="50143"/>
                      <a:pt x="20653" y="55587"/>
                    </a:cubicBezTo>
                    <a:cubicBezTo>
                      <a:pt x="26168" y="58274"/>
                      <a:pt x="32389" y="59547"/>
                      <a:pt x="38470" y="58345"/>
                    </a:cubicBezTo>
                    <a:cubicBezTo>
                      <a:pt x="41580" y="57708"/>
                      <a:pt x="44621" y="56365"/>
                      <a:pt x="47166" y="54527"/>
                    </a:cubicBezTo>
                    <a:cubicBezTo>
                      <a:pt x="50347" y="52265"/>
                      <a:pt x="52398" y="49649"/>
                      <a:pt x="54236" y="46255"/>
                    </a:cubicBezTo>
                    <a:cubicBezTo>
                      <a:pt x="54943" y="45053"/>
                      <a:pt x="53246" y="43639"/>
                      <a:pt x="52256" y="44700"/>
                    </a:cubicBezTo>
                    <a:cubicBezTo>
                      <a:pt x="48651" y="48517"/>
                      <a:pt x="44408" y="52477"/>
                      <a:pt x="39247" y="54032"/>
                    </a:cubicBezTo>
                    <a:cubicBezTo>
                      <a:pt x="34864" y="55375"/>
                      <a:pt x="30268" y="54951"/>
                      <a:pt x="26026" y="53537"/>
                    </a:cubicBezTo>
                    <a:cubicBezTo>
                      <a:pt x="15633" y="50143"/>
                      <a:pt x="7008" y="40740"/>
                      <a:pt x="4604" y="29994"/>
                    </a:cubicBezTo>
                    <a:cubicBezTo>
                      <a:pt x="3331" y="24196"/>
                      <a:pt x="4250" y="18116"/>
                      <a:pt x="7997" y="13379"/>
                    </a:cubicBezTo>
                    <a:cubicBezTo>
                      <a:pt x="11250" y="9278"/>
                      <a:pt x="15916" y="6450"/>
                      <a:pt x="20936" y="5107"/>
                    </a:cubicBezTo>
                    <a:cubicBezTo>
                      <a:pt x="30551" y="2562"/>
                      <a:pt x="41368" y="5460"/>
                      <a:pt x="48156" y="12743"/>
                    </a:cubicBezTo>
                    <a:cubicBezTo>
                      <a:pt x="56216" y="21368"/>
                      <a:pt x="57205" y="34731"/>
                      <a:pt x="52186" y="45124"/>
                    </a:cubicBezTo>
                    <a:cubicBezTo>
                      <a:pt x="51620" y="46326"/>
                      <a:pt x="53176" y="47245"/>
                      <a:pt x="53953" y="46184"/>
                    </a:cubicBezTo>
                    <a:lnTo>
                      <a:pt x="53953" y="4618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 name="Google Shape;733;p40"/>
              <p:cNvSpPr/>
              <p:nvPr/>
            </p:nvSpPr>
            <p:spPr>
              <a:xfrm>
                <a:off x="397686" y="1521844"/>
                <a:ext cx="69017" cy="63514"/>
              </a:xfrm>
              <a:custGeom>
                <a:rect b="b" l="l" r="r" t="t"/>
                <a:pathLst>
                  <a:path extrusionOk="0" h="41043" w="44599">
                    <a:moveTo>
                      <a:pt x="44110" y="21321"/>
                    </a:moveTo>
                    <a:cubicBezTo>
                      <a:pt x="44322" y="12696"/>
                      <a:pt x="38313" y="4777"/>
                      <a:pt x="30536" y="1525"/>
                    </a:cubicBezTo>
                    <a:cubicBezTo>
                      <a:pt x="22758" y="-1727"/>
                      <a:pt x="13002" y="394"/>
                      <a:pt x="6709" y="6262"/>
                    </a:cubicBezTo>
                    <a:cubicBezTo>
                      <a:pt x="-361" y="12766"/>
                      <a:pt x="-2553" y="23654"/>
                      <a:pt x="3599" y="31502"/>
                    </a:cubicBezTo>
                    <a:cubicBezTo>
                      <a:pt x="9750" y="39350"/>
                      <a:pt x="20850" y="42602"/>
                      <a:pt x="30324" y="40340"/>
                    </a:cubicBezTo>
                    <a:cubicBezTo>
                      <a:pt x="34353" y="39350"/>
                      <a:pt x="38242" y="37300"/>
                      <a:pt x="40858" y="34047"/>
                    </a:cubicBezTo>
                    <a:cubicBezTo>
                      <a:pt x="42272" y="32350"/>
                      <a:pt x="43262" y="30442"/>
                      <a:pt x="43969" y="28321"/>
                    </a:cubicBezTo>
                    <a:cubicBezTo>
                      <a:pt x="44817" y="25846"/>
                      <a:pt x="44676" y="23584"/>
                      <a:pt x="44322" y="21038"/>
                    </a:cubicBezTo>
                    <a:cubicBezTo>
                      <a:pt x="44110" y="19766"/>
                      <a:pt x="42131" y="19907"/>
                      <a:pt x="41848" y="21038"/>
                    </a:cubicBezTo>
                    <a:cubicBezTo>
                      <a:pt x="40505" y="27260"/>
                      <a:pt x="38383" y="33128"/>
                      <a:pt x="32020" y="35673"/>
                    </a:cubicBezTo>
                    <a:cubicBezTo>
                      <a:pt x="24526" y="38714"/>
                      <a:pt x="14911" y="36946"/>
                      <a:pt x="8972" y="31502"/>
                    </a:cubicBezTo>
                    <a:cubicBezTo>
                      <a:pt x="6073" y="28815"/>
                      <a:pt x="4093" y="25280"/>
                      <a:pt x="4093" y="21250"/>
                    </a:cubicBezTo>
                    <a:cubicBezTo>
                      <a:pt x="4093" y="17220"/>
                      <a:pt x="5861" y="13403"/>
                      <a:pt x="8477" y="10504"/>
                    </a:cubicBezTo>
                    <a:cubicBezTo>
                      <a:pt x="13143" y="5343"/>
                      <a:pt x="20567" y="2797"/>
                      <a:pt x="27425" y="4636"/>
                    </a:cubicBezTo>
                    <a:cubicBezTo>
                      <a:pt x="35343" y="6757"/>
                      <a:pt x="40717" y="13898"/>
                      <a:pt x="42060" y="21675"/>
                    </a:cubicBezTo>
                    <a:cubicBezTo>
                      <a:pt x="42272" y="22877"/>
                      <a:pt x="44040" y="22523"/>
                      <a:pt x="44040" y="21392"/>
                    </a:cubicBezTo>
                    <a:lnTo>
                      <a:pt x="44040" y="2139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 name="Google Shape;734;p40"/>
              <p:cNvSpPr/>
              <p:nvPr/>
            </p:nvSpPr>
            <p:spPr>
              <a:xfrm>
                <a:off x="580495" y="1530422"/>
                <a:ext cx="139345" cy="136524"/>
              </a:xfrm>
              <a:custGeom>
                <a:rect b="b" l="l" r="r" t="t"/>
                <a:pathLst>
                  <a:path extrusionOk="0" h="88222" w="90045">
                    <a:moveTo>
                      <a:pt x="89719" y="45610"/>
                    </a:moveTo>
                    <a:cubicBezTo>
                      <a:pt x="89436" y="27510"/>
                      <a:pt x="78123" y="9976"/>
                      <a:pt x="61367" y="2977"/>
                    </a:cubicBezTo>
                    <a:cubicBezTo>
                      <a:pt x="44611" y="-4022"/>
                      <a:pt x="25381" y="1916"/>
                      <a:pt x="13149" y="14572"/>
                    </a:cubicBezTo>
                    <a:cubicBezTo>
                      <a:pt x="-637" y="28853"/>
                      <a:pt x="-5162" y="51690"/>
                      <a:pt x="7281" y="68305"/>
                    </a:cubicBezTo>
                    <a:cubicBezTo>
                      <a:pt x="19725" y="84919"/>
                      <a:pt x="41218" y="91495"/>
                      <a:pt x="60307" y="86687"/>
                    </a:cubicBezTo>
                    <a:cubicBezTo>
                      <a:pt x="79396" y="81879"/>
                      <a:pt x="90850" y="65265"/>
                      <a:pt x="90001" y="45610"/>
                    </a:cubicBezTo>
                    <a:cubicBezTo>
                      <a:pt x="90001" y="43913"/>
                      <a:pt x="87668" y="44054"/>
                      <a:pt x="87456" y="45610"/>
                    </a:cubicBezTo>
                    <a:cubicBezTo>
                      <a:pt x="85618" y="60386"/>
                      <a:pt x="80174" y="74314"/>
                      <a:pt x="65751" y="80607"/>
                    </a:cubicBezTo>
                    <a:cubicBezTo>
                      <a:pt x="49136" y="87889"/>
                      <a:pt x="28209" y="83717"/>
                      <a:pt x="15129" y="71274"/>
                    </a:cubicBezTo>
                    <a:cubicBezTo>
                      <a:pt x="-13434" y="43913"/>
                      <a:pt x="19583" y="-4022"/>
                      <a:pt x="55428" y="5098"/>
                    </a:cubicBezTo>
                    <a:cubicBezTo>
                      <a:pt x="73740" y="9764"/>
                      <a:pt x="85759" y="27510"/>
                      <a:pt x="87739" y="45610"/>
                    </a:cubicBezTo>
                    <a:cubicBezTo>
                      <a:pt x="87880" y="46882"/>
                      <a:pt x="89789" y="46953"/>
                      <a:pt x="89789" y="45610"/>
                    </a:cubicBezTo>
                    <a:lnTo>
                      <a:pt x="89789" y="4561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35" name="Google Shape;735;p40"/>
            <p:cNvSpPr/>
            <p:nvPr/>
          </p:nvSpPr>
          <p:spPr>
            <a:xfrm flipH="1">
              <a:off x="8167854" y="1128661"/>
              <a:ext cx="206653" cy="198108"/>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 name="Google Shape;736;p40"/>
            <p:cNvSpPr/>
            <p:nvPr/>
          </p:nvSpPr>
          <p:spPr>
            <a:xfrm flipH="1" rot="-868596">
              <a:off x="8537141" y="1115439"/>
              <a:ext cx="140751" cy="134931"/>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7" name="Google Shape;737;p40"/>
          <p:cNvGrpSpPr/>
          <p:nvPr/>
        </p:nvGrpSpPr>
        <p:grpSpPr>
          <a:xfrm>
            <a:off x="270727" y="-1"/>
            <a:ext cx="725404" cy="1506876"/>
            <a:chOff x="270716" y="5"/>
            <a:chExt cx="671235" cy="1394352"/>
          </a:xfrm>
        </p:grpSpPr>
        <p:sp>
          <p:nvSpPr>
            <p:cNvPr id="738" name="Google Shape;738;p40"/>
            <p:cNvSpPr/>
            <p:nvPr/>
          </p:nvSpPr>
          <p:spPr>
            <a:xfrm flipH="1" rot="10800000">
              <a:off x="496537" y="5"/>
              <a:ext cx="312153" cy="1338179"/>
            </a:xfrm>
            <a:custGeom>
              <a:rect b="b" l="l" r="r" t="t"/>
              <a:pathLst>
                <a:path extrusionOk="0" h="303270" w="70743">
                  <a:moveTo>
                    <a:pt x="19770" y="302065"/>
                  </a:moveTo>
                  <a:cubicBezTo>
                    <a:pt x="13266" y="281278"/>
                    <a:pt x="9165" y="259078"/>
                    <a:pt x="6549" y="237514"/>
                  </a:cubicBezTo>
                  <a:cubicBezTo>
                    <a:pt x="3933" y="215950"/>
                    <a:pt x="3226" y="194457"/>
                    <a:pt x="4640" y="172964"/>
                  </a:cubicBezTo>
                  <a:cubicBezTo>
                    <a:pt x="7186" y="133160"/>
                    <a:pt x="17437" y="93991"/>
                    <a:pt x="34900" y="58146"/>
                  </a:cubicBezTo>
                  <a:cubicBezTo>
                    <a:pt x="44657" y="38208"/>
                    <a:pt x="56818" y="19543"/>
                    <a:pt x="70463" y="2009"/>
                  </a:cubicBezTo>
                  <a:cubicBezTo>
                    <a:pt x="71382" y="878"/>
                    <a:pt x="69827" y="-748"/>
                    <a:pt x="68837" y="383"/>
                  </a:cubicBezTo>
                  <a:cubicBezTo>
                    <a:pt x="14043" y="61257"/>
                    <a:pt x="-6743" y="149138"/>
                    <a:pt x="1883" y="229313"/>
                  </a:cubicBezTo>
                  <a:cubicBezTo>
                    <a:pt x="3226" y="241615"/>
                    <a:pt x="5135" y="253776"/>
                    <a:pt x="7681" y="265865"/>
                  </a:cubicBezTo>
                  <a:cubicBezTo>
                    <a:pt x="10226" y="277955"/>
                    <a:pt x="14185" y="290399"/>
                    <a:pt x="18003" y="302630"/>
                  </a:cubicBezTo>
                  <a:cubicBezTo>
                    <a:pt x="18357" y="303761"/>
                    <a:pt x="20124" y="303266"/>
                    <a:pt x="19770" y="302135"/>
                  </a:cubicBezTo>
                  <a:lnTo>
                    <a:pt x="19770" y="30213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39" name="Google Shape;739;p40"/>
            <p:cNvGrpSpPr/>
            <p:nvPr/>
          </p:nvGrpSpPr>
          <p:grpSpPr>
            <a:xfrm flipH="1" rot="10800000">
              <a:off x="639820" y="1094942"/>
              <a:ext cx="218003" cy="299415"/>
              <a:chOff x="7134178" y="6147896"/>
              <a:chExt cx="49417" cy="67870"/>
            </a:xfrm>
          </p:grpSpPr>
          <p:sp>
            <p:nvSpPr>
              <p:cNvPr id="740" name="Google Shape;740;p40"/>
              <p:cNvSpPr/>
              <p:nvPr/>
            </p:nvSpPr>
            <p:spPr>
              <a:xfrm>
                <a:off x="7135517" y="6149717"/>
                <a:ext cx="46309" cy="64761"/>
              </a:xfrm>
              <a:custGeom>
                <a:rect b="b" l="l" r="r" t="t"/>
                <a:pathLst>
                  <a:path extrusionOk="0" h="64761" w="46309">
                    <a:moveTo>
                      <a:pt x="636" y="61156"/>
                    </a:moveTo>
                    <a:cubicBezTo>
                      <a:pt x="565" y="45743"/>
                      <a:pt x="7282" y="30472"/>
                      <a:pt x="18665" y="20079"/>
                    </a:cubicBezTo>
                    <a:cubicBezTo>
                      <a:pt x="22129" y="16898"/>
                      <a:pt x="25947" y="14211"/>
                      <a:pt x="29836" y="11524"/>
                    </a:cubicBezTo>
                    <a:lnTo>
                      <a:pt x="46309" y="0"/>
                    </a:lnTo>
                    <a:cubicBezTo>
                      <a:pt x="44612" y="27927"/>
                      <a:pt x="31815" y="55854"/>
                      <a:pt x="0" y="64762"/>
                    </a:cubicBez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 name="Google Shape;741;p40"/>
              <p:cNvSpPr/>
              <p:nvPr/>
            </p:nvSpPr>
            <p:spPr>
              <a:xfrm>
                <a:off x="7134178" y="6147896"/>
                <a:ext cx="49417" cy="67870"/>
              </a:xfrm>
              <a:custGeom>
                <a:rect b="b" l="l" r="r" t="t"/>
                <a:pathLst>
                  <a:path extrusionOk="0" h="67870" w="49417">
                    <a:moveTo>
                      <a:pt x="2612" y="63189"/>
                    </a:moveTo>
                    <a:cubicBezTo>
                      <a:pt x="3813" y="57391"/>
                      <a:pt x="4591" y="51453"/>
                      <a:pt x="6571" y="45867"/>
                    </a:cubicBezTo>
                    <a:cubicBezTo>
                      <a:pt x="8621" y="39858"/>
                      <a:pt x="11732" y="34131"/>
                      <a:pt x="15691" y="29252"/>
                    </a:cubicBezTo>
                    <a:cubicBezTo>
                      <a:pt x="19650" y="24374"/>
                      <a:pt x="24882" y="20132"/>
                      <a:pt x="30185" y="16385"/>
                    </a:cubicBezTo>
                    <a:cubicBezTo>
                      <a:pt x="36336" y="12072"/>
                      <a:pt x="42487" y="7759"/>
                      <a:pt x="48567" y="3446"/>
                    </a:cubicBezTo>
                    <a:lnTo>
                      <a:pt x="45881" y="1891"/>
                    </a:lnTo>
                    <a:cubicBezTo>
                      <a:pt x="45032" y="15395"/>
                      <a:pt x="41638" y="28969"/>
                      <a:pt x="34285" y="40494"/>
                    </a:cubicBezTo>
                    <a:cubicBezTo>
                      <a:pt x="30609" y="46291"/>
                      <a:pt x="25872" y="51453"/>
                      <a:pt x="20357" y="55553"/>
                    </a:cubicBezTo>
                    <a:cubicBezTo>
                      <a:pt x="14277" y="60078"/>
                      <a:pt x="7419" y="62270"/>
                      <a:pt x="632" y="65522"/>
                    </a:cubicBezTo>
                    <a:cubicBezTo>
                      <a:pt x="-499" y="66017"/>
                      <a:pt x="-4" y="68067"/>
                      <a:pt x="1268" y="67855"/>
                    </a:cubicBezTo>
                    <a:cubicBezTo>
                      <a:pt x="8692" y="67007"/>
                      <a:pt x="16115" y="62906"/>
                      <a:pt x="22054" y="58523"/>
                    </a:cubicBezTo>
                    <a:cubicBezTo>
                      <a:pt x="27993" y="54139"/>
                      <a:pt x="32801" y="48978"/>
                      <a:pt x="36831" y="42898"/>
                    </a:cubicBezTo>
                    <a:cubicBezTo>
                      <a:pt x="44820" y="30737"/>
                      <a:pt x="48496" y="16243"/>
                      <a:pt x="49416" y="1820"/>
                    </a:cubicBezTo>
                    <a:cubicBezTo>
                      <a:pt x="49486" y="548"/>
                      <a:pt x="47789" y="-513"/>
                      <a:pt x="46729" y="265"/>
                    </a:cubicBezTo>
                    <a:cubicBezTo>
                      <a:pt x="40083" y="4861"/>
                      <a:pt x="33437" y="9456"/>
                      <a:pt x="26862" y="14193"/>
                    </a:cubicBezTo>
                    <a:cubicBezTo>
                      <a:pt x="21347" y="18152"/>
                      <a:pt x="16257" y="22394"/>
                      <a:pt x="12156" y="27768"/>
                    </a:cubicBezTo>
                    <a:cubicBezTo>
                      <a:pt x="4803" y="37312"/>
                      <a:pt x="-1136" y="50958"/>
                      <a:pt x="1268" y="63189"/>
                    </a:cubicBezTo>
                    <a:cubicBezTo>
                      <a:pt x="1409" y="63825"/>
                      <a:pt x="2399" y="63825"/>
                      <a:pt x="2541" y="63189"/>
                    </a:cubicBezTo>
                    <a:lnTo>
                      <a:pt x="2541" y="6318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42" name="Google Shape;742;p40"/>
            <p:cNvSpPr/>
            <p:nvPr/>
          </p:nvSpPr>
          <p:spPr>
            <a:xfrm flipH="1" rot="10800000">
              <a:off x="459838" y="911234"/>
              <a:ext cx="130570" cy="344510"/>
            </a:xfrm>
            <a:custGeom>
              <a:rect b="b" l="l" r="r" t="t"/>
              <a:pathLst>
                <a:path extrusionOk="0" h="78076" w="29591">
                  <a:moveTo>
                    <a:pt x="26109" y="76505"/>
                  </a:moveTo>
                  <a:cubicBezTo>
                    <a:pt x="15575" y="69718"/>
                    <a:pt x="9070" y="58406"/>
                    <a:pt x="5959" y="46528"/>
                  </a:cubicBezTo>
                  <a:cubicBezTo>
                    <a:pt x="2142" y="31822"/>
                    <a:pt x="3626" y="16551"/>
                    <a:pt x="3626" y="1491"/>
                  </a:cubicBezTo>
                  <a:lnTo>
                    <a:pt x="657" y="2269"/>
                  </a:lnTo>
                  <a:cubicBezTo>
                    <a:pt x="4546" y="7713"/>
                    <a:pt x="9212" y="12450"/>
                    <a:pt x="13383" y="17611"/>
                  </a:cubicBezTo>
                  <a:cubicBezTo>
                    <a:pt x="17979" y="23338"/>
                    <a:pt x="21443" y="29631"/>
                    <a:pt x="23493" y="36701"/>
                  </a:cubicBezTo>
                  <a:cubicBezTo>
                    <a:pt x="25402" y="43347"/>
                    <a:pt x="26180" y="50275"/>
                    <a:pt x="26109" y="57133"/>
                  </a:cubicBezTo>
                  <a:cubicBezTo>
                    <a:pt x="26039" y="63991"/>
                    <a:pt x="24483" y="70496"/>
                    <a:pt x="24766" y="77142"/>
                  </a:cubicBezTo>
                  <a:cubicBezTo>
                    <a:pt x="24766" y="77990"/>
                    <a:pt x="26039" y="78485"/>
                    <a:pt x="26463" y="77637"/>
                  </a:cubicBezTo>
                  <a:cubicBezTo>
                    <a:pt x="29149" y="71627"/>
                    <a:pt x="29432" y="64274"/>
                    <a:pt x="29574" y="57770"/>
                  </a:cubicBezTo>
                  <a:cubicBezTo>
                    <a:pt x="29715" y="50770"/>
                    <a:pt x="29008" y="43700"/>
                    <a:pt x="27099" y="36983"/>
                  </a:cubicBezTo>
                  <a:cubicBezTo>
                    <a:pt x="25190" y="30267"/>
                    <a:pt x="22291" y="24257"/>
                    <a:pt x="18191" y="18813"/>
                  </a:cubicBezTo>
                  <a:cubicBezTo>
                    <a:pt x="13524" y="12521"/>
                    <a:pt x="7868" y="7077"/>
                    <a:pt x="3343" y="714"/>
                  </a:cubicBezTo>
                  <a:cubicBezTo>
                    <a:pt x="2495" y="-488"/>
                    <a:pt x="374" y="-135"/>
                    <a:pt x="374" y="1491"/>
                  </a:cubicBezTo>
                  <a:cubicBezTo>
                    <a:pt x="374" y="17541"/>
                    <a:pt x="-1535" y="34014"/>
                    <a:pt x="3273" y="49568"/>
                  </a:cubicBezTo>
                  <a:cubicBezTo>
                    <a:pt x="6949" y="61658"/>
                    <a:pt x="13807" y="72051"/>
                    <a:pt x="25261" y="77849"/>
                  </a:cubicBezTo>
                  <a:cubicBezTo>
                    <a:pt x="26180" y="78344"/>
                    <a:pt x="26958" y="77000"/>
                    <a:pt x="26039" y="76435"/>
                  </a:cubicBezTo>
                  <a:lnTo>
                    <a:pt x="26039" y="7643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 name="Google Shape;743;p40"/>
            <p:cNvSpPr/>
            <p:nvPr/>
          </p:nvSpPr>
          <p:spPr>
            <a:xfrm flipH="1" rot="10800000">
              <a:off x="562224" y="881273"/>
              <a:ext cx="379727" cy="185462"/>
            </a:xfrm>
            <a:custGeom>
              <a:rect b="b" l="l" r="r" t="t"/>
              <a:pathLst>
                <a:path extrusionOk="0" h="42031" w="86057">
                  <a:moveTo>
                    <a:pt x="2548" y="38611"/>
                  </a:moveTo>
                  <a:cubicBezTo>
                    <a:pt x="10749" y="26945"/>
                    <a:pt x="19869" y="15633"/>
                    <a:pt x="33939" y="10966"/>
                  </a:cubicBezTo>
                  <a:cubicBezTo>
                    <a:pt x="41858" y="8350"/>
                    <a:pt x="50200" y="7431"/>
                    <a:pt x="58472" y="6512"/>
                  </a:cubicBezTo>
                  <a:cubicBezTo>
                    <a:pt x="66744" y="5593"/>
                    <a:pt x="75652" y="4674"/>
                    <a:pt x="84207" y="3755"/>
                  </a:cubicBezTo>
                  <a:lnTo>
                    <a:pt x="82581" y="927"/>
                  </a:lnTo>
                  <a:cubicBezTo>
                    <a:pt x="74380" y="15562"/>
                    <a:pt x="61300" y="28076"/>
                    <a:pt x="44827" y="32813"/>
                  </a:cubicBezTo>
                  <a:cubicBezTo>
                    <a:pt x="31393" y="36631"/>
                    <a:pt x="16122" y="39035"/>
                    <a:pt x="2194" y="36489"/>
                  </a:cubicBezTo>
                  <a:cubicBezTo>
                    <a:pt x="-68" y="36065"/>
                    <a:pt x="-917" y="39105"/>
                    <a:pt x="1275" y="39883"/>
                  </a:cubicBezTo>
                  <a:cubicBezTo>
                    <a:pt x="8770" y="42570"/>
                    <a:pt x="16829" y="42287"/>
                    <a:pt x="24677" y="41438"/>
                  </a:cubicBezTo>
                  <a:cubicBezTo>
                    <a:pt x="32525" y="40590"/>
                    <a:pt x="39666" y="39317"/>
                    <a:pt x="46877" y="37126"/>
                  </a:cubicBezTo>
                  <a:cubicBezTo>
                    <a:pt x="64552" y="31823"/>
                    <a:pt x="77067" y="18461"/>
                    <a:pt x="85833" y="2835"/>
                  </a:cubicBezTo>
                  <a:cubicBezTo>
                    <a:pt x="86470" y="1704"/>
                    <a:pt x="85692" y="-134"/>
                    <a:pt x="84207" y="8"/>
                  </a:cubicBezTo>
                  <a:cubicBezTo>
                    <a:pt x="74875" y="998"/>
                    <a:pt x="65471" y="1917"/>
                    <a:pt x="56139" y="3048"/>
                  </a:cubicBezTo>
                  <a:cubicBezTo>
                    <a:pt x="47443" y="4108"/>
                    <a:pt x="38464" y="5098"/>
                    <a:pt x="30333" y="8421"/>
                  </a:cubicBezTo>
                  <a:cubicBezTo>
                    <a:pt x="16546" y="14077"/>
                    <a:pt x="8345" y="25319"/>
                    <a:pt x="992" y="37691"/>
                  </a:cubicBezTo>
                  <a:cubicBezTo>
                    <a:pt x="356" y="38752"/>
                    <a:pt x="1911" y="39529"/>
                    <a:pt x="2548" y="38611"/>
                  </a:cubicBezTo>
                  <a:lnTo>
                    <a:pt x="2548" y="3861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 name="Google Shape;744;p40"/>
            <p:cNvSpPr/>
            <p:nvPr/>
          </p:nvSpPr>
          <p:spPr>
            <a:xfrm flipH="1" rot="10800000">
              <a:off x="348504" y="663846"/>
              <a:ext cx="172613" cy="323604"/>
            </a:xfrm>
            <a:custGeom>
              <a:rect b="b" l="l" r="r" t="t"/>
              <a:pathLst>
                <a:path extrusionOk="0" h="73338" w="39119">
                  <a:moveTo>
                    <a:pt x="37702" y="71685"/>
                  </a:moveTo>
                  <a:cubicBezTo>
                    <a:pt x="25965" y="66665"/>
                    <a:pt x="17623" y="56414"/>
                    <a:pt x="12603" y="44960"/>
                  </a:cubicBezTo>
                  <a:cubicBezTo>
                    <a:pt x="6523" y="31103"/>
                    <a:pt x="5533" y="15902"/>
                    <a:pt x="3058" y="1197"/>
                  </a:cubicBezTo>
                  <a:lnTo>
                    <a:pt x="372" y="2752"/>
                  </a:lnTo>
                  <a:cubicBezTo>
                    <a:pt x="5533" y="7842"/>
                    <a:pt x="11472" y="12084"/>
                    <a:pt x="16774" y="17034"/>
                  </a:cubicBezTo>
                  <a:cubicBezTo>
                    <a:pt x="22077" y="21982"/>
                    <a:pt x="25965" y="27356"/>
                    <a:pt x="28864" y="33648"/>
                  </a:cubicBezTo>
                  <a:cubicBezTo>
                    <a:pt x="31621" y="39587"/>
                    <a:pt x="33389" y="46021"/>
                    <a:pt x="34450" y="52525"/>
                  </a:cubicBezTo>
                  <a:cubicBezTo>
                    <a:pt x="35510" y="59030"/>
                    <a:pt x="35086" y="66100"/>
                    <a:pt x="36429" y="72675"/>
                  </a:cubicBezTo>
                  <a:cubicBezTo>
                    <a:pt x="36641" y="73594"/>
                    <a:pt x="37985" y="73524"/>
                    <a:pt x="38197" y="72675"/>
                  </a:cubicBezTo>
                  <a:cubicBezTo>
                    <a:pt x="39894" y="66383"/>
                    <a:pt x="38904" y="59100"/>
                    <a:pt x="37985" y="52737"/>
                  </a:cubicBezTo>
                  <a:cubicBezTo>
                    <a:pt x="36995" y="45879"/>
                    <a:pt x="35227" y="39233"/>
                    <a:pt x="32329" y="32941"/>
                  </a:cubicBezTo>
                  <a:cubicBezTo>
                    <a:pt x="29430" y="26649"/>
                    <a:pt x="25683" y="21205"/>
                    <a:pt x="20875" y="16468"/>
                  </a:cubicBezTo>
                  <a:cubicBezTo>
                    <a:pt x="15077" y="10812"/>
                    <a:pt x="8432" y="6216"/>
                    <a:pt x="2705" y="489"/>
                  </a:cubicBezTo>
                  <a:cubicBezTo>
                    <a:pt x="1503" y="-713"/>
                    <a:pt x="-194" y="489"/>
                    <a:pt x="18" y="2045"/>
                  </a:cubicBezTo>
                  <a:cubicBezTo>
                    <a:pt x="2563" y="17528"/>
                    <a:pt x="3482" y="33719"/>
                    <a:pt x="10411" y="48142"/>
                  </a:cubicBezTo>
                  <a:cubicBezTo>
                    <a:pt x="15997" y="59808"/>
                    <a:pt x="24622" y="69211"/>
                    <a:pt x="37136" y="73170"/>
                  </a:cubicBezTo>
                  <a:cubicBezTo>
                    <a:pt x="37985" y="73453"/>
                    <a:pt x="38621" y="72039"/>
                    <a:pt x="37773" y="71685"/>
                  </a:cubicBezTo>
                  <a:lnTo>
                    <a:pt x="37773" y="716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 name="Google Shape;745;p40"/>
            <p:cNvSpPr/>
            <p:nvPr/>
          </p:nvSpPr>
          <p:spPr>
            <a:xfrm flipH="1" rot="10800000">
              <a:off x="270716" y="214512"/>
              <a:ext cx="258511" cy="260086"/>
            </a:xfrm>
            <a:custGeom>
              <a:rect b="b" l="l" r="r" t="t"/>
              <a:pathLst>
                <a:path extrusionOk="0" h="58943" w="58586">
                  <a:moveTo>
                    <a:pt x="57667" y="57314"/>
                  </a:moveTo>
                  <a:cubicBezTo>
                    <a:pt x="44164" y="56465"/>
                    <a:pt x="32498" y="48971"/>
                    <a:pt x="23943" y="38932"/>
                  </a:cubicBezTo>
                  <a:cubicBezTo>
                    <a:pt x="14469" y="27832"/>
                    <a:pt x="9379" y="13833"/>
                    <a:pt x="3016" y="895"/>
                  </a:cubicBezTo>
                  <a:lnTo>
                    <a:pt x="824" y="3086"/>
                  </a:lnTo>
                  <a:cubicBezTo>
                    <a:pt x="7752" y="6409"/>
                    <a:pt x="15176" y="8460"/>
                    <a:pt x="22105" y="11641"/>
                  </a:cubicBezTo>
                  <a:cubicBezTo>
                    <a:pt x="28397" y="14540"/>
                    <a:pt x="33983" y="18499"/>
                    <a:pt x="38719" y="23661"/>
                  </a:cubicBezTo>
                  <a:cubicBezTo>
                    <a:pt x="43457" y="28822"/>
                    <a:pt x="46779" y="34336"/>
                    <a:pt x="49608" y="40275"/>
                  </a:cubicBezTo>
                  <a:cubicBezTo>
                    <a:pt x="52435" y="46214"/>
                    <a:pt x="53920" y="52719"/>
                    <a:pt x="56890" y="58516"/>
                  </a:cubicBezTo>
                  <a:cubicBezTo>
                    <a:pt x="57314" y="59294"/>
                    <a:pt x="58586" y="58940"/>
                    <a:pt x="58586" y="58021"/>
                  </a:cubicBezTo>
                  <a:cubicBezTo>
                    <a:pt x="58445" y="51446"/>
                    <a:pt x="55546" y="44729"/>
                    <a:pt x="52789" y="38861"/>
                  </a:cubicBezTo>
                  <a:cubicBezTo>
                    <a:pt x="49890" y="32639"/>
                    <a:pt x="46285" y="26842"/>
                    <a:pt x="41689" y="21751"/>
                  </a:cubicBezTo>
                  <a:cubicBezTo>
                    <a:pt x="37093" y="16661"/>
                    <a:pt x="31649" y="12560"/>
                    <a:pt x="25498" y="9591"/>
                  </a:cubicBezTo>
                  <a:cubicBezTo>
                    <a:pt x="18004" y="5985"/>
                    <a:pt x="9874" y="3864"/>
                    <a:pt x="2379" y="188"/>
                  </a:cubicBezTo>
                  <a:cubicBezTo>
                    <a:pt x="895" y="-520"/>
                    <a:pt x="-520" y="895"/>
                    <a:pt x="188" y="2379"/>
                  </a:cubicBezTo>
                  <a:cubicBezTo>
                    <a:pt x="6904" y="16095"/>
                    <a:pt x="12207" y="30943"/>
                    <a:pt x="22600" y="42467"/>
                  </a:cubicBezTo>
                  <a:cubicBezTo>
                    <a:pt x="26983" y="47345"/>
                    <a:pt x="32215" y="51587"/>
                    <a:pt x="38013" y="54557"/>
                  </a:cubicBezTo>
                  <a:cubicBezTo>
                    <a:pt x="44305" y="57809"/>
                    <a:pt x="50668" y="59011"/>
                    <a:pt x="57667" y="58799"/>
                  </a:cubicBezTo>
                  <a:cubicBezTo>
                    <a:pt x="58728" y="58799"/>
                    <a:pt x="58657" y="57244"/>
                    <a:pt x="57667" y="57173"/>
                  </a:cubicBezTo>
                  <a:lnTo>
                    <a:pt x="57667" y="5717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 name="Google Shape;746;p40"/>
            <p:cNvSpPr/>
            <p:nvPr/>
          </p:nvSpPr>
          <p:spPr>
            <a:xfrm flipH="1" rot="10800000">
              <a:off x="291512" y="437493"/>
              <a:ext cx="214302" cy="296295"/>
            </a:xfrm>
            <a:custGeom>
              <a:rect b="b" l="l" r="r" t="t"/>
              <a:pathLst>
                <a:path extrusionOk="0" h="67149" w="48567">
                  <a:moveTo>
                    <a:pt x="47721" y="65444"/>
                  </a:moveTo>
                  <a:cubicBezTo>
                    <a:pt x="35208" y="62262"/>
                    <a:pt x="25380" y="53071"/>
                    <a:pt x="18805" y="42395"/>
                  </a:cubicBezTo>
                  <a:cubicBezTo>
                    <a:pt x="10957" y="29740"/>
                    <a:pt x="7776" y="15175"/>
                    <a:pt x="3180" y="1176"/>
                  </a:cubicBezTo>
                  <a:lnTo>
                    <a:pt x="847" y="3015"/>
                  </a:lnTo>
                  <a:cubicBezTo>
                    <a:pt x="6644" y="7328"/>
                    <a:pt x="13149" y="10509"/>
                    <a:pt x="19088" y="14610"/>
                  </a:cubicBezTo>
                  <a:cubicBezTo>
                    <a:pt x="25027" y="18711"/>
                    <a:pt x="29905" y="23660"/>
                    <a:pt x="33723" y="29669"/>
                  </a:cubicBezTo>
                  <a:cubicBezTo>
                    <a:pt x="37258" y="35184"/>
                    <a:pt x="39874" y="41193"/>
                    <a:pt x="41854" y="47415"/>
                  </a:cubicBezTo>
                  <a:cubicBezTo>
                    <a:pt x="43833" y="53637"/>
                    <a:pt x="44399" y="60354"/>
                    <a:pt x="46661" y="66504"/>
                  </a:cubicBezTo>
                  <a:cubicBezTo>
                    <a:pt x="47015" y="67494"/>
                    <a:pt x="48358" y="67282"/>
                    <a:pt x="48429" y="66292"/>
                  </a:cubicBezTo>
                  <a:cubicBezTo>
                    <a:pt x="49135" y="59646"/>
                    <a:pt x="47015" y="52364"/>
                    <a:pt x="45035" y="46072"/>
                  </a:cubicBezTo>
                  <a:cubicBezTo>
                    <a:pt x="43055" y="39779"/>
                    <a:pt x="40227" y="33275"/>
                    <a:pt x="36409" y="27548"/>
                  </a:cubicBezTo>
                  <a:cubicBezTo>
                    <a:pt x="32592" y="21821"/>
                    <a:pt x="28279" y="17367"/>
                    <a:pt x="22976" y="13479"/>
                  </a:cubicBezTo>
                  <a:cubicBezTo>
                    <a:pt x="16401" y="8671"/>
                    <a:pt x="8977" y="5136"/>
                    <a:pt x="2402" y="258"/>
                  </a:cubicBezTo>
                  <a:cubicBezTo>
                    <a:pt x="1271" y="-591"/>
                    <a:pt x="-355" y="823"/>
                    <a:pt x="69" y="2096"/>
                  </a:cubicBezTo>
                  <a:cubicBezTo>
                    <a:pt x="4877" y="16872"/>
                    <a:pt x="8129" y="32709"/>
                    <a:pt x="16896" y="45789"/>
                  </a:cubicBezTo>
                  <a:cubicBezTo>
                    <a:pt x="24178" y="56677"/>
                    <a:pt x="34147" y="65020"/>
                    <a:pt x="47368" y="67070"/>
                  </a:cubicBezTo>
                  <a:cubicBezTo>
                    <a:pt x="48358" y="67211"/>
                    <a:pt x="48782" y="65797"/>
                    <a:pt x="47792" y="65515"/>
                  </a:cubicBezTo>
                  <a:lnTo>
                    <a:pt x="47792" y="6551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 name="Google Shape;747;p40"/>
            <p:cNvSpPr/>
            <p:nvPr/>
          </p:nvSpPr>
          <p:spPr>
            <a:xfrm flipH="1" rot="10800000">
              <a:off x="510923" y="654851"/>
              <a:ext cx="316919" cy="214977"/>
            </a:xfrm>
            <a:custGeom>
              <a:rect b="b" l="l" r="r" t="t"/>
              <a:pathLst>
                <a:path extrusionOk="0" h="48720" w="71823">
                  <a:moveTo>
                    <a:pt x="2581" y="47003"/>
                  </a:moveTo>
                  <a:cubicBezTo>
                    <a:pt x="8237" y="35408"/>
                    <a:pt x="14600" y="23954"/>
                    <a:pt x="26478" y="17733"/>
                  </a:cubicBezTo>
                  <a:cubicBezTo>
                    <a:pt x="33195" y="14198"/>
                    <a:pt x="40689" y="12077"/>
                    <a:pt x="47971" y="10026"/>
                  </a:cubicBezTo>
                  <a:cubicBezTo>
                    <a:pt x="55253" y="7976"/>
                    <a:pt x="62959" y="5855"/>
                    <a:pt x="70525" y="3733"/>
                  </a:cubicBezTo>
                  <a:lnTo>
                    <a:pt x="68191" y="1401"/>
                  </a:lnTo>
                  <a:cubicBezTo>
                    <a:pt x="63101" y="15682"/>
                    <a:pt x="53062" y="28691"/>
                    <a:pt x="39062" y="35266"/>
                  </a:cubicBezTo>
                  <a:cubicBezTo>
                    <a:pt x="27680" y="40640"/>
                    <a:pt x="14459" y="44882"/>
                    <a:pt x="1733" y="44740"/>
                  </a:cubicBezTo>
                  <a:cubicBezTo>
                    <a:pt x="-176" y="44740"/>
                    <a:pt x="-742" y="47851"/>
                    <a:pt x="1238" y="48205"/>
                  </a:cubicBezTo>
                  <a:cubicBezTo>
                    <a:pt x="8237" y="49477"/>
                    <a:pt x="15166" y="48205"/>
                    <a:pt x="21953" y="46437"/>
                  </a:cubicBezTo>
                  <a:cubicBezTo>
                    <a:pt x="28740" y="44670"/>
                    <a:pt x="35457" y="42195"/>
                    <a:pt x="41749" y="39155"/>
                  </a:cubicBezTo>
                  <a:cubicBezTo>
                    <a:pt x="48042" y="36115"/>
                    <a:pt x="53910" y="31378"/>
                    <a:pt x="58718" y="26004"/>
                  </a:cubicBezTo>
                  <a:cubicBezTo>
                    <a:pt x="64939" y="19076"/>
                    <a:pt x="68615" y="11016"/>
                    <a:pt x="71726" y="2390"/>
                  </a:cubicBezTo>
                  <a:cubicBezTo>
                    <a:pt x="72221" y="1047"/>
                    <a:pt x="70737" y="-296"/>
                    <a:pt x="69394" y="57"/>
                  </a:cubicBezTo>
                  <a:cubicBezTo>
                    <a:pt x="61263" y="2320"/>
                    <a:pt x="53062" y="4511"/>
                    <a:pt x="44931" y="6915"/>
                  </a:cubicBezTo>
                  <a:cubicBezTo>
                    <a:pt x="37437" y="9107"/>
                    <a:pt x="29589" y="11299"/>
                    <a:pt x="22872" y="15399"/>
                  </a:cubicBezTo>
                  <a:cubicBezTo>
                    <a:pt x="17004" y="19005"/>
                    <a:pt x="12196" y="24025"/>
                    <a:pt x="8378" y="29681"/>
                  </a:cubicBezTo>
                  <a:cubicBezTo>
                    <a:pt x="4914" y="34842"/>
                    <a:pt x="2934" y="40498"/>
                    <a:pt x="743" y="46225"/>
                  </a:cubicBezTo>
                  <a:cubicBezTo>
                    <a:pt x="389" y="47215"/>
                    <a:pt x="1944" y="47851"/>
                    <a:pt x="2439" y="46932"/>
                  </a:cubicBezTo>
                  <a:lnTo>
                    <a:pt x="2439" y="4693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 name="Google Shape;748;p40"/>
            <p:cNvSpPr/>
            <p:nvPr/>
          </p:nvSpPr>
          <p:spPr>
            <a:xfrm flipH="1" rot="10800000">
              <a:off x="532328" y="155080"/>
              <a:ext cx="189336" cy="300244"/>
            </a:xfrm>
            <a:custGeom>
              <a:rect b="b" l="l" r="r" t="t"/>
              <a:pathLst>
                <a:path extrusionOk="0" h="68044" w="42909">
                  <a:moveTo>
                    <a:pt x="3244" y="66308"/>
                  </a:moveTo>
                  <a:cubicBezTo>
                    <a:pt x="2749" y="54289"/>
                    <a:pt x="2466" y="41562"/>
                    <a:pt x="9678" y="31311"/>
                  </a:cubicBezTo>
                  <a:cubicBezTo>
                    <a:pt x="13495" y="25867"/>
                    <a:pt x="18869" y="21554"/>
                    <a:pt x="23889" y="17312"/>
                  </a:cubicBezTo>
                  <a:cubicBezTo>
                    <a:pt x="29545" y="12504"/>
                    <a:pt x="35413" y="7838"/>
                    <a:pt x="41140" y="3172"/>
                  </a:cubicBezTo>
                  <a:lnTo>
                    <a:pt x="38029" y="2324"/>
                  </a:lnTo>
                  <a:cubicBezTo>
                    <a:pt x="40079" y="15969"/>
                    <a:pt x="38453" y="31876"/>
                    <a:pt x="29474" y="42977"/>
                  </a:cubicBezTo>
                  <a:cubicBezTo>
                    <a:pt x="22262" y="51885"/>
                    <a:pt x="12718" y="60581"/>
                    <a:pt x="1830" y="64611"/>
                  </a:cubicBezTo>
                  <a:cubicBezTo>
                    <a:pt x="-291" y="65389"/>
                    <a:pt x="557" y="68429"/>
                    <a:pt x="2749" y="68005"/>
                  </a:cubicBezTo>
                  <a:cubicBezTo>
                    <a:pt x="9395" y="66874"/>
                    <a:pt x="14980" y="63056"/>
                    <a:pt x="20141" y="58884"/>
                  </a:cubicBezTo>
                  <a:cubicBezTo>
                    <a:pt x="25302" y="54713"/>
                    <a:pt x="29686" y="50329"/>
                    <a:pt x="33645" y="45310"/>
                  </a:cubicBezTo>
                  <a:cubicBezTo>
                    <a:pt x="37605" y="40290"/>
                    <a:pt x="40079" y="34139"/>
                    <a:pt x="41564" y="27846"/>
                  </a:cubicBezTo>
                  <a:cubicBezTo>
                    <a:pt x="43685" y="18938"/>
                    <a:pt x="42978" y="10242"/>
                    <a:pt x="41635" y="1334"/>
                  </a:cubicBezTo>
                  <a:cubicBezTo>
                    <a:pt x="41422" y="-222"/>
                    <a:pt x="39443" y="-292"/>
                    <a:pt x="38524" y="485"/>
                  </a:cubicBezTo>
                  <a:cubicBezTo>
                    <a:pt x="32443" y="5434"/>
                    <a:pt x="26292" y="10313"/>
                    <a:pt x="20354" y="15403"/>
                  </a:cubicBezTo>
                  <a:cubicBezTo>
                    <a:pt x="14980" y="19999"/>
                    <a:pt x="9324" y="24736"/>
                    <a:pt x="5577" y="30816"/>
                  </a:cubicBezTo>
                  <a:cubicBezTo>
                    <a:pt x="2183" y="36331"/>
                    <a:pt x="699" y="42764"/>
                    <a:pt x="133" y="49198"/>
                  </a:cubicBezTo>
                  <a:cubicBezTo>
                    <a:pt x="-362" y="55137"/>
                    <a:pt x="628" y="60723"/>
                    <a:pt x="1406" y="66520"/>
                  </a:cubicBezTo>
                  <a:cubicBezTo>
                    <a:pt x="1547" y="67510"/>
                    <a:pt x="3244" y="67298"/>
                    <a:pt x="3173" y="66308"/>
                  </a:cubicBezTo>
                  <a:lnTo>
                    <a:pt x="3173" y="6630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 name="Google Shape;749;p40"/>
            <p:cNvSpPr/>
            <p:nvPr/>
          </p:nvSpPr>
          <p:spPr>
            <a:xfrm flipH="1" rot="10800000">
              <a:off x="504839" y="436699"/>
              <a:ext cx="288785" cy="249986"/>
            </a:xfrm>
            <a:custGeom>
              <a:rect b="b" l="l" r="r" t="t"/>
              <a:pathLst>
                <a:path extrusionOk="0" h="56654" w="65447">
                  <a:moveTo>
                    <a:pt x="2616" y="55050"/>
                  </a:moveTo>
                  <a:cubicBezTo>
                    <a:pt x="6788" y="42537"/>
                    <a:pt x="11807" y="30235"/>
                    <a:pt x="23190" y="22528"/>
                  </a:cubicBezTo>
                  <a:cubicBezTo>
                    <a:pt x="29200" y="18427"/>
                    <a:pt x="35987" y="15529"/>
                    <a:pt x="42563" y="12630"/>
                  </a:cubicBezTo>
                  <a:cubicBezTo>
                    <a:pt x="49845" y="9449"/>
                    <a:pt x="57197" y="6408"/>
                    <a:pt x="64551" y="3297"/>
                  </a:cubicBezTo>
                  <a:lnTo>
                    <a:pt x="61793" y="1176"/>
                  </a:lnTo>
                  <a:cubicBezTo>
                    <a:pt x="60803" y="5560"/>
                    <a:pt x="59884" y="9943"/>
                    <a:pt x="57905" y="14044"/>
                  </a:cubicBezTo>
                  <a:cubicBezTo>
                    <a:pt x="56137" y="17791"/>
                    <a:pt x="53945" y="21326"/>
                    <a:pt x="51612" y="24649"/>
                  </a:cubicBezTo>
                  <a:cubicBezTo>
                    <a:pt x="47865" y="30093"/>
                    <a:pt x="43270" y="34901"/>
                    <a:pt x="37755" y="38507"/>
                  </a:cubicBezTo>
                  <a:cubicBezTo>
                    <a:pt x="27079" y="45364"/>
                    <a:pt x="14494" y="51515"/>
                    <a:pt x="1697" y="53071"/>
                  </a:cubicBezTo>
                  <a:cubicBezTo>
                    <a:pt x="-494" y="53354"/>
                    <a:pt x="-636" y="56464"/>
                    <a:pt x="1697" y="56606"/>
                  </a:cubicBezTo>
                  <a:cubicBezTo>
                    <a:pt x="8909" y="57030"/>
                    <a:pt x="15696" y="54626"/>
                    <a:pt x="22271" y="51940"/>
                  </a:cubicBezTo>
                  <a:cubicBezTo>
                    <a:pt x="28847" y="49253"/>
                    <a:pt x="34856" y="46142"/>
                    <a:pt x="40654" y="42324"/>
                  </a:cubicBezTo>
                  <a:cubicBezTo>
                    <a:pt x="46451" y="38507"/>
                    <a:pt x="51330" y="33275"/>
                    <a:pt x="55360" y="27548"/>
                  </a:cubicBezTo>
                  <a:cubicBezTo>
                    <a:pt x="60732" y="19841"/>
                    <a:pt x="63419" y="11357"/>
                    <a:pt x="65399" y="2308"/>
                  </a:cubicBezTo>
                  <a:cubicBezTo>
                    <a:pt x="65752" y="611"/>
                    <a:pt x="64126" y="-450"/>
                    <a:pt x="62642" y="187"/>
                  </a:cubicBezTo>
                  <a:cubicBezTo>
                    <a:pt x="54935" y="3439"/>
                    <a:pt x="47229" y="6620"/>
                    <a:pt x="39593" y="10014"/>
                  </a:cubicBezTo>
                  <a:cubicBezTo>
                    <a:pt x="32594" y="13125"/>
                    <a:pt x="25312" y="16236"/>
                    <a:pt x="19160" y="20972"/>
                  </a:cubicBezTo>
                  <a:cubicBezTo>
                    <a:pt x="13575" y="25356"/>
                    <a:pt x="9262" y="31153"/>
                    <a:pt x="6151" y="37517"/>
                  </a:cubicBezTo>
                  <a:cubicBezTo>
                    <a:pt x="3394" y="43032"/>
                    <a:pt x="2263" y="48758"/>
                    <a:pt x="849" y="54697"/>
                  </a:cubicBezTo>
                  <a:cubicBezTo>
                    <a:pt x="566" y="55828"/>
                    <a:pt x="2263" y="56323"/>
                    <a:pt x="2616" y="55192"/>
                  </a:cubicBezTo>
                  <a:lnTo>
                    <a:pt x="2616" y="5519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 name="Google Shape;750;p40"/>
            <p:cNvSpPr/>
            <p:nvPr/>
          </p:nvSpPr>
          <p:spPr>
            <a:xfrm flipH="1" rot="10800000">
              <a:off x="343824" y="300922"/>
              <a:ext cx="74765" cy="87226"/>
            </a:xfrm>
            <a:custGeom>
              <a:rect b="b" l="l" r="r" t="t"/>
              <a:pathLst>
                <a:path extrusionOk="0" h="19768" w="16944">
                  <a:moveTo>
                    <a:pt x="89" y="1307"/>
                  </a:moveTo>
                  <a:cubicBezTo>
                    <a:pt x="796" y="3146"/>
                    <a:pt x="1574" y="4984"/>
                    <a:pt x="2564" y="6751"/>
                  </a:cubicBezTo>
                  <a:cubicBezTo>
                    <a:pt x="3553" y="8519"/>
                    <a:pt x="4826" y="10074"/>
                    <a:pt x="6099" y="11629"/>
                  </a:cubicBezTo>
                  <a:cubicBezTo>
                    <a:pt x="8573" y="14670"/>
                    <a:pt x="11402" y="17922"/>
                    <a:pt x="14937" y="19619"/>
                  </a:cubicBezTo>
                  <a:cubicBezTo>
                    <a:pt x="16138" y="20184"/>
                    <a:pt x="17411" y="19053"/>
                    <a:pt x="16775" y="17781"/>
                  </a:cubicBezTo>
                  <a:cubicBezTo>
                    <a:pt x="15007" y="14387"/>
                    <a:pt x="11826" y="11842"/>
                    <a:pt x="9210" y="9084"/>
                  </a:cubicBezTo>
                  <a:cubicBezTo>
                    <a:pt x="7937" y="7741"/>
                    <a:pt x="6806" y="6327"/>
                    <a:pt x="5533" y="4913"/>
                  </a:cubicBezTo>
                  <a:cubicBezTo>
                    <a:pt x="4261" y="3499"/>
                    <a:pt x="2988" y="2085"/>
                    <a:pt x="1928" y="459"/>
                  </a:cubicBezTo>
                  <a:cubicBezTo>
                    <a:pt x="1291" y="-460"/>
                    <a:pt x="-406" y="105"/>
                    <a:pt x="89" y="1236"/>
                  </a:cubicBezTo>
                  <a:lnTo>
                    <a:pt x="89" y="123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 name="Google Shape;751;p40"/>
            <p:cNvSpPr/>
            <p:nvPr/>
          </p:nvSpPr>
          <p:spPr>
            <a:xfrm flipH="1" rot="10800000">
              <a:off x="345266" y="566168"/>
              <a:ext cx="72934" cy="90633"/>
            </a:xfrm>
            <a:custGeom>
              <a:rect b="b" l="l" r="r" t="t"/>
              <a:pathLst>
                <a:path extrusionOk="0" h="20540" w="16529">
                  <a:moveTo>
                    <a:pt x="186" y="1471"/>
                  </a:moveTo>
                  <a:cubicBezTo>
                    <a:pt x="752" y="2250"/>
                    <a:pt x="1388" y="3027"/>
                    <a:pt x="1883" y="3805"/>
                  </a:cubicBezTo>
                  <a:cubicBezTo>
                    <a:pt x="2378" y="4582"/>
                    <a:pt x="2802" y="5360"/>
                    <a:pt x="3297" y="6138"/>
                  </a:cubicBezTo>
                  <a:cubicBezTo>
                    <a:pt x="4428" y="7693"/>
                    <a:pt x="5489" y="9320"/>
                    <a:pt x="6549" y="10875"/>
                  </a:cubicBezTo>
                  <a:cubicBezTo>
                    <a:pt x="7610" y="12430"/>
                    <a:pt x="8670" y="13915"/>
                    <a:pt x="9802" y="15471"/>
                  </a:cubicBezTo>
                  <a:cubicBezTo>
                    <a:pt x="11004" y="17097"/>
                    <a:pt x="12276" y="18511"/>
                    <a:pt x="13690" y="19995"/>
                  </a:cubicBezTo>
                  <a:cubicBezTo>
                    <a:pt x="15104" y="21480"/>
                    <a:pt x="17225" y="19642"/>
                    <a:pt x="16306" y="17945"/>
                  </a:cubicBezTo>
                  <a:cubicBezTo>
                    <a:pt x="15387" y="16248"/>
                    <a:pt x="14397" y="14551"/>
                    <a:pt x="13195" y="12996"/>
                  </a:cubicBezTo>
                  <a:cubicBezTo>
                    <a:pt x="11993" y="11441"/>
                    <a:pt x="10791" y="10026"/>
                    <a:pt x="9519" y="8542"/>
                  </a:cubicBezTo>
                  <a:cubicBezTo>
                    <a:pt x="8246" y="7057"/>
                    <a:pt x="7044" y="5785"/>
                    <a:pt x="5772" y="4370"/>
                  </a:cubicBezTo>
                  <a:cubicBezTo>
                    <a:pt x="4499" y="2956"/>
                    <a:pt x="3014" y="1684"/>
                    <a:pt x="1671" y="270"/>
                  </a:cubicBezTo>
                  <a:cubicBezTo>
                    <a:pt x="964" y="-508"/>
                    <a:pt x="-521" y="552"/>
                    <a:pt x="186" y="1471"/>
                  </a:cubicBezTo>
                  <a:lnTo>
                    <a:pt x="186" y="147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 name="Google Shape;752;p40"/>
            <p:cNvSpPr/>
            <p:nvPr/>
          </p:nvSpPr>
          <p:spPr>
            <a:xfrm flipH="1" rot="10800000">
              <a:off x="404486" y="778925"/>
              <a:ext cx="38693" cy="71963"/>
            </a:xfrm>
            <a:custGeom>
              <a:rect b="b" l="l" r="r" t="t"/>
              <a:pathLst>
                <a:path extrusionOk="0" h="16309" w="8769">
                  <a:moveTo>
                    <a:pt x="196" y="1420"/>
                  </a:moveTo>
                  <a:cubicBezTo>
                    <a:pt x="973" y="3895"/>
                    <a:pt x="1892" y="6299"/>
                    <a:pt x="2812" y="8702"/>
                  </a:cubicBezTo>
                  <a:cubicBezTo>
                    <a:pt x="3731" y="11106"/>
                    <a:pt x="4791" y="13581"/>
                    <a:pt x="6417" y="15702"/>
                  </a:cubicBezTo>
                  <a:cubicBezTo>
                    <a:pt x="6771" y="16197"/>
                    <a:pt x="7407" y="16480"/>
                    <a:pt x="7973" y="16197"/>
                  </a:cubicBezTo>
                  <a:cubicBezTo>
                    <a:pt x="8538" y="15985"/>
                    <a:pt x="8963" y="15278"/>
                    <a:pt x="8680" y="14712"/>
                  </a:cubicBezTo>
                  <a:cubicBezTo>
                    <a:pt x="7761" y="12308"/>
                    <a:pt x="6488" y="10046"/>
                    <a:pt x="5357" y="7713"/>
                  </a:cubicBezTo>
                  <a:cubicBezTo>
                    <a:pt x="4226" y="5380"/>
                    <a:pt x="3236" y="3117"/>
                    <a:pt x="2317" y="784"/>
                  </a:cubicBezTo>
                  <a:cubicBezTo>
                    <a:pt x="1822" y="-559"/>
                    <a:pt x="-370" y="-64"/>
                    <a:pt x="54" y="1420"/>
                  </a:cubicBezTo>
                  <a:lnTo>
                    <a:pt x="54" y="142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 name="Google Shape;753;p40"/>
            <p:cNvSpPr/>
            <p:nvPr/>
          </p:nvSpPr>
          <p:spPr>
            <a:xfrm flipH="1" rot="10800000">
              <a:off x="495081" y="1015120"/>
              <a:ext cx="44147" cy="125580"/>
            </a:xfrm>
            <a:custGeom>
              <a:rect b="b" l="l" r="r" t="t"/>
              <a:pathLst>
                <a:path extrusionOk="0" h="28460" w="10005">
                  <a:moveTo>
                    <a:pt x="21" y="1361"/>
                  </a:moveTo>
                  <a:cubicBezTo>
                    <a:pt x="92" y="6451"/>
                    <a:pt x="-332" y="11613"/>
                    <a:pt x="799" y="16632"/>
                  </a:cubicBezTo>
                  <a:cubicBezTo>
                    <a:pt x="1718" y="20804"/>
                    <a:pt x="3627" y="26036"/>
                    <a:pt x="7587" y="28227"/>
                  </a:cubicBezTo>
                  <a:cubicBezTo>
                    <a:pt x="9071" y="29076"/>
                    <a:pt x="10485" y="27450"/>
                    <a:pt x="9849" y="25965"/>
                  </a:cubicBezTo>
                  <a:cubicBezTo>
                    <a:pt x="8930" y="24056"/>
                    <a:pt x="7657" y="22359"/>
                    <a:pt x="6738" y="20450"/>
                  </a:cubicBezTo>
                  <a:cubicBezTo>
                    <a:pt x="5890" y="18683"/>
                    <a:pt x="5183" y="16915"/>
                    <a:pt x="4688" y="15006"/>
                  </a:cubicBezTo>
                  <a:cubicBezTo>
                    <a:pt x="3486" y="10552"/>
                    <a:pt x="2779" y="5886"/>
                    <a:pt x="2567" y="1219"/>
                  </a:cubicBezTo>
                  <a:cubicBezTo>
                    <a:pt x="2567" y="-406"/>
                    <a:pt x="21" y="-406"/>
                    <a:pt x="21" y="1219"/>
                  </a:cubicBezTo>
                  <a:lnTo>
                    <a:pt x="21" y="121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 name="Google Shape;754;p40"/>
            <p:cNvSpPr/>
            <p:nvPr/>
          </p:nvSpPr>
          <p:spPr>
            <a:xfrm flipH="1" rot="10800000">
              <a:off x="693462" y="1173605"/>
              <a:ext cx="55236" cy="87332"/>
            </a:xfrm>
            <a:custGeom>
              <a:rect b="b" l="l" r="r" t="t"/>
              <a:pathLst>
                <a:path extrusionOk="0" h="19792" w="12518">
                  <a:moveTo>
                    <a:pt x="10764" y="266"/>
                  </a:moveTo>
                  <a:cubicBezTo>
                    <a:pt x="8148" y="2811"/>
                    <a:pt x="5532" y="5356"/>
                    <a:pt x="3341" y="8396"/>
                  </a:cubicBezTo>
                  <a:cubicBezTo>
                    <a:pt x="2280" y="9881"/>
                    <a:pt x="1290" y="11507"/>
                    <a:pt x="654" y="13204"/>
                  </a:cubicBezTo>
                  <a:cubicBezTo>
                    <a:pt x="-194" y="15183"/>
                    <a:pt x="-265" y="17093"/>
                    <a:pt x="724" y="19072"/>
                  </a:cubicBezTo>
                  <a:cubicBezTo>
                    <a:pt x="1432" y="20415"/>
                    <a:pt x="3411" y="19708"/>
                    <a:pt x="3482" y="18365"/>
                  </a:cubicBezTo>
                  <a:cubicBezTo>
                    <a:pt x="3765" y="11861"/>
                    <a:pt x="8289" y="6487"/>
                    <a:pt x="12249" y="1751"/>
                  </a:cubicBezTo>
                  <a:cubicBezTo>
                    <a:pt x="13097" y="761"/>
                    <a:pt x="11754" y="-653"/>
                    <a:pt x="10835" y="336"/>
                  </a:cubicBezTo>
                  <a:lnTo>
                    <a:pt x="10835" y="33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 name="Google Shape;755;p40"/>
            <p:cNvSpPr/>
            <p:nvPr/>
          </p:nvSpPr>
          <p:spPr>
            <a:xfrm flipH="1" rot="10800000">
              <a:off x="770368" y="980515"/>
              <a:ext cx="106257" cy="41270"/>
            </a:xfrm>
            <a:custGeom>
              <a:rect b="b" l="l" r="r" t="t"/>
              <a:pathLst>
                <a:path extrusionOk="0" h="9353" w="24081">
                  <a:moveTo>
                    <a:pt x="22955" y="71"/>
                  </a:moveTo>
                  <a:cubicBezTo>
                    <a:pt x="20834" y="-71"/>
                    <a:pt x="18854" y="0"/>
                    <a:pt x="16734" y="283"/>
                  </a:cubicBezTo>
                  <a:cubicBezTo>
                    <a:pt x="14824" y="566"/>
                    <a:pt x="12915" y="990"/>
                    <a:pt x="11078" y="1555"/>
                  </a:cubicBezTo>
                  <a:cubicBezTo>
                    <a:pt x="7330" y="2687"/>
                    <a:pt x="3088" y="4171"/>
                    <a:pt x="402" y="7070"/>
                  </a:cubicBezTo>
                  <a:cubicBezTo>
                    <a:pt x="-588" y="8130"/>
                    <a:pt x="402" y="9544"/>
                    <a:pt x="1745" y="9333"/>
                  </a:cubicBezTo>
                  <a:cubicBezTo>
                    <a:pt x="3654" y="8979"/>
                    <a:pt x="5351" y="8201"/>
                    <a:pt x="7189" y="7494"/>
                  </a:cubicBezTo>
                  <a:cubicBezTo>
                    <a:pt x="9027" y="6787"/>
                    <a:pt x="10653" y="6151"/>
                    <a:pt x="12421" y="5514"/>
                  </a:cubicBezTo>
                  <a:cubicBezTo>
                    <a:pt x="14188" y="4878"/>
                    <a:pt x="15956" y="4383"/>
                    <a:pt x="17794" y="3818"/>
                  </a:cubicBezTo>
                  <a:cubicBezTo>
                    <a:pt x="19632" y="3252"/>
                    <a:pt x="21470" y="2687"/>
                    <a:pt x="23309" y="2121"/>
                  </a:cubicBezTo>
                  <a:cubicBezTo>
                    <a:pt x="24510" y="1768"/>
                    <a:pt x="24228" y="71"/>
                    <a:pt x="23026" y="0"/>
                  </a:cubicBezTo>
                  <a:lnTo>
                    <a:pt x="23026"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 name="Google Shape;756;p40"/>
            <p:cNvSpPr/>
            <p:nvPr/>
          </p:nvSpPr>
          <p:spPr>
            <a:xfrm flipH="1" rot="10800000">
              <a:off x="665957" y="757618"/>
              <a:ext cx="86503" cy="49923"/>
            </a:xfrm>
            <a:custGeom>
              <a:rect b="b" l="l" r="r" t="t"/>
              <a:pathLst>
                <a:path extrusionOk="0" h="11314" w="19604">
                  <a:moveTo>
                    <a:pt x="18484" y="7"/>
                  </a:moveTo>
                  <a:cubicBezTo>
                    <a:pt x="11626" y="856"/>
                    <a:pt x="4909" y="3613"/>
                    <a:pt x="384" y="8987"/>
                  </a:cubicBezTo>
                  <a:cubicBezTo>
                    <a:pt x="-40" y="9481"/>
                    <a:pt x="-181" y="10188"/>
                    <a:pt x="314" y="10754"/>
                  </a:cubicBezTo>
                  <a:cubicBezTo>
                    <a:pt x="667" y="11249"/>
                    <a:pt x="1516" y="11532"/>
                    <a:pt x="2081" y="11108"/>
                  </a:cubicBezTo>
                  <a:cubicBezTo>
                    <a:pt x="7172" y="7289"/>
                    <a:pt x="12686" y="3825"/>
                    <a:pt x="18838" y="2128"/>
                  </a:cubicBezTo>
                  <a:cubicBezTo>
                    <a:pt x="19969" y="1775"/>
                    <a:pt x="19827" y="-134"/>
                    <a:pt x="18555" y="7"/>
                  </a:cubicBezTo>
                  <a:lnTo>
                    <a:pt x="18555" y="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 name="Google Shape;757;p40"/>
            <p:cNvSpPr/>
            <p:nvPr/>
          </p:nvSpPr>
          <p:spPr>
            <a:xfrm flipH="1" rot="10800000">
              <a:off x="617659" y="548709"/>
              <a:ext cx="107475" cy="84199"/>
            </a:xfrm>
            <a:custGeom>
              <a:rect b="b" l="l" r="r" t="t"/>
              <a:pathLst>
                <a:path extrusionOk="0" h="19082" w="24357">
                  <a:moveTo>
                    <a:pt x="22716" y="85"/>
                  </a:moveTo>
                  <a:cubicBezTo>
                    <a:pt x="18262" y="1782"/>
                    <a:pt x="14019" y="3974"/>
                    <a:pt x="10060" y="6731"/>
                  </a:cubicBezTo>
                  <a:cubicBezTo>
                    <a:pt x="8081" y="8075"/>
                    <a:pt x="6242" y="9630"/>
                    <a:pt x="4475" y="11186"/>
                  </a:cubicBezTo>
                  <a:cubicBezTo>
                    <a:pt x="2566" y="12953"/>
                    <a:pt x="1011" y="14791"/>
                    <a:pt x="91" y="17195"/>
                  </a:cubicBezTo>
                  <a:cubicBezTo>
                    <a:pt x="-404" y="18468"/>
                    <a:pt x="1222" y="19528"/>
                    <a:pt x="2283" y="18892"/>
                  </a:cubicBezTo>
                  <a:cubicBezTo>
                    <a:pt x="4263" y="17690"/>
                    <a:pt x="5818" y="16064"/>
                    <a:pt x="7444" y="14438"/>
                  </a:cubicBezTo>
                  <a:cubicBezTo>
                    <a:pt x="9070" y="12812"/>
                    <a:pt x="10697" y="11327"/>
                    <a:pt x="12464" y="9842"/>
                  </a:cubicBezTo>
                  <a:cubicBezTo>
                    <a:pt x="15928" y="6944"/>
                    <a:pt x="19675" y="4540"/>
                    <a:pt x="23705" y="2560"/>
                  </a:cubicBezTo>
                  <a:cubicBezTo>
                    <a:pt x="25049" y="1924"/>
                    <a:pt x="24130" y="-480"/>
                    <a:pt x="22645" y="85"/>
                  </a:cubicBezTo>
                  <a:lnTo>
                    <a:pt x="22645" y="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 name="Google Shape;758;p40"/>
            <p:cNvSpPr/>
            <p:nvPr/>
          </p:nvSpPr>
          <p:spPr>
            <a:xfrm flipH="1" rot="10800000">
              <a:off x="618180" y="273262"/>
              <a:ext cx="57932" cy="104885"/>
            </a:xfrm>
            <a:custGeom>
              <a:rect b="b" l="l" r="r" t="t"/>
              <a:pathLst>
                <a:path extrusionOk="0" h="23770" w="13129">
                  <a:moveTo>
                    <a:pt x="11003" y="738"/>
                  </a:moveTo>
                  <a:cubicBezTo>
                    <a:pt x="10295" y="2647"/>
                    <a:pt x="9306" y="4343"/>
                    <a:pt x="8387" y="6111"/>
                  </a:cubicBezTo>
                  <a:cubicBezTo>
                    <a:pt x="7468" y="7808"/>
                    <a:pt x="6690" y="9575"/>
                    <a:pt x="5771" y="11272"/>
                  </a:cubicBezTo>
                  <a:cubicBezTo>
                    <a:pt x="4003" y="14736"/>
                    <a:pt x="1953" y="18059"/>
                    <a:pt x="185" y="21524"/>
                  </a:cubicBezTo>
                  <a:cubicBezTo>
                    <a:pt x="-592" y="23079"/>
                    <a:pt x="1246" y="24493"/>
                    <a:pt x="2589" y="23362"/>
                  </a:cubicBezTo>
                  <a:cubicBezTo>
                    <a:pt x="5700" y="20675"/>
                    <a:pt x="7821" y="16787"/>
                    <a:pt x="9376" y="12969"/>
                  </a:cubicBezTo>
                  <a:cubicBezTo>
                    <a:pt x="10154" y="11130"/>
                    <a:pt x="10861" y="9292"/>
                    <a:pt x="11356" y="7383"/>
                  </a:cubicBezTo>
                  <a:cubicBezTo>
                    <a:pt x="11922" y="5333"/>
                    <a:pt x="12346" y="3283"/>
                    <a:pt x="13053" y="1303"/>
                  </a:cubicBezTo>
                  <a:cubicBezTo>
                    <a:pt x="13548" y="-40"/>
                    <a:pt x="11498" y="-535"/>
                    <a:pt x="11003" y="738"/>
                  </a:cubicBezTo>
                  <a:lnTo>
                    <a:pt x="11003" y="7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 name="Shape 762"/>
        <p:cNvGrpSpPr/>
        <p:nvPr/>
      </p:nvGrpSpPr>
      <p:grpSpPr>
        <a:xfrm>
          <a:off x="0" y="0"/>
          <a:ext cx="0" cy="0"/>
          <a:chOff x="0" y="0"/>
          <a:chExt cx="0" cy="0"/>
        </a:xfrm>
      </p:grpSpPr>
      <p:grpSp>
        <p:nvGrpSpPr>
          <p:cNvPr id="763" name="Google Shape;763;p41"/>
          <p:cNvGrpSpPr/>
          <p:nvPr/>
        </p:nvGrpSpPr>
        <p:grpSpPr>
          <a:xfrm>
            <a:off x="6783141" y="-621410"/>
            <a:ext cx="3086375" cy="2714505"/>
            <a:chOff x="6783141" y="-621410"/>
            <a:chExt cx="3086375" cy="2714505"/>
          </a:xfrm>
        </p:grpSpPr>
        <p:sp>
          <p:nvSpPr>
            <p:cNvPr id="764" name="Google Shape;764;p41"/>
            <p:cNvSpPr/>
            <p:nvPr/>
          </p:nvSpPr>
          <p:spPr>
            <a:xfrm rot="10800000">
              <a:off x="6783141" y="-618659"/>
              <a:ext cx="3059909" cy="2689841"/>
            </a:xfrm>
            <a:custGeom>
              <a:rect b="b" l="l" r="r" t="t"/>
              <a:pathLst>
                <a:path extrusionOk="0" h="1308925" w="1489007">
                  <a:moveTo>
                    <a:pt x="1209770" y="1308926"/>
                  </a:moveTo>
                  <a:lnTo>
                    <a:pt x="0" y="873919"/>
                  </a:lnTo>
                  <a:lnTo>
                    <a:pt x="117634" y="546830"/>
                  </a:lnTo>
                  <a:cubicBezTo>
                    <a:pt x="121063" y="546640"/>
                    <a:pt x="124587" y="546545"/>
                    <a:pt x="127445" y="547307"/>
                  </a:cubicBezTo>
                  <a:cubicBezTo>
                    <a:pt x="132112" y="540544"/>
                    <a:pt x="131636" y="533686"/>
                    <a:pt x="138398" y="528733"/>
                  </a:cubicBezTo>
                  <a:cubicBezTo>
                    <a:pt x="145732" y="523208"/>
                    <a:pt x="157067" y="521875"/>
                    <a:pt x="164211" y="516160"/>
                  </a:cubicBezTo>
                  <a:cubicBezTo>
                    <a:pt x="170974" y="510731"/>
                    <a:pt x="173641" y="500539"/>
                    <a:pt x="176308" y="490442"/>
                  </a:cubicBezTo>
                  <a:cubicBezTo>
                    <a:pt x="176974" y="487394"/>
                    <a:pt x="177832" y="484346"/>
                    <a:pt x="178689" y="481394"/>
                  </a:cubicBezTo>
                  <a:cubicBezTo>
                    <a:pt x="180022" y="476441"/>
                    <a:pt x="181832" y="471869"/>
                    <a:pt x="184309" y="468154"/>
                  </a:cubicBezTo>
                  <a:cubicBezTo>
                    <a:pt x="202882" y="475488"/>
                    <a:pt x="210788" y="436055"/>
                    <a:pt x="214884" y="424624"/>
                  </a:cubicBezTo>
                  <a:lnTo>
                    <a:pt x="226219" y="393192"/>
                  </a:lnTo>
                  <a:cubicBezTo>
                    <a:pt x="229076" y="385286"/>
                    <a:pt x="230600" y="375571"/>
                    <a:pt x="234887" y="368522"/>
                  </a:cubicBezTo>
                  <a:cubicBezTo>
                    <a:pt x="236125" y="366427"/>
                    <a:pt x="238411" y="367094"/>
                    <a:pt x="239554" y="365379"/>
                  </a:cubicBezTo>
                  <a:cubicBezTo>
                    <a:pt x="245554" y="356140"/>
                    <a:pt x="249746" y="347091"/>
                    <a:pt x="253651" y="337566"/>
                  </a:cubicBezTo>
                  <a:cubicBezTo>
                    <a:pt x="254889" y="334709"/>
                    <a:pt x="255937" y="331851"/>
                    <a:pt x="256985" y="328898"/>
                  </a:cubicBezTo>
                  <a:cubicBezTo>
                    <a:pt x="257461" y="327755"/>
                    <a:pt x="257842" y="326708"/>
                    <a:pt x="258223" y="325565"/>
                  </a:cubicBezTo>
                  <a:cubicBezTo>
                    <a:pt x="262128" y="314897"/>
                    <a:pt x="262319" y="319754"/>
                    <a:pt x="271939" y="320040"/>
                  </a:cubicBezTo>
                  <a:cubicBezTo>
                    <a:pt x="273939" y="320040"/>
                    <a:pt x="275463" y="319564"/>
                    <a:pt x="276987" y="318802"/>
                  </a:cubicBezTo>
                  <a:cubicBezTo>
                    <a:pt x="278416" y="318230"/>
                    <a:pt x="279845" y="317564"/>
                    <a:pt x="281369" y="317183"/>
                  </a:cubicBezTo>
                  <a:cubicBezTo>
                    <a:pt x="283845" y="316801"/>
                    <a:pt x="285464" y="317564"/>
                    <a:pt x="287179" y="317754"/>
                  </a:cubicBezTo>
                  <a:cubicBezTo>
                    <a:pt x="288417" y="317945"/>
                    <a:pt x="289750" y="317754"/>
                    <a:pt x="291655" y="316516"/>
                  </a:cubicBezTo>
                  <a:cubicBezTo>
                    <a:pt x="296799" y="312992"/>
                    <a:pt x="300609" y="302800"/>
                    <a:pt x="303562" y="297751"/>
                  </a:cubicBezTo>
                  <a:cubicBezTo>
                    <a:pt x="311277" y="299847"/>
                    <a:pt x="316992" y="298323"/>
                    <a:pt x="324803" y="300323"/>
                  </a:cubicBezTo>
                  <a:cubicBezTo>
                    <a:pt x="329660" y="293561"/>
                    <a:pt x="330232" y="283559"/>
                    <a:pt x="333661" y="275844"/>
                  </a:cubicBezTo>
                  <a:cubicBezTo>
                    <a:pt x="334899" y="273272"/>
                    <a:pt x="336423" y="270891"/>
                    <a:pt x="338709" y="269081"/>
                  </a:cubicBezTo>
                  <a:cubicBezTo>
                    <a:pt x="338995" y="268796"/>
                    <a:pt x="339471" y="268415"/>
                    <a:pt x="339947" y="268224"/>
                  </a:cubicBezTo>
                  <a:cubicBezTo>
                    <a:pt x="342233" y="266605"/>
                    <a:pt x="345377" y="265367"/>
                    <a:pt x="347853" y="264890"/>
                  </a:cubicBezTo>
                  <a:cubicBezTo>
                    <a:pt x="348996" y="264605"/>
                    <a:pt x="356521" y="265748"/>
                    <a:pt x="356806" y="265462"/>
                  </a:cubicBezTo>
                  <a:cubicBezTo>
                    <a:pt x="362236" y="261366"/>
                    <a:pt x="356806" y="241078"/>
                    <a:pt x="357473" y="234696"/>
                  </a:cubicBezTo>
                  <a:cubicBezTo>
                    <a:pt x="358330" y="226409"/>
                    <a:pt x="357092" y="220599"/>
                    <a:pt x="354806" y="212884"/>
                  </a:cubicBezTo>
                  <a:cubicBezTo>
                    <a:pt x="353949" y="210026"/>
                    <a:pt x="348424" y="201454"/>
                    <a:pt x="350330" y="198596"/>
                  </a:cubicBezTo>
                  <a:cubicBezTo>
                    <a:pt x="354139" y="193262"/>
                    <a:pt x="379952" y="203549"/>
                    <a:pt x="385096" y="204597"/>
                  </a:cubicBezTo>
                  <a:cubicBezTo>
                    <a:pt x="386239" y="204788"/>
                    <a:pt x="387191" y="204978"/>
                    <a:pt x="388334" y="205169"/>
                  </a:cubicBezTo>
                  <a:cubicBezTo>
                    <a:pt x="394525" y="206312"/>
                    <a:pt x="400717" y="207264"/>
                    <a:pt x="407003" y="208312"/>
                  </a:cubicBezTo>
                  <a:cubicBezTo>
                    <a:pt x="410051" y="208788"/>
                    <a:pt x="413290" y="209360"/>
                    <a:pt x="416338" y="209931"/>
                  </a:cubicBezTo>
                  <a:cubicBezTo>
                    <a:pt x="417481" y="210026"/>
                    <a:pt x="418433" y="210312"/>
                    <a:pt x="419576" y="210503"/>
                  </a:cubicBezTo>
                  <a:cubicBezTo>
                    <a:pt x="420433" y="209741"/>
                    <a:pt x="421100" y="208598"/>
                    <a:pt x="421291" y="207074"/>
                  </a:cubicBezTo>
                  <a:cubicBezTo>
                    <a:pt x="422148" y="204121"/>
                    <a:pt x="421767" y="199930"/>
                    <a:pt x="421291" y="195834"/>
                  </a:cubicBezTo>
                  <a:cubicBezTo>
                    <a:pt x="420814" y="191357"/>
                    <a:pt x="420338" y="186785"/>
                    <a:pt x="421005" y="183928"/>
                  </a:cubicBezTo>
                  <a:cubicBezTo>
                    <a:pt x="422624" y="177165"/>
                    <a:pt x="425958" y="171736"/>
                    <a:pt x="427387" y="164878"/>
                  </a:cubicBezTo>
                  <a:cubicBezTo>
                    <a:pt x="429196" y="155353"/>
                    <a:pt x="430435" y="141732"/>
                    <a:pt x="434816" y="131445"/>
                  </a:cubicBezTo>
                  <a:cubicBezTo>
                    <a:pt x="435864" y="128969"/>
                    <a:pt x="437197" y="126587"/>
                    <a:pt x="438626" y="124587"/>
                  </a:cubicBezTo>
                  <a:cubicBezTo>
                    <a:pt x="439007" y="124016"/>
                    <a:pt x="439388" y="123635"/>
                    <a:pt x="439769" y="123349"/>
                  </a:cubicBezTo>
                  <a:cubicBezTo>
                    <a:pt x="441388" y="121730"/>
                    <a:pt x="443103" y="121825"/>
                    <a:pt x="445198" y="120491"/>
                  </a:cubicBezTo>
                  <a:cubicBezTo>
                    <a:pt x="446627" y="119539"/>
                    <a:pt x="448056" y="118586"/>
                    <a:pt x="449389" y="117539"/>
                  </a:cubicBezTo>
                  <a:cubicBezTo>
                    <a:pt x="454247" y="114300"/>
                    <a:pt x="458819" y="110966"/>
                    <a:pt x="463487" y="107442"/>
                  </a:cubicBezTo>
                  <a:cubicBezTo>
                    <a:pt x="472821" y="100298"/>
                    <a:pt x="479679" y="93917"/>
                    <a:pt x="484441" y="83915"/>
                  </a:cubicBezTo>
                  <a:cubicBezTo>
                    <a:pt x="487680" y="77057"/>
                    <a:pt x="493966" y="70390"/>
                    <a:pt x="499396" y="64199"/>
                  </a:cubicBezTo>
                  <a:cubicBezTo>
                    <a:pt x="499967" y="63722"/>
                    <a:pt x="500348" y="63151"/>
                    <a:pt x="500824" y="62675"/>
                  </a:cubicBezTo>
                  <a:cubicBezTo>
                    <a:pt x="502920" y="60293"/>
                    <a:pt x="505111" y="58579"/>
                    <a:pt x="507302" y="57245"/>
                  </a:cubicBezTo>
                  <a:cubicBezTo>
                    <a:pt x="511493" y="54578"/>
                    <a:pt x="515874" y="52864"/>
                    <a:pt x="520065" y="49340"/>
                  </a:cubicBezTo>
                  <a:cubicBezTo>
                    <a:pt x="526352" y="44291"/>
                    <a:pt x="532447" y="40291"/>
                    <a:pt x="537686" y="34385"/>
                  </a:cubicBezTo>
                  <a:cubicBezTo>
                    <a:pt x="540353" y="31433"/>
                    <a:pt x="542449" y="26003"/>
                    <a:pt x="545306" y="23432"/>
                  </a:cubicBezTo>
                  <a:cubicBezTo>
                    <a:pt x="550640" y="18669"/>
                    <a:pt x="557784" y="20860"/>
                    <a:pt x="564166" y="22384"/>
                  </a:cubicBezTo>
                  <a:cubicBezTo>
                    <a:pt x="565499" y="22670"/>
                    <a:pt x="566928" y="22955"/>
                    <a:pt x="568071" y="23241"/>
                  </a:cubicBezTo>
                  <a:cubicBezTo>
                    <a:pt x="570166" y="20384"/>
                    <a:pt x="569309" y="16002"/>
                    <a:pt x="568071" y="11621"/>
                  </a:cubicBezTo>
                  <a:lnTo>
                    <a:pt x="572262" y="0"/>
                  </a:lnTo>
                  <a:lnTo>
                    <a:pt x="574643" y="857"/>
                  </a:lnTo>
                  <a:cubicBezTo>
                    <a:pt x="573500" y="3905"/>
                    <a:pt x="571976" y="6001"/>
                    <a:pt x="574167" y="9811"/>
                  </a:cubicBezTo>
                  <a:cubicBezTo>
                    <a:pt x="575024" y="11049"/>
                    <a:pt x="576167" y="12287"/>
                    <a:pt x="577310" y="13430"/>
                  </a:cubicBezTo>
                  <a:cubicBezTo>
                    <a:pt x="579691" y="15621"/>
                    <a:pt x="582549" y="17812"/>
                    <a:pt x="584454" y="20288"/>
                  </a:cubicBezTo>
                  <a:cubicBezTo>
                    <a:pt x="588836" y="26099"/>
                    <a:pt x="591312" y="26289"/>
                    <a:pt x="596741" y="29813"/>
                  </a:cubicBezTo>
                  <a:cubicBezTo>
                    <a:pt x="605219" y="35147"/>
                    <a:pt x="609314" y="48101"/>
                    <a:pt x="609505" y="58388"/>
                  </a:cubicBezTo>
                  <a:cubicBezTo>
                    <a:pt x="617506" y="62960"/>
                    <a:pt x="623506" y="67818"/>
                    <a:pt x="630936" y="73628"/>
                  </a:cubicBezTo>
                  <a:cubicBezTo>
                    <a:pt x="632365" y="74676"/>
                    <a:pt x="633698" y="75724"/>
                    <a:pt x="635127" y="76486"/>
                  </a:cubicBezTo>
                  <a:cubicBezTo>
                    <a:pt x="637889" y="78296"/>
                    <a:pt x="640652" y="79629"/>
                    <a:pt x="643414" y="80867"/>
                  </a:cubicBezTo>
                  <a:cubicBezTo>
                    <a:pt x="649986" y="83630"/>
                    <a:pt x="656844" y="85344"/>
                    <a:pt x="663988" y="87916"/>
                  </a:cubicBezTo>
                  <a:cubicBezTo>
                    <a:pt x="665036" y="86106"/>
                    <a:pt x="666464" y="85820"/>
                    <a:pt x="668369" y="87059"/>
                  </a:cubicBezTo>
                  <a:cubicBezTo>
                    <a:pt x="671989" y="90011"/>
                    <a:pt x="674561" y="93726"/>
                    <a:pt x="676180" y="98203"/>
                  </a:cubicBezTo>
                  <a:cubicBezTo>
                    <a:pt x="679323" y="104585"/>
                    <a:pt x="680466" y="110585"/>
                    <a:pt x="686657" y="114681"/>
                  </a:cubicBezTo>
                  <a:cubicBezTo>
                    <a:pt x="692468" y="118396"/>
                    <a:pt x="700754" y="120968"/>
                    <a:pt x="708850" y="123158"/>
                  </a:cubicBezTo>
                  <a:cubicBezTo>
                    <a:pt x="711898" y="123920"/>
                    <a:pt x="714947" y="124873"/>
                    <a:pt x="717804" y="125730"/>
                  </a:cubicBezTo>
                  <a:cubicBezTo>
                    <a:pt x="719899" y="126397"/>
                    <a:pt x="721900" y="126968"/>
                    <a:pt x="723710" y="127635"/>
                  </a:cubicBezTo>
                  <a:cubicBezTo>
                    <a:pt x="733425" y="131255"/>
                    <a:pt x="733520" y="130588"/>
                    <a:pt x="742093" y="129826"/>
                  </a:cubicBezTo>
                  <a:cubicBezTo>
                    <a:pt x="742950" y="129731"/>
                    <a:pt x="748379" y="129445"/>
                    <a:pt x="749141" y="129159"/>
                  </a:cubicBezTo>
                  <a:cubicBezTo>
                    <a:pt x="750856" y="127349"/>
                    <a:pt x="752951" y="126016"/>
                    <a:pt x="755332" y="125159"/>
                  </a:cubicBezTo>
                  <a:lnTo>
                    <a:pt x="769144" y="122968"/>
                  </a:lnTo>
                  <a:cubicBezTo>
                    <a:pt x="771620" y="122206"/>
                    <a:pt x="773621" y="120872"/>
                    <a:pt x="775430" y="118967"/>
                  </a:cubicBezTo>
                  <a:cubicBezTo>
                    <a:pt x="777049" y="119063"/>
                    <a:pt x="778764" y="119158"/>
                    <a:pt x="780383" y="119348"/>
                  </a:cubicBezTo>
                  <a:cubicBezTo>
                    <a:pt x="783241" y="118586"/>
                    <a:pt x="786289" y="117443"/>
                    <a:pt x="789146" y="116491"/>
                  </a:cubicBezTo>
                  <a:cubicBezTo>
                    <a:pt x="794766" y="114491"/>
                    <a:pt x="797243" y="112109"/>
                    <a:pt x="802386" y="113919"/>
                  </a:cubicBezTo>
                  <a:cubicBezTo>
                    <a:pt x="802862" y="114110"/>
                    <a:pt x="803338" y="114395"/>
                    <a:pt x="803815" y="114586"/>
                  </a:cubicBezTo>
                  <a:cubicBezTo>
                    <a:pt x="808482" y="116681"/>
                    <a:pt x="807720" y="117729"/>
                    <a:pt x="809911" y="120491"/>
                  </a:cubicBezTo>
                  <a:cubicBezTo>
                    <a:pt x="810197" y="120872"/>
                    <a:pt x="810387" y="121158"/>
                    <a:pt x="810673" y="121539"/>
                  </a:cubicBezTo>
                  <a:cubicBezTo>
                    <a:pt x="816673" y="128492"/>
                    <a:pt x="828485" y="126778"/>
                    <a:pt x="834485" y="133350"/>
                  </a:cubicBezTo>
                  <a:cubicBezTo>
                    <a:pt x="836771" y="135731"/>
                    <a:pt x="835914" y="138970"/>
                    <a:pt x="839057" y="141351"/>
                  </a:cubicBezTo>
                  <a:cubicBezTo>
                    <a:pt x="843439" y="144780"/>
                    <a:pt x="852202" y="146018"/>
                    <a:pt x="857536" y="147923"/>
                  </a:cubicBezTo>
                  <a:cubicBezTo>
                    <a:pt x="864489" y="150400"/>
                    <a:pt x="871347" y="152495"/>
                    <a:pt x="878205" y="154591"/>
                  </a:cubicBezTo>
                  <a:cubicBezTo>
                    <a:pt x="881158" y="155448"/>
                    <a:pt x="884206" y="156305"/>
                    <a:pt x="887254" y="157067"/>
                  </a:cubicBezTo>
                  <a:cubicBezTo>
                    <a:pt x="898970" y="160401"/>
                    <a:pt x="910780" y="163640"/>
                    <a:pt x="922591" y="167926"/>
                  </a:cubicBezTo>
                  <a:cubicBezTo>
                    <a:pt x="933926" y="172022"/>
                    <a:pt x="948309" y="174689"/>
                    <a:pt x="954596" y="186404"/>
                  </a:cubicBezTo>
                  <a:cubicBezTo>
                    <a:pt x="955262" y="187643"/>
                    <a:pt x="955548" y="188976"/>
                    <a:pt x="955834" y="190310"/>
                  </a:cubicBezTo>
                  <a:cubicBezTo>
                    <a:pt x="956310" y="192215"/>
                    <a:pt x="956881" y="193929"/>
                    <a:pt x="958691" y="195072"/>
                  </a:cubicBezTo>
                  <a:cubicBezTo>
                    <a:pt x="960025" y="195929"/>
                    <a:pt x="961739" y="196215"/>
                    <a:pt x="963549" y="196310"/>
                  </a:cubicBezTo>
                  <a:cubicBezTo>
                    <a:pt x="966883" y="196406"/>
                    <a:pt x="970597" y="195644"/>
                    <a:pt x="973455" y="196406"/>
                  </a:cubicBezTo>
                  <a:cubicBezTo>
                    <a:pt x="980599" y="198215"/>
                    <a:pt x="986695" y="203454"/>
                    <a:pt x="994505" y="201930"/>
                  </a:cubicBezTo>
                  <a:cubicBezTo>
                    <a:pt x="999744" y="200882"/>
                    <a:pt x="1003268" y="196691"/>
                    <a:pt x="1007936" y="194405"/>
                  </a:cubicBezTo>
                  <a:cubicBezTo>
                    <a:pt x="1022699" y="186785"/>
                    <a:pt x="1032034" y="189738"/>
                    <a:pt x="1044702" y="194405"/>
                  </a:cubicBezTo>
                  <a:cubicBezTo>
                    <a:pt x="1046893" y="195263"/>
                    <a:pt x="1049179" y="196120"/>
                    <a:pt x="1051465" y="196977"/>
                  </a:cubicBezTo>
                  <a:cubicBezTo>
                    <a:pt x="1052036" y="197168"/>
                    <a:pt x="1052703" y="197453"/>
                    <a:pt x="1053370" y="197739"/>
                  </a:cubicBezTo>
                  <a:cubicBezTo>
                    <a:pt x="1058894" y="200025"/>
                    <a:pt x="1066705" y="204407"/>
                    <a:pt x="1071944" y="204407"/>
                  </a:cubicBezTo>
                  <a:cubicBezTo>
                    <a:pt x="1074896" y="204407"/>
                    <a:pt x="1077468" y="202692"/>
                    <a:pt x="1079945" y="202597"/>
                  </a:cubicBezTo>
                  <a:cubicBezTo>
                    <a:pt x="1090803" y="202311"/>
                    <a:pt x="1109186" y="227933"/>
                    <a:pt x="1121093" y="218885"/>
                  </a:cubicBezTo>
                  <a:cubicBezTo>
                    <a:pt x="1125093" y="221456"/>
                    <a:pt x="1124426" y="224504"/>
                    <a:pt x="1123283" y="227648"/>
                  </a:cubicBezTo>
                  <a:lnTo>
                    <a:pt x="1122712" y="229267"/>
                  </a:lnTo>
                  <a:cubicBezTo>
                    <a:pt x="1122140" y="230886"/>
                    <a:pt x="1121664" y="232505"/>
                    <a:pt x="1121759" y="234029"/>
                  </a:cubicBezTo>
                  <a:cubicBezTo>
                    <a:pt x="1122140" y="236887"/>
                    <a:pt x="1124522" y="240411"/>
                    <a:pt x="1127284" y="243840"/>
                  </a:cubicBezTo>
                  <a:cubicBezTo>
                    <a:pt x="1130522" y="247555"/>
                    <a:pt x="1134332" y="251079"/>
                    <a:pt x="1136714" y="253174"/>
                  </a:cubicBezTo>
                  <a:cubicBezTo>
                    <a:pt x="1143476" y="258985"/>
                    <a:pt x="1145000" y="257556"/>
                    <a:pt x="1151858" y="258128"/>
                  </a:cubicBezTo>
                  <a:cubicBezTo>
                    <a:pt x="1157097" y="258509"/>
                    <a:pt x="1161955" y="260985"/>
                    <a:pt x="1167098" y="262795"/>
                  </a:cubicBezTo>
                  <a:cubicBezTo>
                    <a:pt x="1176242" y="266129"/>
                    <a:pt x="1185386" y="269558"/>
                    <a:pt x="1194625" y="272701"/>
                  </a:cubicBezTo>
                  <a:cubicBezTo>
                    <a:pt x="1195578" y="273082"/>
                    <a:pt x="1196435" y="273272"/>
                    <a:pt x="1197102" y="273463"/>
                  </a:cubicBezTo>
                  <a:cubicBezTo>
                    <a:pt x="1201007" y="274701"/>
                    <a:pt x="1202817" y="274701"/>
                    <a:pt x="1207103" y="273082"/>
                  </a:cubicBezTo>
                  <a:cubicBezTo>
                    <a:pt x="1207580" y="272891"/>
                    <a:pt x="1208056" y="272606"/>
                    <a:pt x="1208627" y="272415"/>
                  </a:cubicBezTo>
                  <a:cubicBezTo>
                    <a:pt x="1214152" y="270129"/>
                    <a:pt x="1213866" y="271272"/>
                    <a:pt x="1219295" y="271272"/>
                  </a:cubicBezTo>
                  <a:cubicBezTo>
                    <a:pt x="1225106" y="271177"/>
                    <a:pt x="1226630" y="270129"/>
                    <a:pt x="1232821" y="272510"/>
                  </a:cubicBezTo>
                  <a:cubicBezTo>
                    <a:pt x="1239869" y="275177"/>
                    <a:pt x="1248156" y="279845"/>
                    <a:pt x="1255681" y="280511"/>
                  </a:cubicBezTo>
                  <a:cubicBezTo>
                    <a:pt x="1264539" y="281369"/>
                    <a:pt x="1268444" y="275463"/>
                    <a:pt x="1277303" y="278130"/>
                  </a:cubicBezTo>
                  <a:cubicBezTo>
                    <a:pt x="1279684" y="278892"/>
                    <a:pt x="1282256" y="280035"/>
                    <a:pt x="1284732" y="281178"/>
                  </a:cubicBezTo>
                  <a:cubicBezTo>
                    <a:pt x="1287494" y="282321"/>
                    <a:pt x="1290161" y="283559"/>
                    <a:pt x="1292923" y="283940"/>
                  </a:cubicBezTo>
                  <a:cubicBezTo>
                    <a:pt x="1293114" y="283940"/>
                    <a:pt x="1293400" y="283940"/>
                    <a:pt x="1293590" y="283940"/>
                  </a:cubicBezTo>
                  <a:cubicBezTo>
                    <a:pt x="1298448" y="284512"/>
                    <a:pt x="1301210" y="282512"/>
                    <a:pt x="1305782" y="281273"/>
                  </a:cubicBezTo>
                  <a:cubicBezTo>
                    <a:pt x="1320832" y="277463"/>
                    <a:pt x="1337310" y="291846"/>
                    <a:pt x="1352360" y="294037"/>
                  </a:cubicBezTo>
                  <a:cubicBezTo>
                    <a:pt x="1353788" y="292703"/>
                    <a:pt x="1354931" y="290989"/>
                    <a:pt x="1355598" y="289179"/>
                  </a:cubicBezTo>
                  <a:cubicBezTo>
                    <a:pt x="1359980" y="289751"/>
                    <a:pt x="1359598" y="295085"/>
                    <a:pt x="1362361" y="297656"/>
                  </a:cubicBezTo>
                  <a:cubicBezTo>
                    <a:pt x="1363694" y="298895"/>
                    <a:pt x="1365885" y="299847"/>
                    <a:pt x="1368076" y="300609"/>
                  </a:cubicBezTo>
                  <a:cubicBezTo>
                    <a:pt x="1369409" y="301181"/>
                    <a:pt x="1370743" y="301752"/>
                    <a:pt x="1371695" y="302324"/>
                  </a:cubicBezTo>
                  <a:cubicBezTo>
                    <a:pt x="1373219" y="303181"/>
                    <a:pt x="1374743" y="304229"/>
                    <a:pt x="1376267" y="305276"/>
                  </a:cubicBezTo>
                  <a:cubicBezTo>
                    <a:pt x="1382839" y="310039"/>
                    <a:pt x="1388650" y="315849"/>
                    <a:pt x="1397032" y="317849"/>
                  </a:cubicBezTo>
                  <a:cubicBezTo>
                    <a:pt x="1406081" y="320040"/>
                    <a:pt x="1415320" y="316611"/>
                    <a:pt x="1424654" y="317849"/>
                  </a:cubicBezTo>
                  <a:cubicBezTo>
                    <a:pt x="1427416" y="318230"/>
                    <a:pt x="1429893" y="319754"/>
                    <a:pt x="1432465" y="320040"/>
                  </a:cubicBezTo>
                  <a:cubicBezTo>
                    <a:pt x="1434560" y="320231"/>
                    <a:pt x="1436941" y="319278"/>
                    <a:pt x="1438561" y="319373"/>
                  </a:cubicBezTo>
                  <a:cubicBezTo>
                    <a:pt x="1442371" y="319659"/>
                    <a:pt x="1446562" y="321088"/>
                    <a:pt x="1450562" y="322707"/>
                  </a:cubicBezTo>
                  <a:cubicBezTo>
                    <a:pt x="1453515" y="323850"/>
                    <a:pt x="1456468" y="325184"/>
                    <a:pt x="1459230" y="326136"/>
                  </a:cubicBezTo>
                  <a:lnTo>
                    <a:pt x="1459706" y="326326"/>
                  </a:lnTo>
                  <a:cubicBezTo>
                    <a:pt x="1466374" y="328708"/>
                    <a:pt x="1473041" y="330994"/>
                    <a:pt x="1479709" y="333566"/>
                  </a:cubicBezTo>
                  <a:cubicBezTo>
                    <a:pt x="1479709" y="334232"/>
                    <a:pt x="1479709" y="334899"/>
                    <a:pt x="1479042" y="335566"/>
                  </a:cubicBezTo>
                  <a:cubicBezTo>
                    <a:pt x="1475613" y="337090"/>
                    <a:pt x="1472565" y="339376"/>
                    <a:pt x="1469993" y="342233"/>
                  </a:cubicBezTo>
                  <a:cubicBezTo>
                    <a:pt x="1467422" y="345567"/>
                    <a:pt x="1462564" y="356330"/>
                    <a:pt x="1462373" y="360998"/>
                  </a:cubicBezTo>
                  <a:cubicBezTo>
                    <a:pt x="1461992" y="368046"/>
                    <a:pt x="1462754" y="365855"/>
                    <a:pt x="1467040" y="370523"/>
                  </a:cubicBezTo>
                  <a:cubicBezTo>
                    <a:pt x="1470089" y="373761"/>
                    <a:pt x="1472756" y="374904"/>
                    <a:pt x="1476089" y="377571"/>
                  </a:cubicBezTo>
                  <a:cubicBezTo>
                    <a:pt x="1482281" y="382619"/>
                    <a:pt x="1481519" y="379095"/>
                    <a:pt x="1483519" y="388715"/>
                  </a:cubicBezTo>
                  <a:cubicBezTo>
                    <a:pt x="1485233" y="396335"/>
                    <a:pt x="1485900" y="402336"/>
                    <a:pt x="1484566" y="408432"/>
                  </a:cubicBezTo>
                  <a:cubicBezTo>
                    <a:pt x="1483900" y="411290"/>
                    <a:pt x="1482852" y="414052"/>
                    <a:pt x="1481138" y="417100"/>
                  </a:cubicBezTo>
                  <a:cubicBezTo>
                    <a:pt x="1480566" y="418148"/>
                    <a:pt x="1479899" y="419291"/>
                    <a:pt x="1479137" y="420529"/>
                  </a:cubicBezTo>
                  <a:cubicBezTo>
                    <a:pt x="1476661" y="424434"/>
                    <a:pt x="1474470" y="421291"/>
                    <a:pt x="1474661" y="427958"/>
                  </a:cubicBezTo>
                  <a:cubicBezTo>
                    <a:pt x="1474946" y="435197"/>
                    <a:pt x="1481423" y="444818"/>
                    <a:pt x="1484376" y="451199"/>
                  </a:cubicBezTo>
                  <a:cubicBezTo>
                    <a:pt x="1487900" y="458629"/>
                    <a:pt x="1489329" y="462534"/>
                    <a:pt x="1488948" y="467487"/>
                  </a:cubicBezTo>
                  <a:cubicBezTo>
                    <a:pt x="1488662" y="470440"/>
                    <a:pt x="1487710" y="473678"/>
                    <a:pt x="1486281" y="478250"/>
                  </a:cubicBezTo>
                  <a:cubicBezTo>
                    <a:pt x="1484566" y="483680"/>
                    <a:pt x="1483709" y="490823"/>
                    <a:pt x="1482662" y="498158"/>
                  </a:cubicBezTo>
                  <a:cubicBezTo>
                    <a:pt x="1482185" y="501206"/>
                    <a:pt x="1481709" y="504444"/>
                    <a:pt x="1481042" y="507397"/>
                  </a:cubicBezTo>
                  <a:cubicBezTo>
                    <a:pt x="1479042" y="516731"/>
                    <a:pt x="1475708" y="525113"/>
                    <a:pt x="1468564" y="528828"/>
                  </a:cubicBezTo>
                  <a:cubicBezTo>
                    <a:pt x="1470089" y="529685"/>
                    <a:pt x="1472756" y="531209"/>
                    <a:pt x="1475327" y="532924"/>
                  </a:cubicBezTo>
                  <a:cubicBezTo>
                    <a:pt x="1478852" y="535210"/>
                    <a:pt x="1482281" y="537782"/>
                    <a:pt x="1483043" y="540163"/>
                  </a:cubicBezTo>
                  <a:cubicBezTo>
                    <a:pt x="1485614" y="548069"/>
                    <a:pt x="1474089" y="558356"/>
                    <a:pt x="1476280" y="566833"/>
                  </a:cubicBezTo>
                  <a:cubicBezTo>
                    <a:pt x="1477232" y="570833"/>
                    <a:pt x="1479423" y="569976"/>
                    <a:pt x="1479137" y="574929"/>
                  </a:cubicBezTo>
                  <a:cubicBezTo>
                    <a:pt x="1478947" y="577501"/>
                    <a:pt x="1476565" y="581216"/>
                    <a:pt x="1475708" y="583692"/>
                  </a:cubicBezTo>
                  <a:cubicBezTo>
                    <a:pt x="1475518" y="584264"/>
                    <a:pt x="1475137" y="584930"/>
                    <a:pt x="1474851" y="585692"/>
                  </a:cubicBezTo>
                  <a:cubicBezTo>
                    <a:pt x="1473708" y="588264"/>
                    <a:pt x="1472374" y="591312"/>
                    <a:pt x="1471231" y="594265"/>
                  </a:cubicBezTo>
                  <a:cubicBezTo>
                    <a:pt x="1470279" y="596837"/>
                    <a:pt x="1469612" y="599313"/>
                    <a:pt x="1469517" y="601504"/>
                  </a:cubicBezTo>
                  <a:cubicBezTo>
                    <a:pt x="1469136" y="610172"/>
                    <a:pt x="1481995" y="625697"/>
                    <a:pt x="1470660" y="630650"/>
                  </a:cubicBezTo>
                  <a:cubicBezTo>
                    <a:pt x="1468946" y="631317"/>
                    <a:pt x="1465516" y="628460"/>
                    <a:pt x="1463897" y="629222"/>
                  </a:cubicBezTo>
                  <a:cubicBezTo>
                    <a:pt x="1459516" y="631412"/>
                    <a:pt x="1457801" y="637699"/>
                    <a:pt x="1455039" y="641414"/>
                  </a:cubicBezTo>
                  <a:cubicBezTo>
                    <a:pt x="1448562" y="649986"/>
                    <a:pt x="1447514" y="649415"/>
                    <a:pt x="1437894" y="647414"/>
                  </a:cubicBezTo>
                  <a:cubicBezTo>
                    <a:pt x="1436465" y="650939"/>
                    <a:pt x="1433798" y="650843"/>
                    <a:pt x="1432179" y="653225"/>
                  </a:cubicBezTo>
                  <a:cubicBezTo>
                    <a:pt x="1431989" y="653415"/>
                    <a:pt x="1431893" y="653796"/>
                    <a:pt x="1431798" y="654082"/>
                  </a:cubicBezTo>
                  <a:cubicBezTo>
                    <a:pt x="1430750" y="655892"/>
                    <a:pt x="1430369" y="657987"/>
                    <a:pt x="1429226" y="659606"/>
                  </a:cubicBezTo>
                  <a:lnTo>
                    <a:pt x="1429226" y="659606"/>
                  </a:lnTo>
                  <a:cubicBezTo>
                    <a:pt x="1427131" y="662369"/>
                    <a:pt x="1425321" y="665036"/>
                    <a:pt x="1423416" y="667512"/>
                  </a:cubicBezTo>
                  <a:cubicBezTo>
                    <a:pt x="1420463" y="671608"/>
                    <a:pt x="1417320" y="675227"/>
                    <a:pt x="1413224" y="678275"/>
                  </a:cubicBezTo>
                  <a:cubicBezTo>
                    <a:pt x="1410843" y="680085"/>
                    <a:pt x="1408081" y="681800"/>
                    <a:pt x="1404842" y="683133"/>
                  </a:cubicBezTo>
                  <a:cubicBezTo>
                    <a:pt x="1395031" y="687419"/>
                    <a:pt x="1394174" y="688181"/>
                    <a:pt x="1393412" y="698659"/>
                  </a:cubicBezTo>
                  <a:cubicBezTo>
                    <a:pt x="1392841" y="708279"/>
                    <a:pt x="1393698" y="715042"/>
                    <a:pt x="1396746" y="724091"/>
                  </a:cubicBezTo>
                  <a:cubicBezTo>
                    <a:pt x="1396746" y="724091"/>
                    <a:pt x="1396746" y="724281"/>
                    <a:pt x="1396746" y="724376"/>
                  </a:cubicBezTo>
                  <a:cubicBezTo>
                    <a:pt x="1396746" y="724376"/>
                    <a:pt x="1396679" y="724376"/>
                    <a:pt x="1396556" y="724376"/>
                  </a:cubicBezTo>
                  <a:cubicBezTo>
                    <a:pt x="1391888" y="723995"/>
                    <a:pt x="1388936" y="720376"/>
                    <a:pt x="1384173" y="721709"/>
                  </a:cubicBezTo>
                  <a:cubicBezTo>
                    <a:pt x="1382649" y="722186"/>
                    <a:pt x="1378648" y="726472"/>
                    <a:pt x="1375220" y="730758"/>
                  </a:cubicBezTo>
                  <a:cubicBezTo>
                    <a:pt x="1372838" y="733520"/>
                    <a:pt x="1370743" y="736378"/>
                    <a:pt x="1369695" y="737997"/>
                  </a:cubicBezTo>
                  <a:lnTo>
                    <a:pt x="1369314" y="738569"/>
                  </a:lnTo>
                  <a:lnTo>
                    <a:pt x="1369314" y="738569"/>
                  </a:lnTo>
                  <a:cubicBezTo>
                    <a:pt x="1363599" y="748379"/>
                    <a:pt x="1361504" y="761714"/>
                    <a:pt x="1357503" y="772382"/>
                  </a:cubicBezTo>
                  <a:cubicBezTo>
                    <a:pt x="1355312" y="778097"/>
                    <a:pt x="1351502" y="784289"/>
                    <a:pt x="1353122" y="790575"/>
                  </a:cubicBezTo>
                  <a:cubicBezTo>
                    <a:pt x="1354455" y="796195"/>
                    <a:pt x="1358551" y="797909"/>
                    <a:pt x="1358074" y="804005"/>
                  </a:cubicBezTo>
                  <a:cubicBezTo>
                    <a:pt x="1357789" y="806958"/>
                    <a:pt x="1356360" y="810387"/>
                    <a:pt x="1354836" y="813816"/>
                  </a:cubicBezTo>
                  <a:cubicBezTo>
                    <a:pt x="1353693" y="816578"/>
                    <a:pt x="1352360" y="819150"/>
                    <a:pt x="1351502" y="821436"/>
                  </a:cubicBezTo>
                  <a:lnTo>
                    <a:pt x="1351121" y="822389"/>
                  </a:lnTo>
                  <a:cubicBezTo>
                    <a:pt x="1347788" y="831914"/>
                    <a:pt x="1347978" y="839915"/>
                    <a:pt x="1345882" y="849630"/>
                  </a:cubicBezTo>
                  <a:cubicBezTo>
                    <a:pt x="1347692" y="850487"/>
                    <a:pt x="1349312" y="851249"/>
                    <a:pt x="1350740" y="852011"/>
                  </a:cubicBezTo>
                  <a:cubicBezTo>
                    <a:pt x="1354169" y="853821"/>
                    <a:pt x="1356455" y="855821"/>
                    <a:pt x="1357503" y="860774"/>
                  </a:cubicBezTo>
                  <a:cubicBezTo>
                    <a:pt x="1357503" y="860965"/>
                    <a:pt x="1357503" y="861060"/>
                    <a:pt x="1357598" y="861346"/>
                  </a:cubicBezTo>
                  <a:cubicBezTo>
                    <a:pt x="1358646" y="866775"/>
                    <a:pt x="1355693" y="869537"/>
                    <a:pt x="1355789" y="874871"/>
                  </a:cubicBezTo>
                  <a:cubicBezTo>
                    <a:pt x="1355789" y="881158"/>
                    <a:pt x="1360551" y="887444"/>
                    <a:pt x="1360361" y="894493"/>
                  </a:cubicBezTo>
                  <a:cubicBezTo>
                    <a:pt x="1360265" y="897636"/>
                    <a:pt x="1359789" y="901827"/>
                    <a:pt x="1359027" y="905923"/>
                  </a:cubicBezTo>
                  <a:cubicBezTo>
                    <a:pt x="1358456" y="908971"/>
                    <a:pt x="1357789" y="911924"/>
                    <a:pt x="1357027" y="914210"/>
                  </a:cubicBezTo>
                  <a:lnTo>
                    <a:pt x="1356741" y="914972"/>
                  </a:lnTo>
                  <a:cubicBezTo>
                    <a:pt x="1354455" y="921449"/>
                    <a:pt x="1352931" y="919925"/>
                    <a:pt x="1348454" y="923735"/>
                  </a:cubicBezTo>
                  <a:cubicBezTo>
                    <a:pt x="1342263" y="929069"/>
                    <a:pt x="1343597" y="938498"/>
                    <a:pt x="1337786" y="943737"/>
                  </a:cubicBezTo>
                  <a:cubicBezTo>
                    <a:pt x="1331786" y="949166"/>
                    <a:pt x="1330452" y="945166"/>
                    <a:pt x="1327118" y="953738"/>
                  </a:cubicBezTo>
                  <a:cubicBezTo>
                    <a:pt x="1324547" y="960120"/>
                    <a:pt x="1319403" y="969454"/>
                    <a:pt x="1319689" y="976122"/>
                  </a:cubicBezTo>
                  <a:cubicBezTo>
                    <a:pt x="1325308" y="977646"/>
                    <a:pt x="1326452" y="980408"/>
                    <a:pt x="1327309" y="984790"/>
                  </a:cubicBezTo>
                  <a:cubicBezTo>
                    <a:pt x="1327404" y="985552"/>
                    <a:pt x="1327595" y="986409"/>
                    <a:pt x="1327785" y="987266"/>
                  </a:cubicBezTo>
                  <a:cubicBezTo>
                    <a:pt x="1328452" y="990695"/>
                    <a:pt x="1329976" y="993267"/>
                    <a:pt x="1331119" y="996125"/>
                  </a:cubicBezTo>
                  <a:cubicBezTo>
                    <a:pt x="1331405" y="996887"/>
                    <a:pt x="1331690" y="997839"/>
                    <a:pt x="1331976" y="998792"/>
                  </a:cubicBezTo>
                  <a:cubicBezTo>
                    <a:pt x="1333881" y="1007650"/>
                    <a:pt x="1326547" y="1022890"/>
                    <a:pt x="1318165" y="1026509"/>
                  </a:cubicBezTo>
                  <a:cubicBezTo>
                    <a:pt x="1320451" y="1030415"/>
                    <a:pt x="1317498" y="1036701"/>
                    <a:pt x="1314926" y="1040225"/>
                  </a:cubicBezTo>
                  <a:cubicBezTo>
                    <a:pt x="1307306" y="1038130"/>
                    <a:pt x="1301591" y="1039558"/>
                    <a:pt x="1293876" y="1037654"/>
                  </a:cubicBezTo>
                  <a:lnTo>
                    <a:pt x="1293686" y="1037654"/>
                  </a:lnTo>
                  <a:cubicBezTo>
                    <a:pt x="1289209" y="1044226"/>
                    <a:pt x="1287399" y="1052227"/>
                    <a:pt x="1285304" y="1060133"/>
                  </a:cubicBezTo>
                  <a:cubicBezTo>
                    <a:pt x="1284541" y="1063181"/>
                    <a:pt x="1283589" y="1066133"/>
                    <a:pt x="1282541" y="1068991"/>
                  </a:cubicBezTo>
                  <a:cubicBezTo>
                    <a:pt x="1281684" y="1070991"/>
                    <a:pt x="1280827" y="1072896"/>
                    <a:pt x="1279874" y="1074706"/>
                  </a:cubicBezTo>
                  <a:cubicBezTo>
                    <a:pt x="1277017" y="1079659"/>
                    <a:pt x="1277683" y="1078325"/>
                    <a:pt x="1273683" y="1081088"/>
                  </a:cubicBezTo>
                  <a:cubicBezTo>
                    <a:pt x="1272254" y="1082135"/>
                    <a:pt x="1269587" y="1082993"/>
                    <a:pt x="1267301" y="1084136"/>
                  </a:cubicBezTo>
                  <a:cubicBezTo>
                    <a:pt x="1265396" y="1084993"/>
                    <a:pt x="1263682" y="1086231"/>
                    <a:pt x="1263015" y="1087755"/>
                  </a:cubicBezTo>
                  <a:cubicBezTo>
                    <a:pt x="1262158" y="1089946"/>
                    <a:pt x="1262444" y="1092518"/>
                    <a:pt x="1263301" y="1095280"/>
                  </a:cubicBezTo>
                  <a:cubicBezTo>
                    <a:pt x="1264730" y="1099947"/>
                    <a:pt x="1267397" y="1104805"/>
                    <a:pt x="1267968" y="1108329"/>
                  </a:cubicBezTo>
                  <a:cubicBezTo>
                    <a:pt x="1267968" y="1108615"/>
                    <a:pt x="1267968" y="1108901"/>
                    <a:pt x="1268158" y="1109282"/>
                  </a:cubicBezTo>
                  <a:cubicBezTo>
                    <a:pt x="1269111" y="1115092"/>
                    <a:pt x="1268825" y="1115282"/>
                    <a:pt x="1267015" y="1121283"/>
                  </a:cubicBezTo>
                  <a:cubicBezTo>
                    <a:pt x="1265301" y="1126712"/>
                    <a:pt x="1263206" y="1131665"/>
                    <a:pt x="1262158" y="1137095"/>
                  </a:cubicBezTo>
                  <a:cubicBezTo>
                    <a:pt x="1261681" y="1139095"/>
                    <a:pt x="1263015" y="1140809"/>
                    <a:pt x="1263015" y="1142333"/>
                  </a:cubicBezTo>
                  <a:cubicBezTo>
                    <a:pt x="1263015" y="1143572"/>
                    <a:pt x="1262348" y="1144715"/>
                    <a:pt x="1259586" y="1145762"/>
                  </a:cubicBezTo>
                  <a:cubicBezTo>
                    <a:pt x="1259777" y="1147953"/>
                    <a:pt x="1260539" y="1149858"/>
                    <a:pt x="1261586" y="1151763"/>
                  </a:cubicBezTo>
                  <a:cubicBezTo>
                    <a:pt x="1264539" y="1157288"/>
                    <a:pt x="1269492" y="1162050"/>
                    <a:pt x="1268825" y="1169575"/>
                  </a:cubicBezTo>
                  <a:cubicBezTo>
                    <a:pt x="1268254" y="1174909"/>
                    <a:pt x="1264825" y="1183386"/>
                    <a:pt x="1261872" y="1187577"/>
                  </a:cubicBezTo>
                  <a:cubicBezTo>
                    <a:pt x="1259681" y="1187291"/>
                    <a:pt x="1257681" y="1186910"/>
                    <a:pt x="1255586" y="1186720"/>
                  </a:cubicBezTo>
                  <a:cubicBezTo>
                    <a:pt x="1254538" y="1190530"/>
                    <a:pt x="1256062" y="1193673"/>
                    <a:pt x="1255205" y="1197578"/>
                  </a:cubicBezTo>
                  <a:cubicBezTo>
                    <a:pt x="1254728" y="1200245"/>
                    <a:pt x="1251966" y="1202817"/>
                    <a:pt x="1252061" y="1205675"/>
                  </a:cubicBezTo>
                  <a:cubicBezTo>
                    <a:pt x="1252347" y="1216057"/>
                    <a:pt x="1268730" y="1221105"/>
                    <a:pt x="1270635" y="1229487"/>
                  </a:cubicBezTo>
                  <a:cubicBezTo>
                    <a:pt x="1261015" y="1230249"/>
                    <a:pt x="1258633" y="1224058"/>
                    <a:pt x="1255300" y="1230059"/>
                  </a:cubicBezTo>
                  <a:cubicBezTo>
                    <a:pt x="1254538" y="1231297"/>
                    <a:pt x="1253776" y="1233107"/>
                    <a:pt x="1253014" y="1235583"/>
                  </a:cubicBezTo>
                  <a:cubicBezTo>
                    <a:pt x="1252633" y="1236631"/>
                    <a:pt x="1252252" y="1237679"/>
                    <a:pt x="1251966" y="1238726"/>
                  </a:cubicBezTo>
                  <a:cubicBezTo>
                    <a:pt x="1249680" y="1245680"/>
                    <a:pt x="1247299" y="1253014"/>
                    <a:pt x="1244441" y="1259681"/>
                  </a:cubicBezTo>
                  <a:cubicBezTo>
                    <a:pt x="1242250" y="1264539"/>
                    <a:pt x="1238917" y="1267587"/>
                    <a:pt x="1236250" y="1272159"/>
                  </a:cubicBezTo>
                  <a:cubicBezTo>
                    <a:pt x="1233964" y="1276160"/>
                    <a:pt x="1233869" y="1282637"/>
                    <a:pt x="1231106" y="1285970"/>
                  </a:cubicBezTo>
                  <a:cubicBezTo>
                    <a:pt x="1224915" y="1293495"/>
                    <a:pt x="1219295" y="1287685"/>
                    <a:pt x="1211389" y="1287304"/>
                  </a:cubicBezTo>
                  <a:cubicBezTo>
                    <a:pt x="1210532" y="1294352"/>
                    <a:pt x="1217676" y="1295591"/>
                    <a:pt x="1212818" y="1304639"/>
                  </a:cubicBezTo>
                  <a:cubicBezTo>
                    <a:pt x="1212818" y="1304830"/>
                    <a:pt x="1212628" y="1304925"/>
                    <a:pt x="1212532" y="1305116"/>
                  </a:cubicBezTo>
                  <a:cubicBezTo>
                    <a:pt x="1211580" y="1306640"/>
                    <a:pt x="1210628" y="1307783"/>
                    <a:pt x="1209675" y="1308830"/>
                  </a:cubicBezTo>
                  <a:close/>
                </a:path>
              </a:pathLst>
            </a:custGeom>
            <a:solidFill>
              <a:schemeClr val="accent4"/>
            </a:solidFill>
            <a:ln>
              <a:noFill/>
            </a:ln>
            <a:effectLst>
              <a:outerShdw rotWithShape="0" algn="bl" dir="19140000" dist="47625">
                <a:srgbClr val="260D03">
                  <a:alpha val="14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65" name="Google Shape;765;p41"/>
            <p:cNvGrpSpPr/>
            <p:nvPr/>
          </p:nvGrpSpPr>
          <p:grpSpPr>
            <a:xfrm rot="10800000">
              <a:off x="6784212" y="-617871"/>
              <a:ext cx="3059426" cy="2688663"/>
              <a:chOff x="9590772" y="632648"/>
              <a:chExt cx="1489424" cy="1308925"/>
            </a:xfrm>
          </p:grpSpPr>
          <p:grpSp>
            <p:nvGrpSpPr>
              <p:cNvPr id="766" name="Google Shape;766;p41"/>
              <p:cNvGrpSpPr/>
              <p:nvPr/>
            </p:nvGrpSpPr>
            <p:grpSpPr>
              <a:xfrm>
                <a:off x="9590772" y="689798"/>
                <a:ext cx="1484947" cy="1251775"/>
                <a:chOff x="9590772" y="689798"/>
                <a:chExt cx="1484947" cy="1251775"/>
              </a:xfrm>
            </p:grpSpPr>
            <p:sp>
              <p:nvSpPr>
                <p:cNvPr id="767" name="Google Shape;767;p41"/>
                <p:cNvSpPr/>
                <p:nvPr/>
              </p:nvSpPr>
              <p:spPr>
                <a:xfrm>
                  <a:off x="10090739" y="689798"/>
                  <a:ext cx="984980" cy="360045"/>
                </a:xfrm>
                <a:custGeom>
                  <a:rect b="b" l="l" r="r" t="t"/>
                  <a:pathLst>
                    <a:path extrusionOk="0" h="360045" w="984980">
                      <a:moveTo>
                        <a:pt x="981647" y="359950"/>
                      </a:moveTo>
                      <a:lnTo>
                        <a:pt x="0" y="6953"/>
                      </a:lnTo>
                      <a:cubicBezTo>
                        <a:pt x="571" y="6477"/>
                        <a:pt x="953" y="5906"/>
                        <a:pt x="1429" y="5429"/>
                      </a:cubicBezTo>
                      <a:cubicBezTo>
                        <a:pt x="3524" y="3048"/>
                        <a:pt x="5715" y="1333"/>
                        <a:pt x="7906" y="0"/>
                      </a:cubicBezTo>
                      <a:lnTo>
                        <a:pt x="984980" y="351377"/>
                      </a:lnTo>
                      <a:cubicBezTo>
                        <a:pt x="984313" y="354235"/>
                        <a:pt x="983266" y="356997"/>
                        <a:pt x="981551" y="360045"/>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 name="Google Shape;768;p41"/>
                <p:cNvSpPr/>
                <p:nvPr/>
              </p:nvSpPr>
              <p:spPr>
                <a:xfrm>
                  <a:off x="10025874" y="755045"/>
                  <a:ext cx="1047940" cy="385095"/>
                </a:xfrm>
                <a:custGeom>
                  <a:rect b="b" l="l" r="r" t="t"/>
                  <a:pathLst>
                    <a:path extrusionOk="0" h="385095" w="1047940">
                      <a:moveTo>
                        <a:pt x="1046321" y="385096"/>
                      </a:moveTo>
                      <a:lnTo>
                        <a:pt x="0" y="8763"/>
                      </a:lnTo>
                      <a:lnTo>
                        <a:pt x="3143" y="0"/>
                      </a:lnTo>
                      <a:lnTo>
                        <a:pt x="1047940" y="375761"/>
                      </a:lnTo>
                      <a:cubicBezTo>
                        <a:pt x="1047464" y="378809"/>
                        <a:pt x="1046988" y="382048"/>
                        <a:pt x="1046321" y="38500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41"/>
                <p:cNvSpPr/>
                <p:nvPr/>
              </p:nvSpPr>
              <p:spPr>
                <a:xfrm>
                  <a:off x="9979583" y="835150"/>
                  <a:ext cx="1086421" cy="391858"/>
                </a:xfrm>
                <a:custGeom>
                  <a:rect b="b" l="l" r="r" t="t"/>
                  <a:pathLst>
                    <a:path extrusionOk="0" h="391858" w="1086421">
                      <a:moveTo>
                        <a:pt x="1082802" y="391859"/>
                      </a:moveTo>
                      <a:lnTo>
                        <a:pt x="0" y="2476"/>
                      </a:lnTo>
                      <a:cubicBezTo>
                        <a:pt x="6191" y="3619"/>
                        <a:pt x="12382" y="4572"/>
                        <a:pt x="18669" y="5620"/>
                      </a:cubicBezTo>
                      <a:lnTo>
                        <a:pt x="20669" y="0"/>
                      </a:lnTo>
                      <a:lnTo>
                        <a:pt x="1086422" y="383286"/>
                      </a:lnTo>
                      <a:cubicBezTo>
                        <a:pt x="1085279" y="385858"/>
                        <a:pt x="1083945" y="388906"/>
                        <a:pt x="1082802" y="39185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 name="Google Shape;770;p41"/>
                <p:cNvSpPr/>
                <p:nvPr/>
              </p:nvSpPr>
              <p:spPr>
                <a:xfrm>
                  <a:off x="9924909" y="900682"/>
                  <a:ext cx="1095470" cy="399478"/>
                </a:xfrm>
                <a:custGeom>
                  <a:rect b="b" l="l" r="r" t="t"/>
                  <a:pathLst>
                    <a:path extrusionOk="0" h="399478" w="1095470">
                      <a:moveTo>
                        <a:pt x="1089660" y="399479"/>
                      </a:moveTo>
                      <a:lnTo>
                        <a:pt x="0" y="7620"/>
                      </a:lnTo>
                      <a:cubicBezTo>
                        <a:pt x="1238" y="5048"/>
                        <a:pt x="2762" y="2667"/>
                        <a:pt x="5048" y="857"/>
                      </a:cubicBezTo>
                      <a:cubicBezTo>
                        <a:pt x="5334" y="572"/>
                        <a:pt x="5810" y="191"/>
                        <a:pt x="6287" y="0"/>
                      </a:cubicBezTo>
                      <a:lnTo>
                        <a:pt x="1095470" y="391668"/>
                      </a:lnTo>
                      <a:cubicBezTo>
                        <a:pt x="1093375" y="394430"/>
                        <a:pt x="1091565" y="397002"/>
                        <a:pt x="1089660" y="39947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 name="Google Shape;771;p41"/>
                <p:cNvSpPr/>
                <p:nvPr/>
              </p:nvSpPr>
              <p:spPr>
                <a:xfrm>
                  <a:off x="9844423" y="961452"/>
                  <a:ext cx="1121949" cy="409670"/>
                </a:xfrm>
                <a:custGeom>
                  <a:rect b="b" l="l" r="r" t="t"/>
                  <a:pathLst>
                    <a:path extrusionOk="0" h="409670" w="1121949">
                      <a:moveTo>
                        <a:pt x="1121950" y="401955"/>
                      </a:moveTo>
                      <a:lnTo>
                        <a:pt x="1067467" y="382334"/>
                      </a:lnTo>
                      <a:lnTo>
                        <a:pt x="1058704" y="379190"/>
                      </a:lnTo>
                      <a:lnTo>
                        <a:pt x="987362" y="353568"/>
                      </a:lnTo>
                      <a:lnTo>
                        <a:pt x="978598" y="350425"/>
                      </a:lnTo>
                      <a:lnTo>
                        <a:pt x="907351" y="324803"/>
                      </a:lnTo>
                      <a:lnTo>
                        <a:pt x="898588" y="321659"/>
                      </a:lnTo>
                      <a:lnTo>
                        <a:pt x="827246" y="296037"/>
                      </a:lnTo>
                      <a:lnTo>
                        <a:pt x="818483" y="292894"/>
                      </a:lnTo>
                      <a:lnTo>
                        <a:pt x="747236" y="267271"/>
                      </a:lnTo>
                      <a:lnTo>
                        <a:pt x="738473" y="264128"/>
                      </a:lnTo>
                      <a:lnTo>
                        <a:pt x="667131" y="238506"/>
                      </a:lnTo>
                      <a:lnTo>
                        <a:pt x="658368" y="235363"/>
                      </a:lnTo>
                      <a:lnTo>
                        <a:pt x="587121" y="209740"/>
                      </a:lnTo>
                      <a:lnTo>
                        <a:pt x="578358" y="206597"/>
                      </a:lnTo>
                      <a:lnTo>
                        <a:pt x="507016" y="180975"/>
                      </a:lnTo>
                      <a:lnTo>
                        <a:pt x="498253" y="177832"/>
                      </a:lnTo>
                      <a:lnTo>
                        <a:pt x="426910" y="152209"/>
                      </a:lnTo>
                      <a:lnTo>
                        <a:pt x="418147" y="149066"/>
                      </a:lnTo>
                      <a:lnTo>
                        <a:pt x="346900" y="123444"/>
                      </a:lnTo>
                      <a:lnTo>
                        <a:pt x="338138" y="120301"/>
                      </a:lnTo>
                      <a:lnTo>
                        <a:pt x="266795" y="94678"/>
                      </a:lnTo>
                      <a:lnTo>
                        <a:pt x="258032" y="91535"/>
                      </a:lnTo>
                      <a:lnTo>
                        <a:pt x="186785" y="65913"/>
                      </a:lnTo>
                      <a:lnTo>
                        <a:pt x="178022" y="62770"/>
                      </a:lnTo>
                      <a:lnTo>
                        <a:pt x="106680" y="37147"/>
                      </a:lnTo>
                      <a:lnTo>
                        <a:pt x="97917" y="34004"/>
                      </a:lnTo>
                      <a:lnTo>
                        <a:pt x="26670" y="8382"/>
                      </a:lnTo>
                      <a:lnTo>
                        <a:pt x="17907" y="5239"/>
                      </a:lnTo>
                      <a:lnTo>
                        <a:pt x="3334" y="0"/>
                      </a:lnTo>
                      <a:cubicBezTo>
                        <a:pt x="2286" y="2953"/>
                        <a:pt x="1238" y="5905"/>
                        <a:pt x="0" y="8668"/>
                      </a:cubicBezTo>
                      <a:lnTo>
                        <a:pt x="14764" y="14002"/>
                      </a:lnTo>
                      <a:lnTo>
                        <a:pt x="23527" y="17145"/>
                      </a:lnTo>
                      <a:lnTo>
                        <a:pt x="94774" y="42767"/>
                      </a:lnTo>
                      <a:lnTo>
                        <a:pt x="103537" y="45910"/>
                      </a:lnTo>
                      <a:lnTo>
                        <a:pt x="174879" y="71533"/>
                      </a:lnTo>
                      <a:lnTo>
                        <a:pt x="183642" y="74676"/>
                      </a:lnTo>
                      <a:lnTo>
                        <a:pt x="254889" y="100298"/>
                      </a:lnTo>
                      <a:lnTo>
                        <a:pt x="263652" y="103442"/>
                      </a:lnTo>
                      <a:lnTo>
                        <a:pt x="334994" y="129064"/>
                      </a:lnTo>
                      <a:lnTo>
                        <a:pt x="343757" y="132207"/>
                      </a:lnTo>
                      <a:lnTo>
                        <a:pt x="415004" y="157829"/>
                      </a:lnTo>
                      <a:lnTo>
                        <a:pt x="423767" y="160972"/>
                      </a:lnTo>
                      <a:lnTo>
                        <a:pt x="495109" y="186595"/>
                      </a:lnTo>
                      <a:lnTo>
                        <a:pt x="503872" y="189738"/>
                      </a:lnTo>
                      <a:lnTo>
                        <a:pt x="575215" y="215360"/>
                      </a:lnTo>
                      <a:lnTo>
                        <a:pt x="583978" y="218503"/>
                      </a:lnTo>
                      <a:lnTo>
                        <a:pt x="655225" y="244126"/>
                      </a:lnTo>
                      <a:lnTo>
                        <a:pt x="663988" y="247269"/>
                      </a:lnTo>
                      <a:lnTo>
                        <a:pt x="735330" y="272891"/>
                      </a:lnTo>
                      <a:lnTo>
                        <a:pt x="744093" y="276034"/>
                      </a:lnTo>
                      <a:lnTo>
                        <a:pt x="815340" y="301657"/>
                      </a:lnTo>
                      <a:lnTo>
                        <a:pt x="824103" y="304800"/>
                      </a:lnTo>
                      <a:lnTo>
                        <a:pt x="895445" y="330422"/>
                      </a:lnTo>
                      <a:lnTo>
                        <a:pt x="904208" y="333565"/>
                      </a:lnTo>
                      <a:lnTo>
                        <a:pt x="975455" y="359188"/>
                      </a:lnTo>
                      <a:lnTo>
                        <a:pt x="984218" y="362331"/>
                      </a:lnTo>
                      <a:lnTo>
                        <a:pt x="1055560" y="387953"/>
                      </a:lnTo>
                      <a:lnTo>
                        <a:pt x="1064323" y="391096"/>
                      </a:lnTo>
                      <a:lnTo>
                        <a:pt x="1115949" y="409670"/>
                      </a:lnTo>
                      <a:lnTo>
                        <a:pt x="1121855" y="40195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 name="Google Shape;772;p41"/>
                <p:cNvSpPr/>
                <p:nvPr/>
              </p:nvSpPr>
              <p:spPr>
                <a:xfrm>
                  <a:off x="9809371" y="1038794"/>
                  <a:ext cx="1136523" cy="416147"/>
                </a:xfrm>
                <a:custGeom>
                  <a:rect b="b" l="l" r="r" t="t"/>
                  <a:pathLst>
                    <a:path extrusionOk="0" h="416147" w="1136523">
                      <a:moveTo>
                        <a:pt x="1132904" y="416147"/>
                      </a:moveTo>
                      <a:lnTo>
                        <a:pt x="0" y="8763"/>
                      </a:lnTo>
                      <a:lnTo>
                        <a:pt x="3143" y="0"/>
                      </a:lnTo>
                      <a:lnTo>
                        <a:pt x="1136523" y="407575"/>
                      </a:lnTo>
                      <a:cubicBezTo>
                        <a:pt x="1135380" y="410337"/>
                        <a:pt x="1134047" y="412909"/>
                        <a:pt x="1133189" y="415195"/>
                      </a:cubicBezTo>
                      <a:lnTo>
                        <a:pt x="1132809" y="41614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 name="Google Shape;773;p41"/>
                <p:cNvSpPr/>
                <p:nvPr/>
              </p:nvSpPr>
              <p:spPr>
                <a:xfrm>
                  <a:off x="9767271" y="1113852"/>
                  <a:ext cx="1182909" cy="433578"/>
                </a:xfrm>
                <a:custGeom>
                  <a:rect b="b" l="l" r="r" t="t"/>
                  <a:pathLst>
                    <a:path extrusionOk="0" h="433578" w="1182909">
                      <a:moveTo>
                        <a:pt x="1180624" y="433578"/>
                      </a:moveTo>
                      <a:lnTo>
                        <a:pt x="0" y="9049"/>
                      </a:lnTo>
                      <a:cubicBezTo>
                        <a:pt x="667" y="6001"/>
                        <a:pt x="1524" y="2953"/>
                        <a:pt x="2381" y="0"/>
                      </a:cubicBezTo>
                      <a:lnTo>
                        <a:pt x="1182910" y="424529"/>
                      </a:lnTo>
                      <a:cubicBezTo>
                        <a:pt x="1182338" y="427577"/>
                        <a:pt x="1181672" y="430530"/>
                        <a:pt x="1180910" y="432816"/>
                      </a:cubicBezTo>
                      <a:lnTo>
                        <a:pt x="1180624" y="43357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 name="Google Shape;774;p41"/>
                <p:cNvSpPr/>
                <p:nvPr/>
              </p:nvSpPr>
              <p:spPr>
                <a:xfrm>
                  <a:off x="9704691" y="1181860"/>
                  <a:ext cx="1217675" cy="446722"/>
                </a:xfrm>
                <a:custGeom>
                  <a:rect b="b" l="l" r="r" t="t"/>
                  <a:pathLst>
                    <a:path extrusionOk="0" h="446722" w="1217675">
                      <a:moveTo>
                        <a:pt x="1217676" y="446722"/>
                      </a:moveTo>
                      <a:lnTo>
                        <a:pt x="0" y="8763"/>
                      </a:lnTo>
                      <a:lnTo>
                        <a:pt x="3143" y="0"/>
                      </a:lnTo>
                      <a:lnTo>
                        <a:pt x="1213866" y="435388"/>
                      </a:lnTo>
                      <a:cubicBezTo>
                        <a:pt x="1213961" y="436150"/>
                        <a:pt x="1214152" y="437007"/>
                        <a:pt x="1214342" y="437864"/>
                      </a:cubicBezTo>
                      <a:cubicBezTo>
                        <a:pt x="1215009" y="441293"/>
                        <a:pt x="1216533" y="443865"/>
                        <a:pt x="1217676" y="446722"/>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 name="Google Shape;775;p41"/>
                <p:cNvSpPr/>
                <p:nvPr/>
              </p:nvSpPr>
              <p:spPr>
                <a:xfrm rot="-4214982">
                  <a:off x="10271028" y="845490"/>
                  <a:ext cx="9322" cy="1271428"/>
                </a:xfrm>
                <a:custGeom>
                  <a:rect b="b" l="l" r="r" t="t"/>
                  <a:pathLst>
                    <a:path extrusionOk="0" h="1273016" w="9334">
                      <a:moveTo>
                        <a:pt x="0" y="0"/>
                      </a:moveTo>
                      <a:lnTo>
                        <a:pt x="9335" y="0"/>
                      </a:lnTo>
                      <a:lnTo>
                        <a:pt x="9335" y="1273016"/>
                      </a:lnTo>
                      <a:lnTo>
                        <a:pt x="0" y="1273016"/>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 name="Google Shape;776;p41"/>
                <p:cNvSpPr/>
                <p:nvPr/>
              </p:nvSpPr>
              <p:spPr>
                <a:xfrm>
                  <a:off x="9647065" y="1341975"/>
                  <a:ext cx="1207008" cy="442341"/>
                </a:xfrm>
                <a:custGeom>
                  <a:rect b="b" l="l" r="r" t="t"/>
                  <a:pathLst>
                    <a:path extrusionOk="0" h="442341" w="1207008">
                      <a:moveTo>
                        <a:pt x="1205579" y="442341"/>
                      </a:moveTo>
                      <a:lnTo>
                        <a:pt x="0" y="8763"/>
                      </a:lnTo>
                      <a:lnTo>
                        <a:pt x="3143" y="0"/>
                      </a:lnTo>
                      <a:lnTo>
                        <a:pt x="1207008" y="432911"/>
                      </a:lnTo>
                      <a:cubicBezTo>
                        <a:pt x="1207008" y="434150"/>
                        <a:pt x="1206341" y="435292"/>
                        <a:pt x="1203579" y="436340"/>
                      </a:cubicBezTo>
                      <a:cubicBezTo>
                        <a:pt x="1203770" y="438531"/>
                        <a:pt x="1204531" y="440436"/>
                        <a:pt x="1205579" y="44234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 name="Google Shape;777;p41"/>
                <p:cNvSpPr/>
                <p:nvPr/>
              </p:nvSpPr>
              <p:spPr>
                <a:xfrm>
                  <a:off x="9618204" y="1422081"/>
                  <a:ext cx="1228058" cy="449199"/>
                </a:xfrm>
                <a:custGeom>
                  <a:rect b="b" l="l" r="r" t="t"/>
                  <a:pathLst>
                    <a:path extrusionOk="0" h="449199" w="1228058">
                      <a:moveTo>
                        <a:pt x="1224820" y="449199"/>
                      </a:moveTo>
                      <a:lnTo>
                        <a:pt x="0" y="8763"/>
                      </a:lnTo>
                      <a:lnTo>
                        <a:pt x="3143" y="0"/>
                      </a:lnTo>
                      <a:lnTo>
                        <a:pt x="1228058" y="440531"/>
                      </a:lnTo>
                      <a:cubicBezTo>
                        <a:pt x="1227297" y="441769"/>
                        <a:pt x="1226534" y="443579"/>
                        <a:pt x="1225772" y="446056"/>
                      </a:cubicBezTo>
                      <a:cubicBezTo>
                        <a:pt x="1225391" y="447104"/>
                        <a:pt x="1225010" y="448151"/>
                        <a:pt x="1224725" y="44919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 name="Google Shape;778;p41"/>
                <p:cNvSpPr/>
                <p:nvPr/>
              </p:nvSpPr>
              <p:spPr>
                <a:xfrm>
                  <a:off x="9590772" y="1502376"/>
                  <a:ext cx="1212532" cy="439197"/>
                </a:xfrm>
                <a:custGeom>
                  <a:rect b="b" l="l" r="r" t="t"/>
                  <a:pathLst>
                    <a:path extrusionOk="0" h="439197" w="1212532">
                      <a:moveTo>
                        <a:pt x="1109377" y="402812"/>
                      </a:moveTo>
                      <a:lnTo>
                        <a:pt x="1038035" y="377190"/>
                      </a:lnTo>
                      <a:lnTo>
                        <a:pt x="1029176" y="374237"/>
                      </a:lnTo>
                      <a:lnTo>
                        <a:pt x="1029176" y="374047"/>
                      </a:lnTo>
                      <a:cubicBezTo>
                        <a:pt x="1029176" y="374047"/>
                        <a:pt x="958024" y="348425"/>
                        <a:pt x="958024" y="348425"/>
                      </a:cubicBezTo>
                      <a:lnTo>
                        <a:pt x="949166" y="345472"/>
                      </a:lnTo>
                      <a:lnTo>
                        <a:pt x="949166" y="345281"/>
                      </a:lnTo>
                      <a:cubicBezTo>
                        <a:pt x="949166" y="345281"/>
                        <a:pt x="877919" y="319659"/>
                        <a:pt x="877919" y="319659"/>
                      </a:cubicBezTo>
                      <a:lnTo>
                        <a:pt x="869061" y="316706"/>
                      </a:lnTo>
                      <a:lnTo>
                        <a:pt x="869061" y="316516"/>
                      </a:lnTo>
                      <a:cubicBezTo>
                        <a:pt x="869061" y="316516"/>
                        <a:pt x="797909" y="290894"/>
                        <a:pt x="797909" y="290894"/>
                      </a:cubicBezTo>
                      <a:lnTo>
                        <a:pt x="789051" y="287941"/>
                      </a:lnTo>
                      <a:lnTo>
                        <a:pt x="789051" y="287750"/>
                      </a:lnTo>
                      <a:cubicBezTo>
                        <a:pt x="789051" y="287750"/>
                        <a:pt x="717804" y="262128"/>
                        <a:pt x="717804" y="262128"/>
                      </a:cubicBezTo>
                      <a:lnTo>
                        <a:pt x="708946" y="259175"/>
                      </a:lnTo>
                      <a:lnTo>
                        <a:pt x="708946" y="258985"/>
                      </a:lnTo>
                      <a:cubicBezTo>
                        <a:pt x="708946" y="258985"/>
                        <a:pt x="637794" y="233363"/>
                        <a:pt x="637794" y="233363"/>
                      </a:cubicBezTo>
                      <a:lnTo>
                        <a:pt x="628936" y="230410"/>
                      </a:lnTo>
                      <a:lnTo>
                        <a:pt x="628936" y="230219"/>
                      </a:lnTo>
                      <a:cubicBezTo>
                        <a:pt x="628936" y="230219"/>
                        <a:pt x="557689" y="204597"/>
                        <a:pt x="557689" y="204597"/>
                      </a:cubicBezTo>
                      <a:lnTo>
                        <a:pt x="548830" y="201644"/>
                      </a:lnTo>
                      <a:lnTo>
                        <a:pt x="548830" y="201454"/>
                      </a:lnTo>
                      <a:cubicBezTo>
                        <a:pt x="548830" y="201454"/>
                        <a:pt x="477583" y="175832"/>
                        <a:pt x="477583" y="175832"/>
                      </a:cubicBezTo>
                      <a:lnTo>
                        <a:pt x="468725" y="172879"/>
                      </a:lnTo>
                      <a:lnTo>
                        <a:pt x="468725" y="172688"/>
                      </a:lnTo>
                      <a:cubicBezTo>
                        <a:pt x="468725" y="172688"/>
                        <a:pt x="397573" y="147066"/>
                        <a:pt x="397573" y="147066"/>
                      </a:cubicBezTo>
                      <a:lnTo>
                        <a:pt x="388715" y="144113"/>
                      </a:lnTo>
                      <a:lnTo>
                        <a:pt x="388715" y="143923"/>
                      </a:lnTo>
                      <a:cubicBezTo>
                        <a:pt x="388715" y="143923"/>
                        <a:pt x="317468" y="118300"/>
                        <a:pt x="317468" y="118300"/>
                      </a:cubicBezTo>
                      <a:lnTo>
                        <a:pt x="308610" y="115348"/>
                      </a:lnTo>
                      <a:lnTo>
                        <a:pt x="308610" y="115157"/>
                      </a:lnTo>
                      <a:cubicBezTo>
                        <a:pt x="308610" y="115157"/>
                        <a:pt x="237458" y="89535"/>
                        <a:pt x="237458" y="89535"/>
                      </a:cubicBezTo>
                      <a:lnTo>
                        <a:pt x="228600" y="86582"/>
                      </a:lnTo>
                      <a:lnTo>
                        <a:pt x="228600" y="86392"/>
                      </a:lnTo>
                      <a:cubicBezTo>
                        <a:pt x="228600" y="86392"/>
                        <a:pt x="157353" y="60770"/>
                        <a:pt x="157353" y="60770"/>
                      </a:cubicBezTo>
                      <a:lnTo>
                        <a:pt x="148495" y="57817"/>
                      </a:lnTo>
                      <a:lnTo>
                        <a:pt x="148495" y="57626"/>
                      </a:lnTo>
                      <a:cubicBezTo>
                        <a:pt x="148495" y="57626"/>
                        <a:pt x="77343" y="32004"/>
                        <a:pt x="77343" y="32004"/>
                      </a:cubicBezTo>
                      <a:lnTo>
                        <a:pt x="68485" y="29051"/>
                      </a:lnTo>
                      <a:lnTo>
                        <a:pt x="68485" y="28861"/>
                      </a:lnTo>
                      <a:cubicBezTo>
                        <a:pt x="68485" y="28861"/>
                        <a:pt x="0" y="4191"/>
                        <a:pt x="0" y="4191"/>
                      </a:cubicBezTo>
                      <a:lnTo>
                        <a:pt x="1524" y="0"/>
                      </a:lnTo>
                      <a:lnTo>
                        <a:pt x="1212532" y="435483"/>
                      </a:lnTo>
                      <a:cubicBezTo>
                        <a:pt x="1211580" y="437007"/>
                        <a:pt x="1210628" y="438150"/>
                        <a:pt x="1209675" y="439198"/>
                      </a:cubicBezTo>
                      <a:lnTo>
                        <a:pt x="1197864" y="434912"/>
                      </a:lnTo>
                      <a:lnTo>
                        <a:pt x="1189006" y="431959"/>
                      </a:lnTo>
                      <a:lnTo>
                        <a:pt x="1189006" y="431768"/>
                      </a:lnTo>
                      <a:cubicBezTo>
                        <a:pt x="1189006" y="431768"/>
                        <a:pt x="1117759" y="406146"/>
                        <a:pt x="1117759" y="406146"/>
                      </a:cubicBezTo>
                      <a:lnTo>
                        <a:pt x="1108900" y="403193"/>
                      </a:lnTo>
                      <a:lnTo>
                        <a:pt x="1108900" y="40300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9" name="Google Shape;779;p41"/>
              <p:cNvGrpSpPr/>
              <p:nvPr/>
            </p:nvGrpSpPr>
            <p:grpSpPr>
              <a:xfrm>
                <a:off x="9659447" y="632648"/>
                <a:ext cx="1420749" cy="1304449"/>
                <a:chOff x="9659447" y="632648"/>
                <a:chExt cx="1420749" cy="1304449"/>
              </a:xfrm>
            </p:grpSpPr>
            <p:grpSp>
              <p:nvGrpSpPr>
                <p:cNvPr id="780" name="Google Shape;780;p41"/>
                <p:cNvGrpSpPr/>
                <p:nvPr/>
              </p:nvGrpSpPr>
              <p:grpSpPr>
                <a:xfrm>
                  <a:off x="10780064" y="1100040"/>
                  <a:ext cx="300132" cy="837057"/>
                  <a:chOff x="10780064" y="1100040"/>
                  <a:chExt cx="300132" cy="837057"/>
                </a:xfrm>
              </p:grpSpPr>
              <p:sp>
                <p:nvSpPr>
                  <p:cNvPr id="781" name="Google Shape;781;p41"/>
                  <p:cNvSpPr/>
                  <p:nvPr/>
                </p:nvSpPr>
                <p:spPr>
                  <a:xfrm>
                    <a:off x="11004378" y="1100040"/>
                    <a:ext cx="75818" cy="210883"/>
                  </a:xfrm>
                  <a:custGeom>
                    <a:rect b="b" l="l" r="r" t="t"/>
                    <a:pathLst>
                      <a:path extrusionOk="0" h="210883" w="75818">
                        <a:moveTo>
                          <a:pt x="10192" y="200120"/>
                        </a:moveTo>
                        <a:cubicBezTo>
                          <a:pt x="7239" y="204216"/>
                          <a:pt x="4096" y="207836"/>
                          <a:pt x="0" y="210884"/>
                        </a:cubicBezTo>
                        <a:lnTo>
                          <a:pt x="75819" y="0"/>
                        </a:lnTo>
                        <a:cubicBezTo>
                          <a:pt x="75533" y="2953"/>
                          <a:pt x="74581" y="6191"/>
                          <a:pt x="73152" y="10763"/>
                        </a:cubicBezTo>
                        <a:cubicBezTo>
                          <a:pt x="71438" y="16193"/>
                          <a:pt x="70580" y="23336"/>
                          <a:pt x="69532" y="30671"/>
                        </a:cubicBezTo>
                        <a:cubicBezTo>
                          <a:pt x="69056" y="33719"/>
                          <a:pt x="68580" y="36957"/>
                          <a:pt x="67913" y="39910"/>
                        </a:cubicBezTo>
                        <a:cubicBezTo>
                          <a:pt x="65913" y="49244"/>
                          <a:pt x="62579" y="57626"/>
                          <a:pt x="55436" y="61341"/>
                        </a:cubicBezTo>
                        <a:cubicBezTo>
                          <a:pt x="56959" y="62198"/>
                          <a:pt x="59626" y="63722"/>
                          <a:pt x="62198" y="65437"/>
                        </a:cubicBezTo>
                        <a:lnTo>
                          <a:pt x="16573" y="192310"/>
                        </a:lnTo>
                        <a:lnTo>
                          <a:pt x="16002" y="192119"/>
                        </a:lnTo>
                        <a:cubicBezTo>
                          <a:pt x="13906" y="194881"/>
                          <a:pt x="12097" y="197453"/>
                          <a:pt x="10192" y="199930"/>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 name="Google Shape;782;p41"/>
                  <p:cNvSpPr/>
                  <p:nvPr/>
                </p:nvSpPr>
                <p:spPr>
                  <a:xfrm>
                    <a:off x="10987613" y="1356834"/>
                    <a:ext cx="190" cy="285"/>
                  </a:xfrm>
                  <a:custGeom>
                    <a:rect b="b" l="l" r="r" t="t"/>
                    <a:pathLst>
                      <a:path extrusionOk="0" h="285" w="190">
                        <a:moveTo>
                          <a:pt x="190" y="0"/>
                        </a:moveTo>
                        <a:cubicBezTo>
                          <a:pt x="190" y="0"/>
                          <a:pt x="190" y="191"/>
                          <a:pt x="190" y="286"/>
                        </a:cubicBezTo>
                        <a:cubicBezTo>
                          <a:pt x="190" y="286"/>
                          <a:pt x="124" y="286"/>
                          <a:pt x="0" y="286"/>
                        </a:cubicBezTo>
                        <a:lnTo>
                          <a:pt x="0" y="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 name="Google Shape;783;p41"/>
                  <p:cNvSpPr/>
                  <p:nvPr/>
                </p:nvSpPr>
                <p:spPr>
                  <a:xfrm>
                    <a:off x="10858455" y="1484565"/>
                    <a:ext cx="90201" cy="232124"/>
                  </a:xfrm>
                  <a:custGeom>
                    <a:rect b="b" l="l" r="r" t="t"/>
                    <a:pathLst>
                      <a:path extrusionOk="0" h="232124" w="90201">
                        <a:moveTo>
                          <a:pt x="0" y="232124"/>
                        </a:moveTo>
                        <a:lnTo>
                          <a:pt x="83439" y="0"/>
                        </a:lnTo>
                        <a:cubicBezTo>
                          <a:pt x="86868" y="1810"/>
                          <a:pt x="89154" y="3810"/>
                          <a:pt x="90202" y="8763"/>
                        </a:cubicBezTo>
                        <a:lnTo>
                          <a:pt x="26575" y="185547"/>
                        </a:lnTo>
                        <a:lnTo>
                          <a:pt x="26384" y="185547"/>
                        </a:lnTo>
                        <a:cubicBezTo>
                          <a:pt x="21907" y="192119"/>
                          <a:pt x="20098" y="200120"/>
                          <a:pt x="18002" y="208026"/>
                        </a:cubicBezTo>
                        <a:lnTo>
                          <a:pt x="18479" y="208217"/>
                        </a:lnTo>
                        <a:lnTo>
                          <a:pt x="15335" y="216979"/>
                        </a:lnTo>
                        <a:lnTo>
                          <a:pt x="15335" y="216979"/>
                        </a:lnTo>
                        <a:cubicBezTo>
                          <a:pt x="14478" y="218884"/>
                          <a:pt x="13621" y="220885"/>
                          <a:pt x="12668" y="222695"/>
                        </a:cubicBezTo>
                        <a:cubicBezTo>
                          <a:pt x="9811" y="227647"/>
                          <a:pt x="10478" y="226314"/>
                          <a:pt x="6477" y="229076"/>
                        </a:cubicBezTo>
                        <a:cubicBezTo>
                          <a:pt x="5048" y="230124"/>
                          <a:pt x="2381" y="230981"/>
                          <a:pt x="95" y="232124"/>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 name="Google Shape;784;p41"/>
                  <p:cNvSpPr/>
                  <p:nvPr/>
                </p:nvSpPr>
                <p:spPr>
                  <a:xfrm>
                    <a:off x="10780064" y="1727738"/>
                    <a:ext cx="79152" cy="209359"/>
                  </a:xfrm>
                  <a:custGeom>
                    <a:rect b="b" l="l" r="r" t="t"/>
                    <a:pathLst>
                      <a:path extrusionOk="0" h="209359" w="79152">
                        <a:moveTo>
                          <a:pt x="95" y="206407"/>
                        </a:moveTo>
                        <a:lnTo>
                          <a:pt x="74295" y="0"/>
                        </a:lnTo>
                        <a:cubicBezTo>
                          <a:pt x="75724" y="4667"/>
                          <a:pt x="78391" y="9525"/>
                          <a:pt x="78962" y="13049"/>
                        </a:cubicBezTo>
                        <a:cubicBezTo>
                          <a:pt x="78962" y="13335"/>
                          <a:pt x="78962" y="13621"/>
                          <a:pt x="79153" y="14002"/>
                        </a:cubicBezTo>
                        <a:lnTo>
                          <a:pt x="8858" y="209359"/>
                        </a:lnTo>
                        <a:lnTo>
                          <a:pt x="0" y="20640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85" name="Google Shape;785;p41"/>
                <p:cNvSpPr/>
                <p:nvPr/>
              </p:nvSpPr>
              <p:spPr>
                <a:xfrm>
                  <a:off x="10700149" y="955356"/>
                  <a:ext cx="350329" cy="953071"/>
                </a:xfrm>
                <a:custGeom>
                  <a:rect b="b" l="l" r="r" t="t"/>
                  <a:pathLst>
                    <a:path extrusionOk="0" h="953071" w="350329">
                      <a:moveTo>
                        <a:pt x="0" y="950023"/>
                      </a:moveTo>
                      <a:lnTo>
                        <a:pt x="341662" y="0"/>
                      </a:lnTo>
                      <a:cubicBezTo>
                        <a:pt x="344614" y="1143"/>
                        <a:pt x="347567" y="2476"/>
                        <a:pt x="350330" y="3429"/>
                      </a:cubicBezTo>
                      <a:lnTo>
                        <a:pt x="8858" y="953072"/>
                      </a:lnTo>
                      <a:lnTo>
                        <a:pt x="0" y="950119"/>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 name="Google Shape;786;p41"/>
                <p:cNvSpPr/>
                <p:nvPr/>
              </p:nvSpPr>
              <p:spPr>
                <a:xfrm>
                  <a:off x="10619948" y="933257"/>
                  <a:ext cx="347567" cy="946404"/>
                </a:xfrm>
                <a:custGeom>
                  <a:rect b="b" l="l" r="r" t="t"/>
                  <a:pathLst>
                    <a:path extrusionOk="0" h="946404" w="347567">
                      <a:moveTo>
                        <a:pt x="95" y="943356"/>
                      </a:moveTo>
                      <a:lnTo>
                        <a:pt x="339376" y="0"/>
                      </a:lnTo>
                      <a:cubicBezTo>
                        <a:pt x="340709" y="572"/>
                        <a:pt x="342043" y="1143"/>
                        <a:pt x="342995" y="1715"/>
                      </a:cubicBezTo>
                      <a:cubicBezTo>
                        <a:pt x="344519" y="2572"/>
                        <a:pt x="346043" y="3620"/>
                        <a:pt x="347567" y="4667"/>
                      </a:cubicBezTo>
                      <a:lnTo>
                        <a:pt x="8858" y="946404"/>
                      </a:lnTo>
                      <a:lnTo>
                        <a:pt x="0" y="94345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 name="Google Shape;787;p41"/>
                <p:cNvSpPr/>
                <p:nvPr/>
              </p:nvSpPr>
              <p:spPr>
                <a:xfrm>
                  <a:off x="10539938" y="913731"/>
                  <a:ext cx="344900" cy="937069"/>
                </a:xfrm>
                <a:custGeom>
                  <a:rect b="b" l="l" r="r" t="t"/>
                  <a:pathLst>
                    <a:path extrusionOk="0" h="937069" w="344900">
                      <a:moveTo>
                        <a:pt x="95" y="934117"/>
                      </a:moveTo>
                      <a:lnTo>
                        <a:pt x="336042" y="0"/>
                      </a:lnTo>
                      <a:cubicBezTo>
                        <a:pt x="338804" y="1143"/>
                        <a:pt x="341471" y="2381"/>
                        <a:pt x="344234" y="2762"/>
                      </a:cubicBezTo>
                      <a:cubicBezTo>
                        <a:pt x="344424" y="2762"/>
                        <a:pt x="344710" y="2762"/>
                        <a:pt x="344900" y="2762"/>
                      </a:cubicBezTo>
                      <a:lnTo>
                        <a:pt x="8858" y="937070"/>
                      </a:lnTo>
                      <a:lnTo>
                        <a:pt x="0" y="93411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 name="Google Shape;788;p41"/>
                <p:cNvSpPr/>
                <p:nvPr/>
              </p:nvSpPr>
              <p:spPr>
                <a:xfrm>
                  <a:off x="10459833" y="905540"/>
                  <a:ext cx="338423" cy="916400"/>
                </a:xfrm>
                <a:custGeom>
                  <a:rect b="b" l="l" r="r" t="t"/>
                  <a:pathLst>
                    <a:path extrusionOk="0" h="916400" w="338423">
                      <a:moveTo>
                        <a:pt x="95" y="913448"/>
                      </a:moveTo>
                      <a:lnTo>
                        <a:pt x="328422" y="381"/>
                      </a:lnTo>
                      <a:cubicBezTo>
                        <a:pt x="332327" y="1619"/>
                        <a:pt x="334137" y="1619"/>
                        <a:pt x="338423" y="0"/>
                      </a:cubicBezTo>
                      <a:lnTo>
                        <a:pt x="8858" y="916400"/>
                      </a:lnTo>
                      <a:lnTo>
                        <a:pt x="0" y="91344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 name="Google Shape;789;p41"/>
                <p:cNvSpPr/>
                <p:nvPr/>
              </p:nvSpPr>
              <p:spPr>
                <a:xfrm>
                  <a:off x="10379823" y="861725"/>
                  <a:ext cx="338613" cy="931449"/>
                </a:xfrm>
                <a:custGeom>
                  <a:rect b="b" l="l" r="r" t="t"/>
                  <a:pathLst>
                    <a:path extrusionOk="0" h="931449" w="338613">
                      <a:moveTo>
                        <a:pt x="95" y="928497"/>
                      </a:moveTo>
                      <a:lnTo>
                        <a:pt x="334042" y="0"/>
                      </a:lnTo>
                      <a:cubicBezTo>
                        <a:pt x="333470" y="1619"/>
                        <a:pt x="332994" y="3238"/>
                        <a:pt x="333089" y="4763"/>
                      </a:cubicBezTo>
                      <a:cubicBezTo>
                        <a:pt x="333470" y="7620"/>
                        <a:pt x="335852" y="11144"/>
                        <a:pt x="338614" y="14573"/>
                      </a:cubicBezTo>
                      <a:lnTo>
                        <a:pt x="8858" y="931450"/>
                      </a:lnTo>
                      <a:lnTo>
                        <a:pt x="0" y="92849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 name="Google Shape;790;p41"/>
                <p:cNvSpPr/>
                <p:nvPr/>
              </p:nvSpPr>
              <p:spPr>
                <a:xfrm>
                  <a:off x="10299908" y="826863"/>
                  <a:ext cx="344805" cy="937545"/>
                </a:xfrm>
                <a:custGeom>
                  <a:rect b="b" l="l" r="r" t="t"/>
                  <a:pathLst>
                    <a:path extrusionOk="0" h="937545" w="344805">
                      <a:moveTo>
                        <a:pt x="0" y="934593"/>
                      </a:moveTo>
                      <a:lnTo>
                        <a:pt x="336137" y="0"/>
                      </a:lnTo>
                      <a:cubicBezTo>
                        <a:pt x="338328" y="857"/>
                        <a:pt x="340614" y="1715"/>
                        <a:pt x="342900" y="2572"/>
                      </a:cubicBezTo>
                      <a:cubicBezTo>
                        <a:pt x="343472" y="2762"/>
                        <a:pt x="344138" y="3048"/>
                        <a:pt x="344805" y="3334"/>
                      </a:cubicBezTo>
                      <a:lnTo>
                        <a:pt x="8858" y="937546"/>
                      </a:lnTo>
                      <a:lnTo>
                        <a:pt x="0" y="93459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 name="Google Shape;791;p41"/>
                <p:cNvSpPr/>
                <p:nvPr/>
              </p:nvSpPr>
              <p:spPr>
                <a:xfrm>
                  <a:off x="10219803" y="822768"/>
                  <a:ext cx="334994" cy="912780"/>
                </a:xfrm>
                <a:custGeom>
                  <a:rect b="b" l="l" r="r" t="t"/>
                  <a:pathLst>
                    <a:path extrusionOk="0" h="912780" w="334994">
                      <a:moveTo>
                        <a:pt x="95" y="909923"/>
                      </a:moveTo>
                      <a:lnTo>
                        <a:pt x="327279" y="0"/>
                      </a:lnTo>
                      <a:cubicBezTo>
                        <a:pt x="327755" y="1905"/>
                        <a:pt x="328327" y="3619"/>
                        <a:pt x="330136" y="4763"/>
                      </a:cubicBezTo>
                      <a:cubicBezTo>
                        <a:pt x="331470" y="5620"/>
                        <a:pt x="333184" y="5905"/>
                        <a:pt x="334994" y="6001"/>
                      </a:cubicBezTo>
                      <a:lnTo>
                        <a:pt x="8858" y="912781"/>
                      </a:lnTo>
                      <a:lnTo>
                        <a:pt x="0" y="90982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41"/>
                <p:cNvSpPr/>
                <p:nvPr/>
              </p:nvSpPr>
              <p:spPr>
                <a:xfrm>
                  <a:off x="10139793" y="787239"/>
                  <a:ext cx="338708" cy="919734"/>
                </a:xfrm>
                <a:custGeom>
                  <a:rect b="b" l="l" r="r" t="t"/>
                  <a:pathLst>
                    <a:path extrusionOk="0" h="919734" w="338708">
                      <a:moveTo>
                        <a:pt x="0" y="916686"/>
                      </a:moveTo>
                      <a:lnTo>
                        <a:pt x="329660" y="0"/>
                      </a:lnTo>
                      <a:cubicBezTo>
                        <a:pt x="332613" y="857"/>
                        <a:pt x="335661" y="1715"/>
                        <a:pt x="338709" y="2477"/>
                      </a:cubicBezTo>
                      <a:lnTo>
                        <a:pt x="8858" y="919734"/>
                      </a:lnTo>
                      <a:lnTo>
                        <a:pt x="0" y="91678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 name="Google Shape;793;p41"/>
                <p:cNvSpPr/>
                <p:nvPr/>
              </p:nvSpPr>
              <p:spPr>
                <a:xfrm>
                  <a:off x="10059688" y="746568"/>
                  <a:ext cx="341471" cy="931544"/>
                </a:xfrm>
                <a:custGeom>
                  <a:rect b="b" l="l" r="r" t="t"/>
                  <a:pathLst>
                    <a:path extrusionOk="0" h="931544" w="341471">
                      <a:moveTo>
                        <a:pt x="0" y="928497"/>
                      </a:moveTo>
                      <a:lnTo>
                        <a:pt x="333946" y="0"/>
                      </a:lnTo>
                      <a:cubicBezTo>
                        <a:pt x="333946" y="0"/>
                        <a:pt x="334899" y="476"/>
                        <a:pt x="335375" y="667"/>
                      </a:cubicBezTo>
                      <a:cubicBezTo>
                        <a:pt x="340042" y="2762"/>
                        <a:pt x="339280" y="3810"/>
                        <a:pt x="341471" y="6572"/>
                      </a:cubicBezTo>
                      <a:lnTo>
                        <a:pt x="8858" y="931545"/>
                      </a:lnTo>
                      <a:lnTo>
                        <a:pt x="0" y="92859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 name="Google Shape;794;p41"/>
                <p:cNvSpPr/>
                <p:nvPr/>
              </p:nvSpPr>
              <p:spPr>
                <a:xfrm>
                  <a:off x="9979678" y="755712"/>
                  <a:ext cx="329279" cy="893635"/>
                </a:xfrm>
                <a:custGeom>
                  <a:rect b="b" l="l" r="r" t="t"/>
                  <a:pathLst>
                    <a:path extrusionOk="0" h="893635" w="329279">
                      <a:moveTo>
                        <a:pt x="0" y="890587"/>
                      </a:moveTo>
                      <a:lnTo>
                        <a:pt x="320326" y="0"/>
                      </a:lnTo>
                      <a:cubicBezTo>
                        <a:pt x="323374" y="762"/>
                        <a:pt x="326422" y="1715"/>
                        <a:pt x="329279" y="2572"/>
                      </a:cubicBezTo>
                      <a:lnTo>
                        <a:pt x="8858" y="893636"/>
                      </a:lnTo>
                      <a:lnTo>
                        <a:pt x="0" y="89068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 name="Google Shape;795;p41"/>
                <p:cNvSpPr/>
                <p:nvPr/>
              </p:nvSpPr>
              <p:spPr>
                <a:xfrm>
                  <a:off x="9899573" y="709039"/>
                  <a:ext cx="335089" cy="911447"/>
                </a:xfrm>
                <a:custGeom>
                  <a:rect b="b" l="l" r="r" t="t"/>
                  <a:pathLst>
                    <a:path extrusionOk="0" h="911447" w="335089">
                      <a:moveTo>
                        <a:pt x="95" y="908494"/>
                      </a:moveTo>
                      <a:lnTo>
                        <a:pt x="326803" y="0"/>
                      </a:lnTo>
                      <a:cubicBezTo>
                        <a:pt x="329565" y="1810"/>
                        <a:pt x="332327" y="3143"/>
                        <a:pt x="335090" y="4381"/>
                      </a:cubicBezTo>
                      <a:lnTo>
                        <a:pt x="8858" y="911447"/>
                      </a:lnTo>
                      <a:lnTo>
                        <a:pt x="0" y="908494"/>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 name="Google Shape;796;p41"/>
                <p:cNvSpPr/>
                <p:nvPr/>
              </p:nvSpPr>
              <p:spPr>
                <a:xfrm>
                  <a:off x="9819658" y="632648"/>
                  <a:ext cx="348995" cy="959167"/>
                </a:xfrm>
                <a:custGeom>
                  <a:rect b="b" l="l" r="r" t="t"/>
                  <a:pathLst>
                    <a:path extrusionOk="0" h="959167" w="348995">
                      <a:moveTo>
                        <a:pt x="0" y="956120"/>
                      </a:moveTo>
                      <a:lnTo>
                        <a:pt x="335852" y="22384"/>
                      </a:lnTo>
                      <a:cubicBezTo>
                        <a:pt x="337185" y="22670"/>
                        <a:pt x="338614" y="22955"/>
                        <a:pt x="339757" y="23241"/>
                      </a:cubicBezTo>
                      <a:cubicBezTo>
                        <a:pt x="341852" y="20383"/>
                        <a:pt x="340995" y="16002"/>
                        <a:pt x="339757" y="11621"/>
                      </a:cubicBezTo>
                      <a:lnTo>
                        <a:pt x="343948" y="0"/>
                      </a:lnTo>
                      <a:lnTo>
                        <a:pt x="346329" y="857"/>
                      </a:lnTo>
                      <a:cubicBezTo>
                        <a:pt x="345186" y="3905"/>
                        <a:pt x="343662" y="6001"/>
                        <a:pt x="345853" y="9811"/>
                      </a:cubicBezTo>
                      <a:cubicBezTo>
                        <a:pt x="346710" y="11049"/>
                        <a:pt x="347853" y="12287"/>
                        <a:pt x="348996" y="13430"/>
                      </a:cubicBezTo>
                      <a:lnTo>
                        <a:pt x="8858" y="959168"/>
                      </a:lnTo>
                      <a:lnTo>
                        <a:pt x="0" y="95621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97" name="Google Shape;797;p41"/>
                <p:cNvGrpSpPr/>
                <p:nvPr/>
              </p:nvGrpSpPr>
              <p:grpSpPr>
                <a:xfrm>
                  <a:off x="9739553" y="749996"/>
                  <a:ext cx="301084" cy="812959"/>
                  <a:chOff x="9739553" y="749996"/>
                  <a:chExt cx="301084" cy="812959"/>
                </a:xfrm>
              </p:grpSpPr>
              <p:sp>
                <p:nvSpPr>
                  <p:cNvPr id="798" name="Google Shape;798;p41"/>
                  <p:cNvSpPr/>
                  <p:nvPr/>
                </p:nvSpPr>
                <p:spPr>
                  <a:xfrm>
                    <a:off x="10011924" y="749996"/>
                    <a:ext cx="28713" cy="78295"/>
                  </a:xfrm>
                  <a:custGeom>
                    <a:rect b="b" l="l" r="r" t="t"/>
                    <a:pathLst>
                      <a:path extrusionOk="0" h="78295" w="28713">
                        <a:moveTo>
                          <a:pt x="615" y="78296"/>
                        </a:moveTo>
                        <a:cubicBezTo>
                          <a:pt x="139" y="73819"/>
                          <a:pt x="-338" y="69247"/>
                          <a:pt x="329" y="66389"/>
                        </a:cubicBezTo>
                        <a:cubicBezTo>
                          <a:pt x="1948" y="59627"/>
                          <a:pt x="5282" y="54197"/>
                          <a:pt x="6711" y="47339"/>
                        </a:cubicBezTo>
                        <a:cubicBezTo>
                          <a:pt x="8520" y="37814"/>
                          <a:pt x="9759" y="24194"/>
                          <a:pt x="14140" y="13907"/>
                        </a:cubicBezTo>
                        <a:lnTo>
                          <a:pt x="13854" y="13907"/>
                        </a:lnTo>
                        <a:cubicBezTo>
                          <a:pt x="13854" y="13907"/>
                          <a:pt x="16998" y="5048"/>
                          <a:pt x="16998" y="5048"/>
                        </a:cubicBezTo>
                        <a:lnTo>
                          <a:pt x="19093" y="5810"/>
                        </a:lnTo>
                        <a:cubicBezTo>
                          <a:pt x="20712" y="4191"/>
                          <a:pt x="22427" y="4286"/>
                          <a:pt x="24523" y="2953"/>
                        </a:cubicBezTo>
                        <a:cubicBezTo>
                          <a:pt x="25951" y="2000"/>
                          <a:pt x="27380" y="1048"/>
                          <a:pt x="28714" y="0"/>
                        </a:cubicBezTo>
                        <a:lnTo>
                          <a:pt x="615" y="7820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 name="Google Shape;799;p41"/>
                  <p:cNvSpPr/>
                  <p:nvPr/>
                </p:nvSpPr>
                <p:spPr>
                  <a:xfrm>
                    <a:off x="9739553" y="835055"/>
                    <a:ext cx="269462" cy="727900"/>
                  </a:xfrm>
                  <a:custGeom>
                    <a:rect b="b" l="l" r="r" t="t"/>
                    <a:pathLst>
                      <a:path extrusionOk="0" h="727900" w="269462">
                        <a:moveTo>
                          <a:pt x="0" y="724853"/>
                        </a:moveTo>
                        <a:lnTo>
                          <a:pt x="260699" y="0"/>
                        </a:lnTo>
                        <a:lnTo>
                          <a:pt x="269462" y="3143"/>
                        </a:lnTo>
                        <a:lnTo>
                          <a:pt x="8858" y="727901"/>
                        </a:lnTo>
                        <a:lnTo>
                          <a:pt x="0" y="72485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00" name="Google Shape;800;p41"/>
                <p:cNvSpPr/>
                <p:nvPr/>
              </p:nvSpPr>
              <p:spPr>
                <a:xfrm>
                  <a:off x="9659447" y="949440"/>
                  <a:ext cx="218884" cy="584654"/>
                </a:xfrm>
                <a:custGeom>
                  <a:rect b="b" l="l" r="r" t="t"/>
                  <a:pathLst>
                    <a:path extrusionOk="0" h="584654" w="218884">
                      <a:moveTo>
                        <a:pt x="95" y="581702"/>
                      </a:moveTo>
                      <a:lnTo>
                        <a:pt x="208693" y="1724"/>
                      </a:lnTo>
                      <a:cubicBezTo>
                        <a:pt x="210121" y="1153"/>
                        <a:pt x="211550" y="486"/>
                        <a:pt x="213074" y="105"/>
                      </a:cubicBezTo>
                      <a:cubicBezTo>
                        <a:pt x="215551" y="-276"/>
                        <a:pt x="217170" y="486"/>
                        <a:pt x="218885" y="677"/>
                      </a:cubicBezTo>
                      <a:lnTo>
                        <a:pt x="8858" y="584654"/>
                      </a:lnTo>
                      <a:lnTo>
                        <a:pt x="0" y="58170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01" name="Google Shape;801;p41"/>
            <p:cNvSpPr/>
            <p:nvPr/>
          </p:nvSpPr>
          <p:spPr>
            <a:xfrm rot="10800000">
              <a:off x="6783141" y="-621410"/>
              <a:ext cx="3085593" cy="2714505"/>
            </a:xfrm>
            <a:custGeom>
              <a:rect b="b" l="l" r="r" t="t"/>
              <a:pathLst>
                <a:path extrusionOk="0" h="1320927" w="1501505">
                  <a:moveTo>
                    <a:pt x="1212247" y="1320927"/>
                  </a:moveTo>
                  <a:lnTo>
                    <a:pt x="0" y="884492"/>
                  </a:lnTo>
                  <a:lnTo>
                    <a:pt x="115824" y="562547"/>
                  </a:lnTo>
                  <a:cubicBezTo>
                    <a:pt x="119253" y="562356"/>
                    <a:pt x="113157" y="555879"/>
                    <a:pt x="116110" y="556641"/>
                  </a:cubicBezTo>
                  <a:cubicBezTo>
                    <a:pt x="120872" y="549783"/>
                    <a:pt x="120396" y="542830"/>
                    <a:pt x="127254" y="537686"/>
                  </a:cubicBezTo>
                  <a:cubicBezTo>
                    <a:pt x="134684" y="532067"/>
                    <a:pt x="146209" y="530733"/>
                    <a:pt x="153448" y="524923"/>
                  </a:cubicBezTo>
                  <a:cubicBezTo>
                    <a:pt x="160401" y="519398"/>
                    <a:pt x="163449" y="497681"/>
                    <a:pt x="166116" y="487394"/>
                  </a:cubicBezTo>
                  <a:cubicBezTo>
                    <a:pt x="166783" y="484346"/>
                    <a:pt x="167640" y="481203"/>
                    <a:pt x="168497" y="478250"/>
                  </a:cubicBezTo>
                  <a:cubicBezTo>
                    <a:pt x="169926" y="473202"/>
                    <a:pt x="171641" y="468535"/>
                    <a:pt x="174308" y="464725"/>
                  </a:cubicBezTo>
                  <a:cubicBezTo>
                    <a:pt x="193262" y="472250"/>
                    <a:pt x="200882" y="443389"/>
                    <a:pt x="205073" y="431768"/>
                  </a:cubicBezTo>
                  <a:lnTo>
                    <a:pt x="216599" y="399764"/>
                  </a:lnTo>
                  <a:cubicBezTo>
                    <a:pt x="219456" y="391763"/>
                    <a:pt x="214503" y="376238"/>
                    <a:pt x="218884" y="369094"/>
                  </a:cubicBezTo>
                  <a:cubicBezTo>
                    <a:pt x="220123" y="366903"/>
                    <a:pt x="222504" y="367665"/>
                    <a:pt x="223647" y="365855"/>
                  </a:cubicBezTo>
                  <a:cubicBezTo>
                    <a:pt x="229743" y="356521"/>
                    <a:pt x="234029" y="347282"/>
                    <a:pt x="237934" y="337566"/>
                  </a:cubicBezTo>
                  <a:cubicBezTo>
                    <a:pt x="239173" y="334709"/>
                    <a:pt x="240221" y="331756"/>
                    <a:pt x="241268" y="328708"/>
                  </a:cubicBezTo>
                  <a:cubicBezTo>
                    <a:pt x="241744" y="327565"/>
                    <a:pt x="242125" y="326517"/>
                    <a:pt x="242602" y="325374"/>
                  </a:cubicBezTo>
                  <a:cubicBezTo>
                    <a:pt x="246602" y="314516"/>
                    <a:pt x="253270" y="325088"/>
                    <a:pt x="263081" y="325374"/>
                  </a:cubicBezTo>
                  <a:cubicBezTo>
                    <a:pt x="265081" y="325374"/>
                    <a:pt x="266700" y="324898"/>
                    <a:pt x="268224" y="324136"/>
                  </a:cubicBezTo>
                  <a:cubicBezTo>
                    <a:pt x="269653" y="323564"/>
                    <a:pt x="271082" y="322898"/>
                    <a:pt x="272701" y="322517"/>
                  </a:cubicBezTo>
                  <a:cubicBezTo>
                    <a:pt x="275273" y="322136"/>
                    <a:pt x="276892" y="322898"/>
                    <a:pt x="278606" y="323088"/>
                  </a:cubicBezTo>
                  <a:cubicBezTo>
                    <a:pt x="279844" y="323279"/>
                    <a:pt x="281178" y="323088"/>
                    <a:pt x="283178" y="321850"/>
                  </a:cubicBezTo>
                  <a:cubicBezTo>
                    <a:pt x="288417" y="318325"/>
                    <a:pt x="284988" y="300323"/>
                    <a:pt x="287941" y="295180"/>
                  </a:cubicBezTo>
                  <a:cubicBezTo>
                    <a:pt x="295847" y="297275"/>
                    <a:pt x="301561" y="295751"/>
                    <a:pt x="309563" y="297847"/>
                  </a:cubicBezTo>
                  <a:cubicBezTo>
                    <a:pt x="314516" y="290989"/>
                    <a:pt x="315944" y="279368"/>
                    <a:pt x="319564" y="271463"/>
                  </a:cubicBezTo>
                  <a:cubicBezTo>
                    <a:pt x="320802" y="268796"/>
                    <a:pt x="322421" y="266414"/>
                    <a:pt x="324707" y="264509"/>
                  </a:cubicBezTo>
                  <a:cubicBezTo>
                    <a:pt x="324993" y="264223"/>
                    <a:pt x="325469" y="263842"/>
                    <a:pt x="325946" y="263652"/>
                  </a:cubicBezTo>
                  <a:cubicBezTo>
                    <a:pt x="328232" y="261938"/>
                    <a:pt x="337852" y="269843"/>
                    <a:pt x="340424" y="269367"/>
                  </a:cubicBezTo>
                  <a:cubicBezTo>
                    <a:pt x="341662" y="269081"/>
                    <a:pt x="342805" y="261080"/>
                    <a:pt x="343091" y="260794"/>
                  </a:cubicBezTo>
                  <a:cubicBezTo>
                    <a:pt x="348615" y="256604"/>
                    <a:pt x="349567" y="245078"/>
                    <a:pt x="350234" y="238601"/>
                  </a:cubicBezTo>
                  <a:cubicBezTo>
                    <a:pt x="351092" y="230124"/>
                    <a:pt x="349853" y="224314"/>
                    <a:pt x="347567" y="216408"/>
                  </a:cubicBezTo>
                  <a:cubicBezTo>
                    <a:pt x="346710" y="213455"/>
                    <a:pt x="341090" y="204692"/>
                    <a:pt x="342995" y="201930"/>
                  </a:cubicBezTo>
                  <a:cubicBezTo>
                    <a:pt x="346900" y="196501"/>
                    <a:pt x="373190" y="206978"/>
                    <a:pt x="378333" y="208026"/>
                  </a:cubicBezTo>
                  <a:cubicBezTo>
                    <a:pt x="379476" y="208217"/>
                    <a:pt x="380524" y="208407"/>
                    <a:pt x="381667" y="208598"/>
                  </a:cubicBezTo>
                  <a:cubicBezTo>
                    <a:pt x="387953" y="209741"/>
                    <a:pt x="394240" y="210693"/>
                    <a:pt x="400622" y="211836"/>
                  </a:cubicBezTo>
                  <a:cubicBezTo>
                    <a:pt x="403765" y="212312"/>
                    <a:pt x="407003" y="212884"/>
                    <a:pt x="410051" y="213551"/>
                  </a:cubicBezTo>
                  <a:cubicBezTo>
                    <a:pt x="411194" y="213646"/>
                    <a:pt x="412242" y="213931"/>
                    <a:pt x="413385" y="214122"/>
                  </a:cubicBezTo>
                  <a:cubicBezTo>
                    <a:pt x="414242" y="213360"/>
                    <a:pt x="414909" y="212122"/>
                    <a:pt x="415100" y="210598"/>
                  </a:cubicBezTo>
                  <a:cubicBezTo>
                    <a:pt x="415957" y="207550"/>
                    <a:pt x="415576" y="203359"/>
                    <a:pt x="415100" y="199168"/>
                  </a:cubicBezTo>
                  <a:cubicBezTo>
                    <a:pt x="414623" y="194596"/>
                    <a:pt x="414052" y="189929"/>
                    <a:pt x="414814" y="187071"/>
                  </a:cubicBezTo>
                  <a:cubicBezTo>
                    <a:pt x="416433" y="180213"/>
                    <a:pt x="419862" y="174689"/>
                    <a:pt x="421291" y="167640"/>
                  </a:cubicBezTo>
                  <a:cubicBezTo>
                    <a:pt x="423196" y="157925"/>
                    <a:pt x="424434" y="144113"/>
                    <a:pt x="428911" y="133636"/>
                  </a:cubicBezTo>
                  <a:cubicBezTo>
                    <a:pt x="429959" y="131064"/>
                    <a:pt x="431292" y="128683"/>
                    <a:pt x="432816" y="126682"/>
                  </a:cubicBezTo>
                  <a:cubicBezTo>
                    <a:pt x="433197" y="126111"/>
                    <a:pt x="433578" y="125730"/>
                    <a:pt x="433959" y="125349"/>
                  </a:cubicBezTo>
                  <a:cubicBezTo>
                    <a:pt x="435674" y="123730"/>
                    <a:pt x="437388" y="123730"/>
                    <a:pt x="439484" y="122396"/>
                  </a:cubicBezTo>
                  <a:cubicBezTo>
                    <a:pt x="440912" y="121444"/>
                    <a:pt x="442436" y="120396"/>
                    <a:pt x="443770" y="119444"/>
                  </a:cubicBezTo>
                  <a:cubicBezTo>
                    <a:pt x="448627" y="116205"/>
                    <a:pt x="453295" y="112681"/>
                    <a:pt x="458152" y="109252"/>
                  </a:cubicBezTo>
                  <a:cubicBezTo>
                    <a:pt x="467677" y="102013"/>
                    <a:pt x="474631" y="95441"/>
                    <a:pt x="479393" y="85344"/>
                  </a:cubicBezTo>
                  <a:cubicBezTo>
                    <a:pt x="482727" y="78391"/>
                    <a:pt x="489014" y="71628"/>
                    <a:pt x="494633" y="65246"/>
                  </a:cubicBezTo>
                  <a:cubicBezTo>
                    <a:pt x="495205" y="64770"/>
                    <a:pt x="495586" y="64199"/>
                    <a:pt x="496062" y="63627"/>
                  </a:cubicBezTo>
                  <a:cubicBezTo>
                    <a:pt x="498158" y="61151"/>
                    <a:pt x="500348" y="59436"/>
                    <a:pt x="502730" y="58103"/>
                  </a:cubicBezTo>
                  <a:cubicBezTo>
                    <a:pt x="507016" y="55435"/>
                    <a:pt x="511492" y="53626"/>
                    <a:pt x="515684" y="50102"/>
                  </a:cubicBezTo>
                  <a:cubicBezTo>
                    <a:pt x="522065" y="44958"/>
                    <a:pt x="528257" y="40862"/>
                    <a:pt x="533591" y="34957"/>
                  </a:cubicBezTo>
                  <a:cubicBezTo>
                    <a:pt x="536258" y="31909"/>
                    <a:pt x="538448" y="26479"/>
                    <a:pt x="541306" y="23813"/>
                  </a:cubicBezTo>
                  <a:cubicBezTo>
                    <a:pt x="546735" y="18955"/>
                    <a:pt x="554069" y="21146"/>
                    <a:pt x="560451" y="22765"/>
                  </a:cubicBezTo>
                  <a:cubicBezTo>
                    <a:pt x="561880" y="23051"/>
                    <a:pt x="563213" y="23336"/>
                    <a:pt x="564451" y="23622"/>
                  </a:cubicBezTo>
                  <a:cubicBezTo>
                    <a:pt x="566642" y="20669"/>
                    <a:pt x="565690" y="16193"/>
                    <a:pt x="564451" y="11811"/>
                  </a:cubicBezTo>
                  <a:lnTo>
                    <a:pt x="568738" y="0"/>
                  </a:lnTo>
                  <a:lnTo>
                    <a:pt x="571119" y="857"/>
                  </a:lnTo>
                  <a:cubicBezTo>
                    <a:pt x="569881" y="3905"/>
                    <a:pt x="568452" y="6096"/>
                    <a:pt x="570643" y="9906"/>
                  </a:cubicBezTo>
                  <a:cubicBezTo>
                    <a:pt x="571500" y="11240"/>
                    <a:pt x="572643" y="12478"/>
                    <a:pt x="573881" y="13526"/>
                  </a:cubicBezTo>
                  <a:cubicBezTo>
                    <a:pt x="576358" y="15716"/>
                    <a:pt x="579215" y="18002"/>
                    <a:pt x="581120" y="20479"/>
                  </a:cubicBezTo>
                  <a:cubicBezTo>
                    <a:pt x="585597" y="26384"/>
                    <a:pt x="588074" y="26575"/>
                    <a:pt x="593598" y="30194"/>
                  </a:cubicBezTo>
                  <a:cubicBezTo>
                    <a:pt x="602171" y="35624"/>
                    <a:pt x="606457" y="48768"/>
                    <a:pt x="606552" y="59246"/>
                  </a:cubicBezTo>
                  <a:cubicBezTo>
                    <a:pt x="614743" y="63913"/>
                    <a:pt x="620840" y="68771"/>
                    <a:pt x="628364" y="74676"/>
                  </a:cubicBezTo>
                  <a:cubicBezTo>
                    <a:pt x="629793" y="75819"/>
                    <a:pt x="631222" y="76772"/>
                    <a:pt x="632651" y="77629"/>
                  </a:cubicBezTo>
                  <a:cubicBezTo>
                    <a:pt x="635413" y="79439"/>
                    <a:pt x="638270" y="80867"/>
                    <a:pt x="641128" y="82105"/>
                  </a:cubicBezTo>
                  <a:cubicBezTo>
                    <a:pt x="647891" y="84963"/>
                    <a:pt x="654749" y="86678"/>
                    <a:pt x="662083" y="89249"/>
                  </a:cubicBezTo>
                  <a:cubicBezTo>
                    <a:pt x="663131" y="87440"/>
                    <a:pt x="664655" y="87154"/>
                    <a:pt x="666464" y="88392"/>
                  </a:cubicBezTo>
                  <a:cubicBezTo>
                    <a:pt x="670179" y="91440"/>
                    <a:pt x="672751" y="95155"/>
                    <a:pt x="674370" y="99727"/>
                  </a:cubicBezTo>
                  <a:cubicBezTo>
                    <a:pt x="677609" y="106204"/>
                    <a:pt x="678751" y="112395"/>
                    <a:pt x="685038" y="116491"/>
                  </a:cubicBezTo>
                  <a:cubicBezTo>
                    <a:pt x="690943" y="120301"/>
                    <a:pt x="699326" y="122873"/>
                    <a:pt x="707612" y="125063"/>
                  </a:cubicBezTo>
                  <a:cubicBezTo>
                    <a:pt x="710756" y="125921"/>
                    <a:pt x="713804" y="126778"/>
                    <a:pt x="716756" y="127635"/>
                  </a:cubicBezTo>
                  <a:cubicBezTo>
                    <a:pt x="718947" y="128302"/>
                    <a:pt x="720947" y="128969"/>
                    <a:pt x="722757" y="129635"/>
                  </a:cubicBezTo>
                  <a:cubicBezTo>
                    <a:pt x="732568" y="133255"/>
                    <a:pt x="732758" y="132588"/>
                    <a:pt x="741426" y="131826"/>
                  </a:cubicBezTo>
                  <a:cubicBezTo>
                    <a:pt x="742283" y="131731"/>
                    <a:pt x="747808" y="131445"/>
                    <a:pt x="748570" y="131159"/>
                  </a:cubicBezTo>
                  <a:cubicBezTo>
                    <a:pt x="750380" y="129254"/>
                    <a:pt x="752475" y="127921"/>
                    <a:pt x="754856" y="127064"/>
                  </a:cubicBezTo>
                  <a:lnTo>
                    <a:pt x="768953" y="124873"/>
                  </a:lnTo>
                  <a:cubicBezTo>
                    <a:pt x="771430" y="124111"/>
                    <a:pt x="773525" y="122682"/>
                    <a:pt x="775335" y="120872"/>
                  </a:cubicBezTo>
                  <a:cubicBezTo>
                    <a:pt x="777050" y="120968"/>
                    <a:pt x="778764" y="121063"/>
                    <a:pt x="780383" y="121253"/>
                  </a:cubicBezTo>
                  <a:cubicBezTo>
                    <a:pt x="783241" y="120491"/>
                    <a:pt x="786384" y="119253"/>
                    <a:pt x="789242" y="118301"/>
                  </a:cubicBezTo>
                  <a:cubicBezTo>
                    <a:pt x="794957" y="116205"/>
                    <a:pt x="797528" y="113824"/>
                    <a:pt x="802767" y="115729"/>
                  </a:cubicBezTo>
                  <a:cubicBezTo>
                    <a:pt x="803243" y="115919"/>
                    <a:pt x="803719" y="116205"/>
                    <a:pt x="804291" y="116396"/>
                  </a:cubicBezTo>
                  <a:cubicBezTo>
                    <a:pt x="809054" y="118491"/>
                    <a:pt x="808292" y="119634"/>
                    <a:pt x="810482" y="122396"/>
                  </a:cubicBezTo>
                  <a:cubicBezTo>
                    <a:pt x="810768" y="122777"/>
                    <a:pt x="810959" y="123063"/>
                    <a:pt x="811340" y="123539"/>
                  </a:cubicBezTo>
                  <a:cubicBezTo>
                    <a:pt x="817435" y="130588"/>
                    <a:pt x="829437" y="128873"/>
                    <a:pt x="835533" y="135541"/>
                  </a:cubicBezTo>
                  <a:cubicBezTo>
                    <a:pt x="837914" y="138017"/>
                    <a:pt x="836962" y="141256"/>
                    <a:pt x="840200" y="143637"/>
                  </a:cubicBezTo>
                  <a:cubicBezTo>
                    <a:pt x="844677" y="147161"/>
                    <a:pt x="853631" y="148304"/>
                    <a:pt x="859060" y="150304"/>
                  </a:cubicBezTo>
                  <a:cubicBezTo>
                    <a:pt x="866108" y="152876"/>
                    <a:pt x="873061" y="154972"/>
                    <a:pt x="880015" y="157067"/>
                  </a:cubicBezTo>
                  <a:cubicBezTo>
                    <a:pt x="883063" y="157925"/>
                    <a:pt x="886111" y="158782"/>
                    <a:pt x="889159" y="159544"/>
                  </a:cubicBezTo>
                  <a:cubicBezTo>
                    <a:pt x="901065" y="162973"/>
                    <a:pt x="913067" y="166211"/>
                    <a:pt x="925068" y="170593"/>
                  </a:cubicBezTo>
                  <a:cubicBezTo>
                    <a:pt x="936689" y="174784"/>
                    <a:pt x="951262" y="177451"/>
                    <a:pt x="957643" y="189357"/>
                  </a:cubicBezTo>
                  <a:cubicBezTo>
                    <a:pt x="958310" y="190595"/>
                    <a:pt x="958596" y="192024"/>
                    <a:pt x="958882" y="193358"/>
                  </a:cubicBezTo>
                  <a:cubicBezTo>
                    <a:pt x="959358" y="195263"/>
                    <a:pt x="959930" y="197072"/>
                    <a:pt x="961739" y="198215"/>
                  </a:cubicBezTo>
                  <a:cubicBezTo>
                    <a:pt x="963168" y="199073"/>
                    <a:pt x="964787" y="199454"/>
                    <a:pt x="966692" y="199454"/>
                  </a:cubicBezTo>
                  <a:cubicBezTo>
                    <a:pt x="970026" y="199549"/>
                    <a:pt x="973836" y="198787"/>
                    <a:pt x="976789" y="199549"/>
                  </a:cubicBezTo>
                  <a:cubicBezTo>
                    <a:pt x="984123" y="201359"/>
                    <a:pt x="990314" y="206693"/>
                    <a:pt x="998220" y="205169"/>
                  </a:cubicBezTo>
                  <a:cubicBezTo>
                    <a:pt x="1003554" y="204026"/>
                    <a:pt x="1007174" y="199835"/>
                    <a:pt x="1011841" y="197453"/>
                  </a:cubicBezTo>
                  <a:cubicBezTo>
                    <a:pt x="1026890" y="189738"/>
                    <a:pt x="1036415" y="192691"/>
                    <a:pt x="1049274" y="197453"/>
                  </a:cubicBezTo>
                  <a:cubicBezTo>
                    <a:pt x="1051465" y="198311"/>
                    <a:pt x="1053751" y="199168"/>
                    <a:pt x="1056227" y="200025"/>
                  </a:cubicBezTo>
                  <a:cubicBezTo>
                    <a:pt x="1056894" y="200216"/>
                    <a:pt x="1057466" y="200501"/>
                    <a:pt x="1058132" y="200787"/>
                  </a:cubicBezTo>
                  <a:cubicBezTo>
                    <a:pt x="1063752" y="203073"/>
                    <a:pt x="1071658" y="207550"/>
                    <a:pt x="1076992" y="207550"/>
                  </a:cubicBezTo>
                  <a:cubicBezTo>
                    <a:pt x="1079944" y="207550"/>
                    <a:pt x="1082611" y="205740"/>
                    <a:pt x="1085088" y="205740"/>
                  </a:cubicBezTo>
                  <a:cubicBezTo>
                    <a:pt x="1096137" y="205454"/>
                    <a:pt x="1114806" y="231553"/>
                    <a:pt x="1126903" y="222314"/>
                  </a:cubicBezTo>
                  <a:cubicBezTo>
                    <a:pt x="1130999" y="224885"/>
                    <a:pt x="1130236" y="228029"/>
                    <a:pt x="1129093" y="231267"/>
                  </a:cubicBezTo>
                  <a:lnTo>
                    <a:pt x="1128522" y="232886"/>
                  </a:lnTo>
                  <a:cubicBezTo>
                    <a:pt x="1127951" y="234601"/>
                    <a:pt x="1127379" y="236220"/>
                    <a:pt x="1127569" y="237744"/>
                  </a:cubicBezTo>
                  <a:cubicBezTo>
                    <a:pt x="1127951" y="240697"/>
                    <a:pt x="1130332" y="244316"/>
                    <a:pt x="1133189" y="247745"/>
                  </a:cubicBezTo>
                  <a:cubicBezTo>
                    <a:pt x="1136428" y="251555"/>
                    <a:pt x="1140333" y="255175"/>
                    <a:pt x="1142714" y="257175"/>
                  </a:cubicBezTo>
                  <a:cubicBezTo>
                    <a:pt x="1149572" y="263081"/>
                    <a:pt x="1151192" y="261652"/>
                    <a:pt x="1158050" y="262223"/>
                  </a:cubicBezTo>
                  <a:cubicBezTo>
                    <a:pt x="1163384" y="262604"/>
                    <a:pt x="1168336" y="265176"/>
                    <a:pt x="1173575" y="266986"/>
                  </a:cubicBezTo>
                  <a:cubicBezTo>
                    <a:pt x="1182910" y="270319"/>
                    <a:pt x="1192244" y="273844"/>
                    <a:pt x="1201579" y="277082"/>
                  </a:cubicBezTo>
                  <a:cubicBezTo>
                    <a:pt x="1202531" y="277463"/>
                    <a:pt x="1203389" y="277654"/>
                    <a:pt x="1204151" y="277844"/>
                  </a:cubicBezTo>
                  <a:cubicBezTo>
                    <a:pt x="1208151" y="279083"/>
                    <a:pt x="1209961" y="279083"/>
                    <a:pt x="1214342" y="277463"/>
                  </a:cubicBezTo>
                  <a:cubicBezTo>
                    <a:pt x="1214818" y="277273"/>
                    <a:pt x="1215295" y="276987"/>
                    <a:pt x="1215866" y="276796"/>
                  </a:cubicBezTo>
                  <a:cubicBezTo>
                    <a:pt x="1221486" y="274511"/>
                    <a:pt x="1221200" y="275558"/>
                    <a:pt x="1226725" y="275558"/>
                  </a:cubicBezTo>
                  <a:cubicBezTo>
                    <a:pt x="1232630" y="275463"/>
                    <a:pt x="1234154" y="274415"/>
                    <a:pt x="1240441" y="276796"/>
                  </a:cubicBezTo>
                  <a:cubicBezTo>
                    <a:pt x="1247585" y="279464"/>
                    <a:pt x="1256062" y="284226"/>
                    <a:pt x="1263777" y="284988"/>
                  </a:cubicBezTo>
                  <a:cubicBezTo>
                    <a:pt x="1272826" y="285845"/>
                    <a:pt x="1276826" y="279844"/>
                    <a:pt x="1285780" y="282512"/>
                  </a:cubicBezTo>
                  <a:cubicBezTo>
                    <a:pt x="1288256" y="283273"/>
                    <a:pt x="1290828" y="284417"/>
                    <a:pt x="1293305" y="285655"/>
                  </a:cubicBezTo>
                  <a:cubicBezTo>
                    <a:pt x="1296067" y="286893"/>
                    <a:pt x="1298829" y="288036"/>
                    <a:pt x="1301686" y="288417"/>
                  </a:cubicBezTo>
                  <a:cubicBezTo>
                    <a:pt x="1301877" y="288417"/>
                    <a:pt x="1302163" y="288417"/>
                    <a:pt x="1302353" y="288417"/>
                  </a:cubicBezTo>
                  <a:cubicBezTo>
                    <a:pt x="1307306" y="288989"/>
                    <a:pt x="1310068" y="286988"/>
                    <a:pt x="1314736" y="285750"/>
                  </a:cubicBezTo>
                  <a:cubicBezTo>
                    <a:pt x="1329976" y="281845"/>
                    <a:pt x="1346740" y="296513"/>
                    <a:pt x="1362170" y="298799"/>
                  </a:cubicBezTo>
                  <a:cubicBezTo>
                    <a:pt x="1363694" y="297466"/>
                    <a:pt x="1364742" y="295751"/>
                    <a:pt x="1365504" y="293846"/>
                  </a:cubicBezTo>
                  <a:cubicBezTo>
                    <a:pt x="1369981" y="294418"/>
                    <a:pt x="1369600" y="299847"/>
                    <a:pt x="1372362" y="302419"/>
                  </a:cubicBezTo>
                  <a:cubicBezTo>
                    <a:pt x="1373696" y="303752"/>
                    <a:pt x="1375982" y="304610"/>
                    <a:pt x="1378172" y="305371"/>
                  </a:cubicBezTo>
                  <a:cubicBezTo>
                    <a:pt x="1379601" y="305943"/>
                    <a:pt x="1380839" y="306515"/>
                    <a:pt x="1381887" y="307086"/>
                  </a:cubicBezTo>
                  <a:cubicBezTo>
                    <a:pt x="1383506" y="307943"/>
                    <a:pt x="1385030" y="308991"/>
                    <a:pt x="1386554" y="310039"/>
                  </a:cubicBezTo>
                  <a:cubicBezTo>
                    <a:pt x="1393222" y="314896"/>
                    <a:pt x="1399127" y="320802"/>
                    <a:pt x="1407700" y="322898"/>
                  </a:cubicBezTo>
                  <a:cubicBezTo>
                    <a:pt x="1416844" y="325088"/>
                    <a:pt x="1426369" y="321659"/>
                    <a:pt x="1435799" y="322898"/>
                  </a:cubicBezTo>
                  <a:cubicBezTo>
                    <a:pt x="1438561" y="323279"/>
                    <a:pt x="1441133" y="324803"/>
                    <a:pt x="1443704" y="325184"/>
                  </a:cubicBezTo>
                  <a:cubicBezTo>
                    <a:pt x="1445895" y="325374"/>
                    <a:pt x="1448181" y="324421"/>
                    <a:pt x="1449896" y="324517"/>
                  </a:cubicBezTo>
                  <a:cubicBezTo>
                    <a:pt x="1453801" y="324803"/>
                    <a:pt x="1457992" y="326231"/>
                    <a:pt x="1462088" y="327850"/>
                  </a:cubicBezTo>
                  <a:cubicBezTo>
                    <a:pt x="1465040" y="328994"/>
                    <a:pt x="1468088" y="330327"/>
                    <a:pt x="1470851" y="331280"/>
                  </a:cubicBezTo>
                  <a:lnTo>
                    <a:pt x="1471327" y="331470"/>
                  </a:lnTo>
                  <a:cubicBezTo>
                    <a:pt x="1478090" y="333946"/>
                    <a:pt x="1484852" y="336233"/>
                    <a:pt x="1491710" y="338804"/>
                  </a:cubicBezTo>
                  <a:cubicBezTo>
                    <a:pt x="1491710" y="339471"/>
                    <a:pt x="1491710" y="340138"/>
                    <a:pt x="1491043" y="340900"/>
                  </a:cubicBezTo>
                  <a:cubicBezTo>
                    <a:pt x="1487519" y="342424"/>
                    <a:pt x="1484471" y="344710"/>
                    <a:pt x="1481900" y="347663"/>
                  </a:cubicBezTo>
                  <a:cubicBezTo>
                    <a:pt x="1479233" y="350996"/>
                    <a:pt x="1474280" y="362045"/>
                    <a:pt x="1474089" y="366808"/>
                  </a:cubicBezTo>
                  <a:cubicBezTo>
                    <a:pt x="1473708" y="374047"/>
                    <a:pt x="1474470" y="371761"/>
                    <a:pt x="1478852" y="376428"/>
                  </a:cubicBezTo>
                  <a:cubicBezTo>
                    <a:pt x="1481995" y="379762"/>
                    <a:pt x="1484662" y="380810"/>
                    <a:pt x="1487996" y="383667"/>
                  </a:cubicBezTo>
                  <a:cubicBezTo>
                    <a:pt x="1494282" y="388811"/>
                    <a:pt x="1493520" y="385286"/>
                    <a:pt x="1495616" y="395002"/>
                  </a:cubicBezTo>
                  <a:cubicBezTo>
                    <a:pt x="1497330" y="402717"/>
                    <a:pt x="1498092" y="408813"/>
                    <a:pt x="1496663" y="415100"/>
                  </a:cubicBezTo>
                  <a:cubicBezTo>
                    <a:pt x="1495997" y="417957"/>
                    <a:pt x="1494949" y="420815"/>
                    <a:pt x="1493234" y="423863"/>
                  </a:cubicBezTo>
                  <a:cubicBezTo>
                    <a:pt x="1492663" y="424910"/>
                    <a:pt x="1491996" y="426148"/>
                    <a:pt x="1491139" y="427387"/>
                  </a:cubicBezTo>
                  <a:cubicBezTo>
                    <a:pt x="1488567" y="431387"/>
                    <a:pt x="1486376" y="428244"/>
                    <a:pt x="1486662" y="434912"/>
                  </a:cubicBezTo>
                  <a:cubicBezTo>
                    <a:pt x="1486948" y="442246"/>
                    <a:pt x="1493520" y="452057"/>
                    <a:pt x="1496568" y="458534"/>
                  </a:cubicBezTo>
                  <a:cubicBezTo>
                    <a:pt x="1500188" y="466058"/>
                    <a:pt x="1501521" y="470059"/>
                    <a:pt x="1501140" y="475107"/>
                  </a:cubicBezTo>
                  <a:cubicBezTo>
                    <a:pt x="1500854" y="478155"/>
                    <a:pt x="1499902" y="481394"/>
                    <a:pt x="1498378" y="486061"/>
                  </a:cubicBezTo>
                  <a:cubicBezTo>
                    <a:pt x="1496568" y="491585"/>
                    <a:pt x="1495806" y="498824"/>
                    <a:pt x="1494663" y="506349"/>
                  </a:cubicBezTo>
                  <a:cubicBezTo>
                    <a:pt x="1494187" y="509492"/>
                    <a:pt x="1493710" y="512731"/>
                    <a:pt x="1492949" y="515779"/>
                  </a:cubicBezTo>
                  <a:cubicBezTo>
                    <a:pt x="1490948" y="525304"/>
                    <a:pt x="1493520" y="533305"/>
                    <a:pt x="1486281" y="537020"/>
                  </a:cubicBezTo>
                  <a:cubicBezTo>
                    <a:pt x="1487900" y="537877"/>
                    <a:pt x="1490853" y="542735"/>
                    <a:pt x="1493425" y="544449"/>
                  </a:cubicBezTo>
                  <a:cubicBezTo>
                    <a:pt x="1497044" y="546735"/>
                    <a:pt x="1500473" y="549402"/>
                    <a:pt x="1501235" y="551783"/>
                  </a:cubicBezTo>
                  <a:cubicBezTo>
                    <a:pt x="1503902" y="559880"/>
                    <a:pt x="1485900" y="567595"/>
                    <a:pt x="1488091" y="576167"/>
                  </a:cubicBezTo>
                  <a:cubicBezTo>
                    <a:pt x="1489043" y="580263"/>
                    <a:pt x="1499426" y="579882"/>
                    <a:pt x="1499044" y="585026"/>
                  </a:cubicBezTo>
                  <a:cubicBezTo>
                    <a:pt x="1498854" y="587693"/>
                    <a:pt x="1496473" y="591407"/>
                    <a:pt x="1495520" y="593884"/>
                  </a:cubicBezTo>
                  <a:cubicBezTo>
                    <a:pt x="1495330" y="594551"/>
                    <a:pt x="1494949" y="595217"/>
                    <a:pt x="1494663" y="595884"/>
                  </a:cubicBezTo>
                  <a:cubicBezTo>
                    <a:pt x="1493520" y="598456"/>
                    <a:pt x="1492091" y="601599"/>
                    <a:pt x="1491043" y="604647"/>
                  </a:cubicBezTo>
                  <a:cubicBezTo>
                    <a:pt x="1490091" y="607219"/>
                    <a:pt x="1489424" y="609791"/>
                    <a:pt x="1489329" y="612077"/>
                  </a:cubicBezTo>
                  <a:cubicBezTo>
                    <a:pt x="1488948" y="620935"/>
                    <a:pt x="1486567" y="639032"/>
                    <a:pt x="1475137" y="643985"/>
                  </a:cubicBezTo>
                  <a:cubicBezTo>
                    <a:pt x="1473422" y="644652"/>
                    <a:pt x="1469898" y="641699"/>
                    <a:pt x="1468184" y="642461"/>
                  </a:cubicBezTo>
                  <a:cubicBezTo>
                    <a:pt x="1463802" y="644652"/>
                    <a:pt x="1461992" y="651129"/>
                    <a:pt x="1459230" y="654844"/>
                  </a:cubicBezTo>
                  <a:cubicBezTo>
                    <a:pt x="1452658" y="663512"/>
                    <a:pt x="1450562" y="665417"/>
                    <a:pt x="1440752" y="663321"/>
                  </a:cubicBezTo>
                  <a:cubicBezTo>
                    <a:pt x="1439227" y="666941"/>
                    <a:pt x="1436560" y="666845"/>
                    <a:pt x="1434941" y="669227"/>
                  </a:cubicBezTo>
                  <a:cubicBezTo>
                    <a:pt x="1434751" y="669417"/>
                    <a:pt x="1434656" y="669798"/>
                    <a:pt x="1434560" y="670084"/>
                  </a:cubicBezTo>
                  <a:cubicBezTo>
                    <a:pt x="1433513" y="671894"/>
                    <a:pt x="1433132" y="674084"/>
                    <a:pt x="1431989" y="675704"/>
                  </a:cubicBezTo>
                  <a:lnTo>
                    <a:pt x="1432369" y="675704"/>
                  </a:lnTo>
                  <a:cubicBezTo>
                    <a:pt x="1430274" y="678561"/>
                    <a:pt x="1428369" y="681228"/>
                    <a:pt x="1426464" y="683800"/>
                  </a:cubicBezTo>
                  <a:cubicBezTo>
                    <a:pt x="1423416" y="687991"/>
                    <a:pt x="1420273" y="691610"/>
                    <a:pt x="1416082" y="694754"/>
                  </a:cubicBezTo>
                  <a:cubicBezTo>
                    <a:pt x="1413701" y="696659"/>
                    <a:pt x="1410843" y="698278"/>
                    <a:pt x="1407509" y="699707"/>
                  </a:cubicBezTo>
                  <a:cubicBezTo>
                    <a:pt x="1397508" y="704088"/>
                    <a:pt x="1404652" y="699516"/>
                    <a:pt x="1403794" y="710184"/>
                  </a:cubicBezTo>
                  <a:cubicBezTo>
                    <a:pt x="1403223" y="719900"/>
                    <a:pt x="1404080" y="726853"/>
                    <a:pt x="1407128" y="735997"/>
                  </a:cubicBezTo>
                  <a:cubicBezTo>
                    <a:pt x="1407128" y="735997"/>
                    <a:pt x="1407128" y="736187"/>
                    <a:pt x="1407128" y="736283"/>
                  </a:cubicBezTo>
                  <a:cubicBezTo>
                    <a:pt x="1407128" y="736283"/>
                    <a:pt x="1406081" y="740759"/>
                    <a:pt x="1405985" y="740759"/>
                  </a:cubicBezTo>
                  <a:cubicBezTo>
                    <a:pt x="1401223" y="740378"/>
                    <a:pt x="1398175" y="736664"/>
                    <a:pt x="1393412" y="737997"/>
                  </a:cubicBezTo>
                  <a:cubicBezTo>
                    <a:pt x="1391888" y="738473"/>
                    <a:pt x="1382268" y="737711"/>
                    <a:pt x="1378839" y="742093"/>
                  </a:cubicBezTo>
                  <a:cubicBezTo>
                    <a:pt x="1376363" y="744950"/>
                    <a:pt x="1374267" y="747808"/>
                    <a:pt x="1373219" y="749427"/>
                  </a:cubicBezTo>
                  <a:lnTo>
                    <a:pt x="1372838" y="749999"/>
                  </a:lnTo>
                  <a:lnTo>
                    <a:pt x="1372838" y="749999"/>
                  </a:lnTo>
                  <a:cubicBezTo>
                    <a:pt x="1367028" y="760000"/>
                    <a:pt x="1364933" y="773525"/>
                    <a:pt x="1360837" y="784384"/>
                  </a:cubicBezTo>
                  <a:cubicBezTo>
                    <a:pt x="1358646" y="790194"/>
                    <a:pt x="1355027" y="792385"/>
                    <a:pt x="1356646" y="798767"/>
                  </a:cubicBezTo>
                  <a:cubicBezTo>
                    <a:pt x="1357979" y="804482"/>
                    <a:pt x="1362170" y="806196"/>
                    <a:pt x="1361694" y="812483"/>
                  </a:cubicBezTo>
                  <a:cubicBezTo>
                    <a:pt x="1361408" y="815531"/>
                    <a:pt x="1359980" y="818960"/>
                    <a:pt x="1358360" y="822484"/>
                  </a:cubicBezTo>
                  <a:cubicBezTo>
                    <a:pt x="1357122" y="825246"/>
                    <a:pt x="1355789" y="827913"/>
                    <a:pt x="1354931" y="830199"/>
                  </a:cubicBezTo>
                  <a:lnTo>
                    <a:pt x="1354550" y="831152"/>
                  </a:lnTo>
                  <a:cubicBezTo>
                    <a:pt x="1351121" y="840867"/>
                    <a:pt x="1351217" y="847820"/>
                    <a:pt x="1349121" y="857726"/>
                  </a:cubicBezTo>
                  <a:cubicBezTo>
                    <a:pt x="1350931" y="858584"/>
                    <a:pt x="1352645" y="859441"/>
                    <a:pt x="1354074" y="860108"/>
                  </a:cubicBezTo>
                  <a:cubicBezTo>
                    <a:pt x="1357503" y="861917"/>
                    <a:pt x="1361027" y="869347"/>
                    <a:pt x="1361027" y="869537"/>
                  </a:cubicBezTo>
                  <a:cubicBezTo>
                    <a:pt x="1362075" y="875062"/>
                    <a:pt x="1365314" y="883825"/>
                    <a:pt x="1365409" y="889254"/>
                  </a:cubicBezTo>
                  <a:cubicBezTo>
                    <a:pt x="1365409" y="895731"/>
                    <a:pt x="1370267" y="902018"/>
                    <a:pt x="1370076" y="909257"/>
                  </a:cubicBezTo>
                  <a:cubicBezTo>
                    <a:pt x="1369981" y="912400"/>
                    <a:pt x="1369505" y="916686"/>
                    <a:pt x="1368743" y="920877"/>
                  </a:cubicBezTo>
                  <a:cubicBezTo>
                    <a:pt x="1368171" y="924020"/>
                    <a:pt x="1367504" y="926973"/>
                    <a:pt x="1366742" y="929259"/>
                  </a:cubicBezTo>
                  <a:lnTo>
                    <a:pt x="1366457" y="930021"/>
                  </a:lnTo>
                  <a:cubicBezTo>
                    <a:pt x="1364075" y="936593"/>
                    <a:pt x="1362551" y="935069"/>
                    <a:pt x="1357979" y="938975"/>
                  </a:cubicBezTo>
                  <a:cubicBezTo>
                    <a:pt x="1351693" y="944404"/>
                    <a:pt x="1353122" y="954024"/>
                    <a:pt x="1347121" y="959263"/>
                  </a:cubicBezTo>
                  <a:cubicBezTo>
                    <a:pt x="1341025" y="964787"/>
                    <a:pt x="1339691" y="960692"/>
                    <a:pt x="1336262" y="969455"/>
                  </a:cubicBezTo>
                  <a:cubicBezTo>
                    <a:pt x="1333595" y="975932"/>
                    <a:pt x="1328452" y="985457"/>
                    <a:pt x="1328642" y="992219"/>
                  </a:cubicBezTo>
                  <a:cubicBezTo>
                    <a:pt x="1334357" y="993743"/>
                    <a:pt x="1335500" y="996601"/>
                    <a:pt x="1336453" y="1001078"/>
                  </a:cubicBezTo>
                  <a:cubicBezTo>
                    <a:pt x="1336548" y="1001840"/>
                    <a:pt x="1336739" y="1002697"/>
                    <a:pt x="1336929" y="1003554"/>
                  </a:cubicBezTo>
                  <a:cubicBezTo>
                    <a:pt x="1337596" y="1006983"/>
                    <a:pt x="1339120" y="1009650"/>
                    <a:pt x="1340358" y="1012508"/>
                  </a:cubicBezTo>
                  <a:cubicBezTo>
                    <a:pt x="1340644" y="1013365"/>
                    <a:pt x="1340930" y="1014222"/>
                    <a:pt x="1341215" y="1015175"/>
                  </a:cubicBezTo>
                  <a:cubicBezTo>
                    <a:pt x="1343216" y="1024223"/>
                    <a:pt x="1335691" y="1039749"/>
                    <a:pt x="1327118" y="1043368"/>
                  </a:cubicBezTo>
                  <a:cubicBezTo>
                    <a:pt x="1329404" y="1047274"/>
                    <a:pt x="1326356" y="1053751"/>
                    <a:pt x="1323785" y="1057370"/>
                  </a:cubicBezTo>
                  <a:cubicBezTo>
                    <a:pt x="1315974" y="1055275"/>
                    <a:pt x="1310259" y="1056704"/>
                    <a:pt x="1302449" y="1054703"/>
                  </a:cubicBezTo>
                  <a:cubicBezTo>
                    <a:pt x="1302449" y="1054703"/>
                    <a:pt x="1302382" y="1054703"/>
                    <a:pt x="1302258" y="1054703"/>
                  </a:cubicBezTo>
                  <a:cubicBezTo>
                    <a:pt x="1297686" y="1061466"/>
                    <a:pt x="1295876" y="1069562"/>
                    <a:pt x="1293685" y="1077659"/>
                  </a:cubicBezTo>
                  <a:cubicBezTo>
                    <a:pt x="1292828" y="1080802"/>
                    <a:pt x="1291971" y="1083755"/>
                    <a:pt x="1290828" y="1086707"/>
                  </a:cubicBezTo>
                  <a:cubicBezTo>
                    <a:pt x="1289971" y="1088708"/>
                    <a:pt x="1289114" y="1090708"/>
                    <a:pt x="1288161" y="1092613"/>
                  </a:cubicBezTo>
                  <a:cubicBezTo>
                    <a:pt x="1285208" y="1097661"/>
                    <a:pt x="1285875" y="1096328"/>
                    <a:pt x="1281875" y="1099090"/>
                  </a:cubicBezTo>
                  <a:cubicBezTo>
                    <a:pt x="1280351" y="1100138"/>
                    <a:pt x="1277684" y="1100995"/>
                    <a:pt x="1275302" y="1102138"/>
                  </a:cubicBezTo>
                  <a:cubicBezTo>
                    <a:pt x="1273397" y="1103090"/>
                    <a:pt x="1271588" y="1104233"/>
                    <a:pt x="1270921" y="1105853"/>
                  </a:cubicBezTo>
                  <a:cubicBezTo>
                    <a:pt x="1270064" y="1108043"/>
                    <a:pt x="1270254" y="1110615"/>
                    <a:pt x="1271207" y="1113473"/>
                  </a:cubicBezTo>
                  <a:cubicBezTo>
                    <a:pt x="1272635" y="1118235"/>
                    <a:pt x="1275302" y="1123188"/>
                    <a:pt x="1275969" y="1126712"/>
                  </a:cubicBezTo>
                  <a:cubicBezTo>
                    <a:pt x="1275969" y="1126998"/>
                    <a:pt x="1275969" y="1127379"/>
                    <a:pt x="1276160" y="1127665"/>
                  </a:cubicBezTo>
                  <a:cubicBezTo>
                    <a:pt x="1277112" y="1133570"/>
                    <a:pt x="1276922" y="1133761"/>
                    <a:pt x="1275017" y="1139952"/>
                  </a:cubicBezTo>
                  <a:cubicBezTo>
                    <a:pt x="1273207" y="1145477"/>
                    <a:pt x="1268159" y="1141857"/>
                    <a:pt x="1267111" y="1147477"/>
                  </a:cubicBezTo>
                  <a:cubicBezTo>
                    <a:pt x="1266635" y="1149572"/>
                    <a:pt x="1268921" y="1156240"/>
                    <a:pt x="1269016" y="1157859"/>
                  </a:cubicBezTo>
                  <a:cubicBezTo>
                    <a:pt x="1269016" y="1159097"/>
                    <a:pt x="1270349" y="1163765"/>
                    <a:pt x="1267492" y="1164908"/>
                  </a:cubicBezTo>
                  <a:cubicBezTo>
                    <a:pt x="1267682" y="1167098"/>
                    <a:pt x="1268540" y="1169099"/>
                    <a:pt x="1269492" y="1171004"/>
                  </a:cubicBezTo>
                  <a:cubicBezTo>
                    <a:pt x="1272540" y="1176623"/>
                    <a:pt x="1277493" y="1181386"/>
                    <a:pt x="1276826" y="1189101"/>
                  </a:cubicBezTo>
                  <a:cubicBezTo>
                    <a:pt x="1276255" y="1194530"/>
                    <a:pt x="1272826" y="1203103"/>
                    <a:pt x="1269683" y="1207484"/>
                  </a:cubicBezTo>
                  <a:cubicBezTo>
                    <a:pt x="1267492" y="1207199"/>
                    <a:pt x="1265396" y="1206818"/>
                    <a:pt x="1263301" y="1206627"/>
                  </a:cubicBezTo>
                  <a:cubicBezTo>
                    <a:pt x="1262253" y="1210437"/>
                    <a:pt x="1263777" y="1213771"/>
                    <a:pt x="1262920" y="1217676"/>
                  </a:cubicBezTo>
                  <a:cubicBezTo>
                    <a:pt x="1262443" y="1220438"/>
                    <a:pt x="1259967" y="1217962"/>
                    <a:pt x="1260158" y="1220819"/>
                  </a:cubicBezTo>
                  <a:cubicBezTo>
                    <a:pt x="1260443" y="1231392"/>
                    <a:pt x="1271968" y="1232726"/>
                    <a:pt x="1273874" y="1241203"/>
                  </a:cubicBezTo>
                  <a:cubicBezTo>
                    <a:pt x="1264158" y="1242060"/>
                    <a:pt x="1270540" y="1236917"/>
                    <a:pt x="1267111" y="1243013"/>
                  </a:cubicBezTo>
                  <a:cubicBezTo>
                    <a:pt x="1266349" y="1244251"/>
                    <a:pt x="1261586" y="1253681"/>
                    <a:pt x="1260729" y="1256252"/>
                  </a:cubicBezTo>
                  <a:cubicBezTo>
                    <a:pt x="1260348" y="1257300"/>
                    <a:pt x="1259967" y="1258348"/>
                    <a:pt x="1259681" y="1259491"/>
                  </a:cubicBezTo>
                  <a:cubicBezTo>
                    <a:pt x="1257300" y="1266635"/>
                    <a:pt x="1255014" y="1273969"/>
                    <a:pt x="1252061" y="1280732"/>
                  </a:cubicBezTo>
                  <a:cubicBezTo>
                    <a:pt x="1249871" y="1285685"/>
                    <a:pt x="1246442" y="1288733"/>
                    <a:pt x="1243775" y="1293400"/>
                  </a:cubicBezTo>
                  <a:cubicBezTo>
                    <a:pt x="1241393" y="1297496"/>
                    <a:pt x="1241393" y="1299305"/>
                    <a:pt x="1238536" y="1302734"/>
                  </a:cubicBezTo>
                  <a:cubicBezTo>
                    <a:pt x="1232249" y="1310450"/>
                    <a:pt x="1226534" y="1304449"/>
                    <a:pt x="1218438" y="1304068"/>
                  </a:cubicBezTo>
                  <a:cubicBezTo>
                    <a:pt x="1217581" y="1311212"/>
                    <a:pt x="1220152" y="1306735"/>
                    <a:pt x="1215295" y="1315974"/>
                  </a:cubicBezTo>
                  <a:cubicBezTo>
                    <a:pt x="1215295" y="1316165"/>
                    <a:pt x="1215104" y="1316260"/>
                    <a:pt x="1215009" y="1316450"/>
                  </a:cubicBezTo>
                  <a:cubicBezTo>
                    <a:pt x="1214057" y="1317974"/>
                    <a:pt x="1213104" y="1319213"/>
                    <a:pt x="1212152" y="13202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02" name="Google Shape;802;p41"/>
            <p:cNvGrpSpPr/>
            <p:nvPr/>
          </p:nvGrpSpPr>
          <p:grpSpPr>
            <a:xfrm rot="10800000">
              <a:off x="6810091" y="-617871"/>
              <a:ext cx="3059426" cy="2688663"/>
              <a:chOff x="9590772" y="632648"/>
              <a:chExt cx="1489424" cy="1308925"/>
            </a:xfrm>
          </p:grpSpPr>
          <p:grpSp>
            <p:nvGrpSpPr>
              <p:cNvPr id="803" name="Google Shape;803;p41"/>
              <p:cNvGrpSpPr/>
              <p:nvPr/>
            </p:nvGrpSpPr>
            <p:grpSpPr>
              <a:xfrm>
                <a:off x="9590772" y="689798"/>
                <a:ext cx="1484947" cy="1251775"/>
                <a:chOff x="9590772" y="689798"/>
                <a:chExt cx="1484947" cy="1251775"/>
              </a:xfrm>
            </p:grpSpPr>
            <p:sp>
              <p:nvSpPr>
                <p:cNvPr id="804" name="Google Shape;804;p41"/>
                <p:cNvSpPr/>
                <p:nvPr/>
              </p:nvSpPr>
              <p:spPr>
                <a:xfrm>
                  <a:off x="10090739" y="689798"/>
                  <a:ext cx="984980" cy="360045"/>
                </a:xfrm>
                <a:custGeom>
                  <a:rect b="b" l="l" r="r" t="t"/>
                  <a:pathLst>
                    <a:path extrusionOk="0" h="360045" w="984980">
                      <a:moveTo>
                        <a:pt x="981647" y="359950"/>
                      </a:moveTo>
                      <a:lnTo>
                        <a:pt x="0" y="6953"/>
                      </a:lnTo>
                      <a:cubicBezTo>
                        <a:pt x="571" y="6477"/>
                        <a:pt x="953" y="5906"/>
                        <a:pt x="1429" y="5429"/>
                      </a:cubicBezTo>
                      <a:cubicBezTo>
                        <a:pt x="3524" y="3048"/>
                        <a:pt x="5715" y="1333"/>
                        <a:pt x="7906" y="0"/>
                      </a:cubicBezTo>
                      <a:lnTo>
                        <a:pt x="984980" y="351377"/>
                      </a:lnTo>
                      <a:cubicBezTo>
                        <a:pt x="984313" y="354235"/>
                        <a:pt x="983266" y="356997"/>
                        <a:pt x="981551" y="3600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 name="Google Shape;805;p41"/>
                <p:cNvSpPr/>
                <p:nvPr/>
              </p:nvSpPr>
              <p:spPr>
                <a:xfrm>
                  <a:off x="10025874" y="755045"/>
                  <a:ext cx="1047940" cy="385095"/>
                </a:xfrm>
                <a:custGeom>
                  <a:rect b="b" l="l" r="r" t="t"/>
                  <a:pathLst>
                    <a:path extrusionOk="0" h="385095" w="1047940">
                      <a:moveTo>
                        <a:pt x="1046321" y="385096"/>
                      </a:moveTo>
                      <a:lnTo>
                        <a:pt x="0" y="8763"/>
                      </a:lnTo>
                      <a:lnTo>
                        <a:pt x="3143" y="0"/>
                      </a:lnTo>
                      <a:lnTo>
                        <a:pt x="1047940" y="375761"/>
                      </a:lnTo>
                      <a:cubicBezTo>
                        <a:pt x="1047464" y="378809"/>
                        <a:pt x="1046988" y="382048"/>
                        <a:pt x="1046321" y="3850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 name="Google Shape;806;p41"/>
                <p:cNvSpPr/>
                <p:nvPr/>
              </p:nvSpPr>
              <p:spPr>
                <a:xfrm>
                  <a:off x="9979583" y="835150"/>
                  <a:ext cx="1086421" cy="391858"/>
                </a:xfrm>
                <a:custGeom>
                  <a:rect b="b" l="l" r="r" t="t"/>
                  <a:pathLst>
                    <a:path extrusionOk="0" h="391858" w="1086421">
                      <a:moveTo>
                        <a:pt x="1082802" y="391859"/>
                      </a:moveTo>
                      <a:lnTo>
                        <a:pt x="0" y="2476"/>
                      </a:lnTo>
                      <a:cubicBezTo>
                        <a:pt x="6191" y="3619"/>
                        <a:pt x="12382" y="4572"/>
                        <a:pt x="18669" y="5620"/>
                      </a:cubicBezTo>
                      <a:lnTo>
                        <a:pt x="20669" y="0"/>
                      </a:lnTo>
                      <a:lnTo>
                        <a:pt x="1086422" y="383286"/>
                      </a:lnTo>
                      <a:cubicBezTo>
                        <a:pt x="1085279" y="385858"/>
                        <a:pt x="1083945" y="388906"/>
                        <a:pt x="1082802" y="3918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 name="Google Shape;807;p41"/>
                <p:cNvSpPr/>
                <p:nvPr/>
              </p:nvSpPr>
              <p:spPr>
                <a:xfrm>
                  <a:off x="9924909" y="900682"/>
                  <a:ext cx="1095470" cy="399478"/>
                </a:xfrm>
                <a:custGeom>
                  <a:rect b="b" l="l" r="r" t="t"/>
                  <a:pathLst>
                    <a:path extrusionOk="0" h="399478" w="1095470">
                      <a:moveTo>
                        <a:pt x="1089660" y="399479"/>
                      </a:moveTo>
                      <a:lnTo>
                        <a:pt x="0" y="7620"/>
                      </a:lnTo>
                      <a:cubicBezTo>
                        <a:pt x="1238" y="5048"/>
                        <a:pt x="2762" y="2667"/>
                        <a:pt x="5048" y="857"/>
                      </a:cubicBezTo>
                      <a:cubicBezTo>
                        <a:pt x="5334" y="572"/>
                        <a:pt x="5810" y="191"/>
                        <a:pt x="6287" y="0"/>
                      </a:cubicBezTo>
                      <a:lnTo>
                        <a:pt x="1095470" y="391668"/>
                      </a:lnTo>
                      <a:cubicBezTo>
                        <a:pt x="1093375" y="394430"/>
                        <a:pt x="1091565" y="397002"/>
                        <a:pt x="1089660" y="3994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 name="Google Shape;808;p41"/>
                <p:cNvSpPr/>
                <p:nvPr/>
              </p:nvSpPr>
              <p:spPr>
                <a:xfrm>
                  <a:off x="9844423" y="961452"/>
                  <a:ext cx="1121949" cy="409670"/>
                </a:xfrm>
                <a:custGeom>
                  <a:rect b="b" l="l" r="r" t="t"/>
                  <a:pathLst>
                    <a:path extrusionOk="0" h="409670" w="1121949">
                      <a:moveTo>
                        <a:pt x="1121950" y="401955"/>
                      </a:moveTo>
                      <a:lnTo>
                        <a:pt x="1067467" y="382334"/>
                      </a:lnTo>
                      <a:lnTo>
                        <a:pt x="1058704" y="379190"/>
                      </a:lnTo>
                      <a:lnTo>
                        <a:pt x="987362" y="353568"/>
                      </a:lnTo>
                      <a:lnTo>
                        <a:pt x="978598" y="350425"/>
                      </a:lnTo>
                      <a:lnTo>
                        <a:pt x="907351" y="324803"/>
                      </a:lnTo>
                      <a:lnTo>
                        <a:pt x="898588" y="321659"/>
                      </a:lnTo>
                      <a:lnTo>
                        <a:pt x="827246" y="296037"/>
                      </a:lnTo>
                      <a:lnTo>
                        <a:pt x="818483" y="292894"/>
                      </a:lnTo>
                      <a:lnTo>
                        <a:pt x="747236" y="267271"/>
                      </a:lnTo>
                      <a:lnTo>
                        <a:pt x="738473" y="264128"/>
                      </a:lnTo>
                      <a:lnTo>
                        <a:pt x="667131" y="238506"/>
                      </a:lnTo>
                      <a:lnTo>
                        <a:pt x="658368" y="235363"/>
                      </a:lnTo>
                      <a:lnTo>
                        <a:pt x="587121" y="209740"/>
                      </a:lnTo>
                      <a:lnTo>
                        <a:pt x="578358" y="206597"/>
                      </a:lnTo>
                      <a:lnTo>
                        <a:pt x="507016" y="180975"/>
                      </a:lnTo>
                      <a:lnTo>
                        <a:pt x="498253" y="177832"/>
                      </a:lnTo>
                      <a:lnTo>
                        <a:pt x="426910" y="152209"/>
                      </a:lnTo>
                      <a:lnTo>
                        <a:pt x="418147" y="149066"/>
                      </a:lnTo>
                      <a:lnTo>
                        <a:pt x="346900" y="123444"/>
                      </a:lnTo>
                      <a:lnTo>
                        <a:pt x="338138" y="120301"/>
                      </a:lnTo>
                      <a:lnTo>
                        <a:pt x="266795" y="94678"/>
                      </a:lnTo>
                      <a:lnTo>
                        <a:pt x="258032" y="91535"/>
                      </a:lnTo>
                      <a:lnTo>
                        <a:pt x="186785" y="65913"/>
                      </a:lnTo>
                      <a:lnTo>
                        <a:pt x="178022" y="62770"/>
                      </a:lnTo>
                      <a:lnTo>
                        <a:pt x="106680" y="37147"/>
                      </a:lnTo>
                      <a:lnTo>
                        <a:pt x="97917" y="34004"/>
                      </a:lnTo>
                      <a:lnTo>
                        <a:pt x="26670" y="8382"/>
                      </a:lnTo>
                      <a:lnTo>
                        <a:pt x="17907" y="5239"/>
                      </a:lnTo>
                      <a:lnTo>
                        <a:pt x="3334" y="0"/>
                      </a:lnTo>
                      <a:cubicBezTo>
                        <a:pt x="2286" y="2953"/>
                        <a:pt x="1238" y="5905"/>
                        <a:pt x="0" y="8668"/>
                      </a:cubicBezTo>
                      <a:lnTo>
                        <a:pt x="14764" y="14002"/>
                      </a:lnTo>
                      <a:lnTo>
                        <a:pt x="23527" y="17145"/>
                      </a:lnTo>
                      <a:lnTo>
                        <a:pt x="94774" y="42767"/>
                      </a:lnTo>
                      <a:lnTo>
                        <a:pt x="103537" y="45910"/>
                      </a:lnTo>
                      <a:lnTo>
                        <a:pt x="174879" y="71533"/>
                      </a:lnTo>
                      <a:lnTo>
                        <a:pt x="183642" y="74676"/>
                      </a:lnTo>
                      <a:lnTo>
                        <a:pt x="254889" y="100298"/>
                      </a:lnTo>
                      <a:lnTo>
                        <a:pt x="263652" y="103442"/>
                      </a:lnTo>
                      <a:lnTo>
                        <a:pt x="334994" y="129064"/>
                      </a:lnTo>
                      <a:lnTo>
                        <a:pt x="343757" y="132207"/>
                      </a:lnTo>
                      <a:lnTo>
                        <a:pt x="415004" y="157829"/>
                      </a:lnTo>
                      <a:lnTo>
                        <a:pt x="423767" y="160972"/>
                      </a:lnTo>
                      <a:lnTo>
                        <a:pt x="495109" y="186595"/>
                      </a:lnTo>
                      <a:lnTo>
                        <a:pt x="503872" y="189738"/>
                      </a:lnTo>
                      <a:lnTo>
                        <a:pt x="575215" y="215360"/>
                      </a:lnTo>
                      <a:lnTo>
                        <a:pt x="583978" y="218503"/>
                      </a:lnTo>
                      <a:lnTo>
                        <a:pt x="655225" y="244126"/>
                      </a:lnTo>
                      <a:lnTo>
                        <a:pt x="663988" y="247269"/>
                      </a:lnTo>
                      <a:lnTo>
                        <a:pt x="735330" y="272891"/>
                      </a:lnTo>
                      <a:lnTo>
                        <a:pt x="744093" y="276034"/>
                      </a:lnTo>
                      <a:lnTo>
                        <a:pt x="815340" y="301657"/>
                      </a:lnTo>
                      <a:lnTo>
                        <a:pt x="824103" y="304800"/>
                      </a:lnTo>
                      <a:lnTo>
                        <a:pt x="895445" y="330422"/>
                      </a:lnTo>
                      <a:lnTo>
                        <a:pt x="904208" y="333565"/>
                      </a:lnTo>
                      <a:lnTo>
                        <a:pt x="975455" y="359188"/>
                      </a:lnTo>
                      <a:lnTo>
                        <a:pt x="984218" y="362331"/>
                      </a:lnTo>
                      <a:lnTo>
                        <a:pt x="1055560" y="387953"/>
                      </a:lnTo>
                      <a:lnTo>
                        <a:pt x="1064323" y="391096"/>
                      </a:lnTo>
                      <a:lnTo>
                        <a:pt x="1115949" y="409670"/>
                      </a:lnTo>
                      <a:lnTo>
                        <a:pt x="1121855" y="401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 name="Google Shape;809;p41"/>
                <p:cNvSpPr/>
                <p:nvPr/>
              </p:nvSpPr>
              <p:spPr>
                <a:xfrm>
                  <a:off x="9809371" y="1038794"/>
                  <a:ext cx="1136523" cy="416147"/>
                </a:xfrm>
                <a:custGeom>
                  <a:rect b="b" l="l" r="r" t="t"/>
                  <a:pathLst>
                    <a:path extrusionOk="0" h="416147" w="1136523">
                      <a:moveTo>
                        <a:pt x="1132904" y="416147"/>
                      </a:moveTo>
                      <a:lnTo>
                        <a:pt x="0" y="8763"/>
                      </a:lnTo>
                      <a:lnTo>
                        <a:pt x="3143" y="0"/>
                      </a:lnTo>
                      <a:lnTo>
                        <a:pt x="1136523" y="407575"/>
                      </a:lnTo>
                      <a:cubicBezTo>
                        <a:pt x="1135380" y="410337"/>
                        <a:pt x="1134047" y="412909"/>
                        <a:pt x="1133189" y="415195"/>
                      </a:cubicBezTo>
                      <a:lnTo>
                        <a:pt x="1132809" y="41614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 name="Google Shape;810;p41"/>
                <p:cNvSpPr/>
                <p:nvPr/>
              </p:nvSpPr>
              <p:spPr>
                <a:xfrm>
                  <a:off x="9767271" y="1113852"/>
                  <a:ext cx="1182909" cy="433578"/>
                </a:xfrm>
                <a:custGeom>
                  <a:rect b="b" l="l" r="r" t="t"/>
                  <a:pathLst>
                    <a:path extrusionOk="0" h="433578" w="1182909">
                      <a:moveTo>
                        <a:pt x="1180624" y="433578"/>
                      </a:moveTo>
                      <a:lnTo>
                        <a:pt x="0" y="9049"/>
                      </a:lnTo>
                      <a:cubicBezTo>
                        <a:pt x="667" y="6001"/>
                        <a:pt x="1524" y="2953"/>
                        <a:pt x="2381" y="0"/>
                      </a:cubicBezTo>
                      <a:lnTo>
                        <a:pt x="1182910" y="424529"/>
                      </a:lnTo>
                      <a:cubicBezTo>
                        <a:pt x="1182338" y="427577"/>
                        <a:pt x="1181672" y="430530"/>
                        <a:pt x="1180910" y="432816"/>
                      </a:cubicBezTo>
                      <a:lnTo>
                        <a:pt x="1180624" y="43357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 name="Google Shape;811;p41"/>
                <p:cNvSpPr/>
                <p:nvPr/>
              </p:nvSpPr>
              <p:spPr>
                <a:xfrm>
                  <a:off x="9704691" y="1181860"/>
                  <a:ext cx="1217675" cy="446722"/>
                </a:xfrm>
                <a:custGeom>
                  <a:rect b="b" l="l" r="r" t="t"/>
                  <a:pathLst>
                    <a:path extrusionOk="0" h="446722" w="1217675">
                      <a:moveTo>
                        <a:pt x="1217676" y="446722"/>
                      </a:moveTo>
                      <a:lnTo>
                        <a:pt x="0" y="8763"/>
                      </a:lnTo>
                      <a:lnTo>
                        <a:pt x="3143" y="0"/>
                      </a:lnTo>
                      <a:lnTo>
                        <a:pt x="1213866" y="435388"/>
                      </a:lnTo>
                      <a:cubicBezTo>
                        <a:pt x="1213961" y="436150"/>
                        <a:pt x="1214152" y="437007"/>
                        <a:pt x="1214342" y="437864"/>
                      </a:cubicBezTo>
                      <a:cubicBezTo>
                        <a:pt x="1215009" y="441293"/>
                        <a:pt x="1216533" y="443865"/>
                        <a:pt x="1217676" y="4467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 name="Google Shape;812;p41"/>
                <p:cNvSpPr/>
                <p:nvPr/>
              </p:nvSpPr>
              <p:spPr>
                <a:xfrm rot="-4214982">
                  <a:off x="10271028" y="845490"/>
                  <a:ext cx="9322" cy="1271428"/>
                </a:xfrm>
                <a:custGeom>
                  <a:rect b="b" l="l" r="r" t="t"/>
                  <a:pathLst>
                    <a:path extrusionOk="0" h="1273016" w="9334">
                      <a:moveTo>
                        <a:pt x="0" y="0"/>
                      </a:moveTo>
                      <a:lnTo>
                        <a:pt x="9335" y="0"/>
                      </a:lnTo>
                      <a:lnTo>
                        <a:pt x="9335" y="1273016"/>
                      </a:lnTo>
                      <a:lnTo>
                        <a:pt x="0" y="127301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 name="Google Shape;813;p41"/>
                <p:cNvSpPr/>
                <p:nvPr/>
              </p:nvSpPr>
              <p:spPr>
                <a:xfrm>
                  <a:off x="9647065" y="1341975"/>
                  <a:ext cx="1207008" cy="442341"/>
                </a:xfrm>
                <a:custGeom>
                  <a:rect b="b" l="l" r="r" t="t"/>
                  <a:pathLst>
                    <a:path extrusionOk="0" h="442341" w="1207008">
                      <a:moveTo>
                        <a:pt x="1205579" y="442341"/>
                      </a:moveTo>
                      <a:lnTo>
                        <a:pt x="0" y="8763"/>
                      </a:lnTo>
                      <a:lnTo>
                        <a:pt x="3143" y="0"/>
                      </a:lnTo>
                      <a:lnTo>
                        <a:pt x="1207008" y="432911"/>
                      </a:lnTo>
                      <a:cubicBezTo>
                        <a:pt x="1207008" y="434150"/>
                        <a:pt x="1206341" y="435292"/>
                        <a:pt x="1203579" y="436340"/>
                      </a:cubicBezTo>
                      <a:cubicBezTo>
                        <a:pt x="1203770" y="438531"/>
                        <a:pt x="1204531" y="440436"/>
                        <a:pt x="1205579" y="4423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 name="Google Shape;814;p41"/>
                <p:cNvSpPr/>
                <p:nvPr/>
              </p:nvSpPr>
              <p:spPr>
                <a:xfrm>
                  <a:off x="9618204" y="1422081"/>
                  <a:ext cx="1228058" cy="449199"/>
                </a:xfrm>
                <a:custGeom>
                  <a:rect b="b" l="l" r="r" t="t"/>
                  <a:pathLst>
                    <a:path extrusionOk="0" h="449199" w="1228058">
                      <a:moveTo>
                        <a:pt x="1224820" y="449199"/>
                      </a:moveTo>
                      <a:lnTo>
                        <a:pt x="0" y="8763"/>
                      </a:lnTo>
                      <a:lnTo>
                        <a:pt x="3143" y="0"/>
                      </a:lnTo>
                      <a:lnTo>
                        <a:pt x="1228058" y="440531"/>
                      </a:lnTo>
                      <a:cubicBezTo>
                        <a:pt x="1227297" y="441769"/>
                        <a:pt x="1226534" y="443579"/>
                        <a:pt x="1225772" y="446056"/>
                      </a:cubicBezTo>
                      <a:cubicBezTo>
                        <a:pt x="1225391" y="447104"/>
                        <a:pt x="1225010" y="448151"/>
                        <a:pt x="1224725" y="44919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 name="Google Shape;815;p41"/>
                <p:cNvSpPr/>
                <p:nvPr/>
              </p:nvSpPr>
              <p:spPr>
                <a:xfrm>
                  <a:off x="9590772" y="1502376"/>
                  <a:ext cx="1212532" cy="439197"/>
                </a:xfrm>
                <a:custGeom>
                  <a:rect b="b" l="l" r="r" t="t"/>
                  <a:pathLst>
                    <a:path extrusionOk="0" h="439197" w="1212532">
                      <a:moveTo>
                        <a:pt x="1109377" y="402812"/>
                      </a:moveTo>
                      <a:lnTo>
                        <a:pt x="1038035" y="377190"/>
                      </a:lnTo>
                      <a:lnTo>
                        <a:pt x="1029176" y="374237"/>
                      </a:lnTo>
                      <a:lnTo>
                        <a:pt x="1029176" y="374047"/>
                      </a:lnTo>
                      <a:cubicBezTo>
                        <a:pt x="1029176" y="374047"/>
                        <a:pt x="958024" y="348425"/>
                        <a:pt x="958024" y="348425"/>
                      </a:cubicBezTo>
                      <a:lnTo>
                        <a:pt x="949166" y="345472"/>
                      </a:lnTo>
                      <a:lnTo>
                        <a:pt x="949166" y="345281"/>
                      </a:lnTo>
                      <a:cubicBezTo>
                        <a:pt x="949166" y="345281"/>
                        <a:pt x="877919" y="319659"/>
                        <a:pt x="877919" y="319659"/>
                      </a:cubicBezTo>
                      <a:lnTo>
                        <a:pt x="869061" y="316706"/>
                      </a:lnTo>
                      <a:lnTo>
                        <a:pt x="869061" y="316516"/>
                      </a:lnTo>
                      <a:cubicBezTo>
                        <a:pt x="869061" y="316516"/>
                        <a:pt x="797909" y="290894"/>
                        <a:pt x="797909" y="290894"/>
                      </a:cubicBezTo>
                      <a:lnTo>
                        <a:pt x="789051" y="287941"/>
                      </a:lnTo>
                      <a:lnTo>
                        <a:pt x="789051" y="287750"/>
                      </a:lnTo>
                      <a:cubicBezTo>
                        <a:pt x="789051" y="287750"/>
                        <a:pt x="717804" y="262128"/>
                        <a:pt x="717804" y="262128"/>
                      </a:cubicBezTo>
                      <a:lnTo>
                        <a:pt x="708946" y="259175"/>
                      </a:lnTo>
                      <a:lnTo>
                        <a:pt x="708946" y="258985"/>
                      </a:lnTo>
                      <a:cubicBezTo>
                        <a:pt x="708946" y="258985"/>
                        <a:pt x="637794" y="233363"/>
                        <a:pt x="637794" y="233363"/>
                      </a:cubicBezTo>
                      <a:lnTo>
                        <a:pt x="628936" y="230410"/>
                      </a:lnTo>
                      <a:lnTo>
                        <a:pt x="628936" y="230219"/>
                      </a:lnTo>
                      <a:cubicBezTo>
                        <a:pt x="628936" y="230219"/>
                        <a:pt x="557689" y="204597"/>
                        <a:pt x="557689" y="204597"/>
                      </a:cubicBezTo>
                      <a:lnTo>
                        <a:pt x="548830" y="201644"/>
                      </a:lnTo>
                      <a:lnTo>
                        <a:pt x="548830" y="201454"/>
                      </a:lnTo>
                      <a:cubicBezTo>
                        <a:pt x="548830" y="201454"/>
                        <a:pt x="477583" y="175832"/>
                        <a:pt x="477583" y="175832"/>
                      </a:cubicBezTo>
                      <a:lnTo>
                        <a:pt x="468725" y="172879"/>
                      </a:lnTo>
                      <a:lnTo>
                        <a:pt x="468725" y="172688"/>
                      </a:lnTo>
                      <a:cubicBezTo>
                        <a:pt x="468725" y="172688"/>
                        <a:pt x="397573" y="147066"/>
                        <a:pt x="397573" y="147066"/>
                      </a:cubicBezTo>
                      <a:lnTo>
                        <a:pt x="388715" y="144113"/>
                      </a:lnTo>
                      <a:lnTo>
                        <a:pt x="388715" y="143923"/>
                      </a:lnTo>
                      <a:cubicBezTo>
                        <a:pt x="388715" y="143923"/>
                        <a:pt x="317468" y="118300"/>
                        <a:pt x="317468" y="118300"/>
                      </a:cubicBezTo>
                      <a:lnTo>
                        <a:pt x="308610" y="115348"/>
                      </a:lnTo>
                      <a:lnTo>
                        <a:pt x="308610" y="115157"/>
                      </a:lnTo>
                      <a:cubicBezTo>
                        <a:pt x="308610" y="115157"/>
                        <a:pt x="237458" y="89535"/>
                        <a:pt x="237458" y="89535"/>
                      </a:cubicBezTo>
                      <a:lnTo>
                        <a:pt x="228600" y="86582"/>
                      </a:lnTo>
                      <a:lnTo>
                        <a:pt x="228600" y="86392"/>
                      </a:lnTo>
                      <a:cubicBezTo>
                        <a:pt x="228600" y="86392"/>
                        <a:pt x="157353" y="60770"/>
                        <a:pt x="157353" y="60770"/>
                      </a:cubicBezTo>
                      <a:lnTo>
                        <a:pt x="148495" y="57817"/>
                      </a:lnTo>
                      <a:lnTo>
                        <a:pt x="148495" y="57626"/>
                      </a:lnTo>
                      <a:cubicBezTo>
                        <a:pt x="148495" y="57626"/>
                        <a:pt x="77343" y="32004"/>
                        <a:pt x="77343" y="32004"/>
                      </a:cubicBezTo>
                      <a:lnTo>
                        <a:pt x="68485" y="29051"/>
                      </a:lnTo>
                      <a:lnTo>
                        <a:pt x="68485" y="28861"/>
                      </a:lnTo>
                      <a:cubicBezTo>
                        <a:pt x="68485" y="28861"/>
                        <a:pt x="0" y="4191"/>
                        <a:pt x="0" y="4191"/>
                      </a:cubicBezTo>
                      <a:lnTo>
                        <a:pt x="1524" y="0"/>
                      </a:lnTo>
                      <a:lnTo>
                        <a:pt x="1212532" y="435483"/>
                      </a:lnTo>
                      <a:cubicBezTo>
                        <a:pt x="1211580" y="437007"/>
                        <a:pt x="1210628" y="438150"/>
                        <a:pt x="1209675" y="439198"/>
                      </a:cubicBezTo>
                      <a:lnTo>
                        <a:pt x="1197864" y="434912"/>
                      </a:lnTo>
                      <a:lnTo>
                        <a:pt x="1189006" y="431959"/>
                      </a:lnTo>
                      <a:lnTo>
                        <a:pt x="1189006" y="431768"/>
                      </a:lnTo>
                      <a:cubicBezTo>
                        <a:pt x="1189006" y="431768"/>
                        <a:pt x="1117759" y="406146"/>
                        <a:pt x="1117759" y="406146"/>
                      </a:cubicBezTo>
                      <a:lnTo>
                        <a:pt x="1108900" y="403193"/>
                      </a:lnTo>
                      <a:lnTo>
                        <a:pt x="1108900" y="40300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6" name="Google Shape;816;p41"/>
              <p:cNvGrpSpPr/>
              <p:nvPr/>
            </p:nvGrpSpPr>
            <p:grpSpPr>
              <a:xfrm>
                <a:off x="9659447" y="632648"/>
                <a:ext cx="1420749" cy="1304449"/>
                <a:chOff x="9659447" y="632648"/>
                <a:chExt cx="1420749" cy="1304449"/>
              </a:xfrm>
            </p:grpSpPr>
            <p:grpSp>
              <p:nvGrpSpPr>
                <p:cNvPr id="817" name="Google Shape;817;p41"/>
                <p:cNvGrpSpPr/>
                <p:nvPr/>
              </p:nvGrpSpPr>
              <p:grpSpPr>
                <a:xfrm>
                  <a:off x="10780064" y="1100040"/>
                  <a:ext cx="300132" cy="837057"/>
                  <a:chOff x="10780064" y="1100040"/>
                  <a:chExt cx="300132" cy="837057"/>
                </a:xfrm>
              </p:grpSpPr>
              <p:sp>
                <p:nvSpPr>
                  <p:cNvPr id="818" name="Google Shape;818;p41"/>
                  <p:cNvSpPr/>
                  <p:nvPr/>
                </p:nvSpPr>
                <p:spPr>
                  <a:xfrm>
                    <a:off x="11004378" y="1100040"/>
                    <a:ext cx="75818" cy="210883"/>
                  </a:xfrm>
                  <a:custGeom>
                    <a:rect b="b" l="l" r="r" t="t"/>
                    <a:pathLst>
                      <a:path extrusionOk="0" h="210883" w="75818">
                        <a:moveTo>
                          <a:pt x="10192" y="200120"/>
                        </a:moveTo>
                        <a:cubicBezTo>
                          <a:pt x="7239" y="204216"/>
                          <a:pt x="4096" y="207836"/>
                          <a:pt x="0" y="210884"/>
                        </a:cubicBezTo>
                        <a:lnTo>
                          <a:pt x="75819" y="0"/>
                        </a:lnTo>
                        <a:cubicBezTo>
                          <a:pt x="75533" y="2953"/>
                          <a:pt x="74581" y="6191"/>
                          <a:pt x="73152" y="10763"/>
                        </a:cubicBezTo>
                        <a:cubicBezTo>
                          <a:pt x="71438" y="16193"/>
                          <a:pt x="70580" y="23336"/>
                          <a:pt x="69532" y="30671"/>
                        </a:cubicBezTo>
                        <a:cubicBezTo>
                          <a:pt x="69056" y="33719"/>
                          <a:pt x="68580" y="36957"/>
                          <a:pt x="67913" y="39910"/>
                        </a:cubicBezTo>
                        <a:cubicBezTo>
                          <a:pt x="65913" y="49244"/>
                          <a:pt x="62579" y="57626"/>
                          <a:pt x="55436" y="61341"/>
                        </a:cubicBezTo>
                        <a:cubicBezTo>
                          <a:pt x="56959" y="62198"/>
                          <a:pt x="59626" y="63722"/>
                          <a:pt x="62198" y="65437"/>
                        </a:cubicBezTo>
                        <a:lnTo>
                          <a:pt x="16573" y="192310"/>
                        </a:lnTo>
                        <a:lnTo>
                          <a:pt x="16002" y="192119"/>
                        </a:lnTo>
                        <a:cubicBezTo>
                          <a:pt x="13906" y="194881"/>
                          <a:pt x="12097" y="197453"/>
                          <a:pt x="10192" y="1999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 name="Google Shape;819;p41"/>
                  <p:cNvSpPr/>
                  <p:nvPr/>
                </p:nvSpPr>
                <p:spPr>
                  <a:xfrm>
                    <a:off x="10987613" y="1356834"/>
                    <a:ext cx="190" cy="285"/>
                  </a:xfrm>
                  <a:custGeom>
                    <a:rect b="b" l="l" r="r" t="t"/>
                    <a:pathLst>
                      <a:path extrusionOk="0" h="285" w="190">
                        <a:moveTo>
                          <a:pt x="190" y="0"/>
                        </a:moveTo>
                        <a:cubicBezTo>
                          <a:pt x="190" y="0"/>
                          <a:pt x="190" y="191"/>
                          <a:pt x="190" y="286"/>
                        </a:cubicBezTo>
                        <a:cubicBezTo>
                          <a:pt x="190" y="286"/>
                          <a:pt x="124" y="286"/>
                          <a:pt x="0" y="286"/>
                        </a:cubicBez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 name="Google Shape;820;p41"/>
                  <p:cNvSpPr/>
                  <p:nvPr/>
                </p:nvSpPr>
                <p:spPr>
                  <a:xfrm>
                    <a:off x="10858455" y="1484565"/>
                    <a:ext cx="90201" cy="232124"/>
                  </a:xfrm>
                  <a:custGeom>
                    <a:rect b="b" l="l" r="r" t="t"/>
                    <a:pathLst>
                      <a:path extrusionOk="0" h="232124" w="90201">
                        <a:moveTo>
                          <a:pt x="0" y="232124"/>
                        </a:moveTo>
                        <a:lnTo>
                          <a:pt x="83439" y="0"/>
                        </a:lnTo>
                        <a:cubicBezTo>
                          <a:pt x="86868" y="1810"/>
                          <a:pt x="89154" y="3810"/>
                          <a:pt x="90202" y="8763"/>
                        </a:cubicBezTo>
                        <a:lnTo>
                          <a:pt x="26575" y="185547"/>
                        </a:lnTo>
                        <a:lnTo>
                          <a:pt x="26384" y="185547"/>
                        </a:lnTo>
                        <a:cubicBezTo>
                          <a:pt x="21907" y="192119"/>
                          <a:pt x="20098" y="200120"/>
                          <a:pt x="18002" y="208026"/>
                        </a:cubicBezTo>
                        <a:lnTo>
                          <a:pt x="18479" y="208217"/>
                        </a:lnTo>
                        <a:lnTo>
                          <a:pt x="15335" y="216979"/>
                        </a:lnTo>
                        <a:lnTo>
                          <a:pt x="15335" y="216979"/>
                        </a:lnTo>
                        <a:cubicBezTo>
                          <a:pt x="14478" y="218884"/>
                          <a:pt x="13621" y="220885"/>
                          <a:pt x="12668" y="222695"/>
                        </a:cubicBezTo>
                        <a:cubicBezTo>
                          <a:pt x="9811" y="227647"/>
                          <a:pt x="10478" y="226314"/>
                          <a:pt x="6477" y="229076"/>
                        </a:cubicBezTo>
                        <a:cubicBezTo>
                          <a:pt x="5048" y="230124"/>
                          <a:pt x="2381" y="230981"/>
                          <a:pt x="95" y="2321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 name="Google Shape;821;p41"/>
                  <p:cNvSpPr/>
                  <p:nvPr/>
                </p:nvSpPr>
                <p:spPr>
                  <a:xfrm>
                    <a:off x="10780064" y="1727738"/>
                    <a:ext cx="79152" cy="209359"/>
                  </a:xfrm>
                  <a:custGeom>
                    <a:rect b="b" l="l" r="r" t="t"/>
                    <a:pathLst>
                      <a:path extrusionOk="0" h="209359" w="79152">
                        <a:moveTo>
                          <a:pt x="95" y="206407"/>
                        </a:moveTo>
                        <a:lnTo>
                          <a:pt x="74295" y="0"/>
                        </a:lnTo>
                        <a:cubicBezTo>
                          <a:pt x="75724" y="4667"/>
                          <a:pt x="78391" y="9525"/>
                          <a:pt x="78962" y="13049"/>
                        </a:cubicBezTo>
                        <a:cubicBezTo>
                          <a:pt x="78962" y="13335"/>
                          <a:pt x="78962" y="13621"/>
                          <a:pt x="79153" y="14002"/>
                        </a:cubicBezTo>
                        <a:lnTo>
                          <a:pt x="8858" y="209359"/>
                        </a:lnTo>
                        <a:lnTo>
                          <a:pt x="0" y="20640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22" name="Google Shape;822;p41"/>
                <p:cNvSpPr/>
                <p:nvPr/>
              </p:nvSpPr>
              <p:spPr>
                <a:xfrm>
                  <a:off x="10700149" y="955356"/>
                  <a:ext cx="350329" cy="953071"/>
                </a:xfrm>
                <a:custGeom>
                  <a:rect b="b" l="l" r="r" t="t"/>
                  <a:pathLst>
                    <a:path extrusionOk="0" h="953071" w="350329">
                      <a:moveTo>
                        <a:pt x="0" y="950023"/>
                      </a:moveTo>
                      <a:lnTo>
                        <a:pt x="341662" y="0"/>
                      </a:lnTo>
                      <a:cubicBezTo>
                        <a:pt x="344614" y="1143"/>
                        <a:pt x="347567" y="2476"/>
                        <a:pt x="350330" y="3429"/>
                      </a:cubicBezTo>
                      <a:lnTo>
                        <a:pt x="8858" y="953072"/>
                      </a:lnTo>
                      <a:lnTo>
                        <a:pt x="0" y="95011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 name="Google Shape;823;p41"/>
                <p:cNvSpPr/>
                <p:nvPr/>
              </p:nvSpPr>
              <p:spPr>
                <a:xfrm>
                  <a:off x="10619948" y="933257"/>
                  <a:ext cx="347567" cy="946404"/>
                </a:xfrm>
                <a:custGeom>
                  <a:rect b="b" l="l" r="r" t="t"/>
                  <a:pathLst>
                    <a:path extrusionOk="0" h="946404" w="347567">
                      <a:moveTo>
                        <a:pt x="95" y="943356"/>
                      </a:moveTo>
                      <a:lnTo>
                        <a:pt x="339376" y="0"/>
                      </a:lnTo>
                      <a:cubicBezTo>
                        <a:pt x="340709" y="572"/>
                        <a:pt x="342043" y="1143"/>
                        <a:pt x="342995" y="1715"/>
                      </a:cubicBezTo>
                      <a:cubicBezTo>
                        <a:pt x="344519" y="2572"/>
                        <a:pt x="346043" y="3620"/>
                        <a:pt x="347567" y="4667"/>
                      </a:cubicBezTo>
                      <a:lnTo>
                        <a:pt x="8858" y="946404"/>
                      </a:lnTo>
                      <a:lnTo>
                        <a:pt x="0" y="94345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 name="Google Shape;824;p41"/>
                <p:cNvSpPr/>
                <p:nvPr/>
              </p:nvSpPr>
              <p:spPr>
                <a:xfrm>
                  <a:off x="10539938" y="913731"/>
                  <a:ext cx="344900" cy="937069"/>
                </a:xfrm>
                <a:custGeom>
                  <a:rect b="b" l="l" r="r" t="t"/>
                  <a:pathLst>
                    <a:path extrusionOk="0" h="937069" w="344900">
                      <a:moveTo>
                        <a:pt x="95" y="934117"/>
                      </a:moveTo>
                      <a:lnTo>
                        <a:pt x="336042" y="0"/>
                      </a:lnTo>
                      <a:cubicBezTo>
                        <a:pt x="338804" y="1143"/>
                        <a:pt x="341471" y="2381"/>
                        <a:pt x="344234" y="2762"/>
                      </a:cubicBezTo>
                      <a:cubicBezTo>
                        <a:pt x="344424" y="2762"/>
                        <a:pt x="344710" y="2762"/>
                        <a:pt x="344900" y="2762"/>
                      </a:cubicBezTo>
                      <a:lnTo>
                        <a:pt x="8858" y="937070"/>
                      </a:lnTo>
                      <a:lnTo>
                        <a:pt x="0" y="93411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 name="Google Shape;825;p41"/>
                <p:cNvSpPr/>
                <p:nvPr/>
              </p:nvSpPr>
              <p:spPr>
                <a:xfrm>
                  <a:off x="10459833" y="905540"/>
                  <a:ext cx="338423" cy="916400"/>
                </a:xfrm>
                <a:custGeom>
                  <a:rect b="b" l="l" r="r" t="t"/>
                  <a:pathLst>
                    <a:path extrusionOk="0" h="916400" w="338423">
                      <a:moveTo>
                        <a:pt x="95" y="913448"/>
                      </a:moveTo>
                      <a:lnTo>
                        <a:pt x="328422" y="381"/>
                      </a:lnTo>
                      <a:cubicBezTo>
                        <a:pt x="332327" y="1619"/>
                        <a:pt x="334137" y="1619"/>
                        <a:pt x="338423" y="0"/>
                      </a:cubicBezTo>
                      <a:lnTo>
                        <a:pt x="8858" y="916400"/>
                      </a:lnTo>
                      <a:lnTo>
                        <a:pt x="0" y="91344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 name="Google Shape;826;p41"/>
                <p:cNvSpPr/>
                <p:nvPr/>
              </p:nvSpPr>
              <p:spPr>
                <a:xfrm>
                  <a:off x="10379823" y="861725"/>
                  <a:ext cx="338613" cy="931449"/>
                </a:xfrm>
                <a:custGeom>
                  <a:rect b="b" l="l" r="r" t="t"/>
                  <a:pathLst>
                    <a:path extrusionOk="0" h="931449" w="338613">
                      <a:moveTo>
                        <a:pt x="95" y="928497"/>
                      </a:moveTo>
                      <a:lnTo>
                        <a:pt x="334042" y="0"/>
                      </a:lnTo>
                      <a:cubicBezTo>
                        <a:pt x="333470" y="1619"/>
                        <a:pt x="332994" y="3238"/>
                        <a:pt x="333089" y="4763"/>
                      </a:cubicBezTo>
                      <a:cubicBezTo>
                        <a:pt x="333470" y="7620"/>
                        <a:pt x="335852" y="11144"/>
                        <a:pt x="338614" y="14573"/>
                      </a:cubicBezTo>
                      <a:lnTo>
                        <a:pt x="8858" y="931450"/>
                      </a:lnTo>
                      <a:lnTo>
                        <a:pt x="0" y="92849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 name="Google Shape;827;p41"/>
                <p:cNvSpPr/>
                <p:nvPr/>
              </p:nvSpPr>
              <p:spPr>
                <a:xfrm>
                  <a:off x="10299908" y="826863"/>
                  <a:ext cx="344805" cy="937545"/>
                </a:xfrm>
                <a:custGeom>
                  <a:rect b="b" l="l" r="r" t="t"/>
                  <a:pathLst>
                    <a:path extrusionOk="0" h="937545" w="344805">
                      <a:moveTo>
                        <a:pt x="0" y="934593"/>
                      </a:moveTo>
                      <a:lnTo>
                        <a:pt x="336137" y="0"/>
                      </a:lnTo>
                      <a:cubicBezTo>
                        <a:pt x="338328" y="857"/>
                        <a:pt x="340614" y="1715"/>
                        <a:pt x="342900" y="2572"/>
                      </a:cubicBezTo>
                      <a:cubicBezTo>
                        <a:pt x="343472" y="2762"/>
                        <a:pt x="344138" y="3048"/>
                        <a:pt x="344805" y="3334"/>
                      </a:cubicBezTo>
                      <a:lnTo>
                        <a:pt x="8858" y="937546"/>
                      </a:lnTo>
                      <a:lnTo>
                        <a:pt x="0" y="93459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 name="Google Shape;828;p41"/>
                <p:cNvSpPr/>
                <p:nvPr/>
              </p:nvSpPr>
              <p:spPr>
                <a:xfrm>
                  <a:off x="10219803" y="822768"/>
                  <a:ext cx="334994" cy="912780"/>
                </a:xfrm>
                <a:custGeom>
                  <a:rect b="b" l="l" r="r" t="t"/>
                  <a:pathLst>
                    <a:path extrusionOk="0" h="912780" w="334994">
                      <a:moveTo>
                        <a:pt x="95" y="909923"/>
                      </a:moveTo>
                      <a:lnTo>
                        <a:pt x="327279" y="0"/>
                      </a:lnTo>
                      <a:cubicBezTo>
                        <a:pt x="327755" y="1905"/>
                        <a:pt x="328327" y="3619"/>
                        <a:pt x="330136" y="4763"/>
                      </a:cubicBezTo>
                      <a:cubicBezTo>
                        <a:pt x="331470" y="5620"/>
                        <a:pt x="333184" y="5905"/>
                        <a:pt x="334994" y="6001"/>
                      </a:cubicBezTo>
                      <a:lnTo>
                        <a:pt x="8858" y="912781"/>
                      </a:lnTo>
                      <a:lnTo>
                        <a:pt x="0" y="90982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 name="Google Shape;829;p41"/>
                <p:cNvSpPr/>
                <p:nvPr/>
              </p:nvSpPr>
              <p:spPr>
                <a:xfrm>
                  <a:off x="10139793" y="787239"/>
                  <a:ext cx="338708" cy="919734"/>
                </a:xfrm>
                <a:custGeom>
                  <a:rect b="b" l="l" r="r" t="t"/>
                  <a:pathLst>
                    <a:path extrusionOk="0" h="919734" w="338708">
                      <a:moveTo>
                        <a:pt x="0" y="916686"/>
                      </a:moveTo>
                      <a:lnTo>
                        <a:pt x="329660" y="0"/>
                      </a:lnTo>
                      <a:cubicBezTo>
                        <a:pt x="332613" y="857"/>
                        <a:pt x="335661" y="1715"/>
                        <a:pt x="338709" y="2477"/>
                      </a:cubicBezTo>
                      <a:lnTo>
                        <a:pt x="8858" y="919734"/>
                      </a:lnTo>
                      <a:lnTo>
                        <a:pt x="0" y="91678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 name="Google Shape;830;p41"/>
                <p:cNvSpPr/>
                <p:nvPr/>
              </p:nvSpPr>
              <p:spPr>
                <a:xfrm>
                  <a:off x="10059688" y="746568"/>
                  <a:ext cx="341471" cy="931544"/>
                </a:xfrm>
                <a:custGeom>
                  <a:rect b="b" l="l" r="r" t="t"/>
                  <a:pathLst>
                    <a:path extrusionOk="0" h="931544" w="341471">
                      <a:moveTo>
                        <a:pt x="0" y="928497"/>
                      </a:moveTo>
                      <a:lnTo>
                        <a:pt x="333946" y="0"/>
                      </a:lnTo>
                      <a:cubicBezTo>
                        <a:pt x="333946" y="0"/>
                        <a:pt x="334899" y="476"/>
                        <a:pt x="335375" y="667"/>
                      </a:cubicBezTo>
                      <a:cubicBezTo>
                        <a:pt x="340042" y="2762"/>
                        <a:pt x="339280" y="3810"/>
                        <a:pt x="341471" y="6572"/>
                      </a:cubicBezTo>
                      <a:lnTo>
                        <a:pt x="8858" y="931545"/>
                      </a:lnTo>
                      <a:lnTo>
                        <a:pt x="0" y="92859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 name="Google Shape;831;p41"/>
                <p:cNvSpPr/>
                <p:nvPr/>
              </p:nvSpPr>
              <p:spPr>
                <a:xfrm>
                  <a:off x="9979678" y="755712"/>
                  <a:ext cx="329279" cy="893635"/>
                </a:xfrm>
                <a:custGeom>
                  <a:rect b="b" l="l" r="r" t="t"/>
                  <a:pathLst>
                    <a:path extrusionOk="0" h="893635" w="329279">
                      <a:moveTo>
                        <a:pt x="0" y="890587"/>
                      </a:moveTo>
                      <a:lnTo>
                        <a:pt x="320326" y="0"/>
                      </a:lnTo>
                      <a:cubicBezTo>
                        <a:pt x="323374" y="762"/>
                        <a:pt x="326422" y="1715"/>
                        <a:pt x="329279" y="2572"/>
                      </a:cubicBezTo>
                      <a:lnTo>
                        <a:pt x="8858" y="893636"/>
                      </a:lnTo>
                      <a:lnTo>
                        <a:pt x="0" y="89068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41"/>
                <p:cNvSpPr/>
                <p:nvPr/>
              </p:nvSpPr>
              <p:spPr>
                <a:xfrm>
                  <a:off x="9899573" y="709039"/>
                  <a:ext cx="335089" cy="911447"/>
                </a:xfrm>
                <a:custGeom>
                  <a:rect b="b" l="l" r="r" t="t"/>
                  <a:pathLst>
                    <a:path extrusionOk="0" h="911447" w="335089">
                      <a:moveTo>
                        <a:pt x="95" y="908494"/>
                      </a:moveTo>
                      <a:lnTo>
                        <a:pt x="326803" y="0"/>
                      </a:lnTo>
                      <a:cubicBezTo>
                        <a:pt x="329565" y="1810"/>
                        <a:pt x="332327" y="3143"/>
                        <a:pt x="335090" y="4381"/>
                      </a:cubicBezTo>
                      <a:lnTo>
                        <a:pt x="8858" y="911447"/>
                      </a:lnTo>
                      <a:lnTo>
                        <a:pt x="0" y="90849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41"/>
                <p:cNvSpPr/>
                <p:nvPr/>
              </p:nvSpPr>
              <p:spPr>
                <a:xfrm>
                  <a:off x="9819658" y="632648"/>
                  <a:ext cx="348995" cy="959167"/>
                </a:xfrm>
                <a:custGeom>
                  <a:rect b="b" l="l" r="r" t="t"/>
                  <a:pathLst>
                    <a:path extrusionOk="0" h="959167" w="348995">
                      <a:moveTo>
                        <a:pt x="0" y="956120"/>
                      </a:moveTo>
                      <a:lnTo>
                        <a:pt x="335852" y="22384"/>
                      </a:lnTo>
                      <a:cubicBezTo>
                        <a:pt x="337185" y="22670"/>
                        <a:pt x="338614" y="22955"/>
                        <a:pt x="339757" y="23241"/>
                      </a:cubicBezTo>
                      <a:cubicBezTo>
                        <a:pt x="341852" y="20383"/>
                        <a:pt x="340995" y="16002"/>
                        <a:pt x="339757" y="11621"/>
                      </a:cubicBezTo>
                      <a:lnTo>
                        <a:pt x="343948" y="0"/>
                      </a:lnTo>
                      <a:lnTo>
                        <a:pt x="346329" y="857"/>
                      </a:lnTo>
                      <a:cubicBezTo>
                        <a:pt x="345186" y="3905"/>
                        <a:pt x="343662" y="6001"/>
                        <a:pt x="345853" y="9811"/>
                      </a:cubicBezTo>
                      <a:cubicBezTo>
                        <a:pt x="346710" y="11049"/>
                        <a:pt x="347853" y="12287"/>
                        <a:pt x="348996" y="13430"/>
                      </a:cubicBezTo>
                      <a:lnTo>
                        <a:pt x="8858" y="959168"/>
                      </a:lnTo>
                      <a:lnTo>
                        <a:pt x="0" y="95621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34" name="Google Shape;834;p41"/>
                <p:cNvGrpSpPr/>
                <p:nvPr/>
              </p:nvGrpSpPr>
              <p:grpSpPr>
                <a:xfrm>
                  <a:off x="9739553" y="749996"/>
                  <a:ext cx="301084" cy="812959"/>
                  <a:chOff x="9739553" y="749996"/>
                  <a:chExt cx="301084" cy="812959"/>
                </a:xfrm>
              </p:grpSpPr>
              <p:sp>
                <p:nvSpPr>
                  <p:cNvPr id="835" name="Google Shape;835;p41"/>
                  <p:cNvSpPr/>
                  <p:nvPr/>
                </p:nvSpPr>
                <p:spPr>
                  <a:xfrm>
                    <a:off x="10011924" y="749996"/>
                    <a:ext cx="28713" cy="78295"/>
                  </a:xfrm>
                  <a:custGeom>
                    <a:rect b="b" l="l" r="r" t="t"/>
                    <a:pathLst>
                      <a:path extrusionOk="0" h="78295" w="28713">
                        <a:moveTo>
                          <a:pt x="615" y="78296"/>
                        </a:moveTo>
                        <a:cubicBezTo>
                          <a:pt x="139" y="73819"/>
                          <a:pt x="-338" y="69247"/>
                          <a:pt x="329" y="66389"/>
                        </a:cubicBezTo>
                        <a:cubicBezTo>
                          <a:pt x="1948" y="59627"/>
                          <a:pt x="5282" y="54197"/>
                          <a:pt x="6711" y="47339"/>
                        </a:cubicBezTo>
                        <a:cubicBezTo>
                          <a:pt x="8520" y="37814"/>
                          <a:pt x="9759" y="24194"/>
                          <a:pt x="14140" y="13907"/>
                        </a:cubicBezTo>
                        <a:lnTo>
                          <a:pt x="13854" y="13907"/>
                        </a:lnTo>
                        <a:cubicBezTo>
                          <a:pt x="13854" y="13907"/>
                          <a:pt x="16998" y="5048"/>
                          <a:pt x="16998" y="5048"/>
                        </a:cubicBezTo>
                        <a:lnTo>
                          <a:pt x="19093" y="5810"/>
                        </a:lnTo>
                        <a:cubicBezTo>
                          <a:pt x="20712" y="4191"/>
                          <a:pt x="22427" y="4286"/>
                          <a:pt x="24523" y="2953"/>
                        </a:cubicBezTo>
                        <a:cubicBezTo>
                          <a:pt x="25951" y="2000"/>
                          <a:pt x="27380" y="1048"/>
                          <a:pt x="28714" y="0"/>
                        </a:cubicBezTo>
                        <a:lnTo>
                          <a:pt x="615" y="7820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 name="Google Shape;836;p41"/>
                  <p:cNvSpPr/>
                  <p:nvPr/>
                </p:nvSpPr>
                <p:spPr>
                  <a:xfrm>
                    <a:off x="9739553" y="835055"/>
                    <a:ext cx="269462" cy="727900"/>
                  </a:xfrm>
                  <a:custGeom>
                    <a:rect b="b" l="l" r="r" t="t"/>
                    <a:pathLst>
                      <a:path extrusionOk="0" h="727900" w="269462">
                        <a:moveTo>
                          <a:pt x="0" y="724853"/>
                        </a:moveTo>
                        <a:lnTo>
                          <a:pt x="260699" y="0"/>
                        </a:lnTo>
                        <a:lnTo>
                          <a:pt x="269462" y="3143"/>
                        </a:lnTo>
                        <a:lnTo>
                          <a:pt x="8858" y="727901"/>
                        </a:lnTo>
                        <a:lnTo>
                          <a:pt x="0" y="72485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37" name="Google Shape;837;p41"/>
                <p:cNvSpPr/>
                <p:nvPr/>
              </p:nvSpPr>
              <p:spPr>
                <a:xfrm>
                  <a:off x="9659447" y="949440"/>
                  <a:ext cx="218884" cy="584654"/>
                </a:xfrm>
                <a:custGeom>
                  <a:rect b="b" l="l" r="r" t="t"/>
                  <a:pathLst>
                    <a:path extrusionOk="0" h="584654" w="218884">
                      <a:moveTo>
                        <a:pt x="95" y="581702"/>
                      </a:moveTo>
                      <a:lnTo>
                        <a:pt x="208693" y="1724"/>
                      </a:lnTo>
                      <a:cubicBezTo>
                        <a:pt x="210121" y="1153"/>
                        <a:pt x="211550" y="486"/>
                        <a:pt x="213074" y="105"/>
                      </a:cubicBezTo>
                      <a:cubicBezTo>
                        <a:pt x="215551" y="-276"/>
                        <a:pt x="217170" y="486"/>
                        <a:pt x="218885" y="677"/>
                      </a:cubicBezTo>
                      <a:lnTo>
                        <a:pt x="8858" y="584654"/>
                      </a:lnTo>
                      <a:lnTo>
                        <a:pt x="0" y="58170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
        <p:nvSpPr>
          <p:cNvPr id="838" name="Google Shape;838;p41"/>
          <p:cNvSpPr/>
          <p:nvPr/>
        </p:nvSpPr>
        <p:spPr>
          <a:xfrm>
            <a:off x="1295627" y="1920631"/>
            <a:ext cx="1450766" cy="1302238"/>
          </a:xfrm>
          <a:custGeom>
            <a:rect b="b" l="l" r="r" t="t"/>
            <a:pathLst>
              <a:path extrusionOk="0" h="31625" w="35232">
                <a:moveTo>
                  <a:pt x="33018" y="0"/>
                </a:moveTo>
                <a:cubicBezTo>
                  <a:pt x="25345" y="0"/>
                  <a:pt x="16830" y="2128"/>
                  <a:pt x="11200" y="7341"/>
                </a:cubicBezTo>
                <a:cubicBezTo>
                  <a:pt x="5687" y="12446"/>
                  <a:pt x="3844" y="24264"/>
                  <a:pt x="8957" y="29770"/>
                </a:cubicBezTo>
                <a:cubicBezTo>
                  <a:pt x="17249" y="38701"/>
                  <a:pt x="42767" y="9555"/>
                  <a:pt x="33018" y="2243"/>
                </a:cubicBezTo>
                <a:cubicBezTo>
                  <a:pt x="22769" y="-5444"/>
                  <a:pt x="-2173" y="9635"/>
                  <a:pt x="189" y="22226"/>
                </a:cubicBezTo>
                <a:cubicBezTo>
                  <a:pt x="1023" y="26670"/>
                  <a:pt x="5727" y="30616"/>
                  <a:pt x="10180" y="31401"/>
                </a:cubicBezTo>
                <a:cubicBezTo>
                  <a:pt x="17545" y="32699"/>
                  <a:pt x="25880" y="27596"/>
                  <a:pt x="30367" y="21614"/>
                </a:cubicBezTo>
              </a:path>
            </a:pathLst>
          </a:custGeom>
          <a:noFill/>
          <a:ln cap="flat" cmpd="sng" w="19050">
            <a:solidFill>
              <a:schemeClr val="dk2"/>
            </a:solidFill>
            <a:prstDash val="solid"/>
            <a:round/>
            <a:headEnd len="med" w="med" type="none"/>
            <a:tailEnd len="med" w="med" type="none"/>
          </a:ln>
        </p:spPr>
      </p:sp>
      <p:sp>
        <p:nvSpPr>
          <p:cNvPr id="839" name="Google Shape;839;p41"/>
          <p:cNvSpPr txBox="1"/>
          <p:nvPr>
            <p:ph type="title"/>
          </p:nvPr>
        </p:nvSpPr>
        <p:spPr>
          <a:xfrm>
            <a:off x="2959500" y="1963350"/>
            <a:ext cx="38622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Year highlights</a:t>
            </a:r>
            <a:endParaRPr/>
          </a:p>
        </p:txBody>
      </p:sp>
      <p:sp>
        <p:nvSpPr>
          <p:cNvPr id="840" name="Google Shape;840;p41"/>
          <p:cNvSpPr txBox="1"/>
          <p:nvPr>
            <p:ph idx="2" type="title"/>
          </p:nvPr>
        </p:nvSpPr>
        <p:spPr>
          <a:xfrm>
            <a:off x="1778609" y="2150850"/>
            <a:ext cx="6372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41" name="Google Shape;841;p41"/>
          <p:cNvSpPr txBox="1"/>
          <p:nvPr>
            <p:ph idx="1" type="subTitle"/>
          </p:nvPr>
        </p:nvSpPr>
        <p:spPr>
          <a:xfrm>
            <a:off x="2959500" y="2805150"/>
            <a:ext cx="3862200" cy="3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842" name="Google Shape;842;p41"/>
          <p:cNvGrpSpPr/>
          <p:nvPr/>
        </p:nvGrpSpPr>
        <p:grpSpPr>
          <a:xfrm flipH="1">
            <a:off x="595987" y="616313"/>
            <a:ext cx="546060" cy="612439"/>
            <a:chOff x="4141364" y="967419"/>
            <a:chExt cx="323036" cy="362304"/>
          </a:xfrm>
        </p:grpSpPr>
        <p:sp>
          <p:nvSpPr>
            <p:cNvPr id="843" name="Google Shape;843;p41"/>
            <p:cNvSpPr/>
            <p:nvPr/>
          </p:nvSpPr>
          <p:spPr>
            <a:xfrm>
              <a:off x="4365286" y="1063502"/>
              <a:ext cx="99114" cy="95016"/>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9" y="26071"/>
                    <a:pt x="31626" y="24091"/>
                    <a:pt x="32969" y="21263"/>
                  </a:cubicBezTo>
                  <a:lnTo>
                    <a:pt x="40817" y="5356"/>
                  </a:lnTo>
                  <a:cubicBezTo>
                    <a:pt x="44352" y="-1785"/>
                    <a:pt x="54533" y="-1785"/>
                    <a:pt x="58068" y="5356"/>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 name="Google Shape;844;p41"/>
            <p:cNvSpPr/>
            <p:nvPr/>
          </p:nvSpPr>
          <p:spPr>
            <a:xfrm>
              <a:off x="4259522" y="1197690"/>
              <a:ext cx="78140" cy="78898"/>
            </a:xfrm>
            <a:custGeom>
              <a:rect b="b" l="l" r="r" t="t"/>
              <a:pathLst>
                <a:path extrusionOk="0" h="78898" w="78140">
                  <a:moveTo>
                    <a:pt x="31409" y="1682"/>
                  </a:moveTo>
                  <a:lnTo>
                    <a:pt x="42509" y="10590"/>
                  </a:lnTo>
                  <a:cubicBezTo>
                    <a:pt x="44489" y="12146"/>
                    <a:pt x="47105" y="12711"/>
                    <a:pt x="49580" y="11934"/>
                  </a:cubicBezTo>
                  <a:lnTo>
                    <a:pt x="63225" y="7833"/>
                  </a:lnTo>
                  <a:cubicBezTo>
                    <a:pt x="69305" y="5995"/>
                    <a:pt x="74890" y="11934"/>
                    <a:pt x="72699" y="17943"/>
                  </a:cubicBezTo>
                  <a:lnTo>
                    <a:pt x="67679" y="31235"/>
                  </a:lnTo>
                  <a:cubicBezTo>
                    <a:pt x="66760" y="33639"/>
                    <a:pt x="67113" y="36255"/>
                    <a:pt x="68598" y="38376"/>
                  </a:cubicBezTo>
                  <a:lnTo>
                    <a:pt x="76729" y="50042"/>
                  </a:lnTo>
                  <a:cubicBezTo>
                    <a:pt x="80405" y="55273"/>
                    <a:pt x="76446" y="62414"/>
                    <a:pt x="70083" y="62131"/>
                  </a:cubicBezTo>
                  <a:lnTo>
                    <a:pt x="55872" y="61495"/>
                  </a:lnTo>
                  <a:cubicBezTo>
                    <a:pt x="53327" y="61354"/>
                    <a:pt x="50923" y="62485"/>
                    <a:pt x="49367" y="64535"/>
                  </a:cubicBezTo>
                  <a:lnTo>
                    <a:pt x="40812" y="75847"/>
                  </a:lnTo>
                  <a:cubicBezTo>
                    <a:pt x="36924" y="80938"/>
                    <a:pt x="28935" y="79383"/>
                    <a:pt x="27238" y="73231"/>
                  </a:cubicBezTo>
                  <a:lnTo>
                    <a:pt x="23491" y="59516"/>
                  </a:lnTo>
                  <a:cubicBezTo>
                    <a:pt x="22784" y="57041"/>
                    <a:pt x="21016" y="55132"/>
                    <a:pt x="18612" y="54284"/>
                  </a:cubicBezTo>
                  <a:lnTo>
                    <a:pt x="5179" y="49617"/>
                  </a:lnTo>
                  <a:cubicBezTo>
                    <a:pt x="-830" y="47496"/>
                    <a:pt x="-1891" y="39436"/>
                    <a:pt x="3482" y="35901"/>
                  </a:cubicBezTo>
                  <a:lnTo>
                    <a:pt x="15360" y="28054"/>
                  </a:lnTo>
                  <a:cubicBezTo>
                    <a:pt x="17481" y="26640"/>
                    <a:pt x="18754" y="24306"/>
                    <a:pt x="18825" y="21761"/>
                  </a:cubicBezTo>
                  <a:lnTo>
                    <a:pt x="19107" y="7550"/>
                  </a:lnTo>
                  <a:cubicBezTo>
                    <a:pt x="19249" y="1187"/>
                    <a:pt x="26602" y="-2277"/>
                    <a:pt x="31621" y="1682"/>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 name="Google Shape;845;p41"/>
            <p:cNvSpPr/>
            <p:nvPr/>
          </p:nvSpPr>
          <p:spPr>
            <a:xfrm>
              <a:off x="4150081" y="1050670"/>
              <a:ext cx="72977" cy="204323"/>
            </a:xfrm>
            <a:custGeom>
              <a:rect b="b" l="l" r="r" t="t"/>
              <a:pathLst>
                <a:path extrusionOk="0" h="204323" w="72977">
                  <a:moveTo>
                    <a:pt x="70857" y="937"/>
                  </a:moveTo>
                  <a:cubicBezTo>
                    <a:pt x="68241" y="57356"/>
                    <a:pt x="52333" y="112715"/>
                    <a:pt x="25254" y="162206"/>
                  </a:cubicBezTo>
                  <a:cubicBezTo>
                    <a:pt x="17760" y="175922"/>
                    <a:pt x="9347" y="189214"/>
                    <a:pt x="297" y="202010"/>
                  </a:cubicBezTo>
                  <a:cubicBezTo>
                    <a:pt x="-905" y="203707"/>
                    <a:pt x="1852" y="205263"/>
                    <a:pt x="3054" y="203637"/>
                  </a:cubicBezTo>
                  <a:cubicBezTo>
                    <a:pt x="37132" y="158176"/>
                    <a:pt x="59403" y="104090"/>
                    <a:pt x="68453" y="48094"/>
                  </a:cubicBezTo>
                  <a:cubicBezTo>
                    <a:pt x="70998" y="32540"/>
                    <a:pt x="72483" y="16774"/>
                    <a:pt x="72977" y="1008"/>
                  </a:cubicBezTo>
                  <a:cubicBezTo>
                    <a:pt x="72977" y="-336"/>
                    <a:pt x="70998" y="-336"/>
                    <a:pt x="70927" y="1008"/>
                  </a:cubicBezTo>
                  <a:lnTo>
                    <a:pt x="70927" y="1008"/>
                  </a:lnTo>
                  <a:close/>
                </a:path>
              </a:pathLst>
            </a:custGeom>
            <a:solidFill>
              <a:srgbClr val="1E2638"/>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 name="Google Shape;846;p41"/>
            <p:cNvSpPr/>
            <p:nvPr/>
          </p:nvSpPr>
          <p:spPr>
            <a:xfrm>
              <a:off x="4141364" y="1265346"/>
              <a:ext cx="125651" cy="64377"/>
            </a:xfrm>
            <a:custGeom>
              <a:rect b="b" l="l" r="r" t="t"/>
              <a:pathLst>
                <a:path extrusionOk="0" h="64377" w="125651">
                  <a:moveTo>
                    <a:pt x="123408" y="272"/>
                  </a:moveTo>
                  <a:cubicBezTo>
                    <a:pt x="85795" y="25795"/>
                    <a:pt x="44435" y="45875"/>
                    <a:pt x="1378" y="60439"/>
                  </a:cubicBezTo>
                  <a:cubicBezTo>
                    <a:pt x="-1026" y="61217"/>
                    <a:pt x="-36" y="65105"/>
                    <a:pt x="2438" y="64257"/>
                  </a:cubicBezTo>
                  <a:cubicBezTo>
                    <a:pt x="46202" y="49975"/>
                    <a:pt x="87209" y="29189"/>
                    <a:pt x="124963" y="2959"/>
                  </a:cubicBezTo>
                  <a:cubicBezTo>
                    <a:pt x="126589" y="1828"/>
                    <a:pt x="125034" y="-859"/>
                    <a:pt x="123408" y="272"/>
                  </a:cubicBezTo>
                  <a:lnTo>
                    <a:pt x="123408" y="272"/>
                  </a:lnTo>
                  <a:close/>
                </a:path>
              </a:pathLst>
            </a:custGeom>
            <a:solidFill>
              <a:srgbClr val="1E2638"/>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 name="Google Shape;847;p41"/>
            <p:cNvSpPr/>
            <p:nvPr/>
          </p:nvSpPr>
          <p:spPr>
            <a:xfrm>
              <a:off x="4172273" y="967419"/>
              <a:ext cx="99114" cy="95016"/>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48" name="Google Shape;848;p41"/>
          <p:cNvSpPr/>
          <p:nvPr/>
        </p:nvSpPr>
        <p:spPr>
          <a:xfrm rot="9000608">
            <a:off x="6516286" y="966533"/>
            <a:ext cx="596940" cy="374672"/>
          </a:xfrm>
          <a:custGeom>
            <a:rect b="b" l="l" r="r" t="t"/>
            <a:pathLst>
              <a:path extrusionOk="0" h="161447" w="257223">
                <a:moveTo>
                  <a:pt x="98991" y="112883"/>
                </a:moveTo>
                <a:cubicBezTo>
                  <a:pt x="131867" y="96905"/>
                  <a:pt x="163966" y="79300"/>
                  <a:pt x="195145" y="60281"/>
                </a:cubicBezTo>
                <a:cubicBezTo>
                  <a:pt x="200730" y="56888"/>
                  <a:pt x="205396" y="49464"/>
                  <a:pt x="204619" y="42677"/>
                </a:cubicBezTo>
                <a:cubicBezTo>
                  <a:pt x="203841" y="35890"/>
                  <a:pt x="197266" y="30870"/>
                  <a:pt x="190549" y="29668"/>
                </a:cubicBezTo>
                <a:cubicBezTo>
                  <a:pt x="183833" y="28466"/>
                  <a:pt x="176904" y="30304"/>
                  <a:pt x="170399" y="32425"/>
                </a:cubicBezTo>
                <a:cubicBezTo>
                  <a:pt x="147704" y="39708"/>
                  <a:pt x="129110" y="52505"/>
                  <a:pt x="108182" y="62402"/>
                </a:cubicBezTo>
                <a:cubicBezTo>
                  <a:pt x="85558" y="73078"/>
                  <a:pt x="63075" y="83330"/>
                  <a:pt x="41087" y="95349"/>
                </a:cubicBezTo>
                <a:cubicBezTo>
                  <a:pt x="31330" y="100652"/>
                  <a:pt x="21432" y="106166"/>
                  <a:pt x="13514" y="113944"/>
                </a:cubicBezTo>
                <a:cubicBezTo>
                  <a:pt x="5595" y="121721"/>
                  <a:pt x="-273" y="132326"/>
                  <a:pt x="10" y="143426"/>
                </a:cubicBezTo>
                <a:cubicBezTo>
                  <a:pt x="81" y="146608"/>
                  <a:pt x="717" y="149860"/>
                  <a:pt x="2414" y="152546"/>
                </a:cubicBezTo>
                <a:cubicBezTo>
                  <a:pt x="5807" y="157990"/>
                  <a:pt x="12665" y="160111"/>
                  <a:pt x="18958" y="160889"/>
                </a:cubicBezTo>
                <a:cubicBezTo>
                  <a:pt x="44976" y="164141"/>
                  <a:pt x="70287" y="152617"/>
                  <a:pt x="93971" y="141305"/>
                </a:cubicBezTo>
                <a:cubicBezTo>
                  <a:pt x="120484" y="128649"/>
                  <a:pt x="239616" y="77462"/>
                  <a:pt x="248595" y="67493"/>
                </a:cubicBezTo>
                <a:cubicBezTo>
                  <a:pt x="256301" y="58938"/>
                  <a:pt x="257998" y="47909"/>
                  <a:pt x="256937" y="36809"/>
                </a:cubicBezTo>
                <a:cubicBezTo>
                  <a:pt x="256089" y="28395"/>
                  <a:pt x="253756" y="19911"/>
                  <a:pt x="248877" y="12982"/>
                </a:cubicBezTo>
                <a:cubicBezTo>
                  <a:pt x="234596" y="-7379"/>
                  <a:pt x="210133" y="256"/>
                  <a:pt x="191185" y="8670"/>
                </a:cubicBezTo>
                <a:cubicBezTo>
                  <a:pt x="148411" y="27547"/>
                  <a:pt x="105637" y="46424"/>
                  <a:pt x="62792" y="65231"/>
                </a:cubicBezTo>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49" name="Google Shape;849;p41"/>
          <p:cNvGrpSpPr/>
          <p:nvPr/>
        </p:nvGrpSpPr>
        <p:grpSpPr>
          <a:xfrm rot="-2457858">
            <a:off x="6419815" y="3811814"/>
            <a:ext cx="1305428" cy="654566"/>
            <a:chOff x="5235963" y="6300546"/>
            <a:chExt cx="318375" cy="159642"/>
          </a:xfrm>
        </p:grpSpPr>
        <p:sp>
          <p:nvSpPr>
            <p:cNvPr id="850" name="Google Shape;850;p41"/>
            <p:cNvSpPr/>
            <p:nvPr/>
          </p:nvSpPr>
          <p:spPr>
            <a:xfrm>
              <a:off x="5235963" y="6300546"/>
              <a:ext cx="318375" cy="159642"/>
            </a:xfrm>
            <a:custGeom>
              <a:rect b="b" l="l" r="r" t="t"/>
              <a:pathLst>
                <a:path extrusionOk="0" h="159642" w="318375">
                  <a:moveTo>
                    <a:pt x="316982" y="2168"/>
                  </a:moveTo>
                  <a:cubicBezTo>
                    <a:pt x="315144" y="-943"/>
                    <a:pt x="312740" y="-94"/>
                    <a:pt x="309700" y="966"/>
                  </a:cubicBezTo>
                  <a:cubicBezTo>
                    <a:pt x="304680" y="2733"/>
                    <a:pt x="299802" y="4642"/>
                    <a:pt x="294924" y="6763"/>
                  </a:cubicBezTo>
                  <a:cubicBezTo>
                    <a:pt x="284460" y="11288"/>
                    <a:pt x="274279" y="16379"/>
                    <a:pt x="264098" y="21469"/>
                  </a:cubicBezTo>
                  <a:cubicBezTo>
                    <a:pt x="242464" y="32286"/>
                    <a:pt x="220617" y="42680"/>
                    <a:pt x="199053" y="53567"/>
                  </a:cubicBezTo>
                  <a:cubicBezTo>
                    <a:pt x="197851" y="54204"/>
                    <a:pt x="197992" y="55972"/>
                    <a:pt x="199053" y="56608"/>
                  </a:cubicBezTo>
                  <a:cubicBezTo>
                    <a:pt x="205133" y="60143"/>
                    <a:pt x="212062" y="62547"/>
                    <a:pt x="218637" y="64951"/>
                  </a:cubicBezTo>
                  <a:cubicBezTo>
                    <a:pt x="225566" y="67496"/>
                    <a:pt x="232919" y="70536"/>
                    <a:pt x="240272" y="71314"/>
                  </a:cubicBezTo>
                  <a:lnTo>
                    <a:pt x="238999" y="68273"/>
                  </a:lnTo>
                  <a:cubicBezTo>
                    <a:pt x="206759" y="97968"/>
                    <a:pt x="158824" y="114300"/>
                    <a:pt x="115414" y="104260"/>
                  </a:cubicBezTo>
                  <a:cubicBezTo>
                    <a:pt x="93779" y="99241"/>
                    <a:pt x="73983" y="87999"/>
                    <a:pt x="59701" y="70889"/>
                  </a:cubicBezTo>
                  <a:cubicBezTo>
                    <a:pt x="51712" y="61274"/>
                    <a:pt x="47117" y="50245"/>
                    <a:pt x="40966" y="39569"/>
                  </a:cubicBezTo>
                  <a:cubicBezTo>
                    <a:pt x="38774" y="35751"/>
                    <a:pt x="29795" y="23237"/>
                    <a:pt x="25552" y="32286"/>
                  </a:cubicBezTo>
                  <a:cubicBezTo>
                    <a:pt x="24280" y="34973"/>
                    <a:pt x="24775" y="38791"/>
                    <a:pt x="24775" y="41690"/>
                  </a:cubicBezTo>
                  <a:cubicBezTo>
                    <a:pt x="24775" y="46286"/>
                    <a:pt x="24846" y="50810"/>
                    <a:pt x="24987" y="55406"/>
                  </a:cubicBezTo>
                  <a:cubicBezTo>
                    <a:pt x="25199" y="60921"/>
                    <a:pt x="25623" y="66364"/>
                    <a:pt x="26118" y="71879"/>
                  </a:cubicBezTo>
                  <a:lnTo>
                    <a:pt x="28805" y="70324"/>
                  </a:lnTo>
                  <a:cubicBezTo>
                    <a:pt x="21876" y="66577"/>
                    <a:pt x="14311" y="62759"/>
                    <a:pt x="6605" y="61133"/>
                  </a:cubicBezTo>
                  <a:cubicBezTo>
                    <a:pt x="807" y="59931"/>
                    <a:pt x="-1102" y="63042"/>
                    <a:pt x="595" y="68415"/>
                  </a:cubicBezTo>
                  <a:cubicBezTo>
                    <a:pt x="3140" y="76475"/>
                    <a:pt x="8302" y="84040"/>
                    <a:pt x="12897" y="91039"/>
                  </a:cubicBezTo>
                  <a:cubicBezTo>
                    <a:pt x="17776" y="98392"/>
                    <a:pt x="22937" y="105745"/>
                    <a:pt x="29017" y="112179"/>
                  </a:cubicBezTo>
                  <a:cubicBezTo>
                    <a:pt x="65852" y="151276"/>
                    <a:pt x="126019" y="166618"/>
                    <a:pt x="177914" y="156720"/>
                  </a:cubicBezTo>
                  <a:cubicBezTo>
                    <a:pt x="209022" y="150781"/>
                    <a:pt x="238504" y="135793"/>
                    <a:pt x="260917" y="113310"/>
                  </a:cubicBezTo>
                  <a:lnTo>
                    <a:pt x="257876" y="112037"/>
                  </a:lnTo>
                  <a:cubicBezTo>
                    <a:pt x="258088" y="119249"/>
                    <a:pt x="258301" y="126460"/>
                    <a:pt x="258512" y="133672"/>
                  </a:cubicBezTo>
                  <a:cubicBezTo>
                    <a:pt x="258583" y="136854"/>
                    <a:pt x="258159" y="142580"/>
                    <a:pt x="262755" y="142863"/>
                  </a:cubicBezTo>
                  <a:cubicBezTo>
                    <a:pt x="266997" y="143075"/>
                    <a:pt x="270320" y="137560"/>
                    <a:pt x="272229" y="134520"/>
                  </a:cubicBezTo>
                  <a:cubicBezTo>
                    <a:pt x="275905" y="128652"/>
                    <a:pt x="278733" y="122148"/>
                    <a:pt x="281632" y="115855"/>
                  </a:cubicBezTo>
                  <a:cubicBezTo>
                    <a:pt x="293651" y="90191"/>
                    <a:pt x="303620" y="63537"/>
                    <a:pt x="311397" y="36246"/>
                  </a:cubicBezTo>
                  <a:cubicBezTo>
                    <a:pt x="314225" y="26206"/>
                    <a:pt x="321295" y="12914"/>
                    <a:pt x="317053" y="2451"/>
                  </a:cubicBezTo>
                  <a:cubicBezTo>
                    <a:pt x="316205" y="401"/>
                    <a:pt x="312811" y="1249"/>
                    <a:pt x="313659" y="3370"/>
                  </a:cubicBezTo>
                  <a:cubicBezTo>
                    <a:pt x="316063" y="9167"/>
                    <a:pt x="314013" y="15672"/>
                    <a:pt x="312246" y="21399"/>
                  </a:cubicBezTo>
                  <a:cubicBezTo>
                    <a:pt x="310478" y="27125"/>
                    <a:pt x="308781" y="32852"/>
                    <a:pt x="307084" y="38579"/>
                  </a:cubicBezTo>
                  <a:cubicBezTo>
                    <a:pt x="302842" y="53002"/>
                    <a:pt x="298035" y="67284"/>
                    <a:pt x="292590" y="81283"/>
                  </a:cubicBezTo>
                  <a:cubicBezTo>
                    <a:pt x="287146" y="95281"/>
                    <a:pt x="280995" y="109421"/>
                    <a:pt x="274279" y="123137"/>
                  </a:cubicBezTo>
                  <a:cubicBezTo>
                    <a:pt x="272723" y="126390"/>
                    <a:pt x="271168" y="129642"/>
                    <a:pt x="269259" y="132682"/>
                  </a:cubicBezTo>
                  <a:cubicBezTo>
                    <a:pt x="268411" y="134096"/>
                    <a:pt x="267350" y="136146"/>
                    <a:pt x="266007" y="137065"/>
                  </a:cubicBezTo>
                  <a:cubicBezTo>
                    <a:pt x="265441" y="138338"/>
                    <a:pt x="264593" y="138480"/>
                    <a:pt x="263603" y="137560"/>
                  </a:cubicBezTo>
                  <a:cubicBezTo>
                    <a:pt x="262189" y="137419"/>
                    <a:pt x="261694" y="136712"/>
                    <a:pt x="262189" y="135298"/>
                  </a:cubicBezTo>
                  <a:cubicBezTo>
                    <a:pt x="261270" y="132046"/>
                    <a:pt x="261977" y="127026"/>
                    <a:pt x="261836" y="123632"/>
                  </a:cubicBezTo>
                  <a:cubicBezTo>
                    <a:pt x="261694" y="119744"/>
                    <a:pt x="261623" y="115855"/>
                    <a:pt x="261482" y="111967"/>
                  </a:cubicBezTo>
                  <a:cubicBezTo>
                    <a:pt x="261482" y="110482"/>
                    <a:pt x="259573" y="109633"/>
                    <a:pt x="258442" y="110694"/>
                  </a:cubicBezTo>
                  <a:cubicBezTo>
                    <a:pt x="221112" y="148024"/>
                    <a:pt x="165894" y="162801"/>
                    <a:pt x="114495" y="152903"/>
                  </a:cubicBezTo>
                  <a:cubicBezTo>
                    <a:pt x="90315" y="148236"/>
                    <a:pt x="66913" y="138550"/>
                    <a:pt x="47187" y="123632"/>
                  </a:cubicBezTo>
                  <a:cubicBezTo>
                    <a:pt x="31987" y="112108"/>
                    <a:pt x="20533" y="97331"/>
                    <a:pt x="10776" y="81070"/>
                  </a:cubicBezTo>
                  <a:cubicBezTo>
                    <a:pt x="8584" y="77394"/>
                    <a:pt x="6393" y="73576"/>
                    <a:pt x="4767" y="69617"/>
                  </a:cubicBezTo>
                  <a:cubicBezTo>
                    <a:pt x="4201" y="68273"/>
                    <a:pt x="3706" y="66859"/>
                    <a:pt x="3423" y="65375"/>
                  </a:cubicBezTo>
                  <a:cubicBezTo>
                    <a:pt x="3211" y="64243"/>
                    <a:pt x="3423" y="64173"/>
                    <a:pt x="3423" y="64102"/>
                  </a:cubicBezTo>
                  <a:cubicBezTo>
                    <a:pt x="4767" y="63395"/>
                    <a:pt x="8938" y="65304"/>
                    <a:pt x="10281" y="65728"/>
                  </a:cubicBezTo>
                  <a:cubicBezTo>
                    <a:pt x="12968" y="66647"/>
                    <a:pt x="15655" y="67778"/>
                    <a:pt x="18271" y="68980"/>
                  </a:cubicBezTo>
                  <a:cubicBezTo>
                    <a:pt x="21169" y="70324"/>
                    <a:pt x="24068" y="71738"/>
                    <a:pt x="26896" y="73223"/>
                  </a:cubicBezTo>
                  <a:cubicBezTo>
                    <a:pt x="27957" y="73788"/>
                    <a:pt x="29653" y="73081"/>
                    <a:pt x="29582" y="71667"/>
                  </a:cubicBezTo>
                  <a:cubicBezTo>
                    <a:pt x="29158" y="67142"/>
                    <a:pt x="28734" y="62547"/>
                    <a:pt x="28522" y="58022"/>
                  </a:cubicBezTo>
                  <a:cubicBezTo>
                    <a:pt x="28239" y="51235"/>
                    <a:pt x="27179" y="43528"/>
                    <a:pt x="28239" y="36741"/>
                  </a:cubicBezTo>
                  <a:cubicBezTo>
                    <a:pt x="28310" y="36246"/>
                    <a:pt x="28098" y="35610"/>
                    <a:pt x="28310" y="35115"/>
                  </a:cubicBezTo>
                  <a:cubicBezTo>
                    <a:pt x="30148" y="30802"/>
                    <a:pt x="32693" y="33913"/>
                    <a:pt x="34037" y="35468"/>
                  </a:cubicBezTo>
                  <a:cubicBezTo>
                    <a:pt x="35875" y="37589"/>
                    <a:pt x="37289" y="40205"/>
                    <a:pt x="38632" y="42609"/>
                  </a:cubicBezTo>
                  <a:cubicBezTo>
                    <a:pt x="41531" y="47770"/>
                    <a:pt x="43864" y="53214"/>
                    <a:pt x="46763" y="58375"/>
                  </a:cubicBezTo>
                  <a:cubicBezTo>
                    <a:pt x="52419" y="68556"/>
                    <a:pt x="60055" y="76263"/>
                    <a:pt x="68185" y="84393"/>
                  </a:cubicBezTo>
                  <a:cubicBezTo>
                    <a:pt x="81972" y="98039"/>
                    <a:pt x="102688" y="105886"/>
                    <a:pt x="121565" y="108997"/>
                  </a:cubicBezTo>
                  <a:cubicBezTo>
                    <a:pt x="141573" y="112320"/>
                    <a:pt x="162147" y="110128"/>
                    <a:pt x="181519" y="104543"/>
                  </a:cubicBezTo>
                  <a:cubicBezTo>
                    <a:pt x="203790" y="98039"/>
                    <a:pt x="224293" y="86444"/>
                    <a:pt x="241403" y="70748"/>
                  </a:cubicBezTo>
                  <a:cubicBezTo>
                    <a:pt x="242605" y="69617"/>
                    <a:pt x="241544" y="67849"/>
                    <a:pt x="240130" y="67708"/>
                  </a:cubicBezTo>
                  <a:cubicBezTo>
                    <a:pt x="233060" y="66930"/>
                    <a:pt x="225990" y="63961"/>
                    <a:pt x="219415" y="61486"/>
                  </a:cubicBezTo>
                  <a:cubicBezTo>
                    <a:pt x="212840" y="59012"/>
                    <a:pt x="206477" y="56891"/>
                    <a:pt x="200679" y="53497"/>
                  </a:cubicBezTo>
                  <a:lnTo>
                    <a:pt x="200679" y="56537"/>
                  </a:lnTo>
                  <a:cubicBezTo>
                    <a:pt x="219839" y="46851"/>
                    <a:pt x="239211" y="37589"/>
                    <a:pt x="258442" y="28045"/>
                  </a:cubicBezTo>
                  <a:cubicBezTo>
                    <a:pt x="267209" y="23732"/>
                    <a:pt x="275905" y="19207"/>
                    <a:pt x="284743" y="15036"/>
                  </a:cubicBezTo>
                  <a:cubicBezTo>
                    <a:pt x="289763" y="12632"/>
                    <a:pt x="294782" y="10369"/>
                    <a:pt x="299873" y="8248"/>
                  </a:cubicBezTo>
                  <a:cubicBezTo>
                    <a:pt x="301428" y="7612"/>
                    <a:pt x="312882" y="2238"/>
                    <a:pt x="313730" y="3794"/>
                  </a:cubicBezTo>
                  <a:cubicBezTo>
                    <a:pt x="314861" y="5774"/>
                    <a:pt x="317902" y="4006"/>
                    <a:pt x="316770" y="202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 name="Google Shape;851;p41"/>
            <p:cNvSpPr/>
            <p:nvPr/>
          </p:nvSpPr>
          <p:spPr>
            <a:xfrm>
              <a:off x="5508915" y="6329484"/>
              <a:ext cx="33455" cy="78248"/>
            </a:xfrm>
            <a:custGeom>
              <a:rect b="b" l="l" r="r" t="t"/>
              <a:pathLst>
                <a:path extrusionOk="0" h="78248" w="33455">
                  <a:moveTo>
                    <a:pt x="32505" y="379"/>
                  </a:moveTo>
                  <a:cubicBezTo>
                    <a:pt x="23456" y="26892"/>
                    <a:pt x="11577" y="51920"/>
                    <a:pt x="53" y="77372"/>
                  </a:cubicBezTo>
                  <a:cubicBezTo>
                    <a:pt x="-229" y="78009"/>
                    <a:pt x="690" y="78645"/>
                    <a:pt x="1043" y="77938"/>
                  </a:cubicBezTo>
                  <a:cubicBezTo>
                    <a:pt x="15042" y="53829"/>
                    <a:pt x="25011" y="27104"/>
                    <a:pt x="33424" y="591"/>
                  </a:cubicBezTo>
                  <a:cubicBezTo>
                    <a:pt x="33636" y="25"/>
                    <a:pt x="32717" y="-257"/>
                    <a:pt x="32505" y="308"/>
                  </a:cubicBezTo>
                  <a:lnTo>
                    <a:pt x="32505" y="30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41"/>
            <p:cNvSpPr/>
            <p:nvPr/>
          </p:nvSpPr>
          <p:spPr>
            <a:xfrm>
              <a:off x="5502959" y="6411587"/>
              <a:ext cx="4727" cy="6168"/>
            </a:xfrm>
            <a:custGeom>
              <a:rect b="b" l="l" r="r" t="t"/>
              <a:pathLst>
                <a:path extrusionOk="0" h="6168" w="4727">
                  <a:moveTo>
                    <a:pt x="3818" y="148"/>
                  </a:moveTo>
                  <a:cubicBezTo>
                    <a:pt x="3182" y="996"/>
                    <a:pt x="2545" y="1844"/>
                    <a:pt x="1838" y="2693"/>
                  </a:cubicBezTo>
                  <a:cubicBezTo>
                    <a:pt x="1485" y="3117"/>
                    <a:pt x="1061" y="3541"/>
                    <a:pt x="778" y="4036"/>
                  </a:cubicBezTo>
                  <a:cubicBezTo>
                    <a:pt x="495" y="4531"/>
                    <a:pt x="71" y="5026"/>
                    <a:pt x="0" y="5592"/>
                  </a:cubicBezTo>
                  <a:cubicBezTo>
                    <a:pt x="0" y="5945"/>
                    <a:pt x="424" y="6228"/>
                    <a:pt x="707" y="6157"/>
                  </a:cubicBezTo>
                  <a:cubicBezTo>
                    <a:pt x="1273" y="6016"/>
                    <a:pt x="1697" y="5450"/>
                    <a:pt x="2050" y="5026"/>
                  </a:cubicBezTo>
                  <a:cubicBezTo>
                    <a:pt x="2474" y="4602"/>
                    <a:pt x="2757" y="4107"/>
                    <a:pt x="3040" y="3612"/>
                  </a:cubicBezTo>
                  <a:cubicBezTo>
                    <a:pt x="3606" y="2693"/>
                    <a:pt x="4172" y="1703"/>
                    <a:pt x="4667" y="713"/>
                  </a:cubicBezTo>
                  <a:cubicBezTo>
                    <a:pt x="4949" y="148"/>
                    <a:pt x="4172" y="-276"/>
                    <a:pt x="3818" y="218"/>
                  </a:cubicBezTo>
                  <a:lnTo>
                    <a:pt x="3818" y="21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 name="Google Shape;853;p41"/>
            <p:cNvSpPr/>
            <p:nvPr/>
          </p:nvSpPr>
          <p:spPr>
            <a:xfrm>
              <a:off x="5270494" y="6351338"/>
              <a:ext cx="1953" cy="22378"/>
            </a:xfrm>
            <a:custGeom>
              <a:rect b="b" l="l" r="r" t="t"/>
              <a:pathLst>
                <a:path extrusionOk="0" h="22378" w="1953">
                  <a:moveTo>
                    <a:pt x="919" y="442"/>
                  </a:moveTo>
                  <a:cubicBezTo>
                    <a:pt x="919" y="442"/>
                    <a:pt x="283" y="5462"/>
                    <a:pt x="212" y="5957"/>
                  </a:cubicBezTo>
                  <a:cubicBezTo>
                    <a:pt x="71" y="7795"/>
                    <a:pt x="0" y="9633"/>
                    <a:pt x="0" y="11401"/>
                  </a:cubicBezTo>
                  <a:cubicBezTo>
                    <a:pt x="0" y="13168"/>
                    <a:pt x="0" y="15077"/>
                    <a:pt x="0" y="16844"/>
                  </a:cubicBezTo>
                  <a:cubicBezTo>
                    <a:pt x="0" y="18612"/>
                    <a:pt x="142" y="20379"/>
                    <a:pt x="707" y="22006"/>
                  </a:cubicBezTo>
                  <a:cubicBezTo>
                    <a:pt x="848" y="22430"/>
                    <a:pt x="1626" y="22572"/>
                    <a:pt x="1768" y="22006"/>
                  </a:cubicBezTo>
                  <a:cubicBezTo>
                    <a:pt x="2192" y="19673"/>
                    <a:pt x="1768" y="17269"/>
                    <a:pt x="1697" y="14936"/>
                  </a:cubicBezTo>
                  <a:cubicBezTo>
                    <a:pt x="1626" y="12602"/>
                    <a:pt x="1556" y="10057"/>
                    <a:pt x="1485" y="7583"/>
                  </a:cubicBezTo>
                  <a:cubicBezTo>
                    <a:pt x="1485" y="6381"/>
                    <a:pt x="1485" y="5179"/>
                    <a:pt x="1485" y="3977"/>
                  </a:cubicBezTo>
                  <a:cubicBezTo>
                    <a:pt x="1485" y="2916"/>
                    <a:pt x="1768" y="1644"/>
                    <a:pt x="1485" y="583"/>
                  </a:cubicBezTo>
                  <a:cubicBezTo>
                    <a:pt x="1343" y="-194"/>
                    <a:pt x="212" y="-194"/>
                    <a:pt x="495" y="583"/>
                  </a:cubicBezTo>
                  <a:cubicBezTo>
                    <a:pt x="495" y="654"/>
                    <a:pt x="566" y="725"/>
                    <a:pt x="707" y="725"/>
                  </a:cubicBezTo>
                  <a:lnTo>
                    <a:pt x="778" y="725"/>
                  </a:lnTo>
                  <a:cubicBezTo>
                    <a:pt x="778" y="725"/>
                    <a:pt x="990" y="442"/>
                    <a:pt x="778" y="371"/>
                  </a:cubicBezTo>
                  <a:lnTo>
                    <a:pt x="778" y="37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 name="Google Shape;854;p41"/>
            <p:cNvSpPr/>
            <p:nvPr/>
          </p:nvSpPr>
          <p:spPr>
            <a:xfrm>
              <a:off x="5248692" y="6372479"/>
              <a:ext cx="22182" cy="10978"/>
            </a:xfrm>
            <a:custGeom>
              <a:rect b="b" l="l" r="r" t="t"/>
              <a:pathLst>
                <a:path extrusionOk="0" h="10978" w="22182">
                  <a:moveTo>
                    <a:pt x="168" y="795"/>
                  </a:moveTo>
                  <a:cubicBezTo>
                    <a:pt x="1087" y="1219"/>
                    <a:pt x="1794" y="1926"/>
                    <a:pt x="2501" y="2633"/>
                  </a:cubicBezTo>
                  <a:cubicBezTo>
                    <a:pt x="3208" y="3340"/>
                    <a:pt x="3985" y="3976"/>
                    <a:pt x="4763" y="4542"/>
                  </a:cubicBezTo>
                  <a:cubicBezTo>
                    <a:pt x="6389" y="5744"/>
                    <a:pt x="8086" y="6875"/>
                    <a:pt x="9924" y="7794"/>
                  </a:cubicBezTo>
                  <a:cubicBezTo>
                    <a:pt x="13459" y="9632"/>
                    <a:pt x="17348" y="11046"/>
                    <a:pt x="21378" y="10976"/>
                  </a:cubicBezTo>
                  <a:cubicBezTo>
                    <a:pt x="22297" y="10976"/>
                    <a:pt x="22509" y="9632"/>
                    <a:pt x="21590" y="9420"/>
                  </a:cubicBezTo>
                  <a:cubicBezTo>
                    <a:pt x="17772" y="8360"/>
                    <a:pt x="13884" y="7511"/>
                    <a:pt x="10349" y="5815"/>
                  </a:cubicBezTo>
                  <a:cubicBezTo>
                    <a:pt x="8652" y="4966"/>
                    <a:pt x="6955" y="4047"/>
                    <a:pt x="5399" y="2916"/>
                  </a:cubicBezTo>
                  <a:cubicBezTo>
                    <a:pt x="3844" y="1785"/>
                    <a:pt x="2430" y="441"/>
                    <a:pt x="592" y="17"/>
                  </a:cubicBezTo>
                  <a:cubicBezTo>
                    <a:pt x="97" y="-124"/>
                    <a:pt x="-257" y="653"/>
                    <a:pt x="238" y="865"/>
                  </a:cubicBezTo>
                  <a:lnTo>
                    <a:pt x="238" y="86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 name="Google Shape;855;p41"/>
            <p:cNvSpPr/>
            <p:nvPr/>
          </p:nvSpPr>
          <p:spPr>
            <a:xfrm>
              <a:off x="5470128" y="6361037"/>
              <a:ext cx="11057" cy="4614"/>
            </a:xfrm>
            <a:custGeom>
              <a:rect b="b" l="l" r="r" t="t"/>
              <a:pathLst>
                <a:path extrusionOk="0" h="4614" w="11057">
                  <a:moveTo>
                    <a:pt x="238" y="853"/>
                  </a:moveTo>
                  <a:cubicBezTo>
                    <a:pt x="1864" y="1631"/>
                    <a:pt x="3490" y="2338"/>
                    <a:pt x="5188" y="3045"/>
                  </a:cubicBezTo>
                  <a:cubicBezTo>
                    <a:pt x="6036" y="3398"/>
                    <a:pt x="6884" y="3681"/>
                    <a:pt x="7733" y="4035"/>
                  </a:cubicBezTo>
                  <a:cubicBezTo>
                    <a:pt x="8510" y="4318"/>
                    <a:pt x="9642" y="4813"/>
                    <a:pt x="10419" y="4529"/>
                  </a:cubicBezTo>
                  <a:cubicBezTo>
                    <a:pt x="10914" y="4388"/>
                    <a:pt x="11268" y="3752"/>
                    <a:pt x="10914" y="3257"/>
                  </a:cubicBezTo>
                  <a:cubicBezTo>
                    <a:pt x="10419" y="2479"/>
                    <a:pt x="9288" y="2197"/>
                    <a:pt x="8440" y="1914"/>
                  </a:cubicBezTo>
                  <a:cubicBezTo>
                    <a:pt x="7591" y="1631"/>
                    <a:pt x="6743" y="1419"/>
                    <a:pt x="5824" y="1207"/>
                  </a:cubicBezTo>
                  <a:cubicBezTo>
                    <a:pt x="4056" y="783"/>
                    <a:pt x="2359" y="358"/>
                    <a:pt x="592" y="5"/>
                  </a:cubicBezTo>
                  <a:cubicBezTo>
                    <a:pt x="97" y="-66"/>
                    <a:pt x="-257" y="641"/>
                    <a:pt x="238" y="853"/>
                  </a:cubicBezTo>
                  <a:lnTo>
                    <a:pt x="238" y="85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41"/>
            <p:cNvSpPr/>
            <p:nvPr/>
          </p:nvSpPr>
          <p:spPr>
            <a:xfrm>
              <a:off x="5453598" y="6354713"/>
              <a:ext cx="10972" cy="5351"/>
            </a:xfrm>
            <a:custGeom>
              <a:rect b="b" l="l" r="r" t="t"/>
              <a:pathLst>
                <a:path extrusionOk="0" h="5351" w="10972">
                  <a:moveTo>
                    <a:pt x="224" y="814"/>
                  </a:moveTo>
                  <a:cubicBezTo>
                    <a:pt x="1709" y="1875"/>
                    <a:pt x="3264" y="2723"/>
                    <a:pt x="4961" y="3571"/>
                  </a:cubicBezTo>
                  <a:cubicBezTo>
                    <a:pt x="5810" y="3995"/>
                    <a:pt x="6658" y="4349"/>
                    <a:pt x="7506" y="4702"/>
                  </a:cubicBezTo>
                  <a:cubicBezTo>
                    <a:pt x="8284" y="5056"/>
                    <a:pt x="9415" y="5551"/>
                    <a:pt x="10334" y="5268"/>
                  </a:cubicBezTo>
                  <a:cubicBezTo>
                    <a:pt x="10829" y="5126"/>
                    <a:pt x="11182" y="4490"/>
                    <a:pt x="10829" y="3995"/>
                  </a:cubicBezTo>
                  <a:cubicBezTo>
                    <a:pt x="10264" y="3218"/>
                    <a:pt x="9203" y="2935"/>
                    <a:pt x="8355" y="2652"/>
                  </a:cubicBezTo>
                  <a:cubicBezTo>
                    <a:pt x="7506" y="2369"/>
                    <a:pt x="6587" y="2086"/>
                    <a:pt x="5739" y="1804"/>
                  </a:cubicBezTo>
                  <a:cubicBezTo>
                    <a:pt x="4042" y="1238"/>
                    <a:pt x="2274" y="602"/>
                    <a:pt x="577" y="36"/>
                  </a:cubicBezTo>
                  <a:cubicBezTo>
                    <a:pt x="12" y="-176"/>
                    <a:pt x="-200" y="602"/>
                    <a:pt x="224" y="885"/>
                  </a:cubicBezTo>
                  <a:lnTo>
                    <a:pt x="224" y="88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 name="Google Shape;857;p41"/>
            <p:cNvSpPr/>
            <p:nvPr/>
          </p:nvSpPr>
          <p:spPr>
            <a:xfrm>
              <a:off x="5275825" y="6361628"/>
              <a:ext cx="3016" cy="28375"/>
            </a:xfrm>
            <a:custGeom>
              <a:rect b="b" l="l" r="r" t="t"/>
              <a:pathLst>
                <a:path extrusionOk="0" h="28375" w="3016">
                  <a:moveTo>
                    <a:pt x="2234" y="333"/>
                  </a:moveTo>
                  <a:cubicBezTo>
                    <a:pt x="1457" y="4928"/>
                    <a:pt x="679" y="9453"/>
                    <a:pt x="325" y="14119"/>
                  </a:cubicBezTo>
                  <a:cubicBezTo>
                    <a:pt x="184" y="16382"/>
                    <a:pt x="113" y="18715"/>
                    <a:pt x="43" y="20977"/>
                  </a:cubicBezTo>
                  <a:cubicBezTo>
                    <a:pt x="-28" y="23240"/>
                    <a:pt x="-99" y="25785"/>
                    <a:pt x="608" y="27977"/>
                  </a:cubicBezTo>
                  <a:cubicBezTo>
                    <a:pt x="750" y="28472"/>
                    <a:pt x="1528" y="28543"/>
                    <a:pt x="1669" y="27977"/>
                  </a:cubicBezTo>
                  <a:cubicBezTo>
                    <a:pt x="2093" y="25856"/>
                    <a:pt x="1881" y="23593"/>
                    <a:pt x="1810" y="21472"/>
                  </a:cubicBezTo>
                  <a:cubicBezTo>
                    <a:pt x="1810" y="19210"/>
                    <a:pt x="1810" y="16877"/>
                    <a:pt x="1881" y="14614"/>
                  </a:cubicBezTo>
                  <a:cubicBezTo>
                    <a:pt x="2093" y="9948"/>
                    <a:pt x="2305" y="5211"/>
                    <a:pt x="3012" y="545"/>
                  </a:cubicBezTo>
                  <a:cubicBezTo>
                    <a:pt x="3083" y="-21"/>
                    <a:pt x="2305" y="-233"/>
                    <a:pt x="2164" y="333"/>
                  </a:cubicBezTo>
                  <a:lnTo>
                    <a:pt x="2164" y="33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 name="Google Shape;858;p41"/>
            <p:cNvSpPr/>
            <p:nvPr/>
          </p:nvSpPr>
          <p:spPr>
            <a:xfrm>
              <a:off x="5259182" y="6390029"/>
              <a:ext cx="21922" cy="7993"/>
            </a:xfrm>
            <a:custGeom>
              <a:rect b="b" l="l" r="r" t="t"/>
              <a:pathLst>
                <a:path extrusionOk="0" h="7993" w="21922">
                  <a:moveTo>
                    <a:pt x="0" y="283"/>
                  </a:moveTo>
                  <a:cubicBezTo>
                    <a:pt x="1202" y="1556"/>
                    <a:pt x="3040" y="2616"/>
                    <a:pt x="4595" y="3464"/>
                  </a:cubicBezTo>
                  <a:cubicBezTo>
                    <a:pt x="6222" y="4383"/>
                    <a:pt x="7989" y="5232"/>
                    <a:pt x="9757" y="5939"/>
                  </a:cubicBezTo>
                  <a:cubicBezTo>
                    <a:pt x="11524" y="6646"/>
                    <a:pt x="13363" y="7141"/>
                    <a:pt x="15271" y="7424"/>
                  </a:cubicBezTo>
                  <a:cubicBezTo>
                    <a:pt x="17180" y="7707"/>
                    <a:pt x="19160" y="7707"/>
                    <a:pt x="21069" y="7989"/>
                  </a:cubicBezTo>
                  <a:cubicBezTo>
                    <a:pt x="21705" y="8060"/>
                    <a:pt x="22341" y="7141"/>
                    <a:pt x="21564" y="6787"/>
                  </a:cubicBezTo>
                  <a:cubicBezTo>
                    <a:pt x="18170" y="5303"/>
                    <a:pt x="14352" y="5515"/>
                    <a:pt x="10817" y="4383"/>
                  </a:cubicBezTo>
                  <a:cubicBezTo>
                    <a:pt x="8979" y="3818"/>
                    <a:pt x="7141" y="3040"/>
                    <a:pt x="5373" y="2262"/>
                  </a:cubicBezTo>
                  <a:cubicBezTo>
                    <a:pt x="3676" y="1485"/>
                    <a:pt x="1979" y="566"/>
                    <a:pt x="283" y="0"/>
                  </a:cubicBezTo>
                  <a:cubicBezTo>
                    <a:pt x="71" y="0"/>
                    <a:pt x="-71" y="212"/>
                    <a:pt x="71" y="353"/>
                  </a:cubicBezTo>
                  <a:lnTo>
                    <a:pt x="71" y="35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41"/>
            <p:cNvSpPr/>
            <p:nvPr/>
          </p:nvSpPr>
          <p:spPr>
            <a:xfrm>
              <a:off x="5283539" y="6375934"/>
              <a:ext cx="4079" cy="27201"/>
            </a:xfrm>
            <a:custGeom>
              <a:rect b="b" l="l" r="r" t="t"/>
              <a:pathLst>
                <a:path extrusionOk="0" h="27201" w="4079">
                  <a:moveTo>
                    <a:pt x="3217" y="379"/>
                  </a:moveTo>
                  <a:cubicBezTo>
                    <a:pt x="2086" y="4692"/>
                    <a:pt x="1237" y="9005"/>
                    <a:pt x="672" y="13458"/>
                  </a:cubicBezTo>
                  <a:cubicBezTo>
                    <a:pt x="389" y="15651"/>
                    <a:pt x="177" y="17913"/>
                    <a:pt x="106" y="20104"/>
                  </a:cubicBezTo>
                  <a:cubicBezTo>
                    <a:pt x="35" y="22296"/>
                    <a:pt x="-177" y="24629"/>
                    <a:pt x="318" y="26750"/>
                  </a:cubicBezTo>
                  <a:cubicBezTo>
                    <a:pt x="460" y="27316"/>
                    <a:pt x="1449" y="27387"/>
                    <a:pt x="1520" y="26750"/>
                  </a:cubicBezTo>
                  <a:cubicBezTo>
                    <a:pt x="1803" y="24771"/>
                    <a:pt x="1661" y="22650"/>
                    <a:pt x="1661" y="20599"/>
                  </a:cubicBezTo>
                  <a:cubicBezTo>
                    <a:pt x="1661" y="18337"/>
                    <a:pt x="1803" y="16145"/>
                    <a:pt x="1944" y="13883"/>
                  </a:cubicBezTo>
                  <a:cubicBezTo>
                    <a:pt x="2298" y="9429"/>
                    <a:pt x="3005" y="4975"/>
                    <a:pt x="4065" y="591"/>
                  </a:cubicBezTo>
                  <a:cubicBezTo>
                    <a:pt x="4207" y="25"/>
                    <a:pt x="3287" y="-257"/>
                    <a:pt x="3146" y="308"/>
                  </a:cubicBezTo>
                  <a:lnTo>
                    <a:pt x="3146" y="30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41"/>
            <p:cNvSpPr/>
            <p:nvPr/>
          </p:nvSpPr>
          <p:spPr>
            <a:xfrm>
              <a:off x="5268239" y="6403024"/>
              <a:ext cx="22688" cy="5861"/>
            </a:xfrm>
            <a:custGeom>
              <a:rect b="b" l="l" r="r" t="t"/>
              <a:pathLst>
                <a:path extrusionOk="0" h="5861" w="22688">
                  <a:moveTo>
                    <a:pt x="205" y="934"/>
                  </a:moveTo>
                  <a:cubicBezTo>
                    <a:pt x="3387" y="3054"/>
                    <a:pt x="6498" y="4469"/>
                    <a:pt x="10244" y="5175"/>
                  </a:cubicBezTo>
                  <a:cubicBezTo>
                    <a:pt x="12224" y="5529"/>
                    <a:pt x="14204" y="5741"/>
                    <a:pt x="16254" y="5812"/>
                  </a:cubicBezTo>
                  <a:cubicBezTo>
                    <a:pt x="18304" y="5882"/>
                    <a:pt x="20284" y="5953"/>
                    <a:pt x="22264" y="5458"/>
                  </a:cubicBezTo>
                  <a:cubicBezTo>
                    <a:pt x="22829" y="5317"/>
                    <a:pt x="22829" y="4469"/>
                    <a:pt x="22264" y="4327"/>
                  </a:cubicBezTo>
                  <a:cubicBezTo>
                    <a:pt x="20425" y="3832"/>
                    <a:pt x="18587" y="3903"/>
                    <a:pt x="16678" y="3832"/>
                  </a:cubicBezTo>
                  <a:cubicBezTo>
                    <a:pt x="14769" y="3761"/>
                    <a:pt x="12790" y="3620"/>
                    <a:pt x="10881" y="3408"/>
                  </a:cubicBezTo>
                  <a:cubicBezTo>
                    <a:pt x="7416" y="2913"/>
                    <a:pt x="3599" y="2065"/>
                    <a:pt x="700" y="85"/>
                  </a:cubicBezTo>
                  <a:cubicBezTo>
                    <a:pt x="205" y="-269"/>
                    <a:pt x="-290" y="580"/>
                    <a:pt x="205" y="863"/>
                  </a:cubicBezTo>
                  <a:lnTo>
                    <a:pt x="205" y="86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41"/>
            <p:cNvSpPr/>
            <p:nvPr/>
          </p:nvSpPr>
          <p:spPr>
            <a:xfrm>
              <a:off x="5294562" y="6388166"/>
              <a:ext cx="2727" cy="27925"/>
            </a:xfrm>
            <a:custGeom>
              <a:rect b="b" l="l" r="r" t="t"/>
              <a:pathLst>
                <a:path extrusionOk="0" h="27925" w="2727">
                  <a:moveTo>
                    <a:pt x="1879" y="308"/>
                  </a:moveTo>
                  <a:cubicBezTo>
                    <a:pt x="1101" y="4903"/>
                    <a:pt x="536" y="9499"/>
                    <a:pt x="253" y="14165"/>
                  </a:cubicBezTo>
                  <a:cubicBezTo>
                    <a:pt x="111" y="16428"/>
                    <a:pt x="41" y="18761"/>
                    <a:pt x="41" y="21023"/>
                  </a:cubicBezTo>
                  <a:cubicBezTo>
                    <a:pt x="41" y="23144"/>
                    <a:pt x="-242" y="25690"/>
                    <a:pt x="677" y="27669"/>
                  </a:cubicBezTo>
                  <a:cubicBezTo>
                    <a:pt x="890" y="28094"/>
                    <a:pt x="1526" y="27952"/>
                    <a:pt x="1667" y="27528"/>
                  </a:cubicBezTo>
                  <a:cubicBezTo>
                    <a:pt x="2303" y="25548"/>
                    <a:pt x="1809" y="23074"/>
                    <a:pt x="1809" y="21023"/>
                  </a:cubicBezTo>
                  <a:cubicBezTo>
                    <a:pt x="1809" y="18761"/>
                    <a:pt x="1809" y="16428"/>
                    <a:pt x="1809" y="14165"/>
                  </a:cubicBezTo>
                  <a:cubicBezTo>
                    <a:pt x="1879" y="9570"/>
                    <a:pt x="2233" y="4974"/>
                    <a:pt x="2728" y="449"/>
                  </a:cubicBezTo>
                  <a:cubicBezTo>
                    <a:pt x="2728" y="-46"/>
                    <a:pt x="1950" y="-187"/>
                    <a:pt x="1809" y="308"/>
                  </a:cubicBezTo>
                  <a:lnTo>
                    <a:pt x="1809" y="30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41"/>
            <p:cNvSpPr/>
            <p:nvPr/>
          </p:nvSpPr>
          <p:spPr>
            <a:xfrm>
              <a:off x="5289496" y="6386380"/>
              <a:ext cx="2420" cy="16703"/>
            </a:xfrm>
            <a:custGeom>
              <a:rect b="b" l="l" r="r" t="t"/>
              <a:pathLst>
                <a:path extrusionOk="0" h="16703" w="2420">
                  <a:moveTo>
                    <a:pt x="1643" y="327"/>
                  </a:moveTo>
                  <a:cubicBezTo>
                    <a:pt x="653" y="5488"/>
                    <a:pt x="-125" y="10861"/>
                    <a:pt x="17" y="16093"/>
                  </a:cubicBezTo>
                  <a:cubicBezTo>
                    <a:pt x="17" y="16942"/>
                    <a:pt x="1218" y="16871"/>
                    <a:pt x="1289" y="16093"/>
                  </a:cubicBezTo>
                  <a:cubicBezTo>
                    <a:pt x="1643" y="10861"/>
                    <a:pt x="1784" y="5630"/>
                    <a:pt x="2421" y="397"/>
                  </a:cubicBezTo>
                  <a:cubicBezTo>
                    <a:pt x="2421" y="-27"/>
                    <a:pt x="1713" y="-168"/>
                    <a:pt x="1643" y="256"/>
                  </a:cubicBezTo>
                  <a:lnTo>
                    <a:pt x="1643" y="25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 name="Google Shape;863;p41"/>
            <p:cNvSpPr/>
            <p:nvPr/>
          </p:nvSpPr>
          <p:spPr>
            <a:xfrm>
              <a:off x="5300742" y="6397665"/>
              <a:ext cx="1920" cy="15819"/>
            </a:xfrm>
            <a:custGeom>
              <a:rect b="b" l="l" r="r" t="t"/>
              <a:pathLst>
                <a:path extrusionOk="0" h="15819" w="1920">
                  <a:moveTo>
                    <a:pt x="1072" y="424"/>
                  </a:moveTo>
                  <a:cubicBezTo>
                    <a:pt x="790" y="2899"/>
                    <a:pt x="365" y="5444"/>
                    <a:pt x="224" y="7919"/>
                  </a:cubicBezTo>
                  <a:cubicBezTo>
                    <a:pt x="83" y="10393"/>
                    <a:pt x="-200" y="12938"/>
                    <a:pt x="224" y="15342"/>
                  </a:cubicBezTo>
                  <a:cubicBezTo>
                    <a:pt x="365" y="15979"/>
                    <a:pt x="1355" y="15979"/>
                    <a:pt x="1497" y="15342"/>
                  </a:cubicBezTo>
                  <a:cubicBezTo>
                    <a:pt x="1709" y="14140"/>
                    <a:pt x="1709" y="12938"/>
                    <a:pt x="1709" y="11666"/>
                  </a:cubicBezTo>
                  <a:cubicBezTo>
                    <a:pt x="1709" y="10393"/>
                    <a:pt x="1709" y="9120"/>
                    <a:pt x="1709" y="7919"/>
                  </a:cubicBezTo>
                  <a:cubicBezTo>
                    <a:pt x="1709" y="5444"/>
                    <a:pt x="1709" y="2899"/>
                    <a:pt x="1921" y="424"/>
                  </a:cubicBezTo>
                  <a:cubicBezTo>
                    <a:pt x="1921" y="-141"/>
                    <a:pt x="1072" y="-141"/>
                    <a:pt x="1002" y="424"/>
                  </a:cubicBezTo>
                  <a:lnTo>
                    <a:pt x="1002" y="42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 name="Google Shape;864;p41"/>
            <p:cNvSpPr/>
            <p:nvPr/>
          </p:nvSpPr>
          <p:spPr>
            <a:xfrm>
              <a:off x="5285258" y="6418085"/>
              <a:ext cx="19159" cy="2666"/>
            </a:xfrm>
            <a:custGeom>
              <a:rect b="b" l="l" r="r" t="t"/>
              <a:pathLst>
                <a:path extrusionOk="0" h="2666" w="19159">
                  <a:moveTo>
                    <a:pt x="154" y="1002"/>
                  </a:moveTo>
                  <a:cubicBezTo>
                    <a:pt x="1639" y="1710"/>
                    <a:pt x="3336" y="1922"/>
                    <a:pt x="4891" y="2134"/>
                  </a:cubicBezTo>
                  <a:cubicBezTo>
                    <a:pt x="6446" y="2346"/>
                    <a:pt x="8002" y="2558"/>
                    <a:pt x="9557" y="2629"/>
                  </a:cubicBezTo>
                  <a:cubicBezTo>
                    <a:pt x="12739" y="2770"/>
                    <a:pt x="15921" y="2558"/>
                    <a:pt x="18819" y="1285"/>
                  </a:cubicBezTo>
                  <a:cubicBezTo>
                    <a:pt x="19526" y="932"/>
                    <a:pt x="19031" y="-129"/>
                    <a:pt x="18253" y="13"/>
                  </a:cubicBezTo>
                  <a:cubicBezTo>
                    <a:pt x="15355" y="720"/>
                    <a:pt x="12315" y="1073"/>
                    <a:pt x="9345" y="1002"/>
                  </a:cubicBezTo>
                  <a:cubicBezTo>
                    <a:pt x="7861" y="1002"/>
                    <a:pt x="6376" y="1002"/>
                    <a:pt x="4891" y="791"/>
                  </a:cubicBezTo>
                  <a:cubicBezTo>
                    <a:pt x="3406" y="578"/>
                    <a:pt x="1780" y="366"/>
                    <a:pt x="296" y="437"/>
                  </a:cubicBezTo>
                  <a:cubicBezTo>
                    <a:pt x="13" y="437"/>
                    <a:pt x="-129" y="791"/>
                    <a:pt x="154" y="932"/>
                  </a:cubicBezTo>
                  <a:lnTo>
                    <a:pt x="154" y="93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 name="Google Shape;865;p41"/>
            <p:cNvSpPr/>
            <p:nvPr/>
          </p:nvSpPr>
          <p:spPr>
            <a:xfrm>
              <a:off x="5307866" y="6398116"/>
              <a:ext cx="2150" cy="24882"/>
            </a:xfrm>
            <a:custGeom>
              <a:rect b="b" l="l" r="r" t="t"/>
              <a:pathLst>
                <a:path extrusionOk="0" h="24882" w="2150">
                  <a:moveTo>
                    <a:pt x="1160" y="327"/>
                  </a:moveTo>
                  <a:cubicBezTo>
                    <a:pt x="595" y="4286"/>
                    <a:pt x="241" y="8316"/>
                    <a:pt x="100" y="12275"/>
                  </a:cubicBezTo>
                  <a:cubicBezTo>
                    <a:pt x="29" y="14326"/>
                    <a:pt x="-41" y="16305"/>
                    <a:pt x="29" y="18356"/>
                  </a:cubicBezTo>
                  <a:cubicBezTo>
                    <a:pt x="100" y="20406"/>
                    <a:pt x="29" y="22386"/>
                    <a:pt x="454" y="24365"/>
                  </a:cubicBezTo>
                  <a:cubicBezTo>
                    <a:pt x="665" y="25214"/>
                    <a:pt x="1797" y="24931"/>
                    <a:pt x="1867" y="24153"/>
                  </a:cubicBezTo>
                  <a:cubicBezTo>
                    <a:pt x="2079" y="22174"/>
                    <a:pt x="1867" y="20123"/>
                    <a:pt x="1867" y="18073"/>
                  </a:cubicBezTo>
                  <a:cubicBezTo>
                    <a:pt x="1867" y="16022"/>
                    <a:pt x="1797" y="14184"/>
                    <a:pt x="1797" y="12275"/>
                  </a:cubicBezTo>
                  <a:cubicBezTo>
                    <a:pt x="1797" y="8316"/>
                    <a:pt x="1938" y="4357"/>
                    <a:pt x="2150" y="398"/>
                  </a:cubicBezTo>
                  <a:cubicBezTo>
                    <a:pt x="2150" y="-27"/>
                    <a:pt x="1372" y="-168"/>
                    <a:pt x="1302" y="256"/>
                  </a:cubicBezTo>
                  <a:lnTo>
                    <a:pt x="1302" y="25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41"/>
            <p:cNvSpPr/>
            <p:nvPr/>
          </p:nvSpPr>
          <p:spPr>
            <a:xfrm>
              <a:off x="5296768" y="6423173"/>
              <a:ext cx="9953" cy="2701"/>
            </a:xfrm>
            <a:custGeom>
              <a:rect b="b" l="l" r="r" t="t"/>
              <a:pathLst>
                <a:path extrusionOk="0" h="2701" w="9953">
                  <a:moveTo>
                    <a:pt x="451" y="2419"/>
                  </a:moveTo>
                  <a:cubicBezTo>
                    <a:pt x="1229" y="2489"/>
                    <a:pt x="2077" y="2701"/>
                    <a:pt x="2855" y="2701"/>
                  </a:cubicBezTo>
                  <a:cubicBezTo>
                    <a:pt x="3632" y="2701"/>
                    <a:pt x="4340" y="2701"/>
                    <a:pt x="5117" y="2560"/>
                  </a:cubicBezTo>
                  <a:cubicBezTo>
                    <a:pt x="6743" y="2348"/>
                    <a:pt x="8228" y="1995"/>
                    <a:pt x="9642" y="1146"/>
                  </a:cubicBezTo>
                  <a:cubicBezTo>
                    <a:pt x="10278" y="792"/>
                    <a:pt x="9854" y="-127"/>
                    <a:pt x="9147" y="15"/>
                  </a:cubicBezTo>
                  <a:cubicBezTo>
                    <a:pt x="7733" y="368"/>
                    <a:pt x="6249" y="792"/>
                    <a:pt x="4835" y="1075"/>
                  </a:cubicBezTo>
                  <a:cubicBezTo>
                    <a:pt x="4127" y="1216"/>
                    <a:pt x="3421" y="1287"/>
                    <a:pt x="2714" y="1358"/>
                  </a:cubicBezTo>
                  <a:cubicBezTo>
                    <a:pt x="2006" y="1429"/>
                    <a:pt x="1158" y="1570"/>
                    <a:pt x="451" y="1500"/>
                  </a:cubicBezTo>
                  <a:cubicBezTo>
                    <a:pt x="-185" y="1500"/>
                    <a:pt x="-115" y="2348"/>
                    <a:pt x="451" y="2419"/>
                  </a:cubicBezTo>
                  <a:lnTo>
                    <a:pt x="451" y="2419"/>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41"/>
            <p:cNvSpPr/>
            <p:nvPr/>
          </p:nvSpPr>
          <p:spPr>
            <a:xfrm>
              <a:off x="5303079" y="6425138"/>
              <a:ext cx="25320" cy="6297"/>
            </a:xfrm>
            <a:custGeom>
              <a:rect b="b" l="l" r="r" t="t"/>
              <a:pathLst>
                <a:path extrusionOk="0" h="6297" w="25320">
                  <a:moveTo>
                    <a:pt x="221" y="5968"/>
                  </a:moveTo>
                  <a:cubicBezTo>
                    <a:pt x="4392" y="6605"/>
                    <a:pt x="8705" y="6251"/>
                    <a:pt x="12876" y="5473"/>
                  </a:cubicBezTo>
                  <a:cubicBezTo>
                    <a:pt x="17048" y="4696"/>
                    <a:pt x="21289" y="3352"/>
                    <a:pt x="25037" y="1090"/>
                  </a:cubicBezTo>
                  <a:cubicBezTo>
                    <a:pt x="25602" y="807"/>
                    <a:pt x="25249" y="-183"/>
                    <a:pt x="24613" y="30"/>
                  </a:cubicBezTo>
                  <a:cubicBezTo>
                    <a:pt x="20794" y="1443"/>
                    <a:pt x="16835" y="2787"/>
                    <a:pt x="12876" y="3706"/>
                  </a:cubicBezTo>
                  <a:cubicBezTo>
                    <a:pt x="8917" y="4625"/>
                    <a:pt x="4604" y="4908"/>
                    <a:pt x="362" y="5191"/>
                  </a:cubicBezTo>
                  <a:cubicBezTo>
                    <a:pt x="8" y="5191"/>
                    <a:pt x="-204" y="5827"/>
                    <a:pt x="291" y="5897"/>
                  </a:cubicBezTo>
                  <a:lnTo>
                    <a:pt x="291" y="589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 name="Google Shape;868;p41"/>
            <p:cNvSpPr/>
            <p:nvPr/>
          </p:nvSpPr>
          <p:spPr>
            <a:xfrm>
              <a:off x="5313719" y="6407546"/>
              <a:ext cx="1882" cy="16963"/>
            </a:xfrm>
            <a:custGeom>
              <a:rect b="b" l="l" r="r" t="t"/>
              <a:pathLst>
                <a:path extrusionOk="0" h="16963" w="1882">
                  <a:moveTo>
                    <a:pt x="469" y="371"/>
                  </a:moveTo>
                  <a:cubicBezTo>
                    <a:pt x="-26" y="5674"/>
                    <a:pt x="-450" y="11401"/>
                    <a:pt x="964" y="16632"/>
                  </a:cubicBezTo>
                  <a:cubicBezTo>
                    <a:pt x="1105" y="17127"/>
                    <a:pt x="1883" y="17057"/>
                    <a:pt x="1883" y="16491"/>
                  </a:cubicBezTo>
                  <a:cubicBezTo>
                    <a:pt x="1812" y="13804"/>
                    <a:pt x="1459" y="11117"/>
                    <a:pt x="1247" y="8431"/>
                  </a:cubicBezTo>
                  <a:cubicBezTo>
                    <a:pt x="1034" y="5744"/>
                    <a:pt x="1034" y="3057"/>
                    <a:pt x="1247" y="371"/>
                  </a:cubicBezTo>
                  <a:cubicBezTo>
                    <a:pt x="1247" y="-124"/>
                    <a:pt x="539" y="-124"/>
                    <a:pt x="469" y="371"/>
                  </a:cubicBezTo>
                  <a:lnTo>
                    <a:pt x="469" y="37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 name="Google Shape;869;p41"/>
            <p:cNvSpPr/>
            <p:nvPr/>
          </p:nvSpPr>
          <p:spPr>
            <a:xfrm>
              <a:off x="5320212" y="6405681"/>
              <a:ext cx="1823" cy="19301"/>
            </a:xfrm>
            <a:custGeom>
              <a:rect b="b" l="l" r="r" t="t"/>
              <a:pathLst>
                <a:path extrusionOk="0" h="19301" w="1823">
                  <a:moveTo>
                    <a:pt x="1116" y="256"/>
                  </a:moveTo>
                  <a:cubicBezTo>
                    <a:pt x="692" y="3438"/>
                    <a:pt x="409" y="6549"/>
                    <a:pt x="197" y="9730"/>
                  </a:cubicBezTo>
                  <a:cubicBezTo>
                    <a:pt x="126" y="11285"/>
                    <a:pt x="56" y="12841"/>
                    <a:pt x="56" y="14467"/>
                  </a:cubicBezTo>
                  <a:cubicBezTo>
                    <a:pt x="56" y="15881"/>
                    <a:pt x="-227" y="17861"/>
                    <a:pt x="480" y="19062"/>
                  </a:cubicBezTo>
                  <a:cubicBezTo>
                    <a:pt x="692" y="19345"/>
                    <a:pt x="1187" y="19416"/>
                    <a:pt x="1329" y="19062"/>
                  </a:cubicBezTo>
                  <a:cubicBezTo>
                    <a:pt x="1965" y="17861"/>
                    <a:pt x="1611" y="16164"/>
                    <a:pt x="1611" y="14820"/>
                  </a:cubicBezTo>
                  <a:cubicBezTo>
                    <a:pt x="1611" y="13194"/>
                    <a:pt x="1611" y="11568"/>
                    <a:pt x="1611" y="9942"/>
                  </a:cubicBezTo>
                  <a:cubicBezTo>
                    <a:pt x="1611" y="6760"/>
                    <a:pt x="1753" y="3579"/>
                    <a:pt x="1823" y="398"/>
                  </a:cubicBezTo>
                  <a:cubicBezTo>
                    <a:pt x="1823" y="-27"/>
                    <a:pt x="1045" y="-168"/>
                    <a:pt x="975" y="256"/>
                  </a:cubicBezTo>
                  <a:lnTo>
                    <a:pt x="975" y="25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 name="Google Shape;870;p41"/>
            <p:cNvSpPr/>
            <p:nvPr/>
          </p:nvSpPr>
          <p:spPr>
            <a:xfrm>
              <a:off x="5330024" y="6410533"/>
              <a:ext cx="2526" cy="24469"/>
            </a:xfrm>
            <a:custGeom>
              <a:rect b="b" l="l" r="r" t="t"/>
              <a:pathLst>
                <a:path extrusionOk="0" h="24469" w="2526">
                  <a:moveTo>
                    <a:pt x="354" y="424"/>
                  </a:moveTo>
                  <a:cubicBezTo>
                    <a:pt x="212" y="2404"/>
                    <a:pt x="0" y="4384"/>
                    <a:pt x="0" y="6363"/>
                  </a:cubicBezTo>
                  <a:cubicBezTo>
                    <a:pt x="0" y="8343"/>
                    <a:pt x="0" y="10464"/>
                    <a:pt x="0" y="12585"/>
                  </a:cubicBezTo>
                  <a:cubicBezTo>
                    <a:pt x="0" y="14706"/>
                    <a:pt x="71" y="16544"/>
                    <a:pt x="212" y="18524"/>
                  </a:cubicBezTo>
                  <a:cubicBezTo>
                    <a:pt x="212" y="19513"/>
                    <a:pt x="354" y="20503"/>
                    <a:pt x="495" y="21493"/>
                  </a:cubicBezTo>
                  <a:cubicBezTo>
                    <a:pt x="566" y="22412"/>
                    <a:pt x="566" y="23331"/>
                    <a:pt x="1061" y="24109"/>
                  </a:cubicBezTo>
                  <a:cubicBezTo>
                    <a:pt x="1414" y="24675"/>
                    <a:pt x="2121" y="24533"/>
                    <a:pt x="2333" y="23967"/>
                  </a:cubicBezTo>
                  <a:cubicBezTo>
                    <a:pt x="2687" y="23048"/>
                    <a:pt x="2475" y="21988"/>
                    <a:pt x="2333" y="21069"/>
                  </a:cubicBezTo>
                  <a:cubicBezTo>
                    <a:pt x="2333" y="20150"/>
                    <a:pt x="2192" y="19231"/>
                    <a:pt x="2121" y="18311"/>
                  </a:cubicBezTo>
                  <a:cubicBezTo>
                    <a:pt x="1980" y="16332"/>
                    <a:pt x="1768" y="14352"/>
                    <a:pt x="1697" y="12373"/>
                  </a:cubicBezTo>
                  <a:cubicBezTo>
                    <a:pt x="1485" y="8414"/>
                    <a:pt x="1202" y="4384"/>
                    <a:pt x="1131" y="424"/>
                  </a:cubicBezTo>
                  <a:cubicBezTo>
                    <a:pt x="1131" y="-141"/>
                    <a:pt x="283" y="-141"/>
                    <a:pt x="212" y="424"/>
                  </a:cubicBezTo>
                  <a:lnTo>
                    <a:pt x="212" y="42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 name="Google Shape;871;p41"/>
            <p:cNvSpPr/>
            <p:nvPr/>
          </p:nvSpPr>
          <p:spPr>
            <a:xfrm>
              <a:off x="5314888" y="6431810"/>
              <a:ext cx="9976" cy="3184"/>
            </a:xfrm>
            <a:custGeom>
              <a:rect b="b" l="l" r="r" t="t"/>
              <a:pathLst>
                <a:path extrusionOk="0" h="3184" w="9976">
                  <a:moveTo>
                    <a:pt x="431" y="3185"/>
                  </a:moveTo>
                  <a:cubicBezTo>
                    <a:pt x="1986" y="3044"/>
                    <a:pt x="3542" y="2902"/>
                    <a:pt x="5097" y="2619"/>
                  </a:cubicBezTo>
                  <a:cubicBezTo>
                    <a:pt x="6653" y="2336"/>
                    <a:pt x="8279" y="2054"/>
                    <a:pt x="9622" y="1346"/>
                  </a:cubicBezTo>
                  <a:cubicBezTo>
                    <a:pt x="10258" y="1064"/>
                    <a:pt x="9975" y="-67"/>
                    <a:pt x="9268" y="3"/>
                  </a:cubicBezTo>
                  <a:cubicBezTo>
                    <a:pt x="7784" y="145"/>
                    <a:pt x="6299" y="781"/>
                    <a:pt x="4814" y="1135"/>
                  </a:cubicBezTo>
                  <a:cubicBezTo>
                    <a:pt x="3329" y="1488"/>
                    <a:pt x="1845" y="1912"/>
                    <a:pt x="360" y="2195"/>
                  </a:cubicBezTo>
                  <a:cubicBezTo>
                    <a:pt x="-206" y="2336"/>
                    <a:pt x="-64" y="3185"/>
                    <a:pt x="502" y="3185"/>
                  </a:cubicBezTo>
                  <a:lnTo>
                    <a:pt x="502" y="318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 name="Google Shape;872;p41"/>
            <p:cNvSpPr/>
            <p:nvPr/>
          </p:nvSpPr>
          <p:spPr>
            <a:xfrm>
              <a:off x="5324151" y="6434480"/>
              <a:ext cx="20439" cy="8225"/>
            </a:xfrm>
            <a:custGeom>
              <a:rect b="b" l="l" r="r" t="t"/>
              <a:pathLst>
                <a:path extrusionOk="0" h="8225" w="20439">
                  <a:moveTo>
                    <a:pt x="712" y="8151"/>
                  </a:moveTo>
                  <a:cubicBezTo>
                    <a:pt x="4247" y="7656"/>
                    <a:pt x="7782" y="6808"/>
                    <a:pt x="11176" y="5677"/>
                  </a:cubicBezTo>
                  <a:cubicBezTo>
                    <a:pt x="12802" y="5111"/>
                    <a:pt x="14357" y="4474"/>
                    <a:pt x="15913" y="3767"/>
                  </a:cubicBezTo>
                  <a:cubicBezTo>
                    <a:pt x="17468" y="3061"/>
                    <a:pt x="19165" y="2141"/>
                    <a:pt x="20296" y="868"/>
                  </a:cubicBezTo>
                  <a:cubicBezTo>
                    <a:pt x="20650" y="515"/>
                    <a:pt x="20296" y="-121"/>
                    <a:pt x="19802" y="20"/>
                  </a:cubicBezTo>
                  <a:cubicBezTo>
                    <a:pt x="18246" y="515"/>
                    <a:pt x="16832" y="1434"/>
                    <a:pt x="15347" y="2141"/>
                  </a:cubicBezTo>
                  <a:cubicBezTo>
                    <a:pt x="13721" y="2990"/>
                    <a:pt x="12095" y="3767"/>
                    <a:pt x="10398" y="4474"/>
                  </a:cubicBezTo>
                  <a:cubicBezTo>
                    <a:pt x="7146" y="5747"/>
                    <a:pt x="3823" y="6666"/>
                    <a:pt x="359" y="7232"/>
                  </a:cubicBezTo>
                  <a:cubicBezTo>
                    <a:pt x="-278" y="7303"/>
                    <a:pt x="5" y="8292"/>
                    <a:pt x="641" y="8222"/>
                  </a:cubicBezTo>
                  <a:lnTo>
                    <a:pt x="641" y="822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 name="Google Shape;873;p41"/>
            <p:cNvSpPr/>
            <p:nvPr/>
          </p:nvSpPr>
          <p:spPr>
            <a:xfrm>
              <a:off x="5337236" y="6420166"/>
              <a:ext cx="1954" cy="12388"/>
            </a:xfrm>
            <a:custGeom>
              <a:rect b="b" l="l" r="r" t="t"/>
              <a:pathLst>
                <a:path extrusionOk="0" h="12388" w="1954">
                  <a:moveTo>
                    <a:pt x="71" y="407"/>
                  </a:moveTo>
                  <a:cubicBezTo>
                    <a:pt x="71" y="2386"/>
                    <a:pt x="71" y="4366"/>
                    <a:pt x="71" y="6416"/>
                  </a:cubicBezTo>
                  <a:cubicBezTo>
                    <a:pt x="71" y="7406"/>
                    <a:pt x="71" y="8325"/>
                    <a:pt x="71" y="9315"/>
                  </a:cubicBezTo>
                  <a:cubicBezTo>
                    <a:pt x="71" y="10305"/>
                    <a:pt x="71" y="11436"/>
                    <a:pt x="707" y="12214"/>
                  </a:cubicBezTo>
                  <a:cubicBezTo>
                    <a:pt x="919" y="12497"/>
                    <a:pt x="1485" y="12426"/>
                    <a:pt x="1697" y="12072"/>
                  </a:cubicBezTo>
                  <a:cubicBezTo>
                    <a:pt x="2121" y="11294"/>
                    <a:pt x="1909" y="10163"/>
                    <a:pt x="1838" y="9315"/>
                  </a:cubicBezTo>
                  <a:cubicBezTo>
                    <a:pt x="1768" y="8325"/>
                    <a:pt x="1626" y="7335"/>
                    <a:pt x="1485" y="6345"/>
                  </a:cubicBezTo>
                  <a:cubicBezTo>
                    <a:pt x="1273" y="4366"/>
                    <a:pt x="1131" y="2457"/>
                    <a:pt x="990" y="477"/>
                  </a:cubicBezTo>
                  <a:cubicBezTo>
                    <a:pt x="990" y="-159"/>
                    <a:pt x="71" y="-159"/>
                    <a:pt x="0" y="477"/>
                  </a:cubicBezTo>
                  <a:lnTo>
                    <a:pt x="0" y="47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 name="Google Shape;874;p41"/>
            <p:cNvSpPr/>
            <p:nvPr/>
          </p:nvSpPr>
          <p:spPr>
            <a:xfrm>
              <a:off x="5347505" y="6416136"/>
              <a:ext cx="4077" cy="25608"/>
            </a:xfrm>
            <a:custGeom>
              <a:rect b="b" l="l" r="r" t="t"/>
              <a:pathLst>
                <a:path extrusionOk="0" h="25608" w="4077">
                  <a:moveTo>
                    <a:pt x="54" y="477"/>
                  </a:moveTo>
                  <a:cubicBezTo>
                    <a:pt x="-17" y="4719"/>
                    <a:pt x="-88" y="8962"/>
                    <a:pt x="336" y="13203"/>
                  </a:cubicBezTo>
                  <a:cubicBezTo>
                    <a:pt x="478" y="15183"/>
                    <a:pt x="760" y="17163"/>
                    <a:pt x="1114" y="19072"/>
                  </a:cubicBezTo>
                  <a:cubicBezTo>
                    <a:pt x="1468" y="20980"/>
                    <a:pt x="1538" y="23455"/>
                    <a:pt x="2599" y="25223"/>
                  </a:cubicBezTo>
                  <a:cubicBezTo>
                    <a:pt x="3023" y="25930"/>
                    <a:pt x="3871" y="25576"/>
                    <a:pt x="4013" y="24869"/>
                  </a:cubicBezTo>
                  <a:cubicBezTo>
                    <a:pt x="4295" y="22960"/>
                    <a:pt x="3589" y="20910"/>
                    <a:pt x="3235" y="19001"/>
                  </a:cubicBezTo>
                  <a:cubicBezTo>
                    <a:pt x="2881" y="17021"/>
                    <a:pt x="2599" y="14971"/>
                    <a:pt x="2316" y="12921"/>
                  </a:cubicBezTo>
                  <a:cubicBezTo>
                    <a:pt x="1750" y="8820"/>
                    <a:pt x="1255" y="4648"/>
                    <a:pt x="1043" y="477"/>
                  </a:cubicBezTo>
                  <a:cubicBezTo>
                    <a:pt x="1043" y="-159"/>
                    <a:pt x="124" y="-159"/>
                    <a:pt x="124" y="477"/>
                  </a:cubicBezTo>
                  <a:lnTo>
                    <a:pt x="124" y="47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 name="Google Shape;875;p41"/>
            <p:cNvSpPr/>
            <p:nvPr/>
          </p:nvSpPr>
          <p:spPr>
            <a:xfrm>
              <a:off x="5337756" y="6441089"/>
              <a:ext cx="7738" cy="4581"/>
            </a:xfrm>
            <a:custGeom>
              <a:rect b="b" l="l" r="r" t="t"/>
              <a:pathLst>
                <a:path extrusionOk="0" h="4581" w="7738">
                  <a:moveTo>
                    <a:pt x="681" y="4582"/>
                  </a:moveTo>
                  <a:cubicBezTo>
                    <a:pt x="2025" y="4228"/>
                    <a:pt x="3368" y="3946"/>
                    <a:pt x="4570" y="3238"/>
                  </a:cubicBezTo>
                  <a:cubicBezTo>
                    <a:pt x="5206" y="2885"/>
                    <a:pt x="5772" y="2532"/>
                    <a:pt x="6338" y="2107"/>
                  </a:cubicBezTo>
                  <a:cubicBezTo>
                    <a:pt x="6550" y="1895"/>
                    <a:pt x="6832" y="1683"/>
                    <a:pt x="7045" y="1471"/>
                  </a:cubicBezTo>
                  <a:cubicBezTo>
                    <a:pt x="7327" y="1188"/>
                    <a:pt x="7469" y="905"/>
                    <a:pt x="7681" y="622"/>
                  </a:cubicBezTo>
                  <a:cubicBezTo>
                    <a:pt x="7893" y="269"/>
                    <a:pt x="7469" y="-155"/>
                    <a:pt x="7116" y="57"/>
                  </a:cubicBezTo>
                  <a:cubicBezTo>
                    <a:pt x="6832" y="198"/>
                    <a:pt x="6550" y="340"/>
                    <a:pt x="6267" y="481"/>
                  </a:cubicBezTo>
                  <a:cubicBezTo>
                    <a:pt x="5984" y="622"/>
                    <a:pt x="5772" y="835"/>
                    <a:pt x="5490" y="976"/>
                  </a:cubicBezTo>
                  <a:cubicBezTo>
                    <a:pt x="4924" y="1329"/>
                    <a:pt x="4358" y="1683"/>
                    <a:pt x="3792" y="1966"/>
                  </a:cubicBezTo>
                  <a:cubicBezTo>
                    <a:pt x="2732" y="2602"/>
                    <a:pt x="1601" y="3238"/>
                    <a:pt x="328" y="3592"/>
                  </a:cubicBezTo>
                  <a:cubicBezTo>
                    <a:pt x="-238" y="3733"/>
                    <a:pt x="-25" y="4653"/>
                    <a:pt x="611" y="4511"/>
                  </a:cubicBezTo>
                  <a:lnTo>
                    <a:pt x="611" y="451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 name="Google Shape;876;p41"/>
            <p:cNvSpPr/>
            <p:nvPr/>
          </p:nvSpPr>
          <p:spPr>
            <a:xfrm>
              <a:off x="5354204" y="6421479"/>
              <a:ext cx="3246" cy="13423"/>
            </a:xfrm>
            <a:custGeom>
              <a:rect b="b" l="l" r="r" t="t"/>
              <a:pathLst>
                <a:path extrusionOk="0" h="13423" w="3246">
                  <a:moveTo>
                    <a:pt x="71" y="225"/>
                  </a:moveTo>
                  <a:cubicBezTo>
                    <a:pt x="424" y="2416"/>
                    <a:pt x="353" y="4608"/>
                    <a:pt x="707" y="6800"/>
                  </a:cubicBezTo>
                  <a:cubicBezTo>
                    <a:pt x="848" y="7860"/>
                    <a:pt x="1060" y="8921"/>
                    <a:pt x="1202" y="10052"/>
                  </a:cubicBezTo>
                  <a:cubicBezTo>
                    <a:pt x="1343" y="11042"/>
                    <a:pt x="1414" y="12244"/>
                    <a:pt x="1979" y="13092"/>
                  </a:cubicBezTo>
                  <a:cubicBezTo>
                    <a:pt x="2262" y="13587"/>
                    <a:pt x="3111" y="13516"/>
                    <a:pt x="3182" y="12951"/>
                  </a:cubicBezTo>
                  <a:cubicBezTo>
                    <a:pt x="3394" y="11891"/>
                    <a:pt x="3040" y="10830"/>
                    <a:pt x="2828" y="9840"/>
                  </a:cubicBezTo>
                  <a:cubicBezTo>
                    <a:pt x="2616" y="8709"/>
                    <a:pt x="2404" y="7649"/>
                    <a:pt x="2121" y="6517"/>
                  </a:cubicBezTo>
                  <a:cubicBezTo>
                    <a:pt x="1626" y="4396"/>
                    <a:pt x="848" y="2275"/>
                    <a:pt x="424" y="154"/>
                  </a:cubicBezTo>
                  <a:cubicBezTo>
                    <a:pt x="424" y="-129"/>
                    <a:pt x="0" y="13"/>
                    <a:pt x="0" y="295"/>
                  </a:cubicBezTo>
                  <a:lnTo>
                    <a:pt x="0" y="29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 name="Google Shape;877;p41"/>
            <p:cNvSpPr/>
            <p:nvPr/>
          </p:nvSpPr>
          <p:spPr>
            <a:xfrm>
              <a:off x="5346085" y="6436165"/>
              <a:ext cx="21939" cy="12405"/>
            </a:xfrm>
            <a:custGeom>
              <a:rect b="b" l="l" r="r" t="t"/>
              <a:pathLst>
                <a:path extrusionOk="0" h="12405" w="21939">
                  <a:moveTo>
                    <a:pt x="342" y="12334"/>
                  </a:moveTo>
                  <a:cubicBezTo>
                    <a:pt x="4301" y="11981"/>
                    <a:pt x="8260" y="10355"/>
                    <a:pt x="11795" y="8516"/>
                  </a:cubicBezTo>
                  <a:cubicBezTo>
                    <a:pt x="15330" y="6678"/>
                    <a:pt x="19007" y="4274"/>
                    <a:pt x="21764" y="1234"/>
                  </a:cubicBezTo>
                  <a:cubicBezTo>
                    <a:pt x="22259" y="669"/>
                    <a:pt x="21623" y="-321"/>
                    <a:pt x="20916" y="103"/>
                  </a:cubicBezTo>
                  <a:cubicBezTo>
                    <a:pt x="17664" y="2365"/>
                    <a:pt x="14553" y="4840"/>
                    <a:pt x="11018" y="6749"/>
                  </a:cubicBezTo>
                  <a:cubicBezTo>
                    <a:pt x="7483" y="8658"/>
                    <a:pt x="3806" y="10001"/>
                    <a:pt x="201" y="11627"/>
                  </a:cubicBezTo>
                  <a:cubicBezTo>
                    <a:pt x="-153" y="11769"/>
                    <a:pt x="-12" y="12405"/>
                    <a:pt x="412" y="12405"/>
                  </a:cubicBezTo>
                  <a:lnTo>
                    <a:pt x="412" y="1240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 name="Google Shape;878;p41"/>
            <p:cNvSpPr/>
            <p:nvPr/>
          </p:nvSpPr>
          <p:spPr>
            <a:xfrm>
              <a:off x="5365870" y="6416704"/>
              <a:ext cx="8979" cy="29030"/>
            </a:xfrm>
            <a:custGeom>
              <a:rect b="b" l="l" r="r" t="t"/>
              <a:pathLst>
                <a:path extrusionOk="0" h="29030" w="8979">
                  <a:moveTo>
                    <a:pt x="0" y="615"/>
                  </a:moveTo>
                  <a:cubicBezTo>
                    <a:pt x="778" y="5565"/>
                    <a:pt x="1768" y="10443"/>
                    <a:pt x="2970" y="15321"/>
                  </a:cubicBezTo>
                  <a:cubicBezTo>
                    <a:pt x="3606" y="17725"/>
                    <a:pt x="4313" y="20129"/>
                    <a:pt x="5091" y="22533"/>
                  </a:cubicBezTo>
                  <a:cubicBezTo>
                    <a:pt x="5727" y="24654"/>
                    <a:pt x="6292" y="27058"/>
                    <a:pt x="7707" y="28825"/>
                  </a:cubicBezTo>
                  <a:cubicBezTo>
                    <a:pt x="8131" y="29320"/>
                    <a:pt x="8979" y="28825"/>
                    <a:pt x="8979" y="28331"/>
                  </a:cubicBezTo>
                  <a:cubicBezTo>
                    <a:pt x="8979" y="25997"/>
                    <a:pt x="7918" y="23593"/>
                    <a:pt x="7212" y="21402"/>
                  </a:cubicBezTo>
                  <a:cubicBezTo>
                    <a:pt x="6505" y="19210"/>
                    <a:pt x="5798" y="16806"/>
                    <a:pt x="5091" y="14473"/>
                  </a:cubicBezTo>
                  <a:cubicBezTo>
                    <a:pt x="3606" y="9806"/>
                    <a:pt x="2192" y="5070"/>
                    <a:pt x="919" y="333"/>
                  </a:cubicBezTo>
                  <a:cubicBezTo>
                    <a:pt x="778" y="-233"/>
                    <a:pt x="-71" y="-21"/>
                    <a:pt x="71" y="545"/>
                  </a:cubicBezTo>
                  <a:lnTo>
                    <a:pt x="71" y="54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 name="Google Shape;879;p41"/>
            <p:cNvSpPr/>
            <p:nvPr/>
          </p:nvSpPr>
          <p:spPr>
            <a:xfrm>
              <a:off x="5361248" y="6445081"/>
              <a:ext cx="6971" cy="4512"/>
            </a:xfrm>
            <a:custGeom>
              <a:rect b="b" l="l" r="r" t="t"/>
              <a:pathLst>
                <a:path extrusionOk="0" h="4512" w="6971">
                  <a:moveTo>
                    <a:pt x="521" y="4478"/>
                  </a:moveTo>
                  <a:cubicBezTo>
                    <a:pt x="1652" y="4054"/>
                    <a:pt x="2783" y="3630"/>
                    <a:pt x="3844" y="3065"/>
                  </a:cubicBezTo>
                  <a:cubicBezTo>
                    <a:pt x="4339" y="2782"/>
                    <a:pt x="4905" y="2570"/>
                    <a:pt x="5400" y="2287"/>
                  </a:cubicBezTo>
                  <a:cubicBezTo>
                    <a:pt x="5965" y="1933"/>
                    <a:pt x="6389" y="1509"/>
                    <a:pt x="6813" y="1014"/>
                  </a:cubicBezTo>
                  <a:cubicBezTo>
                    <a:pt x="7238" y="448"/>
                    <a:pt x="6743" y="-259"/>
                    <a:pt x="6107" y="95"/>
                  </a:cubicBezTo>
                  <a:cubicBezTo>
                    <a:pt x="5612" y="307"/>
                    <a:pt x="5046" y="590"/>
                    <a:pt x="4622" y="943"/>
                  </a:cubicBezTo>
                  <a:cubicBezTo>
                    <a:pt x="4198" y="1297"/>
                    <a:pt x="3703" y="1651"/>
                    <a:pt x="3208" y="1933"/>
                  </a:cubicBezTo>
                  <a:cubicBezTo>
                    <a:pt x="2218" y="2570"/>
                    <a:pt x="1228" y="3135"/>
                    <a:pt x="238" y="3630"/>
                  </a:cubicBezTo>
                  <a:cubicBezTo>
                    <a:pt x="-257" y="3842"/>
                    <a:pt x="97" y="4691"/>
                    <a:pt x="592" y="4478"/>
                  </a:cubicBezTo>
                  <a:lnTo>
                    <a:pt x="592" y="447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 name="Google Shape;880;p41"/>
            <p:cNvSpPr/>
            <p:nvPr/>
          </p:nvSpPr>
          <p:spPr>
            <a:xfrm>
              <a:off x="5373610" y="6431023"/>
              <a:ext cx="15930" cy="21303"/>
            </a:xfrm>
            <a:custGeom>
              <a:rect b="b" l="l" r="r" t="t"/>
              <a:pathLst>
                <a:path extrusionOk="0" h="21303" w="15930">
                  <a:moveTo>
                    <a:pt x="14884" y="225"/>
                  </a:moveTo>
                  <a:cubicBezTo>
                    <a:pt x="12622" y="3831"/>
                    <a:pt x="10430" y="7507"/>
                    <a:pt x="8027" y="11042"/>
                  </a:cubicBezTo>
                  <a:cubicBezTo>
                    <a:pt x="6824" y="12810"/>
                    <a:pt x="5552" y="14436"/>
                    <a:pt x="4208" y="16062"/>
                  </a:cubicBezTo>
                  <a:cubicBezTo>
                    <a:pt x="3572" y="16840"/>
                    <a:pt x="2865" y="17617"/>
                    <a:pt x="2158" y="18325"/>
                  </a:cubicBezTo>
                  <a:cubicBezTo>
                    <a:pt x="1451" y="19032"/>
                    <a:pt x="532" y="19739"/>
                    <a:pt x="37" y="20658"/>
                  </a:cubicBezTo>
                  <a:cubicBezTo>
                    <a:pt x="-104" y="21011"/>
                    <a:pt x="178" y="21365"/>
                    <a:pt x="532" y="21294"/>
                  </a:cubicBezTo>
                  <a:cubicBezTo>
                    <a:pt x="1522" y="21082"/>
                    <a:pt x="2300" y="20304"/>
                    <a:pt x="3077" y="19668"/>
                  </a:cubicBezTo>
                  <a:cubicBezTo>
                    <a:pt x="3926" y="19032"/>
                    <a:pt x="4703" y="18254"/>
                    <a:pt x="5481" y="17547"/>
                  </a:cubicBezTo>
                  <a:cubicBezTo>
                    <a:pt x="7037" y="15992"/>
                    <a:pt x="8380" y="14295"/>
                    <a:pt x="9582" y="12527"/>
                  </a:cubicBezTo>
                  <a:cubicBezTo>
                    <a:pt x="12127" y="8851"/>
                    <a:pt x="14107" y="4891"/>
                    <a:pt x="15874" y="791"/>
                  </a:cubicBezTo>
                  <a:cubicBezTo>
                    <a:pt x="16157" y="155"/>
                    <a:pt x="15308" y="-340"/>
                    <a:pt x="14955" y="296"/>
                  </a:cubicBezTo>
                  <a:lnTo>
                    <a:pt x="14955" y="29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 name="Google Shape;881;p41"/>
            <p:cNvSpPr/>
            <p:nvPr/>
          </p:nvSpPr>
          <p:spPr>
            <a:xfrm>
              <a:off x="5375255" y="6421991"/>
              <a:ext cx="4200" cy="13385"/>
            </a:xfrm>
            <a:custGeom>
              <a:rect b="b" l="l" r="r" t="t"/>
              <a:pathLst>
                <a:path extrusionOk="0" h="13385" w="4200">
                  <a:moveTo>
                    <a:pt x="19" y="560"/>
                  </a:moveTo>
                  <a:cubicBezTo>
                    <a:pt x="301" y="1550"/>
                    <a:pt x="372" y="2682"/>
                    <a:pt x="514" y="3671"/>
                  </a:cubicBezTo>
                  <a:cubicBezTo>
                    <a:pt x="655" y="4661"/>
                    <a:pt x="796" y="5722"/>
                    <a:pt x="1008" y="6782"/>
                  </a:cubicBezTo>
                  <a:cubicBezTo>
                    <a:pt x="1433" y="8903"/>
                    <a:pt x="1786" y="11024"/>
                    <a:pt x="2705" y="13004"/>
                  </a:cubicBezTo>
                  <a:cubicBezTo>
                    <a:pt x="3059" y="13711"/>
                    <a:pt x="4331" y="13357"/>
                    <a:pt x="4190" y="12580"/>
                  </a:cubicBezTo>
                  <a:cubicBezTo>
                    <a:pt x="3907" y="10388"/>
                    <a:pt x="3129" y="8338"/>
                    <a:pt x="2634" y="6217"/>
                  </a:cubicBezTo>
                  <a:cubicBezTo>
                    <a:pt x="2140" y="4095"/>
                    <a:pt x="1715" y="2116"/>
                    <a:pt x="796" y="207"/>
                  </a:cubicBezTo>
                  <a:cubicBezTo>
                    <a:pt x="584" y="-217"/>
                    <a:pt x="-123" y="66"/>
                    <a:pt x="19" y="560"/>
                  </a:cubicBezTo>
                  <a:lnTo>
                    <a:pt x="19" y="56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 name="Google Shape;882;p41"/>
            <p:cNvSpPr/>
            <p:nvPr/>
          </p:nvSpPr>
          <p:spPr>
            <a:xfrm>
              <a:off x="5387575" y="6416049"/>
              <a:ext cx="10780" cy="21590"/>
            </a:xfrm>
            <a:custGeom>
              <a:rect b="b" l="l" r="r" t="t"/>
              <a:pathLst>
                <a:path extrusionOk="0" h="21590" w="10780">
                  <a:moveTo>
                    <a:pt x="0" y="494"/>
                  </a:moveTo>
                  <a:cubicBezTo>
                    <a:pt x="1061" y="4241"/>
                    <a:pt x="2192" y="7846"/>
                    <a:pt x="3818" y="11381"/>
                  </a:cubicBezTo>
                  <a:cubicBezTo>
                    <a:pt x="4596" y="13149"/>
                    <a:pt x="5373" y="14917"/>
                    <a:pt x="6363" y="16614"/>
                  </a:cubicBezTo>
                  <a:cubicBezTo>
                    <a:pt x="7282" y="18169"/>
                    <a:pt x="8202" y="20219"/>
                    <a:pt x="9615" y="21421"/>
                  </a:cubicBezTo>
                  <a:cubicBezTo>
                    <a:pt x="10110" y="21846"/>
                    <a:pt x="10959" y="21421"/>
                    <a:pt x="10747" y="20714"/>
                  </a:cubicBezTo>
                  <a:cubicBezTo>
                    <a:pt x="10252" y="19017"/>
                    <a:pt x="9050" y="17462"/>
                    <a:pt x="8272" y="15906"/>
                  </a:cubicBezTo>
                  <a:cubicBezTo>
                    <a:pt x="7353" y="14210"/>
                    <a:pt x="6434" y="12513"/>
                    <a:pt x="5515" y="10816"/>
                  </a:cubicBezTo>
                  <a:cubicBezTo>
                    <a:pt x="3818" y="7422"/>
                    <a:pt x="2121" y="3887"/>
                    <a:pt x="848" y="282"/>
                  </a:cubicBezTo>
                  <a:cubicBezTo>
                    <a:pt x="636" y="-213"/>
                    <a:pt x="-71" y="-1"/>
                    <a:pt x="71" y="494"/>
                  </a:cubicBezTo>
                  <a:lnTo>
                    <a:pt x="71" y="49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3" name="Google Shape;883;p41"/>
            <p:cNvSpPr/>
            <p:nvPr/>
          </p:nvSpPr>
          <p:spPr>
            <a:xfrm>
              <a:off x="5383926" y="6440928"/>
              <a:ext cx="9177" cy="10421"/>
            </a:xfrm>
            <a:custGeom>
              <a:rect b="b" l="l" r="r" t="t"/>
              <a:pathLst>
                <a:path extrusionOk="0" h="10421" w="9177">
                  <a:moveTo>
                    <a:pt x="8245" y="148"/>
                  </a:moveTo>
                  <a:cubicBezTo>
                    <a:pt x="7043" y="1845"/>
                    <a:pt x="5770" y="3542"/>
                    <a:pt x="4426" y="5097"/>
                  </a:cubicBezTo>
                  <a:cubicBezTo>
                    <a:pt x="3790" y="5875"/>
                    <a:pt x="3083" y="6582"/>
                    <a:pt x="2376" y="7359"/>
                  </a:cubicBezTo>
                  <a:cubicBezTo>
                    <a:pt x="1669" y="8137"/>
                    <a:pt x="750" y="8773"/>
                    <a:pt x="114" y="9622"/>
                  </a:cubicBezTo>
                  <a:cubicBezTo>
                    <a:pt x="-169" y="9975"/>
                    <a:pt x="114" y="10541"/>
                    <a:pt x="538" y="10399"/>
                  </a:cubicBezTo>
                  <a:cubicBezTo>
                    <a:pt x="1599" y="10046"/>
                    <a:pt x="2376" y="9339"/>
                    <a:pt x="3225" y="8561"/>
                  </a:cubicBezTo>
                  <a:cubicBezTo>
                    <a:pt x="4073" y="7783"/>
                    <a:pt x="4780" y="7006"/>
                    <a:pt x="5416" y="6157"/>
                  </a:cubicBezTo>
                  <a:cubicBezTo>
                    <a:pt x="6760" y="4390"/>
                    <a:pt x="7961" y="2552"/>
                    <a:pt x="9093" y="713"/>
                  </a:cubicBezTo>
                  <a:cubicBezTo>
                    <a:pt x="9446" y="148"/>
                    <a:pt x="8598" y="-277"/>
                    <a:pt x="8245" y="218"/>
                  </a:cubicBezTo>
                  <a:lnTo>
                    <a:pt x="8245" y="21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 name="Shape 887"/>
        <p:cNvGrpSpPr/>
        <p:nvPr/>
      </p:nvGrpSpPr>
      <p:grpSpPr>
        <a:xfrm>
          <a:off x="0" y="0"/>
          <a:ext cx="0" cy="0"/>
          <a:chOff x="0" y="0"/>
          <a:chExt cx="0" cy="0"/>
        </a:xfrm>
      </p:grpSpPr>
      <p:sp>
        <p:nvSpPr>
          <p:cNvPr id="888" name="Google Shape;888;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me</a:t>
            </a:r>
            <a:endParaRPr/>
          </a:p>
        </p:txBody>
      </p:sp>
      <p:sp>
        <p:nvSpPr>
          <p:cNvPr id="889" name="Google Shape;889;p42"/>
          <p:cNvSpPr txBox="1"/>
          <p:nvPr>
            <p:ph idx="1" type="subTitle"/>
          </p:nvPr>
        </p:nvSpPr>
        <p:spPr>
          <a:xfrm>
            <a:off x="4692742" y="1361375"/>
            <a:ext cx="3612300" cy="318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
        <p:nvSpPr>
          <p:cNvPr id="890" name="Google Shape;890;p42"/>
          <p:cNvSpPr txBox="1"/>
          <p:nvPr>
            <p:ph idx="2" type="subTitle"/>
          </p:nvPr>
        </p:nvSpPr>
        <p:spPr>
          <a:xfrm>
            <a:off x="838958" y="1361375"/>
            <a:ext cx="3612300" cy="318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a:t>
            </a:r>
            <a:r>
              <a:rPr lang="en"/>
              <a:t>Venus</a:t>
            </a:r>
            <a:r>
              <a:rPr lang="en"/>
              <a:t>, its temperatures aren’t as terribly hot as that planet’s. Its surface is quite similar to that of Earth’s Moon, which means there are a lot of craters and plains</a:t>
            </a:r>
            <a:endParaRPr/>
          </a:p>
        </p:txBody>
      </p:sp>
      <p:grpSp>
        <p:nvGrpSpPr>
          <p:cNvPr id="891" name="Google Shape;891;p42"/>
          <p:cNvGrpSpPr/>
          <p:nvPr/>
        </p:nvGrpSpPr>
        <p:grpSpPr>
          <a:xfrm>
            <a:off x="7669122" y="3721553"/>
            <a:ext cx="754890" cy="999247"/>
            <a:chOff x="4105338" y="3756743"/>
            <a:chExt cx="516517" cy="683713"/>
          </a:xfrm>
        </p:grpSpPr>
        <p:sp>
          <p:nvSpPr>
            <p:cNvPr id="892" name="Google Shape;892;p42"/>
            <p:cNvSpPr/>
            <p:nvPr/>
          </p:nvSpPr>
          <p:spPr>
            <a:xfrm>
              <a:off x="4105338" y="4316189"/>
              <a:ext cx="111899" cy="124267"/>
            </a:xfrm>
            <a:custGeom>
              <a:rect b="b" l="l" r="r" t="t"/>
              <a:pathLst>
                <a:path extrusionOk="0" h="124267" w="111899">
                  <a:moveTo>
                    <a:pt x="104924" y="19904"/>
                  </a:moveTo>
                  <a:cubicBezTo>
                    <a:pt x="98349" y="30934"/>
                    <a:pt x="91703" y="41892"/>
                    <a:pt x="85127" y="52922"/>
                  </a:cubicBezTo>
                  <a:cubicBezTo>
                    <a:pt x="81663" y="58719"/>
                    <a:pt x="78199" y="64446"/>
                    <a:pt x="74734" y="70244"/>
                  </a:cubicBezTo>
                  <a:cubicBezTo>
                    <a:pt x="73250" y="72648"/>
                    <a:pt x="71906" y="75263"/>
                    <a:pt x="69927" y="77243"/>
                  </a:cubicBezTo>
                  <a:cubicBezTo>
                    <a:pt x="67735" y="79505"/>
                    <a:pt x="64836" y="80566"/>
                    <a:pt x="62008" y="81768"/>
                  </a:cubicBezTo>
                  <a:cubicBezTo>
                    <a:pt x="39525" y="90959"/>
                    <a:pt x="20224" y="105806"/>
                    <a:pt x="1205" y="120653"/>
                  </a:cubicBezTo>
                  <a:lnTo>
                    <a:pt x="6861" y="121785"/>
                  </a:lnTo>
                  <a:cubicBezTo>
                    <a:pt x="7568" y="109553"/>
                    <a:pt x="10821" y="97888"/>
                    <a:pt x="15063" y="86434"/>
                  </a:cubicBezTo>
                  <a:cubicBezTo>
                    <a:pt x="17113" y="80919"/>
                    <a:pt x="19305" y="75263"/>
                    <a:pt x="22415" y="70244"/>
                  </a:cubicBezTo>
                  <a:cubicBezTo>
                    <a:pt x="25526" y="65224"/>
                    <a:pt x="29768" y="60911"/>
                    <a:pt x="34011" y="56811"/>
                  </a:cubicBezTo>
                  <a:cubicBezTo>
                    <a:pt x="51615" y="39560"/>
                    <a:pt x="68654" y="21955"/>
                    <a:pt x="84632" y="3078"/>
                  </a:cubicBezTo>
                  <a:cubicBezTo>
                    <a:pt x="87390" y="-174"/>
                    <a:pt x="80885" y="-952"/>
                    <a:pt x="78976" y="1239"/>
                  </a:cubicBezTo>
                  <a:cubicBezTo>
                    <a:pt x="62362" y="20824"/>
                    <a:pt x="44333" y="38782"/>
                    <a:pt x="26304" y="57022"/>
                  </a:cubicBezTo>
                  <a:cubicBezTo>
                    <a:pt x="17749" y="65648"/>
                    <a:pt x="12517" y="75122"/>
                    <a:pt x="8346" y="86434"/>
                  </a:cubicBezTo>
                  <a:cubicBezTo>
                    <a:pt x="4175" y="97746"/>
                    <a:pt x="710" y="109907"/>
                    <a:pt x="3" y="122209"/>
                  </a:cubicBezTo>
                  <a:cubicBezTo>
                    <a:pt x="-138" y="125037"/>
                    <a:pt x="4245" y="124472"/>
                    <a:pt x="5659" y="123340"/>
                  </a:cubicBezTo>
                  <a:cubicBezTo>
                    <a:pt x="15628" y="115563"/>
                    <a:pt x="25597" y="107786"/>
                    <a:pt x="36131" y="100786"/>
                  </a:cubicBezTo>
                  <a:cubicBezTo>
                    <a:pt x="41576" y="97181"/>
                    <a:pt x="47161" y="93787"/>
                    <a:pt x="52958" y="90818"/>
                  </a:cubicBezTo>
                  <a:cubicBezTo>
                    <a:pt x="58756" y="87848"/>
                    <a:pt x="64483" y="86010"/>
                    <a:pt x="69997" y="83111"/>
                  </a:cubicBezTo>
                  <a:cubicBezTo>
                    <a:pt x="74522" y="80708"/>
                    <a:pt x="77421" y="77031"/>
                    <a:pt x="80037" y="72718"/>
                  </a:cubicBezTo>
                  <a:cubicBezTo>
                    <a:pt x="83501" y="66992"/>
                    <a:pt x="86966" y="61265"/>
                    <a:pt x="90430" y="55467"/>
                  </a:cubicBezTo>
                  <a:cubicBezTo>
                    <a:pt x="97500" y="43731"/>
                    <a:pt x="104499" y="32065"/>
                    <a:pt x="111570" y="20329"/>
                  </a:cubicBezTo>
                  <a:cubicBezTo>
                    <a:pt x="113478" y="17218"/>
                    <a:pt x="106550" y="17289"/>
                    <a:pt x="105065" y="19693"/>
                  </a:cubicBezTo>
                  <a:lnTo>
                    <a:pt x="105065" y="1969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 name="Google Shape;893;p42"/>
            <p:cNvSpPr/>
            <p:nvPr/>
          </p:nvSpPr>
          <p:spPr>
            <a:xfrm>
              <a:off x="4173067" y="4314323"/>
              <a:ext cx="46962" cy="40618"/>
            </a:xfrm>
            <a:custGeom>
              <a:rect b="b" l="l" r="r" t="t"/>
              <a:pathLst>
                <a:path extrusionOk="0" h="40618" w="46962">
                  <a:moveTo>
                    <a:pt x="30973" y="40577"/>
                  </a:moveTo>
                  <a:cubicBezTo>
                    <a:pt x="36700" y="39799"/>
                    <a:pt x="43345" y="36547"/>
                    <a:pt x="46173" y="31244"/>
                  </a:cubicBezTo>
                  <a:cubicBezTo>
                    <a:pt x="48719" y="26578"/>
                    <a:pt x="44547" y="20851"/>
                    <a:pt x="41578" y="17316"/>
                  </a:cubicBezTo>
                  <a:cubicBezTo>
                    <a:pt x="37689" y="12650"/>
                    <a:pt x="32670" y="9186"/>
                    <a:pt x="27367" y="6287"/>
                  </a:cubicBezTo>
                  <a:cubicBezTo>
                    <a:pt x="24398" y="4661"/>
                    <a:pt x="21358" y="3247"/>
                    <a:pt x="18247" y="1903"/>
                  </a:cubicBezTo>
                  <a:cubicBezTo>
                    <a:pt x="15136" y="560"/>
                    <a:pt x="12025" y="-359"/>
                    <a:pt x="8631" y="136"/>
                  </a:cubicBezTo>
                  <a:cubicBezTo>
                    <a:pt x="5520" y="560"/>
                    <a:pt x="1632" y="2257"/>
                    <a:pt x="359" y="5368"/>
                  </a:cubicBezTo>
                  <a:cubicBezTo>
                    <a:pt x="-772" y="8125"/>
                    <a:pt x="1066" y="11377"/>
                    <a:pt x="1773" y="13993"/>
                  </a:cubicBezTo>
                  <a:cubicBezTo>
                    <a:pt x="2339" y="15973"/>
                    <a:pt x="9197" y="14134"/>
                    <a:pt x="8631" y="12155"/>
                  </a:cubicBezTo>
                  <a:cubicBezTo>
                    <a:pt x="7995" y="9963"/>
                    <a:pt x="6227" y="6852"/>
                    <a:pt x="7076" y="4590"/>
                  </a:cubicBezTo>
                  <a:cubicBezTo>
                    <a:pt x="7288" y="4024"/>
                    <a:pt x="7783" y="3742"/>
                    <a:pt x="7995" y="3247"/>
                  </a:cubicBezTo>
                  <a:cubicBezTo>
                    <a:pt x="8490" y="2964"/>
                    <a:pt x="8419" y="2964"/>
                    <a:pt x="7712" y="3247"/>
                  </a:cubicBezTo>
                  <a:cubicBezTo>
                    <a:pt x="8066" y="3247"/>
                    <a:pt x="8349" y="3247"/>
                    <a:pt x="8702" y="3388"/>
                  </a:cubicBezTo>
                  <a:cubicBezTo>
                    <a:pt x="10187" y="3671"/>
                    <a:pt x="11672" y="4307"/>
                    <a:pt x="13015" y="4943"/>
                  </a:cubicBezTo>
                  <a:cubicBezTo>
                    <a:pt x="18742" y="7489"/>
                    <a:pt x="24398" y="10246"/>
                    <a:pt x="29347" y="14134"/>
                  </a:cubicBezTo>
                  <a:cubicBezTo>
                    <a:pt x="33659" y="17528"/>
                    <a:pt x="37831" y="22053"/>
                    <a:pt x="39669" y="27356"/>
                  </a:cubicBezTo>
                  <a:cubicBezTo>
                    <a:pt x="40447" y="29689"/>
                    <a:pt x="40093" y="31527"/>
                    <a:pt x="38467" y="33365"/>
                  </a:cubicBezTo>
                  <a:cubicBezTo>
                    <a:pt x="36841" y="35204"/>
                    <a:pt x="34579" y="36971"/>
                    <a:pt x="32033" y="37325"/>
                  </a:cubicBezTo>
                  <a:cubicBezTo>
                    <a:pt x="30902" y="37466"/>
                    <a:pt x="28357" y="38102"/>
                    <a:pt x="28074" y="39446"/>
                  </a:cubicBezTo>
                  <a:cubicBezTo>
                    <a:pt x="27791" y="40789"/>
                    <a:pt x="30195" y="40647"/>
                    <a:pt x="30902" y="40577"/>
                  </a:cubicBezTo>
                  <a:lnTo>
                    <a:pt x="30902" y="4057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 name="Google Shape;894;p42"/>
            <p:cNvSpPr/>
            <p:nvPr/>
          </p:nvSpPr>
          <p:spPr>
            <a:xfrm>
              <a:off x="4176708" y="4293525"/>
              <a:ext cx="64330" cy="53183"/>
            </a:xfrm>
            <a:custGeom>
              <a:rect b="b" l="l" r="r" t="t"/>
              <a:pathLst>
                <a:path extrusionOk="0" h="53183" w="64330">
                  <a:moveTo>
                    <a:pt x="44158" y="52326"/>
                  </a:moveTo>
                  <a:cubicBezTo>
                    <a:pt x="50451" y="54801"/>
                    <a:pt x="58652" y="51690"/>
                    <a:pt x="62187" y="45963"/>
                  </a:cubicBezTo>
                  <a:cubicBezTo>
                    <a:pt x="66288" y="39246"/>
                    <a:pt x="64025" y="30479"/>
                    <a:pt x="59430" y="24753"/>
                  </a:cubicBezTo>
                  <a:cubicBezTo>
                    <a:pt x="54269" y="18389"/>
                    <a:pt x="47340" y="12874"/>
                    <a:pt x="40482" y="8420"/>
                  </a:cubicBezTo>
                  <a:cubicBezTo>
                    <a:pt x="33624" y="3966"/>
                    <a:pt x="25635" y="219"/>
                    <a:pt x="17433" y="7"/>
                  </a:cubicBezTo>
                  <a:cubicBezTo>
                    <a:pt x="9727" y="-205"/>
                    <a:pt x="-737" y="4249"/>
                    <a:pt x="41" y="13440"/>
                  </a:cubicBezTo>
                  <a:cubicBezTo>
                    <a:pt x="253" y="15490"/>
                    <a:pt x="7111" y="14077"/>
                    <a:pt x="6899" y="11602"/>
                  </a:cubicBezTo>
                  <a:cubicBezTo>
                    <a:pt x="6616" y="8279"/>
                    <a:pt x="8737" y="4603"/>
                    <a:pt x="12131" y="3825"/>
                  </a:cubicBezTo>
                  <a:cubicBezTo>
                    <a:pt x="15949" y="2906"/>
                    <a:pt x="20332" y="4461"/>
                    <a:pt x="23867" y="5804"/>
                  </a:cubicBezTo>
                  <a:cubicBezTo>
                    <a:pt x="30867" y="8420"/>
                    <a:pt x="37088" y="12592"/>
                    <a:pt x="42815" y="17329"/>
                  </a:cubicBezTo>
                  <a:cubicBezTo>
                    <a:pt x="48188" y="21783"/>
                    <a:pt x="55117" y="27227"/>
                    <a:pt x="56955" y="34297"/>
                  </a:cubicBezTo>
                  <a:cubicBezTo>
                    <a:pt x="57804" y="37549"/>
                    <a:pt x="57733" y="41579"/>
                    <a:pt x="56460" y="44761"/>
                  </a:cubicBezTo>
                  <a:cubicBezTo>
                    <a:pt x="55400" y="47447"/>
                    <a:pt x="52713" y="50205"/>
                    <a:pt x="49744" y="49073"/>
                  </a:cubicBezTo>
                  <a:cubicBezTo>
                    <a:pt x="48259" y="48508"/>
                    <a:pt x="46279" y="48932"/>
                    <a:pt x="44936" y="49781"/>
                  </a:cubicBezTo>
                  <a:cubicBezTo>
                    <a:pt x="44158" y="50276"/>
                    <a:pt x="42744" y="51690"/>
                    <a:pt x="44300" y="52255"/>
                  </a:cubicBezTo>
                  <a:lnTo>
                    <a:pt x="44300" y="5225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 name="Google Shape;895;p42"/>
            <p:cNvSpPr/>
            <p:nvPr/>
          </p:nvSpPr>
          <p:spPr>
            <a:xfrm>
              <a:off x="4267103" y="4167098"/>
              <a:ext cx="70632" cy="50204"/>
            </a:xfrm>
            <a:custGeom>
              <a:rect b="b" l="l" r="r" t="t"/>
              <a:pathLst>
                <a:path extrusionOk="0" h="50204" w="70632">
                  <a:moveTo>
                    <a:pt x="70561" y="47249"/>
                  </a:moveTo>
                  <a:cubicBezTo>
                    <a:pt x="70632" y="39825"/>
                    <a:pt x="66531" y="33886"/>
                    <a:pt x="61724" y="28584"/>
                  </a:cubicBezTo>
                  <a:cubicBezTo>
                    <a:pt x="56916" y="23281"/>
                    <a:pt x="51331" y="18332"/>
                    <a:pt x="45392" y="14231"/>
                  </a:cubicBezTo>
                  <a:cubicBezTo>
                    <a:pt x="33161" y="5747"/>
                    <a:pt x="18667" y="-404"/>
                    <a:pt x="3537" y="21"/>
                  </a:cubicBezTo>
                  <a:cubicBezTo>
                    <a:pt x="-493" y="91"/>
                    <a:pt x="-1624" y="5464"/>
                    <a:pt x="3042" y="5394"/>
                  </a:cubicBezTo>
                  <a:cubicBezTo>
                    <a:pt x="16404" y="5040"/>
                    <a:pt x="29413" y="10908"/>
                    <a:pt x="40231" y="18403"/>
                  </a:cubicBezTo>
                  <a:cubicBezTo>
                    <a:pt x="45392" y="22009"/>
                    <a:pt x="50270" y="26109"/>
                    <a:pt x="54583" y="30705"/>
                  </a:cubicBezTo>
                  <a:cubicBezTo>
                    <a:pt x="58896" y="35300"/>
                    <a:pt x="63774" y="40886"/>
                    <a:pt x="63703" y="47744"/>
                  </a:cubicBezTo>
                  <a:cubicBezTo>
                    <a:pt x="63703" y="51491"/>
                    <a:pt x="70632" y="50642"/>
                    <a:pt x="70632" y="47320"/>
                  </a:cubicBezTo>
                  <a:lnTo>
                    <a:pt x="70632" y="4732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 name="Google Shape;896;p42"/>
            <p:cNvSpPr/>
            <p:nvPr/>
          </p:nvSpPr>
          <p:spPr>
            <a:xfrm>
              <a:off x="4234694" y="4211103"/>
              <a:ext cx="104808" cy="122730"/>
            </a:xfrm>
            <a:custGeom>
              <a:rect b="b" l="l" r="r" t="t"/>
              <a:pathLst>
                <a:path extrusionOk="0" h="122730" w="104808">
                  <a:moveTo>
                    <a:pt x="98022" y="1547"/>
                  </a:moveTo>
                  <a:cubicBezTo>
                    <a:pt x="67691" y="42765"/>
                    <a:pt x="35169" y="82287"/>
                    <a:pt x="667" y="120112"/>
                  </a:cubicBezTo>
                  <a:cubicBezTo>
                    <a:pt x="-2091" y="123152"/>
                    <a:pt x="4484" y="123435"/>
                    <a:pt x="6252" y="121526"/>
                  </a:cubicBezTo>
                  <a:cubicBezTo>
                    <a:pt x="41037" y="83418"/>
                    <a:pt x="73842" y="43472"/>
                    <a:pt x="104456" y="1900"/>
                  </a:cubicBezTo>
                  <a:cubicBezTo>
                    <a:pt x="106435" y="-716"/>
                    <a:pt x="99507" y="-433"/>
                    <a:pt x="98022" y="1547"/>
                  </a:cubicBezTo>
                  <a:lnTo>
                    <a:pt x="98022" y="154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 name="Google Shape;897;p42"/>
            <p:cNvSpPr/>
            <p:nvPr/>
          </p:nvSpPr>
          <p:spPr>
            <a:xfrm>
              <a:off x="4180876" y="4168434"/>
              <a:ext cx="92791" cy="129427"/>
            </a:xfrm>
            <a:custGeom>
              <a:rect b="b" l="l" r="r" t="t"/>
              <a:pathLst>
                <a:path extrusionOk="0" h="129427" w="92791">
                  <a:moveTo>
                    <a:pt x="86371" y="1512"/>
                  </a:moveTo>
                  <a:cubicBezTo>
                    <a:pt x="55899" y="42801"/>
                    <a:pt x="27618" y="85646"/>
                    <a:pt x="45" y="128915"/>
                  </a:cubicBezTo>
                  <a:cubicBezTo>
                    <a:pt x="-591" y="129834"/>
                    <a:pt x="5701" y="129551"/>
                    <a:pt x="6832" y="127784"/>
                  </a:cubicBezTo>
                  <a:cubicBezTo>
                    <a:pt x="34194" y="84727"/>
                    <a:pt x="62333" y="42165"/>
                    <a:pt x="92593" y="1088"/>
                  </a:cubicBezTo>
                  <a:cubicBezTo>
                    <a:pt x="94007" y="-821"/>
                    <a:pt x="87431" y="98"/>
                    <a:pt x="86371" y="1441"/>
                  </a:cubicBezTo>
                  <a:lnTo>
                    <a:pt x="86371" y="144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 name="Google Shape;898;p42"/>
            <p:cNvSpPr/>
            <p:nvPr/>
          </p:nvSpPr>
          <p:spPr>
            <a:xfrm>
              <a:off x="4267006" y="4150798"/>
              <a:ext cx="17519" cy="21468"/>
            </a:xfrm>
            <a:custGeom>
              <a:rect b="b" l="l" r="r" t="t"/>
              <a:pathLst>
                <a:path extrusionOk="0" h="21468" w="17519">
                  <a:moveTo>
                    <a:pt x="11270" y="1472"/>
                  </a:moveTo>
                  <a:cubicBezTo>
                    <a:pt x="9219" y="4230"/>
                    <a:pt x="7452" y="7199"/>
                    <a:pt x="5614" y="10098"/>
                  </a:cubicBezTo>
                  <a:cubicBezTo>
                    <a:pt x="5190" y="10805"/>
                    <a:pt x="4695" y="11512"/>
                    <a:pt x="4270" y="12290"/>
                  </a:cubicBezTo>
                  <a:cubicBezTo>
                    <a:pt x="4058" y="12643"/>
                    <a:pt x="3846" y="12997"/>
                    <a:pt x="3563" y="13350"/>
                  </a:cubicBezTo>
                  <a:cubicBezTo>
                    <a:pt x="3705" y="13068"/>
                    <a:pt x="3563" y="13279"/>
                    <a:pt x="3563" y="13350"/>
                  </a:cubicBezTo>
                  <a:cubicBezTo>
                    <a:pt x="3422" y="13562"/>
                    <a:pt x="3280" y="13704"/>
                    <a:pt x="3210" y="13916"/>
                  </a:cubicBezTo>
                  <a:cubicBezTo>
                    <a:pt x="2362" y="15259"/>
                    <a:pt x="1442" y="16603"/>
                    <a:pt x="523" y="17875"/>
                  </a:cubicBezTo>
                  <a:cubicBezTo>
                    <a:pt x="-396" y="19148"/>
                    <a:pt x="-113" y="20774"/>
                    <a:pt x="1442" y="21269"/>
                  </a:cubicBezTo>
                  <a:cubicBezTo>
                    <a:pt x="2998" y="21764"/>
                    <a:pt x="5260" y="21339"/>
                    <a:pt x="6250" y="19996"/>
                  </a:cubicBezTo>
                  <a:cubicBezTo>
                    <a:pt x="8300" y="17239"/>
                    <a:pt x="10068" y="14269"/>
                    <a:pt x="11906" y="11371"/>
                  </a:cubicBezTo>
                  <a:cubicBezTo>
                    <a:pt x="12330" y="10664"/>
                    <a:pt x="12825" y="9957"/>
                    <a:pt x="13249" y="9179"/>
                  </a:cubicBezTo>
                  <a:cubicBezTo>
                    <a:pt x="13461" y="8826"/>
                    <a:pt x="13674" y="8472"/>
                    <a:pt x="13956" y="8118"/>
                  </a:cubicBezTo>
                  <a:cubicBezTo>
                    <a:pt x="13815" y="8401"/>
                    <a:pt x="13956" y="8189"/>
                    <a:pt x="13956" y="8118"/>
                  </a:cubicBezTo>
                  <a:cubicBezTo>
                    <a:pt x="14098" y="7907"/>
                    <a:pt x="14239" y="7765"/>
                    <a:pt x="14310" y="7553"/>
                  </a:cubicBezTo>
                  <a:cubicBezTo>
                    <a:pt x="15158" y="6209"/>
                    <a:pt x="16077" y="4866"/>
                    <a:pt x="16997" y="3593"/>
                  </a:cubicBezTo>
                  <a:cubicBezTo>
                    <a:pt x="17916" y="2321"/>
                    <a:pt x="17633" y="695"/>
                    <a:pt x="16077" y="200"/>
                  </a:cubicBezTo>
                  <a:cubicBezTo>
                    <a:pt x="14522" y="-295"/>
                    <a:pt x="12260" y="129"/>
                    <a:pt x="11270" y="1472"/>
                  </a:cubicBezTo>
                  <a:lnTo>
                    <a:pt x="11270" y="147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 name="Google Shape;899;p42"/>
            <p:cNvSpPr/>
            <p:nvPr/>
          </p:nvSpPr>
          <p:spPr>
            <a:xfrm>
              <a:off x="4279512" y="4149314"/>
              <a:ext cx="67631" cy="52510"/>
            </a:xfrm>
            <a:custGeom>
              <a:rect b="b" l="l" r="r" t="t"/>
              <a:pathLst>
                <a:path extrusionOk="0" h="52510" w="67631">
                  <a:moveTo>
                    <a:pt x="67556" y="49408"/>
                  </a:moveTo>
                  <a:cubicBezTo>
                    <a:pt x="66637" y="37106"/>
                    <a:pt x="55254" y="26642"/>
                    <a:pt x="46345" y="19219"/>
                  </a:cubicBezTo>
                  <a:cubicBezTo>
                    <a:pt x="34468" y="9321"/>
                    <a:pt x="20540" y="3311"/>
                    <a:pt x="5410" y="130"/>
                  </a:cubicBezTo>
                  <a:cubicBezTo>
                    <a:pt x="3783" y="-224"/>
                    <a:pt x="1733" y="130"/>
                    <a:pt x="602" y="1402"/>
                  </a:cubicBezTo>
                  <a:cubicBezTo>
                    <a:pt x="-388" y="2462"/>
                    <a:pt x="-176" y="3876"/>
                    <a:pt x="1380" y="4159"/>
                  </a:cubicBezTo>
                  <a:cubicBezTo>
                    <a:pt x="15873" y="7200"/>
                    <a:pt x="29307" y="12856"/>
                    <a:pt x="40619" y="22400"/>
                  </a:cubicBezTo>
                  <a:cubicBezTo>
                    <a:pt x="49032" y="29541"/>
                    <a:pt x="59849" y="39369"/>
                    <a:pt x="60769" y="51176"/>
                  </a:cubicBezTo>
                  <a:cubicBezTo>
                    <a:pt x="60981" y="53791"/>
                    <a:pt x="67839" y="52236"/>
                    <a:pt x="67627" y="49337"/>
                  </a:cubicBezTo>
                  <a:lnTo>
                    <a:pt x="67627" y="4933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 name="Google Shape;900;p42"/>
            <p:cNvSpPr/>
            <p:nvPr/>
          </p:nvSpPr>
          <p:spPr>
            <a:xfrm>
              <a:off x="4330780" y="4081351"/>
              <a:ext cx="101296" cy="135759"/>
            </a:xfrm>
            <a:custGeom>
              <a:rect b="b" l="l" r="r" t="t"/>
              <a:pathLst>
                <a:path extrusionOk="0" h="135759" w="101296">
                  <a:moveTo>
                    <a:pt x="94907" y="1420"/>
                  </a:moveTo>
                  <a:cubicBezTo>
                    <a:pt x="73414" y="31398"/>
                    <a:pt x="51638" y="61234"/>
                    <a:pt x="30004" y="91211"/>
                  </a:cubicBezTo>
                  <a:cubicBezTo>
                    <a:pt x="20176" y="104856"/>
                    <a:pt x="10349" y="118502"/>
                    <a:pt x="592" y="132147"/>
                  </a:cubicBezTo>
                  <a:cubicBezTo>
                    <a:pt x="-1953" y="135682"/>
                    <a:pt x="4410" y="137025"/>
                    <a:pt x="6390" y="134339"/>
                  </a:cubicBezTo>
                  <a:cubicBezTo>
                    <a:pt x="27883" y="104361"/>
                    <a:pt x="49659" y="74525"/>
                    <a:pt x="71293" y="44548"/>
                  </a:cubicBezTo>
                  <a:cubicBezTo>
                    <a:pt x="81121" y="30903"/>
                    <a:pt x="90948" y="17258"/>
                    <a:pt x="100705" y="3612"/>
                  </a:cubicBezTo>
                  <a:cubicBezTo>
                    <a:pt x="103250" y="77"/>
                    <a:pt x="96887" y="-1266"/>
                    <a:pt x="94907" y="1420"/>
                  </a:cubicBezTo>
                  <a:lnTo>
                    <a:pt x="94907" y="142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 name="Google Shape;901;p42"/>
            <p:cNvSpPr/>
            <p:nvPr/>
          </p:nvSpPr>
          <p:spPr>
            <a:xfrm>
              <a:off x="4277684" y="4035184"/>
              <a:ext cx="90126" cy="120628"/>
            </a:xfrm>
            <a:custGeom>
              <a:rect b="b" l="l" r="r" t="t"/>
              <a:pathLst>
                <a:path extrusionOk="0" h="120628" w="90126">
                  <a:moveTo>
                    <a:pt x="6390" y="119208"/>
                  </a:moveTo>
                  <a:cubicBezTo>
                    <a:pt x="34175" y="80747"/>
                    <a:pt x="62031" y="42286"/>
                    <a:pt x="89534" y="3612"/>
                  </a:cubicBezTo>
                  <a:cubicBezTo>
                    <a:pt x="92079" y="77"/>
                    <a:pt x="85716" y="-1266"/>
                    <a:pt x="83737" y="1421"/>
                  </a:cubicBezTo>
                  <a:cubicBezTo>
                    <a:pt x="56234" y="40094"/>
                    <a:pt x="28378" y="78485"/>
                    <a:pt x="592" y="117017"/>
                  </a:cubicBezTo>
                  <a:cubicBezTo>
                    <a:pt x="-1953" y="120552"/>
                    <a:pt x="4410" y="121895"/>
                    <a:pt x="6390" y="119208"/>
                  </a:cubicBezTo>
                  <a:lnTo>
                    <a:pt x="6390" y="11920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 name="Google Shape;902;p42"/>
            <p:cNvSpPr/>
            <p:nvPr/>
          </p:nvSpPr>
          <p:spPr>
            <a:xfrm>
              <a:off x="4358094" y="3756743"/>
              <a:ext cx="263761" cy="333255"/>
            </a:xfrm>
            <a:custGeom>
              <a:rect b="b" l="l" r="r" t="t"/>
              <a:pathLst>
                <a:path extrusionOk="0" h="333255" w="263761">
                  <a:moveTo>
                    <a:pt x="6437" y="278872"/>
                  </a:moveTo>
                  <a:cubicBezTo>
                    <a:pt x="22769" y="255753"/>
                    <a:pt x="39030" y="232704"/>
                    <a:pt x="55362" y="209585"/>
                  </a:cubicBezTo>
                  <a:cubicBezTo>
                    <a:pt x="83925" y="169144"/>
                    <a:pt x="112135" y="128420"/>
                    <a:pt x="141688" y="88686"/>
                  </a:cubicBezTo>
                  <a:cubicBezTo>
                    <a:pt x="150879" y="76313"/>
                    <a:pt x="160212" y="64082"/>
                    <a:pt x="169827" y="52063"/>
                  </a:cubicBezTo>
                  <a:cubicBezTo>
                    <a:pt x="177321" y="42660"/>
                    <a:pt x="184745" y="32903"/>
                    <a:pt x="193370" y="24419"/>
                  </a:cubicBezTo>
                  <a:cubicBezTo>
                    <a:pt x="205036" y="12965"/>
                    <a:pt x="226529" y="-5347"/>
                    <a:pt x="243285" y="6885"/>
                  </a:cubicBezTo>
                  <a:cubicBezTo>
                    <a:pt x="254032" y="14733"/>
                    <a:pt x="258486" y="29650"/>
                    <a:pt x="256719" y="42377"/>
                  </a:cubicBezTo>
                  <a:cubicBezTo>
                    <a:pt x="254739" y="56588"/>
                    <a:pt x="246750" y="70233"/>
                    <a:pt x="240175" y="82747"/>
                  </a:cubicBezTo>
                  <a:cubicBezTo>
                    <a:pt x="226034" y="109543"/>
                    <a:pt x="209207" y="134783"/>
                    <a:pt x="192310" y="159882"/>
                  </a:cubicBezTo>
                  <a:cubicBezTo>
                    <a:pt x="157242" y="211989"/>
                    <a:pt x="120548" y="262893"/>
                    <a:pt x="84279" y="314151"/>
                  </a:cubicBezTo>
                  <a:cubicBezTo>
                    <a:pt x="80037" y="320161"/>
                    <a:pt x="75795" y="326100"/>
                    <a:pt x="71553" y="332039"/>
                  </a:cubicBezTo>
                  <a:cubicBezTo>
                    <a:pt x="70068" y="334089"/>
                    <a:pt x="76714" y="333241"/>
                    <a:pt x="77774" y="331756"/>
                  </a:cubicBezTo>
                  <a:cubicBezTo>
                    <a:pt x="115741" y="278730"/>
                    <a:pt x="153990" y="225846"/>
                    <a:pt x="190330" y="171689"/>
                  </a:cubicBezTo>
                  <a:cubicBezTo>
                    <a:pt x="207369" y="146307"/>
                    <a:pt x="224691" y="121138"/>
                    <a:pt x="239821" y="94483"/>
                  </a:cubicBezTo>
                  <a:cubicBezTo>
                    <a:pt x="247457" y="81050"/>
                    <a:pt x="255446" y="66981"/>
                    <a:pt x="260607" y="52346"/>
                  </a:cubicBezTo>
                  <a:cubicBezTo>
                    <a:pt x="265415" y="38771"/>
                    <a:pt x="265132" y="24419"/>
                    <a:pt x="256931" y="12187"/>
                  </a:cubicBezTo>
                  <a:cubicBezTo>
                    <a:pt x="245123" y="-5347"/>
                    <a:pt x="224196" y="-1387"/>
                    <a:pt x="208288" y="8016"/>
                  </a:cubicBezTo>
                  <a:cubicBezTo>
                    <a:pt x="188209" y="19894"/>
                    <a:pt x="174140" y="38912"/>
                    <a:pt x="159929" y="56871"/>
                  </a:cubicBezTo>
                  <a:cubicBezTo>
                    <a:pt x="125568" y="100493"/>
                    <a:pt x="94035" y="146307"/>
                    <a:pt x="62008" y="191627"/>
                  </a:cubicBezTo>
                  <a:cubicBezTo>
                    <a:pt x="41787" y="220261"/>
                    <a:pt x="21567" y="248894"/>
                    <a:pt x="1346" y="277528"/>
                  </a:cubicBezTo>
                  <a:cubicBezTo>
                    <a:pt x="993" y="278023"/>
                    <a:pt x="569" y="278589"/>
                    <a:pt x="215" y="279084"/>
                  </a:cubicBezTo>
                  <a:cubicBezTo>
                    <a:pt x="-1269" y="281134"/>
                    <a:pt x="5376" y="280286"/>
                    <a:pt x="6437" y="278801"/>
                  </a:cubicBezTo>
                  <a:lnTo>
                    <a:pt x="6437" y="27880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 name="Google Shape;903;p42"/>
            <p:cNvSpPr/>
            <p:nvPr/>
          </p:nvSpPr>
          <p:spPr>
            <a:xfrm>
              <a:off x="4347997" y="4054627"/>
              <a:ext cx="73725" cy="45333"/>
            </a:xfrm>
            <a:custGeom>
              <a:rect b="b" l="l" r="r" t="t"/>
              <a:pathLst>
                <a:path extrusionOk="0" h="45333" w="73725">
                  <a:moveTo>
                    <a:pt x="73448" y="41790"/>
                  </a:moveTo>
                  <a:cubicBezTo>
                    <a:pt x="64328" y="28286"/>
                    <a:pt x="50682" y="18247"/>
                    <a:pt x="36330" y="10823"/>
                  </a:cubicBezTo>
                  <a:cubicBezTo>
                    <a:pt x="26856" y="5945"/>
                    <a:pt x="15544" y="572"/>
                    <a:pt x="4727" y="6"/>
                  </a:cubicBezTo>
                  <a:cubicBezTo>
                    <a:pt x="3313" y="-65"/>
                    <a:pt x="909" y="501"/>
                    <a:pt x="202" y="1915"/>
                  </a:cubicBezTo>
                  <a:cubicBezTo>
                    <a:pt x="-505" y="3329"/>
                    <a:pt x="767" y="4107"/>
                    <a:pt x="2111" y="4177"/>
                  </a:cubicBezTo>
                  <a:cubicBezTo>
                    <a:pt x="6070" y="4389"/>
                    <a:pt x="10100" y="5733"/>
                    <a:pt x="13918" y="7005"/>
                  </a:cubicBezTo>
                  <a:cubicBezTo>
                    <a:pt x="20069" y="9056"/>
                    <a:pt x="25937" y="11672"/>
                    <a:pt x="31664" y="14712"/>
                  </a:cubicBezTo>
                  <a:cubicBezTo>
                    <a:pt x="45451" y="21923"/>
                    <a:pt x="58318" y="31539"/>
                    <a:pt x="67156" y="44547"/>
                  </a:cubicBezTo>
                  <a:cubicBezTo>
                    <a:pt x="68570" y="46598"/>
                    <a:pt x="75145" y="44265"/>
                    <a:pt x="73448" y="41790"/>
                  </a:cubicBezTo>
                  <a:lnTo>
                    <a:pt x="73448" y="417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 name="Google Shape;904;p42"/>
            <p:cNvSpPr/>
            <p:nvPr/>
          </p:nvSpPr>
          <p:spPr>
            <a:xfrm>
              <a:off x="4356942" y="4034171"/>
              <a:ext cx="78100" cy="56805"/>
            </a:xfrm>
            <a:custGeom>
              <a:rect b="b" l="l" r="r" t="t"/>
              <a:pathLst>
                <a:path extrusionOk="0" h="56805" w="78100">
                  <a:moveTo>
                    <a:pt x="77937" y="53197"/>
                  </a:moveTo>
                  <a:cubicBezTo>
                    <a:pt x="68887" y="36936"/>
                    <a:pt x="54959" y="23926"/>
                    <a:pt x="39122" y="14240"/>
                  </a:cubicBezTo>
                  <a:cubicBezTo>
                    <a:pt x="29012" y="8089"/>
                    <a:pt x="17276" y="2009"/>
                    <a:pt x="5398" y="100"/>
                  </a:cubicBezTo>
                  <a:cubicBezTo>
                    <a:pt x="3842" y="-183"/>
                    <a:pt x="1651" y="100"/>
                    <a:pt x="590" y="1373"/>
                  </a:cubicBezTo>
                  <a:cubicBezTo>
                    <a:pt x="-258" y="2363"/>
                    <a:pt x="-329" y="3777"/>
                    <a:pt x="1297" y="4059"/>
                  </a:cubicBezTo>
                  <a:cubicBezTo>
                    <a:pt x="12751" y="5898"/>
                    <a:pt x="23992" y="11766"/>
                    <a:pt x="33749" y="17705"/>
                  </a:cubicBezTo>
                  <a:cubicBezTo>
                    <a:pt x="49232" y="27179"/>
                    <a:pt x="62736" y="39976"/>
                    <a:pt x="71574" y="55954"/>
                  </a:cubicBezTo>
                  <a:cubicBezTo>
                    <a:pt x="72776" y="58075"/>
                    <a:pt x="79422" y="55883"/>
                    <a:pt x="77866" y="53197"/>
                  </a:cubicBezTo>
                  <a:lnTo>
                    <a:pt x="77866" y="5319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 name="Google Shape;905;p42"/>
            <p:cNvSpPr/>
            <p:nvPr/>
          </p:nvSpPr>
          <p:spPr>
            <a:xfrm>
              <a:off x="4156360" y="4373813"/>
              <a:ext cx="6585" cy="6601"/>
            </a:xfrm>
            <a:custGeom>
              <a:rect b="b" l="l" r="r" t="t"/>
              <a:pathLst>
                <a:path extrusionOk="0" h="6601" w="6585">
                  <a:moveTo>
                    <a:pt x="3492" y="1732"/>
                  </a:moveTo>
                  <a:lnTo>
                    <a:pt x="3492" y="1732"/>
                  </a:lnTo>
                  <a:cubicBezTo>
                    <a:pt x="3492" y="1732"/>
                    <a:pt x="3563" y="1591"/>
                    <a:pt x="3634" y="1520"/>
                  </a:cubicBezTo>
                  <a:cubicBezTo>
                    <a:pt x="3563" y="1732"/>
                    <a:pt x="3421" y="1874"/>
                    <a:pt x="3351" y="2015"/>
                  </a:cubicBezTo>
                  <a:cubicBezTo>
                    <a:pt x="3209" y="2298"/>
                    <a:pt x="3139" y="2651"/>
                    <a:pt x="2997" y="2934"/>
                  </a:cubicBezTo>
                  <a:lnTo>
                    <a:pt x="3139" y="2581"/>
                  </a:lnTo>
                  <a:cubicBezTo>
                    <a:pt x="3139" y="2581"/>
                    <a:pt x="2856" y="3075"/>
                    <a:pt x="2714" y="3287"/>
                  </a:cubicBezTo>
                  <a:lnTo>
                    <a:pt x="2927" y="3005"/>
                  </a:lnTo>
                  <a:cubicBezTo>
                    <a:pt x="2927" y="3005"/>
                    <a:pt x="2644" y="3287"/>
                    <a:pt x="2502" y="3429"/>
                  </a:cubicBezTo>
                  <a:lnTo>
                    <a:pt x="2785" y="3217"/>
                  </a:lnTo>
                  <a:cubicBezTo>
                    <a:pt x="2785" y="3217"/>
                    <a:pt x="2573" y="3358"/>
                    <a:pt x="2432" y="3429"/>
                  </a:cubicBezTo>
                  <a:lnTo>
                    <a:pt x="2785" y="3287"/>
                  </a:lnTo>
                  <a:cubicBezTo>
                    <a:pt x="2785" y="3287"/>
                    <a:pt x="2573" y="3358"/>
                    <a:pt x="2502" y="3358"/>
                  </a:cubicBezTo>
                  <a:lnTo>
                    <a:pt x="2927" y="3358"/>
                  </a:lnTo>
                  <a:cubicBezTo>
                    <a:pt x="2927" y="3358"/>
                    <a:pt x="2714" y="3358"/>
                    <a:pt x="2644" y="3358"/>
                  </a:cubicBezTo>
                  <a:lnTo>
                    <a:pt x="3068" y="3358"/>
                  </a:lnTo>
                  <a:cubicBezTo>
                    <a:pt x="3068" y="3358"/>
                    <a:pt x="2856" y="3358"/>
                    <a:pt x="2785" y="3358"/>
                  </a:cubicBezTo>
                  <a:lnTo>
                    <a:pt x="3139" y="3500"/>
                  </a:lnTo>
                  <a:cubicBezTo>
                    <a:pt x="3139" y="3500"/>
                    <a:pt x="2927" y="3429"/>
                    <a:pt x="2856" y="3358"/>
                  </a:cubicBezTo>
                  <a:lnTo>
                    <a:pt x="3139" y="3570"/>
                  </a:lnTo>
                  <a:cubicBezTo>
                    <a:pt x="3139" y="3570"/>
                    <a:pt x="2927" y="3429"/>
                    <a:pt x="2856" y="3287"/>
                  </a:cubicBezTo>
                  <a:lnTo>
                    <a:pt x="3068" y="3570"/>
                  </a:lnTo>
                  <a:cubicBezTo>
                    <a:pt x="3068" y="3570"/>
                    <a:pt x="2927" y="3358"/>
                    <a:pt x="2856" y="3217"/>
                  </a:cubicBezTo>
                  <a:lnTo>
                    <a:pt x="2997" y="3570"/>
                  </a:lnTo>
                  <a:cubicBezTo>
                    <a:pt x="2997" y="3570"/>
                    <a:pt x="2927" y="3287"/>
                    <a:pt x="2856" y="3146"/>
                  </a:cubicBezTo>
                  <a:lnTo>
                    <a:pt x="2856" y="3570"/>
                  </a:lnTo>
                  <a:cubicBezTo>
                    <a:pt x="2856" y="3570"/>
                    <a:pt x="2856" y="3217"/>
                    <a:pt x="2856" y="3005"/>
                  </a:cubicBezTo>
                  <a:lnTo>
                    <a:pt x="2856" y="3429"/>
                  </a:lnTo>
                  <a:cubicBezTo>
                    <a:pt x="2856" y="3429"/>
                    <a:pt x="2856" y="3005"/>
                    <a:pt x="2927" y="2863"/>
                  </a:cubicBezTo>
                  <a:lnTo>
                    <a:pt x="2785" y="3217"/>
                  </a:lnTo>
                  <a:cubicBezTo>
                    <a:pt x="2785" y="3217"/>
                    <a:pt x="2927" y="2934"/>
                    <a:pt x="3068" y="2793"/>
                  </a:cubicBezTo>
                  <a:lnTo>
                    <a:pt x="2785" y="3146"/>
                  </a:lnTo>
                  <a:cubicBezTo>
                    <a:pt x="2785" y="3146"/>
                    <a:pt x="2997" y="2934"/>
                    <a:pt x="3068" y="2863"/>
                  </a:cubicBezTo>
                  <a:lnTo>
                    <a:pt x="2714" y="3146"/>
                  </a:lnTo>
                  <a:cubicBezTo>
                    <a:pt x="2714" y="3146"/>
                    <a:pt x="2927" y="3005"/>
                    <a:pt x="2997" y="2934"/>
                  </a:cubicBezTo>
                  <a:lnTo>
                    <a:pt x="2644" y="3075"/>
                  </a:lnTo>
                  <a:cubicBezTo>
                    <a:pt x="2644" y="3075"/>
                    <a:pt x="2856" y="3005"/>
                    <a:pt x="2997" y="3005"/>
                  </a:cubicBezTo>
                  <a:lnTo>
                    <a:pt x="2573" y="3005"/>
                  </a:lnTo>
                  <a:cubicBezTo>
                    <a:pt x="2573" y="3005"/>
                    <a:pt x="2856" y="3005"/>
                    <a:pt x="2997" y="3005"/>
                  </a:cubicBezTo>
                  <a:lnTo>
                    <a:pt x="2573" y="3005"/>
                  </a:lnTo>
                  <a:cubicBezTo>
                    <a:pt x="2573" y="3005"/>
                    <a:pt x="2927" y="3005"/>
                    <a:pt x="3068" y="3075"/>
                  </a:cubicBezTo>
                  <a:lnTo>
                    <a:pt x="2714" y="2934"/>
                  </a:lnTo>
                  <a:cubicBezTo>
                    <a:pt x="2714" y="2934"/>
                    <a:pt x="2997" y="3075"/>
                    <a:pt x="3139" y="3146"/>
                  </a:cubicBezTo>
                  <a:lnTo>
                    <a:pt x="2785" y="2863"/>
                  </a:lnTo>
                  <a:cubicBezTo>
                    <a:pt x="2785" y="2863"/>
                    <a:pt x="2997" y="3075"/>
                    <a:pt x="3139" y="3217"/>
                  </a:cubicBezTo>
                  <a:lnTo>
                    <a:pt x="2856" y="2863"/>
                  </a:lnTo>
                  <a:cubicBezTo>
                    <a:pt x="2856" y="2863"/>
                    <a:pt x="2997" y="3075"/>
                    <a:pt x="3068" y="3217"/>
                  </a:cubicBezTo>
                  <a:lnTo>
                    <a:pt x="2927" y="2863"/>
                  </a:lnTo>
                  <a:cubicBezTo>
                    <a:pt x="2927" y="2863"/>
                    <a:pt x="2997" y="3146"/>
                    <a:pt x="3068" y="3287"/>
                  </a:cubicBezTo>
                  <a:lnTo>
                    <a:pt x="3068" y="2863"/>
                  </a:lnTo>
                  <a:cubicBezTo>
                    <a:pt x="3068" y="2863"/>
                    <a:pt x="3068" y="3146"/>
                    <a:pt x="3068" y="3217"/>
                  </a:cubicBezTo>
                  <a:lnTo>
                    <a:pt x="3068" y="2793"/>
                  </a:lnTo>
                  <a:cubicBezTo>
                    <a:pt x="3068" y="2793"/>
                    <a:pt x="3068" y="3075"/>
                    <a:pt x="3068" y="3217"/>
                  </a:cubicBezTo>
                  <a:lnTo>
                    <a:pt x="3209" y="2863"/>
                  </a:lnTo>
                  <a:cubicBezTo>
                    <a:pt x="3209" y="2863"/>
                    <a:pt x="3068" y="3146"/>
                    <a:pt x="2997" y="3287"/>
                  </a:cubicBezTo>
                  <a:lnTo>
                    <a:pt x="3280" y="2934"/>
                  </a:lnTo>
                  <a:cubicBezTo>
                    <a:pt x="3280" y="2934"/>
                    <a:pt x="3068" y="3146"/>
                    <a:pt x="2997" y="3217"/>
                  </a:cubicBezTo>
                  <a:lnTo>
                    <a:pt x="3351" y="2934"/>
                  </a:lnTo>
                  <a:cubicBezTo>
                    <a:pt x="3351" y="2934"/>
                    <a:pt x="3139" y="3075"/>
                    <a:pt x="2997" y="3146"/>
                  </a:cubicBezTo>
                  <a:lnTo>
                    <a:pt x="3351" y="3005"/>
                  </a:lnTo>
                  <a:cubicBezTo>
                    <a:pt x="3351" y="3005"/>
                    <a:pt x="3139" y="3075"/>
                    <a:pt x="2997" y="3075"/>
                  </a:cubicBezTo>
                  <a:lnTo>
                    <a:pt x="3421" y="3075"/>
                  </a:lnTo>
                  <a:cubicBezTo>
                    <a:pt x="3421" y="3075"/>
                    <a:pt x="3209" y="3075"/>
                    <a:pt x="3068" y="3075"/>
                  </a:cubicBezTo>
                  <a:lnTo>
                    <a:pt x="3492" y="3075"/>
                  </a:lnTo>
                  <a:cubicBezTo>
                    <a:pt x="3492" y="3075"/>
                    <a:pt x="3280" y="3075"/>
                    <a:pt x="3139" y="3075"/>
                  </a:cubicBezTo>
                  <a:lnTo>
                    <a:pt x="3492" y="3217"/>
                  </a:lnTo>
                  <a:cubicBezTo>
                    <a:pt x="3492" y="3217"/>
                    <a:pt x="3280" y="3075"/>
                    <a:pt x="3139" y="3005"/>
                  </a:cubicBezTo>
                  <a:lnTo>
                    <a:pt x="3492" y="3287"/>
                  </a:lnTo>
                  <a:cubicBezTo>
                    <a:pt x="3492" y="3287"/>
                    <a:pt x="3280" y="3075"/>
                    <a:pt x="3209" y="3005"/>
                  </a:cubicBezTo>
                  <a:lnTo>
                    <a:pt x="3492" y="3358"/>
                  </a:lnTo>
                  <a:cubicBezTo>
                    <a:pt x="3492" y="3358"/>
                    <a:pt x="3351" y="3075"/>
                    <a:pt x="3280" y="2934"/>
                  </a:cubicBezTo>
                  <a:lnTo>
                    <a:pt x="3421" y="3287"/>
                  </a:lnTo>
                  <a:cubicBezTo>
                    <a:pt x="3421" y="3287"/>
                    <a:pt x="3351" y="3075"/>
                    <a:pt x="3351" y="2934"/>
                  </a:cubicBezTo>
                  <a:lnTo>
                    <a:pt x="3351" y="3358"/>
                  </a:lnTo>
                  <a:cubicBezTo>
                    <a:pt x="3351" y="3358"/>
                    <a:pt x="3351" y="3146"/>
                    <a:pt x="3351" y="3005"/>
                  </a:cubicBezTo>
                  <a:lnTo>
                    <a:pt x="3351" y="3429"/>
                  </a:lnTo>
                  <a:cubicBezTo>
                    <a:pt x="3351" y="3429"/>
                    <a:pt x="3351" y="3217"/>
                    <a:pt x="3351" y="3146"/>
                  </a:cubicBezTo>
                  <a:lnTo>
                    <a:pt x="3209" y="3570"/>
                  </a:lnTo>
                  <a:cubicBezTo>
                    <a:pt x="3209" y="3570"/>
                    <a:pt x="3351" y="3217"/>
                    <a:pt x="3421" y="3005"/>
                  </a:cubicBezTo>
                  <a:lnTo>
                    <a:pt x="3280" y="3358"/>
                  </a:lnTo>
                  <a:cubicBezTo>
                    <a:pt x="3280" y="3358"/>
                    <a:pt x="3421" y="3146"/>
                    <a:pt x="3492" y="3075"/>
                  </a:cubicBezTo>
                  <a:lnTo>
                    <a:pt x="3280" y="3429"/>
                  </a:lnTo>
                  <a:cubicBezTo>
                    <a:pt x="3280" y="3429"/>
                    <a:pt x="3421" y="3287"/>
                    <a:pt x="3563" y="3146"/>
                  </a:cubicBezTo>
                  <a:lnTo>
                    <a:pt x="3280" y="3358"/>
                  </a:lnTo>
                  <a:cubicBezTo>
                    <a:pt x="3280" y="3358"/>
                    <a:pt x="3492" y="3217"/>
                    <a:pt x="3634" y="3146"/>
                  </a:cubicBezTo>
                  <a:lnTo>
                    <a:pt x="3280" y="3287"/>
                  </a:lnTo>
                  <a:cubicBezTo>
                    <a:pt x="3280" y="3287"/>
                    <a:pt x="3421" y="3287"/>
                    <a:pt x="3563" y="3217"/>
                  </a:cubicBezTo>
                  <a:cubicBezTo>
                    <a:pt x="3775" y="3217"/>
                    <a:pt x="3916" y="3075"/>
                    <a:pt x="4128" y="3005"/>
                  </a:cubicBezTo>
                  <a:lnTo>
                    <a:pt x="3775" y="3146"/>
                  </a:lnTo>
                  <a:cubicBezTo>
                    <a:pt x="3775" y="3146"/>
                    <a:pt x="3916" y="3146"/>
                    <a:pt x="3987" y="3075"/>
                  </a:cubicBezTo>
                  <a:cubicBezTo>
                    <a:pt x="4270" y="3005"/>
                    <a:pt x="4411" y="2863"/>
                    <a:pt x="4623" y="2722"/>
                  </a:cubicBezTo>
                  <a:lnTo>
                    <a:pt x="4411" y="2934"/>
                  </a:lnTo>
                  <a:cubicBezTo>
                    <a:pt x="4411" y="2934"/>
                    <a:pt x="4411" y="2934"/>
                    <a:pt x="4482" y="2934"/>
                  </a:cubicBezTo>
                  <a:cubicBezTo>
                    <a:pt x="4482" y="2934"/>
                    <a:pt x="4340" y="2934"/>
                    <a:pt x="4340" y="2934"/>
                  </a:cubicBezTo>
                  <a:cubicBezTo>
                    <a:pt x="4340" y="2934"/>
                    <a:pt x="4340" y="2934"/>
                    <a:pt x="4340" y="2934"/>
                  </a:cubicBezTo>
                  <a:cubicBezTo>
                    <a:pt x="4553" y="2863"/>
                    <a:pt x="4835" y="2651"/>
                    <a:pt x="4906" y="2368"/>
                  </a:cubicBezTo>
                  <a:cubicBezTo>
                    <a:pt x="4977" y="2086"/>
                    <a:pt x="4906" y="1944"/>
                    <a:pt x="4906" y="1661"/>
                  </a:cubicBezTo>
                  <a:cubicBezTo>
                    <a:pt x="4835" y="1237"/>
                    <a:pt x="4553" y="955"/>
                    <a:pt x="4199" y="742"/>
                  </a:cubicBezTo>
                  <a:cubicBezTo>
                    <a:pt x="3634" y="389"/>
                    <a:pt x="2927" y="389"/>
                    <a:pt x="2290" y="601"/>
                  </a:cubicBezTo>
                  <a:cubicBezTo>
                    <a:pt x="1795" y="742"/>
                    <a:pt x="1300" y="1025"/>
                    <a:pt x="947" y="1449"/>
                  </a:cubicBezTo>
                  <a:cubicBezTo>
                    <a:pt x="664" y="1803"/>
                    <a:pt x="452" y="2156"/>
                    <a:pt x="381" y="2581"/>
                  </a:cubicBezTo>
                  <a:cubicBezTo>
                    <a:pt x="311" y="3075"/>
                    <a:pt x="311" y="3429"/>
                    <a:pt x="381" y="3924"/>
                  </a:cubicBezTo>
                  <a:cubicBezTo>
                    <a:pt x="381" y="4207"/>
                    <a:pt x="523" y="4490"/>
                    <a:pt x="664" y="4772"/>
                  </a:cubicBezTo>
                  <a:cubicBezTo>
                    <a:pt x="805" y="5055"/>
                    <a:pt x="1017" y="5338"/>
                    <a:pt x="1230" y="5550"/>
                  </a:cubicBezTo>
                  <a:cubicBezTo>
                    <a:pt x="1654" y="5974"/>
                    <a:pt x="2219" y="6328"/>
                    <a:pt x="2785" y="6398"/>
                  </a:cubicBezTo>
                  <a:cubicBezTo>
                    <a:pt x="3563" y="6540"/>
                    <a:pt x="4270" y="6398"/>
                    <a:pt x="4977" y="6045"/>
                  </a:cubicBezTo>
                  <a:cubicBezTo>
                    <a:pt x="5472" y="5691"/>
                    <a:pt x="5967" y="5267"/>
                    <a:pt x="6249" y="4701"/>
                  </a:cubicBezTo>
                  <a:cubicBezTo>
                    <a:pt x="6391" y="4419"/>
                    <a:pt x="6462" y="4136"/>
                    <a:pt x="6532" y="3853"/>
                  </a:cubicBezTo>
                  <a:cubicBezTo>
                    <a:pt x="6603" y="3358"/>
                    <a:pt x="6603" y="3005"/>
                    <a:pt x="6532" y="2510"/>
                  </a:cubicBezTo>
                  <a:cubicBezTo>
                    <a:pt x="6391" y="1944"/>
                    <a:pt x="6037" y="1308"/>
                    <a:pt x="5613" y="955"/>
                  </a:cubicBezTo>
                  <a:cubicBezTo>
                    <a:pt x="5189" y="601"/>
                    <a:pt x="4623" y="247"/>
                    <a:pt x="4058" y="106"/>
                  </a:cubicBezTo>
                  <a:cubicBezTo>
                    <a:pt x="3492" y="-35"/>
                    <a:pt x="2856" y="-35"/>
                    <a:pt x="2290" y="106"/>
                  </a:cubicBezTo>
                  <a:cubicBezTo>
                    <a:pt x="1795" y="318"/>
                    <a:pt x="1300" y="601"/>
                    <a:pt x="947" y="1025"/>
                  </a:cubicBezTo>
                  <a:cubicBezTo>
                    <a:pt x="593" y="1449"/>
                    <a:pt x="311" y="1874"/>
                    <a:pt x="169" y="2439"/>
                  </a:cubicBezTo>
                  <a:cubicBezTo>
                    <a:pt x="28" y="2863"/>
                    <a:pt x="-43" y="3287"/>
                    <a:pt x="28" y="3712"/>
                  </a:cubicBezTo>
                  <a:cubicBezTo>
                    <a:pt x="28" y="4277"/>
                    <a:pt x="169" y="4772"/>
                    <a:pt x="523" y="5267"/>
                  </a:cubicBezTo>
                  <a:cubicBezTo>
                    <a:pt x="947" y="5903"/>
                    <a:pt x="1512" y="6398"/>
                    <a:pt x="2290" y="6540"/>
                  </a:cubicBezTo>
                  <a:cubicBezTo>
                    <a:pt x="3280" y="6752"/>
                    <a:pt x="4199" y="6398"/>
                    <a:pt x="4906" y="5762"/>
                  </a:cubicBezTo>
                  <a:cubicBezTo>
                    <a:pt x="5401" y="5267"/>
                    <a:pt x="5755" y="4631"/>
                    <a:pt x="5967" y="3995"/>
                  </a:cubicBezTo>
                  <a:cubicBezTo>
                    <a:pt x="6108" y="3570"/>
                    <a:pt x="6179" y="3075"/>
                    <a:pt x="6108" y="2651"/>
                  </a:cubicBezTo>
                  <a:cubicBezTo>
                    <a:pt x="6108" y="2298"/>
                    <a:pt x="5896" y="2015"/>
                    <a:pt x="5755" y="1732"/>
                  </a:cubicBezTo>
                  <a:cubicBezTo>
                    <a:pt x="5755" y="1591"/>
                    <a:pt x="5472" y="1449"/>
                    <a:pt x="5330" y="1308"/>
                  </a:cubicBezTo>
                  <a:cubicBezTo>
                    <a:pt x="5118" y="1166"/>
                    <a:pt x="4835" y="1166"/>
                    <a:pt x="4623" y="1166"/>
                  </a:cubicBezTo>
                  <a:cubicBezTo>
                    <a:pt x="4411" y="1166"/>
                    <a:pt x="4270" y="1237"/>
                    <a:pt x="4128" y="1379"/>
                  </a:cubicBezTo>
                  <a:cubicBezTo>
                    <a:pt x="3916" y="1520"/>
                    <a:pt x="3846" y="1732"/>
                    <a:pt x="3704" y="1944"/>
                  </a:cubicBezTo>
                  <a:lnTo>
                    <a:pt x="3704" y="194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 name="Google Shape;906;p42"/>
            <p:cNvSpPr/>
            <p:nvPr/>
          </p:nvSpPr>
          <p:spPr>
            <a:xfrm>
              <a:off x="4110484" y="4377777"/>
              <a:ext cx="46606" cy="59337"/>
            </a:xfrm>
            <a:custGeom>
              <a:rect b="b" l="l" r="r" t="t"/>
              <a:pathLst>
                <a:path extrusionOk="0" h="59337" w="46606">
                  <a:moveTo>
                    <a:pt x="44984" y="313"/>
                  </a:moveTo>
                  <a:cubicBezTo>
                    <a:pt x="35510" y="8726"/>
                    <a:pt x="26814" y="17564"/>
                    <a:pt x="18966" y="27533"/>
                  </a:cubicBezTo>
                  <a:cubicBezTo>
                    <a:pt x="15290" y="32270"/>
                    <a:pt x="11825" y="37219"/>
                    <a:pt x="8573" y="42309"/>
                  </a:cubicBezTo>
                  <a:cubicBezTo>
                    <a:pt x="6947" y="44854"/>
                    <a:pt x="5391" y="47470"/>
                    <a:pt x="3907" y="50086"/>
                  </a:cubicBezTo>
                  <a:cubicBezTo>
                    <a:pt x="2422" y="52702"/>
                    <a:pt x="584" y="55459"/>
                    <a:pt x="18" y="58499"/>
                  </a:cubicBezTo>
                  <a:cubicBezTo>
                    <a:pt x="-123" y="59136"/>
                    <a:pt x="584" y="59631"/>
                    <a:pt x="1149" y="59136"/>
                  </a:cubicBezTo>
                  <a:cubicBezTo>
                    <a:pt x="3200" y="57298"/>
                    <a:pt x="4472" y="54753"/>
                    <a:pt x="5957" y="52419"/>
                  </a:cubicBezTo>
                  <a:cubicBezTo>
                    <a:pt x="7583" y="49874"/>
                    <a:pt x="9280" y="47329"/>
                    <a:pt x="10977" y="44854"/>
                  </a:cubicBezTo>
                  <a:cubicBezTo>
                    <a:pt x="14583" y="39693"/>
                    <a:pt x="18259" y="34603"/>
                    <a:pt x="22148" y="29583"/>
                  </a:cubicBezTo>
                  <a:cubicBezTo>
                    <a:pt x="29642" y="19826"/>
                    <a:pt x="37702" y="10282"/>
                    <a:pt x="46327" y="1585"/>
                  </a:cubicBezTo>
                  <a:cubicBezTo>
                    <a:pt x="47176" y="737"/>
                    <a:pt x="45903" y="-536"/>
                    <a:pt x="44984" y="242"/>
                  </a:cubicBezTo>
                  <a:lnTo>
                    <a:pt x="44984" y="24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 name="Google Shape;907;p42"/>
            <p:cNvSpPr/>
            <p:nvPr/>
          </p:nvSpPr>
          <p:spPr>
            <a:xfrm>
              <a:off x="4230101" y="4198270"/>
              <a:ext cx="47468" cy="69639"/>
            </a:xfrm>
            <a:custGeom>
              <a:rect b="b" l="l" r="r" t="t"/>
              <a:pathLst>
                <a:path extrusionOk="0" h="69639" w="47468">
                  <a:moveTo>
                    <a:pt x="46781" y="92"/>
                  </a:moveTo>
                  <a:cubicBezTo>
                    <a:pt x="36883" y="9496"/>
                    <a:pt x="28964" y="21303"/>
                    <a:pt x="21329" y="32544"/>
                  </a:cubicBezTo>
                  <a:cubicBezTo>
                    <a:pt x="17511" y="38200"/>
                    <a:pt x="13693" y="43856"/>
                    <a:pt x="10087" y="49654"/>
                  </a:cubicBezTo>
                  <a:cubicBezTo>
                    <a:pt x="6481" y="55451"/>
                    <a:pt x="1957" y="61390"/>
                    <a:pt x="48" y="67895"/>
                  </a:cubicBezTo>
                  <a:cubicBezTo>
                    <a:pt x="-306" y="69238"/>
                    <a:pt x="1391" y="70228"/>
                    <a:pt x="2381" y="69238"/>
                  </a:cubicBezTo>
                  <a:cubicBezTo>
                    <a:pt x="6835" y="64642"/>
                    <a:pt x="9804" y="58280"/>
                    <a:pt x="13198" y="52906"/>
                  </a:cubicBezTo>
                  <a:cubicBezTo>
                    <a:pt x="16945" y="46967"/>
                    <a:pt x="20692" y="41028"/>
                    <a:pt x="24581" y="35160"/>
                  </a:cubicBezTo>
                  <a:cubicBezTo>
                    <a:pt x="32146" y="23707"/>
                    <a:pt x="40842" y="12607"/>
                    <a:pt x="47417" y="587"/>
                  </a:cubicBezTo>
                  <a:cubicBezTo>
                    <a:pt x="47629" y="234"/>
                    <a:pt x="47134" y="-190"/>
                    <a:pt x="46781" y="92"/>
                  </a:cubicBezTo>
                  <a:lnTo>
                    <a:pt x="46781" y="9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 name="Google Shape;908;p42"/>
            <p:cNvSpPr/>
            <p:nvPr/>
          </p:nvSpPr>
          <p:spPr>
            <a:xfrm>
              <a:off x="4222535" y="4273871"/>
              <a:ext cx="6482" cy="8389"/>
            </a:xfrm>
            <a:custGeom>
              <a:rect b="b" l="l" r="r" t="t"/>
              <a:pathLst>
                <a:path extrusionOk="0" h="8389" w="6482">
                  <a:moveTo>
                    <a:pt x="5210" y="0"/>
                  </a:moveTo>
                  <a:cubicBezTo>
                    <a:pt x="4856" y="71"/>
                    <a:pt x="4432" y="142"/>
                    <a:pt x="4149" y="424"/>
                  </a:cubicBezTo>
                  <a:cubicBezTo>
                    <a:pt x="3867" y="636"/>
                    <a:pt x="3584" y="849"/>
                    <a:pt x="3301" y="1131"/>
                  </a:cubicBezTo>
                  <a:cubicBezTo>
                    <a:pt x="2806" y="1556"/>
                    <a:pt x="2452" y="1980"/>
                    <a:pt x="2028" y="2475"/>
                  </a:cubicBezTo>
                  <a:cubicBezTo>
                    <a:pt x="1533" y="3041"/>
                    <a:pt x="1109" y="3606"/>
                    <a:pt x="756" y="4242"/>
                  </a:cubicBezTo>
                  <a:cubicBezTo>
                    <a:pt x="544" y="4667"/>
                    <a:pt x="261" y="5020"/>
                    <a:pt x="119" y="5515"/>
                  </a:cubicBezTo>
                  <a:cubicBezTo>
                    <a:pt x="-93" y="6151"/>
                    <a:pt x="-22" y="7000"/>
                    <a:pt x="332" y="7565"/>
                  </a:cubicBezTo>
                  <a:cubicBezTo>
                    <a:pt x="544" y="7919"/>
                    <a:pt x="826" y="8131"/>
                    <a:pt x="1180" y="8272"/>
                  </a:cubicBezTo>
                  <a:cubicBezTo>
                    <a:pt x="1604" y="8413"/>
                    <a:pt x="1887" y="8413"/>
                    <a:pt x="2382" y="8343"/>
                  </a:cubicBezTo>
                  <a:cubicBezTo>
                    <a:pt x="2735" y="8343"/>
                    <a:pt x="3372" y="7919"/>
                    <a:pt x="3654" y="7636"/>
                  </a:cubicBezTo>
                  <a:cubicBezTo>
                    <a:pt x="3937" y="7353"/>
                    <a:pt x="4079" y="7070"/>
                    <a:pt x="4291" y="6717"/>
                  </a:cubicBezTo>
                  <a:cubicBezTo>
                    <a:pt x="4432" y="6505"/>
                    <a:pt x="4503" y="6292"/>
                    <a:pt x="4644" y="6151"/>
                  </a:cubicBezTo>
                  <a:cubicBezTo>
                    <a:pt x="4856" y="5798"/>
                    <a:pt x="4998" y="5444"/>
                    <a:pt x="5139" y="5091"/>
                  </a:cubicBezTo>
                  <a:lnTo>
                    <a:pt x="4927" y="5586"/>
                  </a:lnTo>
                  <a:cubicBezTo>
                    <a:pt x="5280" y="4808"/>
                    <a:pt x="5634" y="4030"/>
                    <a:pt x="5988" y="3182"/>
                  </a:cubicBezTo>
                  <a:cubicBezTo>
                    <a:pt x="6129" y="2899"/>
                    <a:pt x="6200" y="2546"/>
                    <a:pt x="6341" y="2262"/>
                  </a:cubicBezTo>
                  <a:cubicBezTo>
                    <a:pt x="6341" y="2121"/>
                    <a:pt x="6341" y="2121"/>
                    <a:pt x="6341" y="2262"/>
                  </a:cubicBezTo>
                  <a:cubicBezTo>
                    <a:pt x="6270" y="2475"/>
                    <a:pt x="6341" y="2333"/>
                    <a:pt x="6482" y="1980"/>
                  </a:cubicBezTo>
                  <a:cubicBezTo>
                    <a:pt x="6482" y="1838"/>
                    <a:pt x="6482" y="1626"/>
                    <a:pt x="6482" y="1485"/>
                  </a:cubicBezTo>
                  <a:cubicBezTo>
                    <a:pt x="6482" y="1343"/>
                    <a:pt x="6482" y="1202"/>
                    <a:pt x="6482" y="990"/>
                  </a:cubicBezTo>
                  <a:cubicBezTo>
                    <a:pt x="6482" y="354"/>
                    <a:pt x="5846" y="-70"/>
                    <a:pt x="5280" y="71"/>
                  </a:cubicBezTo>
                  <a:lnTo>
                    <a:pt x="5280" y="7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 name="Google Shape;909;p42"/>
            <p:cNvSpPr/>
            <p:nvPr/>
          </p:nvSpPr>
          <p:spPr>
            <a:xfrm>
              <a:off x="4387414" y="3761072"/>
              <a:ext cx="231485" cy="224687"/>
            </a:xfrm>
            <a:custGeom>
              <a:rect b="b" l="l" r="r" t="t"/>
              <a:pathLst>
                <a:path extrusionOk="0" h="224687" w="231485">
                  <a:moveTo>
                    <a:pt x="231358" y="41512"/>
                  </a:moveTo>
                  <a:cubicBezTo>
                    <a:pt x="226480" y="38118"/>
                    <a:pt x="222308" y="33452"/>
                    <a:pt x="217996" y="29422"/>
                  </a:cubicBezTo>
                  <a:cubicBezTo>
                    <a:pt x="211138" y="23059"/>
                    <a:pt x="203997" y="16908"/>
                    <a:pt x="196290" y="11605"/>
                  </a:cubicBezTo>
                  <a:cubicBezTo>
                    <a:pt x="182433" y="2132"/>
                    <a:pt x="164687" y="-5009"/>
                    <a:pt x="148850" y="4464"/>
                  </a:cubicBezTo>
                  <a:cubicBezTo>
                    <a:pt x="136336" y="11888"/>
                    <a:pt x="126650" y="23130"/>
                    <a:pt x="117459" y="34230"/>
                  </a:cubicBezTo>
                  <a:cubicBezTo>
                    <a:pt x="107561" y="46178"/>
                    <a:pt x="97875" y="58409"/>
                    <a:pt x="88401" y="70711"/>
                  </a:cubicBezTo>
                  <a:cubicBezTo>
                    <a:pt x="69453" y="95527"/>
                    <a:pt x="51424" y="121051"/>
                    <a:pt x="34385" y="147281"/>
                  </a:cubicBezTo>
                  <a:cubicBezTo>
                    <a:pt x="24911" y="161916"/>
                    <a:pt x="15720" y="176763"/>
                    <a:pt x="6812" y="191822"/>
                  </a:cubicBezTo>
                  <a:cubicBezTo>
                    <a:pt x="3418" y="197620"/>
                    <a:pt x="307" y="202640"/>
                    <a:pt x="24" y="209497"/>
                  </a:cubicBezTo>
                  <a:cubicBezTo>
                    <a:pt x="-188" y="214871"/>
                    <a:pt x="943" y="220668"/>
                    <a:pt x="5115" y="224345"/>
                  </a:cubicBezTo>
                  <a:cubicBezTo>
                    <a:pt x="6529" y="225618"/>
                    <a:pt x="12680" y="223002"/>
                    <a:pt x="11549" y="222012"/>
                  </a:cubicBezTo>
                  <a:cubicBezTo>
                    <a:pt x="3559" y="214871"/>
                    <a:pt x="6882" y="202074"/>
                    <a:pt x="11549" y="194226"/>
                  </a:cubicBezTo>
                  <a:cubicBezTo>
                    <a:pt x="18831" y="181712"/>
                    <a:pt x="26396" y="169410"/>
                    <a:pt x="34102" y="157179"/>
                  </a:cubicBezTo>
                  <a:cubicBezTo>
                    <a:pt x="49586" y="132787"/>
                    <a:pt x="65918" y="108890"/>
                    <a:pt x="83098" y="85630"/>
                  </a:cubicBezTo>
                  <a:cubicBezTo>
                    <a:pt x="91936" y="73681"/>
                    <a:pt x="100985" y="61874"/>
                    <a:pt x="110247" y="50279"/>
                  </a:cubicBezTo>
                  <a:cubicBezTo>
                    <a:pt x="119509" y="38684"/>
                    <a:pt x="127710" y="27655"/>
                    <a:pt x="137821" y="17756"/>
                  </a:cubicBezTo>
                  <a:cubicBezTo>
                    <a:pt x="145032" y="10686"/>
                    <a:pt x="153728" y="1707"/>
                    <a:pt x="164687" y="2909"/>
                  </a:cubicBezTo>
                  <a:cubicBezTo>
                    <a:pt x="173171" y="3828"/>
                    <a:pt x="181160" y="8212"/>
                    <a:pt x="188160" y="12808"/>
                  </a:cubicBezTo>
                  <a:cubicBezTo>
                    <a:pt x="196290" y="18180"/>
                    <a:pt x="203714" y="24544"/>
                    <a:pt x="210926" y="31190"/>
                  </a:cubicBezTo>
                  <a:cubicBezTo>
                    <a:pt x="215521" y="35432"/>
                    <a:pt x="219834" y="40310"/>
                    <a:pt x="224924" y="43845"/>
                  </a:cubicBezTo>
                  <a:cubicBezTo>
                    <a:pt x="226551" y="44976"/>
                    <a:pt x="232419" y="42219"/>
                    <a:pt x="231358" y="41512"/>
                  </a:cubicBezTo>
                  <a:lnTo>
                    <a:pt x="231358" y="4151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 name="Google Shape;910;p42"/>
            <p:cNvSpPr/>
            <p:nvPr/>
          </p:nvSpPr>
          <p:spPr>
            <a:xfrm>
              <a:off x="4386223" y="3806825"/>
              <a:ext cx="174041" cy="242936"/>
            </a:xfrm>
            <a:custGeom>
              <a:rect b="b" l="l" r="r" t="t"/>
              <a:pathLst>
                <a:path extrusionOk="0" h="242936" w="174041">
                  <a:moveTo>
                    <a:pt x="172242" y="354"/>
                  </a:moveTo>
                  <a:cubicBezTo>
                    <a:pt x="125650" y="64339"/>
                    <a:pt x="80330" y="129313"/>
                    <a:pt x="34516" y="193863"/>
                  </a:cubicBezTo>
                  <a:cubicBezTo>
                    <a:pt x="23204" y="209842"/>
                    <a:pt x="11680" y="225679"/>
                    <a:pt x="155" y="241445"/>
                  </a:cubicBezTo>
                  <a:cubicBezTo>
                    <a:pt x="-481" y="242294"/>
                    <a:pt x="1004" y="243495"/>
                    <a:pt x="1640" y="242647"/>
                  </a:cubicBezTo>
                  <a:cubicBezTo>
                    <a:pt x="24901" y="213659"/>
                    <a:pt x="46394" y="183258"/>
                    <a:pt x="67887" y="152998"/>
                  </a:cubicBezTo>
                  <a:cubicBezTo>
                    <a:pt x="91925" y="118991"/>
                    <a:pt x="115751" y="84771"/>
                    <a:pt x="139436" y="50482"/>
                  </a:cubicBezTo>
                  <a:cubicBezTo>
                    <a:pt x="150819" y="34008"/>
                    <a:pt x="162131" y="17605"/>
                    <a:pt x="173868" y="1344"/>
                  </a:cubicBezTo>
                  <a:cubicBezTo>
                    <a:pt x="174575" y="354"/>
                    <a:pt x="172949" y="-565"/>
                    <a:pt x="172242" y="425"/>
                  </a:cubicBezTo>
                  <a:lnTo>
                    <a:pt x="172242" y="42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 name="Google Shape;911;p42"/>
            <p:cNvSpPr/>
            <p:nvPr/>
          </p:nvSpPr>
          <p:spPr>
            <a:xfrm>
              <a:off x="4426876" y="3846661"/>
              <a:ext cx="133858" cy="189918"/>
            </a:xfrm>
            <a:custGeom>
              <a:rect b="b" l="l" r="r" t="t"/>
              <a:pathLst>
                <a:path extrusionOk="0" h="189918" w="133858">
                  <a:moveTo>
                    <a:pt x="132224" y="394"/>
                  </a:moveTo>
                  <a:cubicBezTo>
                    <a:pt x="98358" y="49460"/>
                    <a:pt x="63856" y="98032"/>
                    <a:pt x="29354" y="146674"/>
                  </a:cubicBezTo>
                  <a:cubicBezTo>
                    <a:pt x="19527" y="160461"/>
                    <a:pt x="9275" y="174036"/>
                    <a:pt x="155" y="188317"/>
                  </a:cubicBezTo>
                  <a:cubicBezTo>
                    <a:pt x="-482" y="189307"/>
                    <a:pt x="1003" y="190509"/>
                    <a:pt x="1781" y="189590"/>
                  </a:cubicBezTo>
                  <a:cubicBezTo>
                    <a:pt x="20587" y="167036"/>
                    <a:pt x="37060" y="142220"/>
                    <a:pt x="54029" y="118252"/>
                  </a:cubicBezTo>
                  <a:cubicBezTo>
                    <a:pt x="70997" y="94285"/>
                    <a:pt x="88602" y="68691"/>
                    <a:pt x="105499" y="43663"/>
                  </a:cubicBezTo>
                  <a:cubicBezTo>
                    <a:pt x="115044" y="29593"/>
                    <a:pt x="124376" y="15453"/>
                    <a:pt x="133709" y="1313"/>
                  </a:cubicBezTo>
                  <a:cubicBezTo>
                    <a:pt x="134345" y="323"/>
                    <a:pt x="132790" y="-525"/>
                    <a:pt x="132153" y="394"/>
                  </a:cubicBezTo>
                  <a:lnTo>
                    <a:pt x="132153" y="39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2" name="Google Shape;912;p42"/>
          <p:cNvGrpSpPr/>
          <p:nvPr/>
        </p:nvGrpSpPr>
        <p:grpSpPr>
          <a:xfrm rot="1858592">
            <a:off x="7939235" y="374584"/>
            <a:ext cx="1062455" cy="329818"/>
            <a:chOff x="3639461" y="5365282"/>
            <a:chExt cx="1062428" cy="329810"/>
          </a:xfrm>
        </p:grpSpPr>
        <p:grpSp>
          <p:nvGrpSpPr>
            <p:cNvPr id="913" name="Google Shape;913;p42"/>
            <p:cNvGrpSpPr/>
            <p:nvPr/>
          </p:nvGrpSpPr>
          <p:grpSpPr>
            <a:xfrm>
              <a:off x="3692223" y="5404562"/>
              <a:ext cx="922825" cy="247029"/>
              <a:chOff x="8698098" y="5628862"/>
              <a:chExt cx="922825" cy="247029"/>
            </a:xfrm>
          </p:grpSpPr>
          <p:grpSp>
            <p:nvGrpSpPr>
              <p:cNvPr id="914" name="Google Shape;914;p42"/>
              <p:cNvGrpSpPr/>
              <p:nvPr/>
            </p:nvGrpSpPr>
            <p:grpSpPr>
              <a:xfrm>
                <a:off x="8698098" y="5628862"/>
                <a:ext cx="21952" cy="247029"/>
                <a:chOff x="8698098" y="5628862"/>
                <a:chExt cx="21952" cy="247029"/>
              </a:xfrm>
            </p:grpSpPr>
            <p:sp>
              <p:nvSpPr>
                <p:cNvPr id="915" name="Google Shape;915;p42"/>
                <p:cNvSpPr/>
                <p:nvPr/>
              </p:nvSpPr>
              <p:spPr>
                <a:xfrm>
                  <a:off x="8699724" y="5856802"/>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 name="Google Shape;916;p42"/>
                <p:cNvSpPr/>
                <p:nvPr/>
              </p:nvSpPr>
              <p:spPr>
                <a:xfrm>
                  <a:off x="8698098" y="5780799"/>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 name="Google Shape;917;p42"/>
                <p:cNvSpPr/>
                <p:nvPr/>
              </p:nvSpPr>
              <p:spPr>
                <a:xfrm>
                  <a:off x="8701350" y="5704866"/>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 name="Google Shape;918;p42"/>
                <p:cNvSpPr/>
                <p:nvPr/>
              </p:nvSpPr>
              <p:spPr>
                <a:xfrm>
                  <a:off x="8702976" y="5628862"/>
                  <a:ext cx="17074" cy="19088"/>
                </a:xfrm>
                <a:custGeom>
                  <a:rect b="b" l="l" r="r" t="t"/>
                  <a:pathLst>
                    <a:path extrusionOk="0" h="19088" w="17074">
                      <a:moveTo>
                        <a:pt x="8537" y="0"/>
                      </a:moveTo>
                      <a:cubicBezTo>
                        <a:pt x="-2846" y="0"/>
                        <a:pt x="-2846" y="19089"/>
                        <a:pt x="8537" y="19089"/>
                      </a:cubicBezTo>
                      <a:cubicBezTo>
                        <a:pt x="19921" y="19089"/>
                        <a:pt x="19921"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9" name="Google Shape;919;p42"/>
              <p:cNvGrpSpPr/>
              <p:nvPr/>
            </p:nvGrpSpPr>
            <p:grpSpPr>
              <a:xfrm>
                <a:off x="8767456" y="5628862"/>
                <a:ext cx="21881" cy="247029"/>
                <a:chOff x="8767456" y="5628862"/>
                <a:chExt cx="21881" cy="247029"/>
              </a:xfrm>
            </p:grpSpPr>
            <p:sp>
              <p:nvSpPr>
                <p:cNvPr id="920" name="Google Shape;920;p42"/>
                <p:cNvSpPr/>
                <p:nvPr/>
              </p:nvSpPr>
              <p:spPr>
                <a:xfrm>
                  <a:off x="8769011" y="5856802"/>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 name="Google Shape;921;p42"/>
                <p:cNvSpPr/>
                <p:nvPr/>
              </p:nvSpPr>
              <p:spPr>
                <a:xfrm>
                  <a:off x="8767456" y="5780799"/>
                  <a:ext cx="17074" cy="19089"/>
                </a:xfrm>
                <a:custGeom>
                  <a:rect b="b" l="l" r="r" t="t"/>
                  <a:pathLst>
                    <a:path extrusionOk="0" h="19089" w="17074">
                      <a:moveTo>
                        <a:pt x="8538" y="0"/>
                      </a:moveTo>
                      <a:cubicBezTo>
                        <a:pt x="-2846" y="0"/>
                        <a:pt x="-2846" y="19089"/>
                        <a:pt x="8538" y="19089"/>
                      </a:cubicBezTo>
                      <a:cubicBezTo>
                        <a:pt x="19920" y="19089"/>
                        <a:pt x="19920" y="0"/>
                        <a:pt x="853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 name="Google Shape;922;p42"/>
                <p:cNvSpPr/>
                <p:nvPr/>
              </p:nvSpPr>
              <p:spPr>
                <a:xfrm>
                  <a:off x="8770637" y="5704866"/>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 name="Google Shape;923;p42"/>
                <p:cNvSpPr/>
                <p:nvPr/>
              </p:nvSpPr>
              <p:spPr>
                <a:xfrm>
                  <a:off x="8772263" y="5628862"/>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4" name="Google Shape;924;p42"/>
              <p:cNvGrpSpPr/>
              <p:nvPr/>
            </p:nvGrpSpPr>
            <p:grpSpPr>
              <a:xfrm>
                <a:off x="8836743" y="5628862"/>
                <a:ext cx="21882" cy="247029"/>
                <a:chOff x="8836743" y="5628862"/>
                <a:chExt cx="21882" cy="247029"/>
              </a:xfrm>
            </p:grpSpPr>
            <p:sp>
              <p:nvSpPr>
                <p:cNvPr id="925" name="Google Shape;925;p42"/>
                <p:cNvSpPr/>
                <p:nvPr/>
              </p:nvSpPr>
              <p:spPr>
                <a:xfrm>
                  <a:off x="8838298" y="5856802"/>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 name="Google Shape;926;p42"/>
                <p:cNvSpPr/>
                <p:nvPr/>
              </p:nvSpPr>
              <p:spPr>
                <a:xfrm>
                  <a:off x="8836743" y="5780799"/>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 name="Google Shape;927;p42"/>
                <p:cNvSpPr/>
                <p:nvPr/>
              </p:nvSpPr>
              <p:spPr>
                <a:xfrm>
                  <a:off x="8839924" y="5704866"/>
                  <a:ext cx="17074" cy="19088"/>
                </a:xfrm>
                <a:custGeom>
                  <a:rect b="b" l="l" r="r" t="t"/>
                  <a:pathLst>
                    <a:path extrusionOk="0" h="19088" w="17074">
                      <a:moveTo>
                        <a:pt x="8538" y="0"/>
                      </a:moveTo>
                      <a:cubicBezTo>
                        <a:pt x="-2846" y="0"/>
                        <a:pt x="-2846" y="19089"/>
                        <a:pt x="8538" y="19089"/>
                      </a:cubicBezTo>
                      <a:cubicBezTo>
                        <a:pt x="19920" y="19089"/>
                        <a:pt x="19920" y="0"/>
                        <a:pt x="853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 name="Google Shape;928;p42"/>
                <p:cNvSpPr/>
                <p:nvPr/>
              </p:nvSpPr>
              <p:spPr>
                <a:xfrm>
                  <a:off x="8841551" y="5628862"/>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9" name="Google Shape;929;p42"/>
              <p:cNvGrpSpPr/>
              <p:nvPr/>
            </p:nvGrpSpPr>
            <p:grpSpPr>
              <a:xfrm>
                <a:off x="8906030" y="5628862"/>
                <a:ext cx="21881" cy="247029"/>
                <a:chOff x="8906030" y="5628862"/>
                <a:chExt cx="21881" cy="247029"/>
              </a:xfrm>
            </p:grpSpPr>
            <p:sp>
              <p:nvSpPr>
                <p:cNvPr id="930" name="Google Shape;930;p42"/>
                <p:cNvSpPr/>
                <p:nvPr/>
              </p:nvSpPr>
              <p:spPr>
                <a:xfrm>
                  <a:off x="8907656" y="5856802"/>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42"/>
                <p:cNvSpPr/>
                <p:nvPr/>
              </p:nvSpPr>
              <p:spPr>
                <a:xfrm>
                  <a:off x="8906030" y="5780799"/>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 name="Google Shape;932;p42"/>
                <p:cNvSpPr/>
                <p:nvPr/>
              </p:nvSpPr>
              <p:spPr>
                <a:xfrm>
                  <a:off x="8909211" y="5704866"/>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 name="Google Shape;933;p42"/>
                <p:cNvSpPr/>
                <p:nvPr/>
              </p:nvSpPr>
              <p:spPr>
                <a:xfrm>
                  <a:off x="8910837" y="5628862"/>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4" name="Google Shape;934;p42"/>
              <p:cNvGrpSpPr/>
              <p:nvPr/>
            </p:nvGrpSpPr>
            <p:grpSpPr>
              <a:xfrm>
                <a:off x="8975317" y="5628862"/>
                <a:ext cx="21882" cy="247029"/>
                <a:chOff x="8975317" y="5628862"/>
                <a:chExt cx="21882" cy="247029"/>
              </a:xfrm>
            </p:grpSpPr>
            <p:sp>
              <p:nvSpPr>
                <p:cNvPr id="935" name="Google Shape;935;p42"/>
                <p:cNvSpPr/>
                <p:nvPr/>
              </p:nvSpPr>
              <p:spPr>
                <a:xfrm>
                  <a:off x="8976943" y="5856802"/>
                  <a:ext cx="17074" cy="19089"/>
                </a:xfrm>
                <a:custGeom>
                  <a:rect b="b" l="l" r="r" t="t"/>
                  <a:pathLst>
                    <a:path extrusionOk="0" h="19089" w="17074">
                      <a:moveTo>
                        <a:pt x="8537" y="0"/>
                      </a:moveTo>
                      <a:cubicBezTo>
                        <a:pt x="-2846" y="0"/>
                        <a:pt x="-2846" y="19089"/>
                        <a:pt x="8537" y="19089"/>
                      </a:cubicBezTo>
                      <a:cubicBezTo>
                        <a:pt x="19921" y="19089"/>
                        <a:pt x="19921"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 name="Google Shape;936;p42"/>
                <p:cNvSpPr/>
                <p:nvPr/>
              </p:nvSpPr>
              <p:spPr>
                <a:xfrm>
                  <a:off x="8975317" y="5780799"/>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 name="Google Shape;937;p42"/>
                <p:cNvSpPr/>
                <p:nvPr/>
              </p:nvSpPr>
              <p:spPr>
                <a:xfrm>
                  <a:off x="8978569" y="5704866"/>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 name="Google Shape;938;p42"/>
                <p:cNvSpPr/>
                <p:nvPr/>
              </p:nvSpPr>
              <p:spPr>
                <a:xfrm>
                  <a:off x="8980125" y="5628862"/>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9" name="Google Shape;939;p42"/>
              <p:cNvGrpSpPr/>
              <p:nvPr/>
            </p:nvGrpSpPr>
            <p:grpSpPr>
              <a:xfrm>
                <a:off x="9044604" y="5628862"/>
                <a:ext cx="21952" cy="247029"/>
                <a:chOff x="9044604" y="5628862"/>
                <a:chExt cx="21952" cy="247029"/>
              </a:xfrm>
            </p:grpSpPr>
            <p:sp>
              <p:nvSpPr>
                <p:cNvPr id="940" name="Google Shape;940;p42"/>
                <p:cNvSpPr/>
                <p:nvPr/>
              </p:nvSpPr>
              <p:spPr>
                <a:xfrm>
                  <a:off x="9046230" y="5856802"/>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 name="Google Shape;941;p42"/>
                <p:cNvSpPr/>
                <p:nvPr/>
              </p:nvSpPr>
              <p:spPr>
                <a:xfrm>
                  <a:off x="9044604" y="5780799"/>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 name="Google Shape;942;p42"/>
                <p:cNvSpPr/>
                <p:nvPr/>
              </p:nvSpPr>
              <p:spPr>
                <a:xfrm>
                  <a:off x="9047856" y="5704866"/>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3" name="Google Shape;943;p42"/>
                <p:cNvSpPr/>
                <p:nvPr/>
              </p:nvSpPr>
              <p:spPr>
                <a:xfrm>
                  <a:off x="9049482" y="5628862"/>
                  <a:ext cx="17074" cy="19088"/>
                </a:xfrm>
                <a:custGeom>
                  <a:rect b="b" l="l" r="r" t="t"/>
                  <a:pathLst>
                    <a:path extrusionOk="0" h="19088" w="17074">
                      <a:moveTo>
                        <a:pt x="8537" y="0"/>
                      </a:moveTo>
                      <a:cubicBezTo>
                        <a:pt x="-2846" y="0"/>
                        <a:pt x="-2846" y="19089"/>
                        <a:pt x="8537" y="19089"/>
                      </a:cubicBezTo>
                      <a:cubicBezTo>
                        <a:pt x="19921" y="19089"/>
                        <a:pt x="19921"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4" name="Google Shape;944;p42"/>
              <p:cNvGrpSpPr/>
              <p:nvPr/>
            </p:nvGrpSpPr>
            <p:grpSpPr>
              <a:xfrm>
                <a:off x="9113891" y="5628862"/>
                <a:ext cx="21952" cy="247029"/>
                <a:chOff x="9113891" y="5628862"/>
                <a:chExt cx="21952" cy="247029"/>
              </a:xfrm>
            </p:grpSpPr>
            <p:sp>
              <p:nvSpPr>
                <p:cNvPr id="945" name="Google Shape;945;p42"/>
                <p:cNvSpPr/>
                <p:nvPr/>
              </p:nvSpPr>
              <p:spPr>
                <a:xfrm>
                  <a:off x="9115517" y="5856802"/>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 name="Google Shape;946;p42"/>
                <p:cNvSpPr/>
                <p:nvPr/>
              </p:nvSpPr>
              <p:spPr>
                <a:xfrm>
                  <a:off x="9113891" y="5780799"/>
                  <a:ext cx="17074" cy="19089"/>
                </a:xfrm>
                <a:custGeom>
                  <a:rect b="b" l="l" r="r" t="t"/>
                  <a:pathLst>
                    <a:path extrusionOk="0" h="19089" w="17074">
                      <a:moveTo>
                        <a:pt x="8538" y="0"/>
                      </a:moveTo>
                      <a:cubicBezTo>
                        <a:pt x="-2846" y="0"/>
                        <a:pt x="-2846" y="19089"/>
                        <a:pt x="8538" y="19089"/>
                      </a:cubicBezTo>
                      <a:cubicBezTo>
                        <a:pt x="19920" y="19089"/>
                        <a:pt x="19920" y="0"/>
                        <a:pt x="853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 name="Google Shape;947;p42"/>
                <p:cNvSpPr/>
                <p:nvPr/>
              </p:nvSpPr>
              <p:spPr>
                <a:xfrm>
                  <a:off x="9117143" y="5704866"/>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 name="Google Shape;948;p42"/>
                <p:cNvSpPr/>
                <p:nvPr/>
              </p:nvSpPr>
              <p:spPr>
                <a:xfrm>
                  <a:off x="9118769" y="5628862"/>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9" name="Google Shape;949;p42"/>
              <p:cNvGrpSpPr/>
              <p:nvPr/>
            </p:nvGrpSpPr>
            <p:grpSpPr>
              <a:xfrm>
                <a:off x="9183178" y="5628862"/>
                <a:ext cx="21952" cy="247029"/>
                <a:chOff x="9183178" y="5628862"/>
                <a:chExt cx="21952" cy="247029"/>
              </a:xfrm>
            </p:grpSpPr>
            <p:sp>
              <p:nvSpPr>
                <p:cNvPr id="950" name="Google Shape;950;p42"/>
                <p:cNvSpPr/>
                <p:nvPr/>
              </p:nvSpPr>
              <p:spPr>
                <a:xfrm>
                  <a:off x="9184804" y="5856802"/>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1" name="Google Shape;951;p42"/>
                <p:cNvSpPr/>
                <p:nvPr/>
              </p:nvSpPr>
              <p:spPr>
                <a:xfrm>
                  <a:off x="9183178" y="5780799"/>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2" name="Google Shape;952;p42"/>
                <p:cNvSpPr/>
                <p:nvPr/>
              </p:nvSpPr>
              <p:spPr>
                <a:xfrm>
                  <a:off x="9186430" y="5704866"/>
                  <a:ext cx="17074" cy="19088"/>
                </a:xfrm>
                <a:custGeom>
                  <a:rect b="b" l="l" r="r" t="t"/>
                  <a:pathLst>
                    <a:path extrusionOk="0" h="19088" w="17074">
                      <a:moveTo>
                        <a:pt x="8537" y="0"/>
                      </a:moveTo>
                      <a:cubicBezTo>
                        <a:pt x="-2846" y="0"/>
                        <a:pt x="-2846" y="19089"/>
                        <a:pt x="8537" y="19089"/>
                      </a:cubicBezTo>
                      <a:cubicBezTo>
                        <a:pt x="19921" y="19089"/>
                        <a:pt x="19921"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 name="Google Shape;953;p42"/>
                <p:cNvSpPr/>
                <p:nvPr/>
              </p:nvSpPr>
              <p:spPr>
                <a:xfrm>
                  <a:off x="9188056" y="5628862"/>
                  <a:ext cx="17074" cy="19088"/>
                </a:xfrm>
                <a:custGeom>
                  <a:rect b="b" l="l" r="r" t="t"/>
                  <a:pathLst>
                    <a:path extrusionOk="0" h="19088" w="17074">
                      <a:moveTo>
                        <a:pt x="8538" y="0"/>
                      </a:moveTo>
                      <a:cubicBezTo>
                        <a:pt x="-2846" y="0"/>
                        <a:pt x="-2846" y="19089"/>
                        <a:pt x="8538" y="19089"/>
                      </a:cubicBezTo>
                      <a:cubicBezTo>
                        <a:pt x="19920" y="19089"/>
                        <a:pt x="19920" y="0"/>
                        <a:pt x="853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4" name="Google Shape;954;p42"/>
              <p:cNvGrpSpPr/>
              <p:nvPr/>
            </p:nvGrpSpPr>
            <p:grpSpPr>
              <a:xfrm>
                <a:off x="9252536" y="5628862"/>
                <a:ext cx="21881" cy="247029"/>
                <a:chOff x="9252536" y="5628862"/>
                <a:chExt cx="21881" cy="247029"/>
              </a:xfrm>
            </p:grpSpPr>
            <p:sp>
              <p:nvSpPr>
                <p:cNvPr id="955" name="Google Shape;955;p42"/>
                <p:cNvSpPr/>
                <p:nvPr/>
              </p:nvSpPr>
              <p:spPr>
                <a:xfrm>
                  <a:off x="9254091" y="5856802"/>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6" name="Google Shape;956;p42"/>
                <p:cNvSpPr/>
                <p:nvPr/>
              </p:nvSpPr>
              <p:spPr>
                <a:xfrm>
                  <a:off x="9252536" y="5780799"/>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7" name="Google Shape;957;p42"/>
                <p:cNvSpPr/>
                <p:nvPr/>
              </p:nvSpPr>
              <p:spPr>
                <a:xfrm>
                  <a:off x="9255717" y="5704866"/>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 name="Google Shape;958;p42"/>
                <p:cNvSpPr/>
                <p:nvPr/>
              </p:nvSpPr>
              <p:spPr>
                <a:xfrm>
                  <a:off x="9257343" y="5628862"/>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9" name="Google Shape;959;p42"/>
              <p:cNvGrpSpPr/>
              <p:nvPr/>
            </p:nvGrpSpPr>
            <p:grpSpPr>
              <a:xfrm>
                <a:off x="9321822" y="5628862"/>
                <a:ext cx="21882" cy="247029"/>
                <a:chOff x="9321822" y="5628862"/>
                <a:chExt cx="21882" cy="247029"/>
              </a:xfrm>
            </p:grpSpPr>
            <p:sp>
              <p:nvSpPr>
                <p:cNvPr id="960" name="Google Shape;960;p42"/>
                <p:cNvSpPr/>
                <p:nvPr/>
              </p:nvSpPr>
              <p:spPr>
                <a:xfrm>
                  <a:off x="9323378" y="5856802"/>
                  <a:ext cx="17074" cy="19089"/>
                </a:xfrm>
                <a:custGeom>
                  <a:rect b="b" l="l" r="r" t="t"/>
                  <a:pathLst>
                    <a:path extrusionOk="0" h="19089" w="17074">
                      <a:moveTo>
                        <a:pt x="8537" y="0"/>
                      </a:moveTo>
                      <a:cubicBezTo>
                        <a:pt x="-2846" y="0"/>
                        <a:pt x="-2846" y="19089"/>
                        <a:pt x="8537" y="19089"/>
                      </a:cubicBezTo>
                      <a:cubicBezTo>
                        <a:pt x="19921" y="19089"/>
                        <a:pt x="19921"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 name="Google Shape;961;p42"/>
                <p:cNvSpPr/>
                <p:nvPr/>
              </p:nvSpPr>
              <p:spPr>
                <a:xfrm>
                  <a:off x="9321822" y="5780799"/>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 name="Google Shape;962;p42"/>
                <p:cNvSpPr/>
                <p:nvPr/>
              </p:nvSpPr>
              <p:spPr>
                <a:xfrm>
                  <a:off x="9325004" y="5704866"/>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 name="Google Shape;963;p42"/>
                <p:cNvSpPr/>
                <p:nvPr/>
              </p:nvSpPr>
              <p:spPr>
                <a:xfrm>
                  <a:off x="9326630" y="5628862"/>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4" name="Google Shape;964;p42"/>
              <p:cNvGrpSpPr/>
              <p:nvPr/>
            </p:nvGrpSpPr>
            <p:grpSpPr>
              <a:xfrm>
                <a:off x="9391110" y="5628862"/>
                <a:ext cx="21881" cy="247029"/>
                <a:chOff x="9391110" y="5628862"/>
                <a:chExt cx="21881" cy="247029"/>
              </a:xfrm>
            </p:grpSpPr>
            <p:sp>
              <p:nvSpPr>
                <p:cNvPr id="965" name="Google Shape;965;p42"/>
                <p:cNvSpPr/>
                <p:nvPr/>
              </p:nvSpPr>
              <p:spPr>
                <a:xfrm>
                  <a:off x="9392736" y="5856802"/>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 name="Google Shape;966;p42"/>
                <p:cNvSpPr/>
                <p:nvPr/>
              </p:nvSpPr>
              <p:spPr>
                <a:xfrm>
                  <a:off x="9391110" y="5780799"/>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 name="Google Shape;967;p42"/>
                <p:cNvSpPr/>
                <p:nvPr/>
              </p:nvSpPr>
              <p:spPr>
                <a:xfrm>
                  <a:off x="9394291" y="5704866"/>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 name="Google Shape;968;p42"/>
                <p:cNvSpPr/>
                <p:nvPr/>
              </p:nvSpPr>
              <p:spPr>
                <a:xfrm>
                  <a:off x="9395917" y="5628862"/>
                  <a:ext cx="17074" cy="19088"/>
                </a:xfrm>
                <a:custGeom>
                  <a:rect b="b" l="l" r="r" t="t"/>
                  <a:pathLst>
                    <a:path extrusionOk="0" h="19088" w="17074">
                      <a:moveTo>
                        <a:pt x="8537" y="0"/>
                      </a:moveTo>
                      <a:cubicBezTo>
                        <a:pt x="-2846" y="0"/>
                        <a:pt x="-2846" y="19089"/>
                        <a:pt x="8537" y="19089"/>
                      </a:cubicBezTo>
                      <a:cubicBezTo>
                        <a:pt x="19921" y="19089"/>
                        <a:pt x="19921"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9" name="Google Shape;969;p42"/>
              <p:cNvGrpSpPr/>
              <p:nvPr/>
            </p:nvGrpSpPr>
            <p:grpSpPr>
              <a:xfrm>
                <a:off x="9460396" y="5628862"/>
                <a:ext cx="21882" cy="247029"/>
                <a:chOff x="9460396" y="5628862"/>
                <a:chExt cx="21882" cy="247029"/>
              </a:xfrm>
            </p:grpSpPr>
            <p:sp>
              <p:nvSpPr>
                <p:cNvPr id="970" name="Google Shape;970;p42"/>
                <p:cNvSpPr/>
                <p:nvPr/>
              </p:nvSpPr>
              <p:spPr>
                <a:xfrm>
                  <a:off x="9462022" y="5856802"/>
                  <a:ext cx="17074" cy="19089"/>
                </a:xfrm>
                <a:custGeom>
                  <a:rect b="b" l="l" r="r" t="t"/>
                  <a:pathLst>
                    <a:path extrusionOk="0" h="19089" w="17074">
                      <a:moveTo>
                        <a:pt x="8538" y="0"/>
                      </a:moveTo>
                      <a:cubicBezTo>
                        <a:pt x="-2846" y="0"/>
                        <a:pt x="-2846" y="19089"/>
                        <a:pt x="8538" y="19089"/>
                      </a:cubicBezTo>
                      <a:cubicBezTo>
                        <a:pt x="19920" y="19089"/>
                        <a:pt x="19920" y="0"/>
                        <a:pt x="853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 name="Google Shape;971;p42"/>
                <p:cNvSpPr/>
                <p:nvPr/>
              </p:nvSpPr>
              <p:spPr>
                <a:xfrm>
                  <a:off x="9460396" y="5780799"/>
                  <a:ext cx="17074" cy="19089"/>
                </a:xfrm>
                <a:custGeom>
                  <a:rect b="b" l="l" r="r" t="t"/>
                  <a:pathLst>
                    <a:path extrusionOk="0" h="19089" w="17074">
                      <a:moveTo>
                        <a:pt x="8537" y="0"/>
                      </a:moveTo>
                      <a:cubicBezTo>
                        <a:pt x="-2846" y="0"/>
                        <a:pt x="-2846" y="19089"/>
                        <a:pt x="8537" y="19089"/>
                      </a:cubicBezTo>
                      <a:cubicBezTo>
                        <a:pt x="19921" y="19089"/>
                        <a:pt x="19921"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 name="Google Shape;972;p42"/>
                <p:cNvSpPr/>
                <p:nvPr/>
              </p:nvSpPr>
              <p:spPr>
                <a:xfrm>
                  <a:off x="9463649" y="5704866"/>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 name="Google Shape;973;p42"/>
                <p:cNvSpPr/>
                <p:nvPr/>
              </p:nvSpPr>
              <p:spPr>
                <a:xfrm>
                  <a:off x="9465204" y="5628862"/>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4" name="Google Shape;974;p42"/>
              <p:cNvGrpSpPr/>
              <p:nvPr/>
            </p:nvGrpSpPr>
            <p:grpSpPr>
              <a:xfrm>
                <a:off x="9529684" y="5628862"/>
                <a:ext cx="21952" cy="247029"/>
                <a:chOff x="9529684" y="5628862"/>
                <a:chExt cx="21952" cy="247029"/>
              </a:xfrm>
            </p:grpSpPr>
            <p:sp>
              <p:nvSpPr>
                <p:cNvPr id="975" name="Google Shape;975;p42"/>
                <p:cNvSpPr/>
                <p:nvPr/>
              </p:nvSpPr>
              <p:spPr>
                <a:xfrm>
                  <a:off x="9531310" y="5856802"/>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 name="Google Shape;976;p42"/>
                <p:cNvSpPr/>
                <p:nvPr/>
              </p:nvSpPr>
              <p:spPr>
                <a:xfrm>
                  <a:off x="9529684" y="5780799"/>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7" name="Google Shape;977;p42"/>
                <p:cNvSpPr/>
                <p:nvPr/>
              </p:nvSpPr>
              <p:spPr>
                <a:xfrm>
                  <a:off x="9532936" y="5704866"/>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 name="Google Shape;978;p42"/>
                <p:cNvSpPr/>
                <p:nvPr/>
              </p:nvSpPr>
              <p:spPr>
                <a:xfrm>
                  <a:off x="9534562" y="5628862"/>
                  <a:ext cx="17074" cy="19088"/>
                </a:xfrm>
                <a:custGeom>
                  <a:rect b="b" l="l" r="r" t="t"/>
                  <a:pathLst>
                    <a:path extrusionOk="0" h="19088" w="17074">
                      <a:moveTo>
                        <a:pt x="8538" y="0"/>
                      </a:moveTo>
                      <a:cubicBezTo>
                        <a:pt x="-2846" y="0"/>
                        <a:pt x="-2846" y="19089"/>
                        <a:pt x="8538" y="19089"/>
                      </a:cubicBezTo>
                      <a:cubicBezTo>
                        <a:pt x="19920" y="19089"/>
                        <a:pt x="19920" y="0"/>
                        <a:pt x="853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9" name="Google Shape;979;p42"/>
              <p:cNvGrpSpPr/>
              <p:nvPr/>
            </p:nvGrpSpPr>
            <p:grpSpPr>
              <a:xfrm>
                <a:off x="9598971" y="5628862"/>
                <a:ext cx="21952" cy="247029"/>
                <a:chOff x="9598971" y="5628862"/>
                <a:chExt cx="21952" cy="247029"/>
              </a:xfrm>
            </p:grpSpPr>
            <p:sp>
              <p:nvSpPr>
                <p:cNvPr id="980" name="Google Shape;980;p42"/>
                <p:cNvSpPr/>
                <p:nvPr/>
              </p:nvSpPr>
              <p:spPr>
                <a:xfrm>
                  <a:off x="9600597" y="5856802"/>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 name="Google Shape;981;p42"/>
                <p:cNvSpPr/>
                <p:nvPr/>
              </p:nvSpPr>
              <p:spPr>
                <a:xfrm>
                  <a:off x="9598971" y="5780799"/>
                  <a:ext cx="17074" cy="19089"/>
                </a:xfrm>
                <a:custGeom>
                  <a:rect b="b" l="l" r="r" t="t"/>
                  <a:pathLst>
                    <a:path extrusionOk="0" h="19089"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2" name="Google Shape;982;p42"/>
                <p:cNvSpPr/>
                <p:nvPr/>
              </p:nvSpPr>
              <p:spPr>
                <a:xfrm>
                  <a:off x="9602223" y="5704866"/>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3" name="Google Shape;983;p42"/>
                <p:cNvSpPr/>
                <p:nvPr/>
              </p:nvSpPr>
              <p:spPr>
                <a:xfrm>
                  <a:off x="9603849" y="5628862"/>
                  <a:ext cx="17074" cy="19088"/>
                </a:xfrm>
                <a:custGeom>
                  <a:rect b="b" l="l" r="r" t="t"/>
                  <a:pathLst>
                    <a:path extrusionOk="0" h="19088" w="17074">
                      <a:moveTo>
                        <a:pt x="8537" y="0"/>
                      </a:moveTo>
                      <a:cubicBezTo>
                        <a:pt x="-2846" y="0"/>
                        <a:pt x="-2846" y="19089"/>
                        <a:pt x="8537" y="19089"/>
                      </a:cubicBezTo>
                      <a:cubicBezTo>
                        <a:pt x="19920" y="19089"/>
                        <a:pt x="19920" y="0"/>
                        <a:pt x="85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984" name="Google Shape;984;p42"/>
            <p:cNvSpPr/>
            <p:nvPr/>
          </p:nvSpPr>
          <p:spPr>
            <a:xfrm>
              <a:off x="3639461" y="5365282"/>
              <a:ext cx="1062428" cy="329810"/>
            </a:xfrm>
            <a:custGeom>
              <a:rect b="b" l="l" r="r" t="t"/>
              <a:pathLst>
                <a:path extrusionOk="0" h="329810" w="1062428">
                  <a:moveTo>
                    <a:pt x="1274" y="2587"/>
                  </a:moveTo>
                  <a:cubicBezTo>
                    <a:pt x="108669" y="1314"/>
                    <a:pt x="217054" y="-2575"/>
                    <a:pt x="324166" y="2657"/>
                  </a:cubicBezTo>
                  <a:cubicBezTo>
                    <a:pt x="440328" y="8314"/>
                    <a:pt x="538602" y="5556"/>
                    <a:pt x="647764" y="5910"/>
                  </a:cubicBezTo>
                  <a:cubicBezTo>
                    <a:pt x="787894" y="6405"/>
                    <a:pt x="907944" y="2799"/>
                    <a:pt x="1054224" y="2516"/>
                  </a:cubicBezTo>
                  <a:cubicBezTo>
                    <a:pt x="1056629" y="26696"/>
                    <a:pt x="997452" y="37159"/>
                    <a:pt x="999007" y="69187"/>
                  </a:cubicBezTo>
                  <a:cubicBezTo>
                    <a:pt x="999997" y="89620"/>
                    <a:pt x="1061931" y="110264"/>
                    <a:pt x="1062426" y="131970"/>
                  </a:cubicBezTo>
                  <a:cubicBezTo>
                    <a:pt x="1062780" y="150211"/>
                    <a:pt x="1032236" y="155796"/>
                    <a:pt x="1032025" y="173966"/>
                  </a:cubicBezTo>
                  <a:cubicBezTo>
                    <a:pt x="1031813" y="193126"/>
                    <a:pt x="1041074" y="243324"/>
                    <a:pt x="1040155" y="261352"/>
                  </a:cubicBezTo>
                  <a:cubicBezTo>
                    <a:pt x="1039307" y="277826"/>
                    <a:pt x="1059316" y="294865"/>
                    <a:pt x="1057690" y="309571"/>
                  </a:cubicBezTo>
                  <a:cubicBezTo>
                    <a:pt x="968535" y="317206"/>
                    <a:pt x="886027" y="325054"/>
                    <a:pt x="796307" y="328448"/>
                  </a:cubicBezTo>
                  <a:cubicBezTo>
                    <a:pt x="677601" y="332973"/>
                    <a:pt x="564903" y="325125"/>
                    <a:pt x="451569" y="320953"/>
                  </a:cubicBezTo>
                  <a:cubicBezTo>
                    <a:pt x="351386" y="317277"/>
                    <a:pt x="252758" y="326680"/>
                    <a:pt x="147343" y="323569"/>
                  </a:cubicBezTo>
                  <a:cubicBezTo>
                    <a:pt x="102236" y="322226"/>
                    <a:pt x="49210" y="324701"/>
                    <a:pt x="921" y="323569"/>
                  </a:cubicBezTo>
                  <a:cubicBezTo>
                    <a:pt x="497" y="311267"/>
                    <a:pt x="143" y="297905"/>
                    <a:pt x="1" y="283835"/>
                  </a:cubicBezTo>
                  <a:cubicBezTo>
                    <a:pt x="-210" y="267928"/>
                    <a:pt x="24181" y="250818"/>
                    <a:pt x="24181" y="233425"/>
                  </a:cubicBezTo>
                  <a:cubicBezTo>
                    <a:pt x="24181" y="215114"/>
                    <a:pt x="-139" y="196449"/>
                    <a:pt x="72" y="177360"/>
                  </a:cubicBezTo>
                  <a:cubicBezTo>
                    <a:pt x="284" y="156644"/>
                    <a:pt x="24959" y="135434"/>
                    <a:pt x="25242" y="114930"/>
                  </a:cubicBezTo>
                  <a:cubicBezTo>
                    <a:pt x="25384" y="101073"/>
                    <a:pt x="1062" y="87640"/>
                    <a:pt x="1204" y="74348"/>
                  </a:cubicBezTo>
                  <a:cubicBezTo>
                    <a:pt x="1274" y="65581"/>
                    <a:pt x="25807" y="56673"/>
                    <a:pt x="25878" y="48259"/>
                  </a:cubicBezTo>
                  <a:cubicBezTo>
                    <a:pt x="25949" y="31998"/>
                    <a:pt x="1557" y="16868"/>
                    <a:pt x="1416" y="2657"/>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8" name="Shape 988"/>
        <p:cNvGrpSpPr/>
        <p:nvPr/>
      </p:nvGrpSpPr>
      <p:grpSpPr>
        <a:xfrm>
          <a:off x="0" y="0"/>
          <a:ext cx="0" cy="0"/>
          <a:chOff x="0" y="0"/>
          <a:chExt cx="0" cy="0"/>
        </a:xfrm>
      </p:grpSpPr>
      <p:pic>
        <p:nvPicPr>
          <p:cNvPr id="989" name="Google Shape;989;p43"/>
          <p:cNvPicPr preferRelativeResize="0"/>
          <p:nvPr>
            <p:ph idx="2" type="pic"/>
          </p:nvPr>
        </p:nvPicPr>
        <p:blipFill rotWithShape="1">
          <a:blip r:embed="rId3">
            <a:alphaModFix/>
          </a:blip>
          <a:srcRect b="0" l="15625" r="15632" t="0"/>
          <a:stretch/>
        </p:blipFill>
        <p:spPr>
          <a:xfrm rot="424825">
            <a:off x="5602641" y="1483145"/>
            <a:ext cx="2674800" cy="2597140"/>
          </a:xfrm>
          <a:prstGeom prst="rect">
            <a:avLst/>
          </a:prstGeom>
        </p:spPr>
      </p:pic>
      <p:grpSp>
        <p:nvGrpSpPr>
          <p:cNvPr id="990" name="Google Shape;990;p43"/>
          <p:cNvGrpSpPr/>
          <p:nvPr/>
        </p:nvGrpSpPr>
        <p:grpSpPr>
          <a:xfrm flipH="1">
            <a:off x="6697416" y="3259078"/>
            <a:ext cx="3060497" cy="2689841"/>
            <a:chOff x="-511559" y="3197866"/>
            <a:chExt cx="3060497" cy="2689841"/>
          </a:xfrm>
        </p:grpSpPr>
        <p:sp>
          <p:nvSpPr>
            <p:cNvPr id="991" name="Google Shape;991;p43"/>
            <p:cNvSpPr/>
            <p:nvPr/>
          </p:nvSpPr>
          <p:spPr>
            <a:xfrm>
              <a:off x="-510971" y="3197866"/>
              <a:ext cx="3059909" cy="2689841"/>
            </a:xfrm>
            <a:custGeom>
              <a:rect b="b" l="l" r="r" t="t"/>
              <a:pathLst>
                <a:path extrusionOk="0" h="1308925" w="1489007">
                  <a:moveTo>
                    <a:pt x="1209770" y="1308926"/>
                  </a:moveTo>
                  <a:lnTo>
                    <a:pt x="0" y="873919"/>
                  </a:lnTo>
                  <a:lnTo>
                    <a:pt x="117634" y="546830"/>
                  </a:lnTo>
                  <a:cubicBezTo>
                    <a:pt x="121063" y="546640"/>
                    <a:pt x="124587" y="546545"/>
                    <a:pt x="127445" y="547307"/>
                  </a:cubicBezTo>
                  <a:cubicBezTo>
                    <a:pt x="132112" y="540544"/>
                    <a:pt x="131636" y="533686"/>
                    <a:pt x="138398" y="528733"/>
                  </a:cubicBezTo>
                  <a:cubicBezTo>
                    <a:pt x="145732" y="523208"/>
                    <a:pt x="157067" y="521875"/>
                    <a:pt x="164211" y="516160"/>
                  </a:cubicBezTo>
                  <a:cubicBezTo>
                    <a:pt x="170974" y="510731"/>
                    <a:pt x="173641" y="500539"/>
                    <a:pt x="176308" y="490442"/>
                  </a:cubicBezTo>
                  <a:cubicBezTo>
                    <a:pt x="176974" y="487394"/>
                    <a:pt x="177832" y="484346"/>
                    <a:pt x="178689" y="481394"/>
                  </a:cubicBezTo>
                  <a:cubicBezTo>
                    <a:pt x="180022" y="476441"/>
                    <a:pt x="181832" y="471869"/>
                    <a:pt x="184309" y="468154"/>
                  </a:cubicBezTo>
                  <a:cubicBezTo>
                    <a:pt x="202882" y="475488"/>
                    <a:pt x="210788" y="436055"/>
                    <a:pt x="214884" y="424624"/>
                  </a:cubicBezTo>
                  <a:lnTo>
                    <a:pt x="226219" y="393192"/>
                  </a:lnTo>
                  <a:cubicBezTo>
                    <a:pt x="229076" y="385286"/>
                    <a:pt x="230600" y="375571"/>
                    <a:pt x="234887" y="368522"/>
                  </a:cubicBezTo>
                  <a:cubicBezTo>
                    <a:pt x="236125" y="366427"/>
                    <a:pt x="238411" y="367094"/>
                    <a:pt x="239554" y="365379"/>
                  </a:cubicBezTo>
                  <a:cubicBezTo>
                    <a:pt x="245554" y="356140"/>
                    <a:pt x="249746" y="347091"/>
                    <a:pt x="253651" y="337566"/>
                  </a:cubicBezTo>
                  <a:cubicBezTo>
                    <a:pt x="254889" y="334709"/>
                    <a:pt x="255937" y="331851"/>
                    <a:pt x="256985" y="328898"/>
                  </a:cubicBezTo>
                  <a:cubicBezTo>
                    <a:pt x="257461" y="327755"/>
                    <a:pt x="257842" y="326708"/>
                    <a:pt x="258223" y="325565"/>
                  </a:cubicBezTo>
                  <a:cubicBezTo>
                    <a:pt x="262128" y="314897"/>
                    <a:pt x="262319" y="319754"/>
                    <a:pt x="271939" y="320040"/>
                  </a:cubicBezTo>
                  <a:cubicBezTo>
                    <a:pt x="273939" y="320040"/>
                    <a:pt x="275463" y="319564"/>
                    <a:pt x="276987" y="318802"/>
                  </a:cubicBezTo>
                  <a:cubicBezTo>
                    <a:pt x="278416" y="318230"/>
                    <a:pt x="279845" y="317564"/>
                    <a:pt x="281369" y="317183"/>
                  </a:cubicBezTo>
                  <a:cubicBezTo>
                    <a:pt x="283845" y="316801"/>
                    <a:pt x="285464" y="317564"/>
                    <a:pt x="287179" y="317754"/>
                  </a:cubicBezTo>
                  <a:cubicBezTo>
                    <a:pt x="288417" y="317945"/>
                    <a:pt x="289750" y="317754"/>
                    <a:pt x="291655" y="316516"/>
                  </a:cubicBezTo>
                  <a:cubicBezTo>
                    <a:pt x="296799" y="312992"/>
                    <a:pt x="300609" y="302800"/>
                    <a:pt x="303562" y="297751"/>
                  </a:cubicBezTo>
                  <a:cubicBezTo>
                    <a:pt x="311277" y="299847"/>
                    <a:pt x="316992" y="298323"/>
                    <a:pt x="324803" y="300323"/>
                  </a:cubicBezTo>
                  <a:cubicBezTo>
                    <a:pt x="329660" y="293561"/>
                    <a:pt x="330232" y="283559"/>
                    <a:pt x="333661" y="275844"/>
                  </a:cubicBezTo>
                  <a:cubicBezTo>
                    <a:pt x="334899" y="273272"/>
                    <a:pt x="336423" y="270891"/>
                    <a:pt x="338709" y="269081"/>
                  </a:cubicBezTo>
                  <a:cubicBezTo>
                    <a:pt x="338995" y="268796"/>
                    <a:pt x="339471" y="268415"/>
                    <a:pt x="339947" y="268224"/>
                  </a:cubicBezTo>
                  <a:cubicBezTo>
                    <a:pt x="342233" y="266605"/>
                    <a:pt x="345377" y="265367"/>
                    <a:pt x="347853" y="264890"/>
                  </a:cubicBezTo>
                  <a:cubicBezTo>
                    <a:pt x="348996" y="264605"/>
                    <a:pt x="356521" y="265748"/>
                    <a:pt x="356806" y="265462"/>
                  </a:cubicBezTo>
                  <a:cubicBezTo>
                    <a:pt x="362236" y="261366"/>
                    <a:pt x="356806" y="241078"/>
                    <a:pt x="357473" y="234696"/>
                  </a:cubicBezTo>
                  <a:cubicBezTo>
                    <a:pt x="358330" y="226409"/>
                    <a:pt x="357092" y="220599"/>
                    <a:pt x="354806" y="212884"/>
                  </a:cubicBezTo>
                  <a:cubicBezTo>
                    <a:pt x="353949" y="210026"/>
                    <a:pt x="348424" y="201454"/>
                    <a:pt x="350330" y="198596"/>
                  </a:cubicBezTo>
                  <a:cubicBezTo>
                    <a:pt x="354139" y="193262"/>
                    <a:pt x="379952" y="203549"/>
                    <a:pt x="385096" y="204597"/>
                  </a:cubicBezTo>
                  <a:cubicBezTo>
                    <a:pt x="386239" y="204788"/>
                    <a:pt x="387191" y="204978"/>
                    <a:pt x="388334" y="205169"/>
                  </a:cubicBezTo>
                  <a:cubicBezTo>
                    <a:pt x="394525" y="206312"/>
                    <a:pt x="400717" y="207264"/>
                    <a:pt x="407003" y="208312"/>
                  </a:cubicBezTo>
                  <a:cubicBezTo>
                    <a:pt x="410051" y="208788"/>
                    <a:pt x="413290" y="209360"/>
                    <a:pt x="416338" y="209931"/>
                  </a:cubicBezTo>
                  <a:cubicBezTo>
                    <a:pt x="417481" y="210026"/>
                    <a:pt x="418433" y="210312"/>
                    <a:pt x="419576" y="210503"/>
                  </a:cubicBezTo>
                  <a:cubicBezTo>
                    <a:pt x="420433" y="209741"/>
                    <a:pt x="421100" y="208598"/>
                    <a:pt x="421291" y="207074"/>
                  </a:cubicBezTo>
                  <a:cubicBezTo>
                    <a:pt x="422148" y="204121"/>
                    <a:pt x="421767" y="199930"/>
                    <a:pt x="421291" y="195834"/>
                  </a:cubicBezTo>
                  <a:cubicBezTo>
                    <a:pt x="420814" y="191357"/>
                    <a:pt x="420338" y="186785"/>
                    <a:pt x="421005" y="183928"/>
                  </a:cubicBezTo>
                  <a:cubicBezTo>
                    <a:pt x="422624" y="177165"/>
                    <a:pt x="425958" y="171736"/>
                    <a:pt x="427387" y="164878"/>
                  </a:cubicBezTo>
                  <a:cubicBezTo>
                    <a:pt x="429196" y="155353"/>
                    <a:pt x="430435" y="141732"/>
                    <a:pt x="434816" y="131445"/>
                  </a:cubicBezTo>
                  <a:cubicBezTo>
                    <a:pt x="435864" y="128969"/>
                    <a:pt x="437197" y="126587"/>
                    <a:pt x="438626" y="124587"/>
                  </a:cubicBezTo>
                  <a:cubicBezTo>
                    <a:pt x="439007" y="124016"/>
                    <a:pt x="439388" y="123635"/>
                    <a:pt x="439769" y="123349"/>
                  </a:cubicBezTo>
                  <a:cubicBezTo>
                    <a:pt x="441388" y="121730"/>
                    <a:pt x="443103" y="121825"/>
                    <a:pt x="445198" y="120491"/>
                  </a:cubicBezTo>
                  <a:cubicBezTo>
                    <a:pt x="446627" y="119539"/>
                    <a:pt x="448056" y="118586"/>
                    <a:pt x="449389" y="117539"/>
                  </a:cubicBezTo>
                  <a:cubicBezTo>
                    <a:pt x="454247" y="114300"/>
                    <a:pt x="458819" y="110966"/>
                    <a:pt x="463487" y="107442"/>
                  </a:cubicBezTo>
                  <a:cubicBezTo>
                    <a:pt x="472821" y="100298"/>
                    <a:pt x="479679" y="93917"/>
                    <a:pt x="484441" y="83915"/>
                  </a:cubicBezTo>
                  <a:cubicBezTo>
                    <a:pt x="487680" y="77057"/>
                    <a:pt x="493966" y="70390"/>
                    <a:pt x="499396" y="64199"/>
                  </a:cubicBezTo>
                  <a:cubicBezTo>
                    <a:pt x="499967" y="63722"/>
                    <a:pt x="500348" y="63151"/>
                    <a:pt x="500824" y="62675"/>
                  </a:cubicBezTo>
                  <a:cubicBezTo>
                    <a:pt x="502920" y="60293"/>
                    <a:pt x="505111" y="58579"/>
                    <a:pt x="507302" y="57245"/>
                  </a:cubicBezTo>
                  <a:cubicBezTo>
                    <a:pt x="511493" y="54578"/>
                    <a:pt x="515874" y="52864"/>
                    <a:pt x="520065" y="49340"/>
                  </a:cubicBezTo>
                  <a:cubicBezTo>
                    <a:pt x="526352" y="44291"/>
                    <a:pt x="532447" y="40291"/>
                    <a:pt x="537686" y="34385"/>
                  </a:cubicBezTo>
                  <a:cubicBezTo>
                    <a:pt x="540353" y="31433"/>
                    <a:pt x="542449" y="26003"/>
                    <a:pt x="545306" y="23432"/>
                  </a:cubicBezTo>
                  <a:cubicBezTo>
                    <a:pt x="550640" y="18669"/>
                    <a:pt x="557784" y="20860"/>
                    <a:pt x="564166" y="22384"/>
                  </a:cubicBezTo>
                  <a:cubicBezTo>
                    <a:pt x="565499" y="22670"/>
                    <a:pt x="566928" y="22955"/>
                    <a:pt x="568071" y="23241"/>
                  </a:cubicBezTo>
                  <a:cubicBezTo>
                    <a:pt x="570166" y="20384"/>
                    <a:pt x="569309" y="16002"/>
                    <a:pt x="568071" y="11621"/>
                  </a:cubicBezTo>
                  <a:lnTo>
                    <a:pt x="572262" y="0"/>
                  </a:lnTo>
                  <a:lnTo>
                    <a:pt x="574643" y="857"/>
                  </a:lnTo>
                  <a:cubicBezTo>
                    <a:pt x="573500" y="3905"/>
                    <a:pt x="571976" y="6001"/>
                    <a:pt x="574167" y="9811"/>
                  </a:cubicBezTo>
                  <a:cubicBezTo>
                    <a:pt x="575024" y="11049"/>
                    <a:pt x="576167" y="12287"/>
                    <a:pt x="577310" y="13430"/>
                  </a:cubicBezTo>
                  <a:cubicBezTo>
                    <a:pt x="579691" y="15621"/>
                    <a:pt x="582549" y="17812"/>
                    <a:pt x="584454" y="20288"/>
                  </a:cubicBezTo>
                  <a:cubicBezTo>
                    <a:pt x="588836" y="26099"/>
                    <a:pt x="591312" y="26289"/>
                    <a:pt x="596741" y="29813"/>
                  </a:cubicBezTo>
                  <a:cubicBezTo>
                    <a:pt x="605219" y="35147"/>
                    <a:pt x="609314" y="48101"/>
                    <a:pt x="609505" y="58388"/>
                  </a:cubicBezTo>
                  <a:cubicBezTo>
                    <a:pt x="617506" y="62960"/>
                    <a:pt x="623506" y="67818"/>
                    <a:pt x="630936" y="73628"/>
                  </a:cubicBezTo>
                  <a:cubicBezTo>
                    <a:pt x="632365" y="74676"/>
                    <a:pt x="633698" y="75724"/>
                    <a:pt x="635127" y="76486"/>
                  </a:cubicBezTo>
                  <a:cubicBezTo>
                    <a:pt x="637889" y="78296"/>
                    <a:pt x="640652" y="79629"/>
                    <a:pt x="643414" y="80867"/>
                  </a:cubicBezTo>
                  <a:cubicBezTo>
                    <a:pt x="649986" y="83630"/>
                    <a:pt x="656844" y="85344"/>
                    <a:pt x="663988" y="87916"/>
                  </a:cubicBezTo>
                  <a:cubicBezTo>
                    <a:pt x="665036" y="86106"/>
                    <a:pt x="666464" y="85820"/>
                    <a:pt x="668369" y="87059"/>
                  </a:cubicBezTo>
                  <a:cubicBezTo>
                    <a:pt x="671989" y="90011"/>
                    <a:pt x="674561" y="93726"/>
                    <a:pt x="676180" y="98203"/>
                  </a:cubicBezTo>
                  <a:cubicBezTo>
                    <a:pt x="679323" y="104585"/>
                    <a:pt x="680466" y="110585"/>
                    <a:pt x="686657" y="114681"/>
                  </a:cubicBezTo>
                  <a:cubicBezTo>
                    <a:pt x="692468" y="118396"/>
                    <a:pt x="700754" y="120968"/>
                    <a:pt x="708850" y="123158"/>
                  </a:cubicBezTo>
                  <a:cubicBezTo>
                    <a:pt x="711898" y="123920"/>
                    <a:pt x="714947" y="124873"/>
                    <a:pt x="717804" y="125730"/>
                  </a:cubicBezTo>
                  <a:cubicBezTo>
                    <a:pt x="719899" y="126397"/>
                    <a:pt x="721900" y="126968"/>
                    <a:pt x="723710" y="127635"/>
                  </a:cubicBezTo>
                  <a:cubicBezTo>
                    <a:pt x="733425" y="131255"/>
                    <a:pt x="733520" y="130588"/>
                    <a:pt x="742093" y="129826"/>
                  </a:cubicBezTo>
                  <a:cubicBezTo>
                    <a:pt x="742950" y="129731"/>
                    <a:pt x="748379" y="129445"/>
                    <a:pt x="749141" y="129159"/>
                  </a:cubicBezTo>
                  <a:cubicBezTo>
                    <a:pt x="750856" y="127349"/>
                    <a:pt x="752951" y="126016"/>
                    <a:pt x="755332" y="125159"/>
                  </a:cubicBezTo>
                  <a:lnTo>
                    <a:pt x="769144" y="122968"/>
                  </a:lnTo>
                  <a:cubicBezTo>
                    <a:pt x="771620" y="122206"/>
                    <a:pt x="773621" y="120872"/>
                    <a:pt x="775430" y="118967"/>
                  </a:cubicBezTo>
                  <a:cubicBezTo>
                    <a:pt x="777049" y="119063"/>
                    <a:pt x="778764" y="119158"/>
                    <a:pt x="780383" y="119348"/>
                  </a:cubicBezTo>
                  <a:cubicBezTo>
                    <a:pt x="783241" y="118586"/>
                    <a:pt x="786289" y="117443"/>
                    <a:pt x="789146" y="116491"/>
                  </a:cubicBezTo>
                  <a:cubicBezTo>
                    <a:pt x="794766" y="114491"/>
                    <a:pt x="797243" y="112109"/>
                    <a:pt x="802386" y="113919"/>
                  </a:cubicBezTo>
                  <a:cubicBezTo>
                    <a:pt x="802862" y="114110"/>
                    <a:pt x="803338" y="114395"/>
                    <a:pt x="803815" y="114586"/>
                  </a:cubicBezTo>
                  <a:cubicBezTo>
                    <a:pt x="808482" y="116681"/>
                    <a:pt x="807720" y="117729"/>
                    <a:pt x="809911" y="120491"/>
                  </a:cubicBezTo>
                  <a:cubicBezTo>
                    <a:pt x="810197" y="120872"/>
                    <a:pt x="810387" y="121158"/>
                    <a:pt x="810673" y="121539"/>
                  </a:cubicBezTo>
                  <a:cubicBezTo>
                    <a:pt x="816673" y="128492"/>
                    <a:pt x="828485" y="126778"/>
                    <a:pt x="834485" y="133350"/>
                  </a:cubicBezTo>
                  <a:cubicBezTo>
                    <a:pt x="836771" y="135731"/>
                    <a:pt x="835914" y="138970"/>
                    <a:pt x="839057" y="141351"/>
                  </a:cubicBezTo>
                  <a:cubicBezTo>
                    <a:pt x="843439" y="144780"/>
                    <a:pt x="852202" y="146018"/>
                    <a:pt x="857536" y="147923"/>
                  </a:cubicBezTo>
                  <a:cubicBezTo>
                    <a:pt x="864489" y="150400"/>
                    <a:pt x="871347" y="152495"/>
                    <a:pt x="878205" y="154591"/>
                  </a:cubicBezTo>
                  <a:cubicBezTo>
                    <a:pt x="881158" y="155448"/>
                    <a:pt x="884206" y="156305"/>
                    <a:pt x="887254" y="157067"/>
                  </a:cubicBezTo>
                  <a:cubicBezTo>
                    <a:pt x="898970" y="160401"/>
                    <a:pt x="910780" y="163640"/>
                    <a:pt x="922591" y="167926"/>
                  </a:cubicBezTo>
                  <a:cubicBezTo>
                    <a:pt x="933926" y="172022"/>
                    <a:pt x="948309" y="174689"/>
                    <a:pt x="954596" y="186404"/>
                  </a:cubicBezTo>
                  <a:cubicBezTo>
                    <a:pt x="955262" y="187643"/>
                    <a:pt x="955548" y="188976"/>
                    <a:pt x="955834" y="190310"/>
                  </a:cubicBezTo>
                  <a:cubicBezTo>
                    <a:pt x="956310" y="192215"/>
                    <a:pt x="956881" y="193929"/>
                    <a:pt x="958691" y="195072"/>
                  </a:cubicBezTo>
                  <a:cubicBezTo>
                    <a:pt x="960025" y="195929"/>
                    <a:pt x="961739" y="196215"/>
                    <a:pt x="963549" y="196310"/>
                  </a:cubicBezTo>
                  <a:cubicBezTo>
                    <a:pt x="966883" y="196406"/>
                    <a:pt x="970597" y="195644"/>
                    <a:pt x="973455" y="196406"/>
                  </a:cubicBezTo>
                  <a:cubicBezTo>
                    <a:pt x="980599" y="198215"/>
                    <a:pt x="986695" y="203454"/>
                    <a:pt x="994505" y="201930"/>
                  </a:cubicBezTo>
                  <a:cubicBezTo>
                    <a:pt x="999744" y="200882"/>
                    <a:pt x="1003268" y="196691"/>
                    <a:pt x="1007936" y="194405"/>
                  </a:cubicBezTo>
                  <a:cubicBezTo>
                    <a:pt x="1022699" y="186785"/>
                    <a:pt x="1032034" y="189738"/>
                    <a:pt x="1044702" y="194405"/>
                  </a:cubicBezTo>
                  <a:cubicBezTo>
                    <a:pt x="1046893" y="195263"/>
                    <a:pt x="1049179" y="196120"/>
                    <a:pt x="1051465" y="196977"/>
                  </a:cubicBezTo>
                  <a:cubicBezTo>
                    <a:pt x="1052036" y="197168"/>
                    <a:pt x="1052703" y="197453"/>
                    <a:pt x="1053370" y="197739"/>
                  </a:cubicBezTo>
                  <a:cubicBezTo>
                    <a:pt x="1058894" y="200025"/>
                    <a:pt x="1066705" y="204407"/>
                    <a:pt x="1071944" y="204407"/>
                  </a:cubicBezTo>
                  <a:cubicBezTo>
                    <a:pt x="1074896" y="204407"/>
                    <a:pt x="1077468" y="202692"/>
                    <a:pt x="1079945" y="202597"/>
                  </a:cubicBezTo>
                  <a:cubicBezTo>
                    <a:pt x="1090803" y="202311"/>
                    <a:pt x="1109186" y="227933"/>
                    <a:pt x="1121093" y="218885"/>
                  </a:cubicBezTo>
                  <a:cubicBezTo>
                    <a:pt x="1125093" y="221456"/>
                    <a:pt x="1124426" y="224504"/>
                    <a:pt x="1123283" y="227648"/>
                  </a:cubicBezTo>
                  <a:lnTo>
                    <a:pt x="1122712" y="229267"/>
                  </a:lnTo>
                  <a:cubicBezTo>
                    <a:pt x="1122140" y="230886"/>
                    <a:pt x="1121664" y="232505"/>
                    <a:pt x="1121759" y="234029"/>
                  </a:cubicBezTo>
                  <a:cubicBezTo>
                    <a:pt x="1122140" y="236887"/>
                    <a:pt x="1124522" y="240411"/>
                    <a:pt x="1127284" y="243840"/>
                  </a:cubicBezTo>
                  <a:cubicBezTo>
                    <a:pt x="1130522" y="247555"/>
                    <a:pt x="1134332" y="251079"/>
                    <a:pt x="1136714" y="253174"/>
                  </a:cubicBezTo>
                  <a:cubicBezTo>
                    <a:pt x="1143476" y="258985"/>
                    <a:pt x="1145000" y="257556"/>
                    <a:pt x="1151858" y="258128"/>
                  </a:cubicBezTo>
                  <a:cubicBezTo>
                    <a:pt x="1157097" y="258509"/>
                    <a:pt x="1161955" y="260985"/>
                    <a:pt x="1167098" y="262795"/>
                  </a:cubicBezTo>
                  <a:cubicBezTo>
                    <a:pt x="1176242" y="266129"/>
                    <a:pt x="1185386" y="269558"/>
                    <a:pt x="1194625" y="272701"/>
                  </a:cubicBezTo>
                  <a:cubicBezTo>
                    <a:pt x="1195578" y="273082"/>
                    <a:pt x="1196435" y="273272"/>
                    <a:pt x="1197102" y="273463"/>
                  </a:cubicBezTo>
                  <a:cubicBezTo>
                    <a:pt x="1201007" y="274701"/>
                    <a:pt x="1202817" y="274701"/>
                    <a:pt x="1207103" y="273082"/>
                  </a:cubicBezTo>
                  <a:cubicBezTo>
                    <a:pt x="1207580" y="272891"/>
                    <a:pt x="1208056" y="272606"/>
                    <a:pt x="1208627" y="272415"/>
                  </a:cubicBezTo>
                  <a:cubicBezTo>
                    <a:pt x="1214152" y="270129"/>
                    <a:pt x="1213866" y="271272"/>
                    <a:pt x="1219295" y="271272"/>
                  </a:cubicBezTo>
                  <a:cubicBezTo>
                    <a:pt x="1225106" y="271177"/>
                    <a:pt x="1226630" y="270129"/>
                    <a:pt x="1232821" y="272510"/>
                  </a:cubicBezTo>
                  <a:cubicBezTo>
                    <a:pt x="1239869" y="275177"/>
                    <a:pt x="1248156" y="279845"/>
                    <a:pt x="1255681" y="280511"/>
                  </a:cubicBezTo>
                  <a:cubicBezTo>
                    <a:pt x="1264539" y="281369"/>
                    <a:pt x="1268444" y="275463"/>
                    <a:pt x="1277303" y="278130"/>
                  </a:cubicBezTo>
                  <a:cubicBezTo>
                    <a:pt x="1279684" y="278892"/>
                    <a:pt x="1282256" y="280035"/>
                    <a:pt x="1284732" y="281178"/>
                  </a:cubicBezTo>
                  <a:cubicBezTo>
                    <a:pt x="1287494" y="282321"/>
                    <a:pt x="1290161" y="283559"/>
                    <a:pt x="1292923" y="283940"/>
                  </a:cubicBezTo>
                  <a:cubicBezTo>
                    <a:pt x="1293114" y="283940"/>
                    <a:pt x="1293400" y="283940"/>
                    <a:pt x="1293590" y="283940"/>
                  </a:cubicBezTo>
                  <a:cubicBezTo>
                    <a:pt x="1298448" y="284512"/>
                    <a:pt x="1301210" y="282512"/>
                    <a:pt x="1305782" y="281273"/>
                  </a:cubicBezTo>
                  <a:cubicBezTo>
                    <a:pt x="1320832" y="277463"/>
                    <a:pt x="1337310" y="291846"/>
                    <a:pt x="1352360" y="294037"/>
                  </a:cubicBezTo>
                  <a:cubicBezTo>
                    <a:pt x="1353788" y="292703"/>
                    <a:pt x="1354931" y="290989"/>
                    <a:pt x="1355598" y="289179"/>
                  </a:cubicBezTo>
                  <a:cubicBezTo>
                    <a:pt x="1359980" y="289751"/>
                    <a:pt x="1359598" y="295085"/>
                    <a:pt x="1362361" y="297656"/>
                  </a:cubicBezTo>
                  <a:cubicBezTo>
                    <a:pt x="1363694" y="298895"/>
                    <a:pt x="1365885" y="299847"/>
                    <a:pt x="1368076" y="300609"/>
                  </a:cubicBezTo>
                  <a:cubicBezTo>
                    <a:pt x="1369409" y="301181"/>
                    <a:pt x="1370743" y="301752"/>
                    <a:pt x="1371695" y="302324"/>
                  </a:cubicBezTo>
                  <a:cubicBezTo>
                    <a:pt x="1373219" y="303181"/>
                    <a:pt x="1374743" y="304229"/>
                    <a:pt x="1376267" y="305276"/>
                  </a:cubicBezTo>
                  <a:cubicBezTo>
                    <a:pt x="1382839" y="310039"/>
                    <a:pt x="1388650" y="315849"/>
                    <a:pt x="1397032" y="317849"/>
                  </a:cubicBezTo>
                  <a:cubicBezTo>
                    <a:pt x="1406081" y="320040"/>
                    <a:pt x="1415320" y="316611"/>
                    <a:pt x="1424654" y="317849"/>
                  </a:cubicBezTo>
                  <a:cubicBezTo>
                    <a:pt x="1427416" y="318230"/>
                    <a:pt x="1429893" y="319754"/>
                    <a:pt x="1432465" y="320040"/>
                  </a:cubicBezTo>
                  <a:cubicBezTo>
                    <a:pt x="1434560" y="320231"/>
                    <a:pt x="1436941" y="319278"/>
                    <a:pt x="1438561" y="319373"/>
                  </a:cubicBezTo>
                  <a:cubicBezTo>
                    <a:pt x="1442371" y="319659"/>
                    <a:pt x="1446562" y="321088"/>
                    <a:pt x="1450562" y="322707"/>
                  </a:cubicBezTo>
                  <a:cubicBezTo>
                    <a:pt x="1453515" y="323850"/>
                    <a:pt x="1456468" y="325184"/>
                    <a:pt x="1459230" y="326136"/>
                  </a:cubicBezTo>
                  <a:lnTo>
                    <a:pt x="1459706" y="326326"/>
                  </a:lnTo>
                  <a:cubicBezTo>
                    <a:pt x="1466374" y="328708"/>
                    <a:pt x="1473041" y="330994"/>
                    <a:pt x="1479709" y="333566"/>
                  </a:cubicBezTo>
                  <a:cubicBezTo>
                    <a:pt x="1479709" y="334232"/>
                    <a:pt x="1479709" y="334899"/>
                    <a:pt x="1479042" y="335566"/>
                  </a:cubicBezTo>
                  <a:cubicBezTo>
                    <a:pt x="1475613" y="337090"/>
                    <a:pt x="1472565" y="339376"/>
                    <a:pt x="1469993" y="342233"/>
                  </a:cubicBezTo>
                  <a:cubicBezTo>
                    <a:pt x="1467422" y="345567"/>
                    <a:pt x="1462564" y="356330"/>
                    <a:pt x="1462373" y="360998"/>
                  </a:cubicBezTo>
                  <a:cubicBezTo>
                    <a:pt x="1461992" y="368046"/>
                    <a:pt x="1462754" y="365855"/>
                    <a:pt x="1467040" y="370523"/>
                  </a:cubicBezTo>
                  <a:cubicBezTo>
                    <a:pt x="1470089" y="373761"/>
                    <a:pt x="1472756" y="374904"/>
                    <a:pt x="1476089" y="377571"/>
                  </a:cubicBezTo>
                  <a:cubicBezTo>
                    <a:pt x="1482281" y="382619"/>
                    <a:pt x="1481519" y="379095"/>
                    <a:pt x="1483519" y="388715"/>
                  </a:cubicBezTo>
                  <a:cubicBezTo>
                    <a:pt x="1485233" y="396335"/>
                    <a:pt x="1485900" y="402336"/>
                    <a:pt x="1484566" y="408432"/>
                  </a:cubicBezTo>
                  <a:cubicBezTo>
                    <a:pt x="1483900" y="411290"/>
                    <a:pt x="1482852" y="414052"/>
                    <a:pt x="1481138" y="417100"/>
                  </a:cubicBezTo>
                  <a:cubicBezTo>
                    <a:pt x="1480566" y="418148"/>
                    <a:pt x="1479899" y="419291"/>
                    <a:pt x="1479137" y="420529"/>
                  </a:cubicBezTo>
                  <a:cubicBezTo>
                    <a:pt x="1476661" y="424434"/>
                    <a:pt x="1474470" y="421291"/>
                    <a:pt x="1474661" y="427958"/>
                  </a:cubicBezTo>
                  <a:cubicBezTo>
                    <a:pt x="1474946" y="435197"/>
                    <a:pt x="1481423" y="444818"/>
                    <a:pt x="1484376" y="451199"/>
                  </a:cubicBezTo>
                  <a:cubicBezTo>
                    <a:pt x="1487900" y="458629"/>
                    <a:pt x="1489329" y="462534"/>
                    <a:pt x="1488948" y="467487"/>
                  </a:cubicBezTo>
                  <a:cubicBezTo>
                    <a:pt x="1488662" y="470440"/>
                    <a:pt x="1487710" y="473678"/>
                    <a:pt x="1486281" y="478250"/>
                  </a:cubicBezTo>
                  <a:cubicBezTo>
                    <a:pt x="1484566" y="483680"/>
                    <a:pt x="1483709" y="490823"/>
                    <a:pt x="1482662" y="498158"/>
                  </a:cubicBezTo>
                  <a:cubicBezTo>
                    <a:pt x="1482185" y="501206"/>
                    <a:pt x="1481709" y="504444"/>
                    <a:pt x="1481042" y="507397"/>
                  </a:cubicBezTo>
                  <a:cubicBezTo>
                    <a:pt x="1479042" y="516731"/>
                    <a:pt x="1475708" y="525113"/>
                    <a:pt x="1468564" y="528828"/>
                  </a:cubicBezTo>
                  <a:cubicBezTo>
                    <a:pt x="1470089" y="529685"/>
                    <a:pt x="1472756" y="531209"/>
                    <a:pt x="1475327" y="532924"/>
                  </a:cubicBezTo>
                  <a:cubicBezTo>
                    <a:pt x="1478852" y="535210"/>
                    <a:pt x="1482281" y="537782"/>
                    <a:pt x="1483043" y="540163"/>
                  </a:cubicBezTo>
                  <a:cubicBezTo>
                    <a:pt x="1485614" y="548069"/>
                    <a:pt x="1474089" y="558356"/>
                    <a:pt x="1476280" y="566833"/>
                  </a:cubicBezTo>
                  <a:cubicBezTo>
                    <a:pt x="1477232" y="570833"/>
                    <a:pt x="1479423" y="569976"/>
                    <a:pt x="1479137" y="574929"/>
                  </a:cubicBezTo>
                  <a:cubicBezTo>
                    <a:pt x="1478947" y="577501"/>
                    <a:pt x="1476565" y="581216"/>
                    <a:pt x="1475708" y="583692"/>
                  </a:cubicBezTo>
                  <a:cubicBezTo>
                    <a:pt x="1475518" y="584264"/>
                    <a:pt x="1475137" y="584930"/>
                    <a:pt x="1474851" y="585692"/>
                  </a:cubicBezTo>
                  <a:cubicBezTo>
                    <a:pt x="1473708" y="588264"/>
                    <a:pt x="1472374" y="591312"/>
                    <a:pt x="1471231" y="594265"/>
                  </a:cubicBezTo>
                  <a:cubicBezTo>
                    <a:pt x="1470279" y="596837"/>
                    <a:pt x="1469612" y="599313"/>
                    <a:pt x="1469517" y="601504"/>
                  </a:cubicBezTo>
                  <a:cubicBezTo>
                    <a:pt x="1469136" y="610172"/>
                    <a:pt x="1481995" y="625697"/>
                    <a:pt x="1470660" y="630650"/>
                  </a:cubicBezTo>
                  <a:cubicBezTo>
                    <a:pt x="1468946" y="631317"/>
                    <a:pt x="1465516" y="628460"/>
                    <a:pt x="1463897" y="629222"/>
                  </a:cubicBezTo>
                  <a:cubicBezTo>
                    <a:pt x="1459516" y="631412"/>
                    <a:pt x="1457801" y="637699"/>
                    <a:pt x="1455039" y="641414"/>
                  </a:cubicBezTo>
                  <a:cubicBezTo>
                    <a:pt x="1448562" y="649986"/>
                    <a:pt x="1447514" y="649415"/>
                    <a:pt x="1437894" y="647414"/>
                  </a:cubicBezTo>
                  <a:cubicBezTo>
                    <a:pt x="1436465" y="650939"/>
                    <a:pt x="1433798" y="650843"/>
                    <a:pt x="1432179" y="653225"/>
                  </a:cubicBezTo>
                  <a:cubicBezTo>
                    <a:pt x="1431989" y="653415"/>
                    <a:pt x="1431893" y="653796"/>
                    <a:pt x="1431798" y="654082"/>
                  </a:cubicBezTo>
                  <a:cubicBezTo>
                    <a:pt x="1430750" y="655892"/>
                    <a:pt x="1430369" y="657987"/>
                    <a:pt x="1429226" y="659606"/>
                  </a:cubicBezTo>
                  <a:lnTo>
                    <a:pt x="1429226" y="659606"/>
                  </a:lnTo>
                  <a:cubicBezTo>
                    <a:pt x="1427131" y="662369"/>
                    <a:pt x="1425321" y="665036"/>
                    <a:pt x="1423416" y="667512"/>
                  </a:cubicBezTo>
                  <a:cubicBezTo>
                    <a:pt x="1420463" y="671608"/>
                    <a:pt x="1417320" y="675227"/>
                    <a:pt x="1413224" y="678275"/>
                  </a:cubicBezTo>
                  <a:cubicBezTo>
                    <a:pt x="1410843" y="680085"/>
                    <a:pt x="1408081" y="681800"/>
                    <a:pt x="1404842" y="683133"/>
                  </a:cubicBezTo>
                  <a:cubicBezTo>
                    <a:pt x="1395031" y="687419"/>
                    <a:pt x="1394174" y="688181"/>
                    <a:pt x="1393412" y="698659"/>
                  </a:cubicBezTo>
                  <a:cubicBezTo>
                    <a:pt x="1392841" y="708279"/>
                    <a:pt x="1393698" y="715042"/>
                    <a:pt x="1396746" y="724091"/>
                  </a:cubicBezTo>
                  <a:cubicBezTo>
                    <a:pt x="1396746" y="724091"/>
                    <a:pt x="1396746" y="724281"/>
                    <a:pt x="1396746" y="724376"/>
                  </a:cubicBezTo>
                  <a:cubicBezTo>
                    <a:pt x="1396746" y="724376"/>
                    <a:pt x="1396679" y="724376"/>
                    <a:pt x="1396556" y="724376"/>
                  </a:cubicBezTo>
                  <a:cubicBezTo>
                    <a:pt x="1391888" y="723995"/>
                    <a:pt x="1388936" y="720376"/>
                    <a:pt x="1384173" y="721709"/>
                  </a:cubicBezTo>
                  <a:cubicBezTo>
                    <a:pt x="1382649" y="722186"/>
                    <a:pt x="1378648" y="726472"/>
                    <a:pt x="1375220" y="730758"/>
                  </a:cubicBezTo>
                  <a:cubicBezTo>
                    <a:pt x="1372838" y="733520"/>
                    <a:pt x="1370743" y="736378"/>
                    <a:pt x="1369695" y="737997"/>
                  </a:cubicBezTo>
                  <a:lnTo>
                    <a:pt x="1369314" y="738569"/>
                  </a:lnTo>
                  <a:lnTo>
                    <a:pt x="1369314" y="738569"/>
                  </a:lnTo>
                  <a:cubicBezTo>
                    <a:pt x="1363599" y="748379"/>
                    <a:pt x="1361504" y="761714"/>
                    <a:pt x="1357503" y="772382"/>
                  </a:cubicBezTo>
                  <a:cubicBezTo>
                    <a:pt x="1355312" y="778097"/>
                    <a:pt x="1351502" y="784289"/>
                    <a:pt x="1353122" y="790575"/>
                  </a:cubicBezTo>
                  <a:cubicBezTo>
                    <a:pt x="1354455" y="796195"/>
                    <a:pt x="1358551" y="797909"/>
                    <a:pt x="1358074" y="804005"/>
                  </a:cubicBezTo>
                  <a:cubicBezTo>
                    <a:pt x="1357789" y="806958"/>
                    <a:pt x="1356360" y="810387"/>
                    <a:pt x="1354836" y="813816"/>
                  </a:cubicBezTo>
                  <a:cubicBezTo>
                    <a:pt x="1353693" y="816578"/>
                    <a:pt x="1352360" y="819150"/>
                    <a:pt x="1351502" y="821436"/>
                  </a:cubicBezTo>
                  <a:lnTo>
                    <a:pt x="1351121" y="822389"/>
                  </a:lnTo>
                  <a:cubicBezTo>
                    <a:pt x="1347788" y="831914"/>
                    <a:pt x="1347978" y="839915"/>
                    <a:pt x="1345882" y="849630"/>
                  </a:cubicBezTo>
                  <a:cubicBezTo>
                    <a:pt x="1347692" y="850487"/>
                    <a:pt x="1349312" y="851249"/>
                    <a:pt x="1350740" y="852011"/>
                  </a:cubicBezTo>
                  <a:cubicBezTo>
                    <a:pt x="1354169" y="853821"/>
                    <a:pt x="1356455" y="855821"/>
                    <a:pt x="1357503" y="860774"/>
                  </a:cubicBezTo>
                  <a:cubicBezTo>
                    <a:pt x="1357503" y="860965"/>
                    <a:pt x="1357503" y="861060"/>
                    <a:pt x="1357598" y="861346"/>
                  </a:cubicBezTo>
                  <a:cubicBezTo>
                    <a:pt x="1358646" y="866775"/>
                    <a:pt x="1355693" y="869537"/>
                    <a:pt x="1355789" y="874871"/>
                  </a:cubicBezTo>
                  <a:cubicBezTo>
                    <a:pt x="1355789" y="881158"/>
                    <a:pt x="1360551" y="887444"/>
                    <a:pt x="1360361" y="894493"/>
                  </a:cubicBezTo>
                  <a:cubicBezTo>
                    <a:pt x="1360265" y="897636"/>
                    <a:pt x="1359789" y="901827"/>
                    <a:pt x="1359027" y="905923"/>
                  </a:cubicBezTo>
                  <a:cubicBezTo>
                    <a:pt x="1358456" y="908971"/>
                    <a:pt x="1357789" y="911924"/>
                    <a:pt x="1357027" y="914210"/>
                  </a:cubicBezTo>
                  <a:lnTo>
                    <a:pt x="1356741" y="914972"/>
                  </a:lnTo>
                  <a:cubicBezTo>
                    <a:pt x="1354455" y="921449"/>
                    <a:pt x="1352931" y="919925"/>
                    <a:pt x="1348454" y="923735"/>
                  </a:cubicBezTo>
                  <a:cubicBezTo>
                    <a:pt x="1342263" y="929069"/>
                    <a:pt x="1343597" y="938498"/>
                    <a:pt x="1337786" y="943737"/>
                  </a:cubicBezTo>
                  <a:cubicBezTo>
                    <a:pt x="1331786" y="949166"/>
                    <a:pt x="1330452" y="945166"/>
                    <a:pt x="1327118" y="953738"/>
                  </a:cubicBezTo>
                  <a:cubicBezTo>
                    <a:pt x="1324547" y="960120"/>
                    <a:pt x="1319403" y="969454"/>
                    <a:pt x="1319689" y="976122"/>
                  </a:cubicBezTo>
                  <a:cubicBezTo>
                    <a:pt x="1325308" y="977646"/>
                    <a:pt x="1326452" y="980408"/>
                    <a:pt x="1327309" y="984790"/>
                  </a:cubicBezTo>
                  <a:cubicBezTo>
                    <a:pt x="1327404" y="985552"/>
                    <a:pt x="1327595" y="986409"/>
                    <a:pt x="1327785" y="987266"/>
                  </a:cubicBezTo>
                  <a:cubicBezTo>
                    <a:pt x="1328452" y="990695"/>
                    <a:pt x="1329976" y="993267"/>
                    <a:pt x="1331119" y="996125"/>
                  </a:cubicBezTo>
                  <a:cubicBezTo>
                    <a:pt x="1331405" y="996887"/>
                    <a:pt x="1331690" y="997839"/>
                    <a:pt x="1331976" y="998792"/>
                  </a:cubicBezTo>
                  <a:cubicBezTo>
                    <a:pt x="1333881" y="1007650"/>
                    <a:pt x="1326547" y="1022890"/>
                    <a:pt x="1318165" y="1026509"/>
                  </a:cubicBezTo>
                  <a:cubicBezTo>
                    <a:pt x="1320451" y="1030415"/>
                    <a:pt x="1317498" y="1036701"/>
                    <a:pt x="1314926" y="1040225"/>
                  </a:cubicBezTo>
                  <a:cubicBezTo>
                    <a:pt x="1307306" y="1038130"/>
                    <a:pt x="1301591" y="1039558"/>
                    <a:pt x="1293876" y="1037654"/>
                  </a:cubicBezTo>
                  <a:lnTo>
                    <a:pt x="1293686" y="1037654"/>
                  </a:lnTo>
                  <a:cubicBezTo>
                    <a:pt x="1289209" y="1044226"/>
                    <a:pt x="1287399" y="1052227"/>
                    <a:pt x="1285304" y="1060133"/>
                  </a:cubicBezTo>
                  <a:cubicBezTo>
                    <a:pt x="1284541" y="1063181"/>
                    <a:pt x="1283589" y="1066133"/>
                    <a:pt x="1282541" y="1068991"/>
                  </a:cubicBezTo>
                  <a:cubicBezTo>
                    <a:pt x="1281684" y="1070991"/>
                    <a:pt x="1280827" y="1072896"/>
                    <a:pt x="1279874" y="1074706"/>
                  </a:cubicBezTo>
                  <a:cubicBezTo>
                    <a:pt x="1277017" y="1079659"/>
                    <a:pt x="1277683" y="1078325"/>
                    <a:pt x="1273683" y="1081088"/>
                  </a:cubicBezTo>
                  <a:cubicBezTo>
                    <a:pt x="1272254" y="1082135"/>
                    <a:pt x="1269587" y="1082993"/>
                    <a:pt x="1267301" y="1084136"/>
                  </a:cubicBezTo>
                  <a:cubicBezTo>
                    <a:pt x="1265396" y="1084993"/>
                    <a:pt x="1263682" y="1086231"/>
                    <a:pt x="1263015" y="1087755"/>
                  </a:cubicBezTo>
                  <a:cubicBezTo>
                    <a:pt x="1262158" y="1089946"/>
                    <a:pt x="1262444" y="1092518"/>
                    <a:pt x="1263301" y="1095280"/>
                  </a:cubicBezTo>
                  <a:cubicBezTo>
                    <a:pt x="1264730" y="1099947"/>
                    <a:pt x="1267397" y="1104805"/>
                    <a:pt x="1267968" y="1108329"/>
                  </a:cubicBezTo>
                  <a:cubicBezTo>
                    <a:pt x="1267968" y="1108615"/>
                    <a:pt x="1267968" y="1108901"/>
                    <a:pt x="1268158" y="1109282"/>
                  </a:cubicBezTo>
                  <a:cubicBezTo>
                    <a:pt x="1269111" y="1115092"/>
                    <a:pt x="1268825" y="1115282"/>
                    <a:pt x="1267015" y="1121283"/>
                  </a:cubicBezTo>
                  <a:cubicBezTo>
                    <a:pt x="1265301" y="1126712"/>
                    <a:pt x="1263206" y="1131665"/>
                    <a:pt x="1262158" y="1137095"/>
                  </a:cubicBezTo>
                  <a:cubicBezTo>
                    <a:pt x="1261681" y="1139095"/>
                    <a:pt x="1263015" y="1140809"/>
                    <a:pt x="1263015" y="1142333"/>
                  </a:cubicBezTo>
                  <a:cubicBezTo>
                    <a:pt x="1263015" y="1143572"/>
                    <a:pt x="1262348" y="1144715"/>
                    <a:pt x="1259586" y="1145762"/>
                  </a:cubicBezTo>
                  <a:cubicBezTo>
                    <a:pt x="1259777" y="1147953"/>
                    <a:pt x="1260539" y="1149858"/>
                    <a:pt x="1261586" y="1151763"/>
                  </a:cubicBezTo>
                  <a:cubicBezTo>
                    <a:pt x="1264539" y="1157288"/>
                    <a:pt x="1269492" y="1162050"/>
                    <a:pt x="1268825" y="1169575"/>
                  </a:cubicBezTo>
                  <a:cubicBezTo>
                    <a:pt x="1268254" y="1174909"/>
                    <a:pt x="1264825" y="1183386"/>
                    <a:pt x="1261872" y="1187577"/>
                  </a:cubicBezTo>
                  <a:cubicBezTo>
                    <a:pt x="1259681" y="1187291"/>
                    <a:pt x="1257681" y="1186910"/>
                    <a:pt x="1255586" y="1186720"/>
                  </a:cubicBezTo>
                  <a:cubicBezTo>
                    <a:pt x="1254538" y="1190530"/>
                    <a:pt x="1256062" y="1193673"/>
                    <a:pt x="1255205" y="1197578"/>
                  </a:cubicBezTo>
                  <a:cubicBezTo>
                    <a:pt x="1254728" y="1200245"/>
                    <a:pt x="1251966" y="1202817"/>
                    <a:pt x="1252061" y="1205675"/>
                  </a:cubicBezTo>
                  <a:cubicBezTo>
                    <a:pt x="1252347" y="1216057"/>
                    <a:pt x="1268730" y="1221105"/>
                    <a:pt x="1270635" y="1229487"/>
                  </a:cubicBezTo>
                  <a:cubicBezTo>
                    <a:pt x="1261015" y="1230249"/>
                    <a:pt x="1258633" y="1224058"/>
                    <a:pt x="1255300" y="1230059"/>
                  </a:cubicBezTo>
                  <a:cubicBezTo>
                    <a:pt x="1254538" y="1231297"/>
                    <a:pt x="1253776" y="1233107"/>
                    <a:pt x="1253014" y="1235583"/>
                  </a:cubicBezTo>
                  <a:cubicBezTo>
                    <a:pt x="1252633" y="1236631"/>
                    <a:pt x="1252252" y="1237679"/>
                    <a:pt x="1251966" y="1238726"/>
                  </a:cubicBezTo>
                  <a:cubicBezTo>
                    <a:pt x="1249680" y="1245680"/>
                    <a:pt x="1247299" y="1253014"/>
                    <a:pt x="1244441" y="1259681"/>
                  </a:cubicBezTo>
                  <a:cubicBezTo>
                    <a:pt x="1242250" y="1264539"/>
                    <a:pt x="1238917" y="1267587"/>
                    <a:pt x="1236250" y="1272159"/>
                  </a:cubicBezTo>
                  <a:cubicBezTo>
                    <a:pt x="1233964" y="1276160"/>
                    <a:pt x="1233869" y="1282637"/>
                    <a:pt x="1231106" y="1285970"/>
                  </a:cubicBezTo>
                  <a:cubicBezTo>
                    <a:pt x="1224915" y="1293495"/>
                    <a:pt x="1219295" y="1287685"/>
                    <a:pt x="1211389" y="1287304"/>
                  </a:cubicBezTo>
                  <a:cubicBezTo>
                    <a:pt x="1210532" y="1294352"/>
                    <a:pt x="1217676" y="1295591"/>
                    <a:pt x="1212818" y="1304639"/>
                  </a:cubicBezTo>
                  <a:cubicBezTo>
                    <a:pt x="1212818" y="1304830"/>
                    <a:pt x="1212628" y="1304925"/>
                    <a:pt x="1212532" y="1305116"/>
                  </a:cubicBezTo>
                  <a:cubicBezTo>
                    <a:pt x="1211580" y="1306640"/>
                    <a:pt x="1210628" y="1307783"/>
                    <a:pt x="1209675" y="1308830"/>
                  </a:cubicBezTo>
                  <a:close/>
                </a:path>
              </a:pathLst>
            </a:custGeom>
            <a:solidFill>
              <a:schemeClr val="accent2"/>
            </a:solidFill>
            <a:ln>
              <a:noFill/>
            </a:ln>
            <a:effectLst>
              <a:outerShdw rotWithShape="0" algn="bl" dir="19140000" dist="47625">
                <a:srgbClr val="260D03">
                  <a:alpha val="14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92" name="Google Shape;992;p43"/>
            <p:cNvGrpSpPr/>
            <p:nvPr/>
          </p:nvGrpSpPr>
          <p:grpSpPr>
            <a:xfrm>
              <a:off x="-511559" y="3198256"/>
              <a:ext cx="3059426" cy="2688663"/>
              <a:chOff x="9590772" y="632648"/>
              <a:chExt cx="1489424" cy="1308925"/>
            </a:xfrm>
          </p:grpSpPr>
          <p:grpSp>
            <p:nvGrpSpPr>
              <p:cNvPr id="993" name="Google Shape;993;p43"/>
              <p:cNvGrpSpPr/>
              <p:nvPr/>
            </p:nvGrpSpPr>
            <p:grpSpPr>
              <a:xfrm>
                <a:off x="9590772" y="689798"/>
                <a:ext cx="1484947" cy="1251775"/>
                <a:chOff x="9590772" y="689798"/>
                <a:chExt cx="1484947" cy="1251775"/>
              </a:xfrm>
            </p:grpSpPr>
            <p:sp>
              <p:nvSpPr>
                <p:cNvPr id="994" name="Google Shape;994;p43"/>
                <p:cNvSpPr/>
                <p:nvPr/>
              </p:nvSpPr>
              <p:spPr>
                <a:xfrm>
                  <a:off x="10090739" y="689798"/>
                  <a:ext cx="984980" cy="360045"/>
                </a:xfrm>
                <a:custGeom>
                  <a:rect b="b" l="l" r="r" t="t"/>
                  <a:pathLst>
                    <a:path extrusionOk="0" h="360045" w="984980">
                      <a:moveTo>
                        <a:pt x="981647" y="359950"/>
                      </a:moveTo>
                      <a:lnTo>
                        <a:pt x="0" y="6953"/>
                      </a:lnTo>
                      <a:cubicBezTo>
                        <a:pt x="571" y="6477"/>
                        <a:pt x="953" y="5906"/>
                        <a:pt x="1429" y="5429"/>
                      </a:cubicBezTo>
                      <a:cubicBezTo>
                        <a:pt x="3524" y="3048"/>
                        <a:pt x="5715" y="1333"/>
                        <a:pt x="7906" y="0"/>
                      </a:cubicBezTo>
                      <a:lnTo>
                        <a:pt x="984980" y="351377"/>
                      </a:lnTo>
                      <a:cubicBezTo>
                        <a:pt x="984313" y="354235"/>
                        <a:pt x="983266" y="356997"/>
                        <a:pt x="981551" y="360045"/>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 name="Google Shape;995;p43"/>
                <p:cNvSpPr/>
                <p:nvPr/>
              </p:nvSpPr>
              <p:spPr>
                <a:xfrm>
                  <a:off x="10025874" y="755045"/>
                  <a:ext cx="1047940" cy="385095"/>
                </a:xfrm>
                <a:custGeom>
                  <a:rect b="b" l="l" r="r" t="t"/>
                  <a:pathLst>
                    <a:path extrusionOk="0" h="385095" w="1047940">
                      <a:moveTo>
                        <a:pt x="1046321" y="385096"/>
                      </a:moveTo>
                      <a:lnTo>
                        <a:pt x="0" y="8763"/>
                      </a:lnTo>
                      <a:lnTo>
                        <a:pt x="3143" y="0"/>
                      </a:lnTo>
                      <a:lnTo>
                        <a:pt x="1047940" y="375761"/>
                      </a:lnTo>
                      <a:cubicBezTo>
                        <a:pt x="1047464" y="378809"/>
                        <a:pt x="1046988" y="382048"/>
                        <a:pt x="1046321" y="38500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 name="Google Shape;996;p43"/>
                <p:cNvSpPr/>
                <p:nvPr/>
              </p:nvSpPr>
              <p:spPr>
                <a:xfrm>
                  <a:off x="9979583" y="835150"/>
                  <a:ext cx="1086421" cy="391858"/>
                </a:xfrm>
                <a:custGeom>
                  <a:rect b="b" l="l" r="r" t="t"/>
                  <a:pathLst>
                    <a:path extrusionOk="0" h="391858" w="1086421">
                      <a:moveTo>
                        <a:pt x="1082802" y="391859"/>
                      </a:moveTo>
                      <a:lnTo>
                        <a:pt x="0" y="2476"/>
                      </a:lnTo>
                      <a:cubicBezTo>
                        <a:pt x="6191" y="3619"/>
                        <a:pt x="12382" y="4572"/>
                        <a:pt x="18669" y="5620"/>
                      </a:cubicBezTo>
                      <a:lnTo>
                        <a:pt x="20669" y="0"/>
                      </a:lnTo>
                      <a:lnTo>
                        <a:pt x="1086422" y="383286"/>
                      </a:lnTo>
                      <a:cubicBezTo>
                        <a:pt x="1085279" y="385858"/>
                        <a:pt x="1083945" y="388906"/>
                        <a:pt x="1082802" y="39185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7" name="Google Shape;997;p43"/>
                <p:cNvSpPr/>
                <p:nvPr/>
              </p:nvSpPr>
              <p:spPr>
                <a:xfrm>
                  <a:off x="9924909" y="900682"/>
                  <a:ext cx="1095470" cy="399478"/>
                </a:xfrm>
                <a:custGeom>
                  <a:rect b="b" l="l" r="r" t="t"/>
                  <a:pathLst>
                    <a:path extrusionOk="0" h="399478" w="1095470">
                      <a:moveTo>
                        <a:pt x="1089660" y="399479"/>
                      </a:moveTo>
                      <a:lnTo>
                        <a:pt x="0" y="7620"/>
                      </a:lnTo>
                      <a:cubicBezTo>
                        <a:pt x="1238" y="5048"/>
                        <a:pt x="2762" y="2667"/>
                        <a:pt x="5048" y="857"/>
                      </a:cubicBezTo>
                      <a:cubicBezTo>
                        <a:pt x="5334" y="572"/>
                        <a:pt x="5810" y="191"/>
                        <a:pt x="6287" y="0"/>
                      </a:cubicBezTo>
                      <a:lnTo>
                        <a:pt x="1095470" y="391668"/>
                      </a:lnTo>
                      <a:cubicBezTo>
                        <a:pt x="1093375" y="394430"/>
                        <a:pt x="1091565" y="397002"/>
                        <a:pt x="1089660" y="39947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8" name="Google Shape;998;p43"/>
                <p:cNvSpPr/>
                <p:nvPr/>
              </p:nvSpPr>
              <p:spPr>
                <a:xfrm>
                  <a:off x="9844423" y="961452"/>
                  <a:ext cx="1121949" cy="409670"/>
                </a:xfrm>
                <a:custGeom>
                  <a:rect b="b" l="l" r="r" t="t"/>
                  <a:pathLst>
                    <a:path extrusionOk="0" h="409670" w="1121949">
                      <a:moveTo>
                        <a:pt x="1121950" y="401955"/>
                      </a:moveTo>
                      <a:lnTo>
                        <a:pt x="1067467" y="382334"/>
                      </a:lnTo>
                      <a:lnTo>
                        <a:pt x="1058704" y="379190"/>
                      </a:lnTo>
                      <a:lnTo>
                        <a:pt x="987362" y="353568"/>
                      </a:lnTo>
                      <a:lnTo>
                        <a:pt x="978598" y="350425"/>
                      </a:lnTo>
                      <a:lnTo>
                        <a:pt x="907351" y="324803"/>
                      </a:lnTo>
                      <a:lnTo>
                        <a:pt x="898588" y="321659"/>
                      </a:lnTo>
                      <a:lnTo>
                        <a:pt x="827246" y="296037"/>
                      </a:lnTo>
                      <a:lnTo>
                        <a:pt x="818483" y="292894"/>
                      </a:lnTo>
                      <a:lnTo>
                        <a:pt x="747236" y="267271"/>
                      </a:lnTo>
                      <a:lnTo>
                        <a:pt x="738473" y="264128"/>
                      </a:lnTo>
                      <a:lnTo>
                        <a:pt x="667131" y="238506"/>
                      </a:lnTo>
                      <a:lnTo>
                        <a:pt x="658368" y="235363"/>
                      </a:lnTo>
                      <a:lnTo>
                        <a:pt x="587121" y="209740"/>
                      </a:lnTo>
                      <a:lnTo>
                        <a:pt x="578358" y="206597"/>
                      </a:lnTo>
                      <a:lnTo>
                        <a:pt x="507016" y="180975"/>
                      </a:lnTo>
                      <a:lnTo>
                        <a:pt x="498253" y="177832"/>
                      </a:lnTo>
                      <a:lnTo>
                        <a:pt x="426910" y="152209"/>
                      </a:lnTo>
                      <a:lnTo>
                        <a:pt x="418147" y="149066"/>
                      </a:lnTo>
                      <a:lnTo>
                        <a:pt x="346900" y="123444"/>
                      </a:lnTo>
                      <a:lnTo>
                        <a:pt x="338138" y="120301"/>
                      </a:lnTo>
                      <a:lnTo>
                        <a:pt x="266795" y="94678"/>
                      </a:lnTo>
                      <a:lnTo>
                        <a:pt x="258032" y="91535"/>
                      </a:lnTo>
                      <a:lnTo>
                        <a:pt x="186785" y="65913"/>
                      </a:lnTo>
                      <a:lnTo>
                        <a:pt x="178022" y="62770"/>
                      </a:lnTo>
                      <a:lnTo>
                        <a:pt x="106680" y="37147"/>
                      </a:lnTo>
                      <a:lnTo>
                        <a:pt x="97917" y="34004"/>
                      </a:lnTo>
                      <a:lnTo>
                        <a:pt x="26670" y="8382"/>
                      </a:lnTo>
                      <a:lnTo>
                        <a:pt x="17907" y="5239"/>
                      </a:lnTo>
                      <a:lnTo>
                        <a:pt x="3334" y="0"/>
                      </a:lnTo>
                      <a:cubicBezTo>
                        <a:pt x="2286" y="2953"/>
                        <a:pt x="1238" y="5905"/>
                        <a:pt x="0" y="8668"/>
                      </a:cubicBezTo>
                      <a:lnTo>
                        <a:pt x="14764" y="14002"/>
                      </a:lnTo>
                      <a:lnTo>
                        <a:pt x="23527" y="17145"/>
                      </a:lnTo>
                      <a:lnTo>
                        <a:pt x="94774" y="42767"/>
                      </a:lnTo>
                      <a:lnTo>
                        <a:pt x="103537" y="45910"/>
                      </a:lnTo>
                      <a:lnTo>
                        <a:pt x="174879" y="71533"/>
                      </a:lnTo>
                      <a:lnTo>
                        <a:pt x="183642" y="74676"/>
                      </a:lnTo>
                      <a:lnTo>
                        <a:pt x="254889" y="100298"/>
                      </a:lnTo>
                      <a:lnTo>
                        <a:pt x="263652" y="103442"/>
                      </a:lnTo>
                      <a:lnTo>
                        <a:pt x="334994" y="129064"/>
                      </a:lnTo>
                      <a:lnTo>
                        <a:pt x="343757" y="132207"/>
                      </a:lnTo>
                      <a:lnTo>
                        <a:pt x="415004" y="157829"/>
                      </a:lnTo>
                      <a:lnTo>
                        <a:pt x="423767" y="160972"/>
                      </a:lnTo>
                      <a:lnTo>
                        <a:pt x="495109" y="186595"/>
                      </a:lnTo>
                      <a:lnTo>
                        <a:pt x="503872" y="189738"/>
                      </a:lnTo>
                      <a:lnTo>
                        <a:pt x="575215" y="215360"/>
                      </a:lnTo>
                      <a:lnTo>
                        <a:pt x="583978" y="218503"/>
                      </a:lnTo>
                      <a:lnTo>
                        <a:pt x="655225" y="244126"/>
                      </a:lnTo>
                      <a:lnTo>
                        <a:pt x="663988" y="247269"/>
                      </a:lnTo>
                      <a:lnTo>
                        <a:pt x="735330" y="272891"/>
                      </a:lnTo>
                      <a:lnTo>
                        <a:pt x="744093" y="276034"/>
                      </a:lnTo>
                      <a:lnTo>
                        <a:pt x="815340" y="301657"/>
                      </a:lnTo>
                      <a:lnTo>
                        <a:pt x="824103" y="304800"/>
                      </a:lnTo>
                      <a:lnTo>
                        <a:pt x="895445" y="330422"/>
                      </a:lnTo>
                      <a:lnTo>
                        <a:pt x="904208" y="333565"/>
                      </a:lnTo>
                      <a:lnTo>
                        <a:pt x="975455" y="359188"/>
                      </a:lnTo>
                      <a:lnTo>
                        <a:pt x="984218" y="362331"/>
                      </a:lnTo>
                      <a:lnTo>
                        <a:pt x="1055560" y="387953"/>
                      </a:lnTo>
                      <a:lnTo>
                        <a:pt x="1064323" y="391096"/>
                      </a:lnTo>
                      <a:lnTo>
                        <a:pt x="1115949" y="409670"/>
                      </a:lnTo>
                      <a:lnTo>
                        <a:pt x="1121855" y="40195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 name="Google Shape;999;p43"/>
                <p:cNvSpPr/>
                <p:nvPr/>
              </p:nvSpPr>
              <p:spPr>
                <a:xfrm>
                  <a:off x="9809371" y="1038794"/>
                  <a:ext cx="1136523" cy="416147"/>
                </a:xfrm>
                <a:custGeom>
                  <a:rect b="b" l="l" r="r" t="t"/>
                  <a:pathLst>
                    <a:path extrusionOk="0" h="416147" w="1136523">
                      <a:moveTo>
                        <a:pt x="1132904" y="416147"/>
                      </a:moveTo>
                      <a:lnTo>
                        <a:pt x="0" y="8763"/>
                      </a:lnTo>
                      <a:lnTo>
                        <a:pt x="3143" y="0"/>
                      </a:lnTo>
                      <a:lnTo>
                        <a:pt x="1136523" y="407575"/>
                      </a:lnTo>
                      <a:cubicBezTo>
                        <a:pt x="1135380" y="410337"/>
                        <a:pt x="1134047" y="412909"/>
                        <a:pt x="1133189" y="415195"/>
                      </a:cubicBezTo>
                      <a:lnTo>
                        <a:pt x="1132809" y="41614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0" name="Google Shape;1000;p43"/>
                <p:cNvSpPr/>
                <p:nvPr/>
              </p:nvSpPr>
              <p:spPr>
                <a:xfrm>
                  <a:off x="9767271" y="1113852"/>
                  <a:ext cx="1182909" cy="433578"/>
                </a:xfrm>
                <a:custGeom>
                  <a:rect b="b" l="l" r="r" t="t"/>
                  <a:pathLst>
                    <a:path extrusionOk="0" h="433578" w="1182909">
                      <a:moveTo>
                        <a:pt x="1180624" y="433578"/>
                      </a:moveTo>
                      <a:lnTo>
                        <a:pt x="0" y="9049"/>
                      </a:lnTo>
                      <a:cubicBezTo>
                        <a:pt x="667" y="6001"/>
                        <a:pt x="1524" y="2953"/>
                        <a:pt x="2381" y="0"/>
                      </a:cubicBezTo>
                      <a:lnTo>
                        <a:pt x="1182910" y="424529"/>
                      </a:lnTo>
                      <a:cubicBezTo>
                        <a:pt x="1182338" y="427577"/>
                        <a:pt x="1181672" y="430530"/>
                        <a:pt x="1180910" y="432816"/>
                      </a:cubicBezTo>
                      <a:lnTo>
                        <a:pt x="1180624" y="43357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1" name="Google Shape;1001;p43"/>
                <p:cNvSpPr/>
                <p:nvPr/>
              </p:nvSpPr>
              <p:spPr>
                <a:xfrm>
                  <a:off x="9704691" y="1181860"/>
                  <a:ext cx="1217675" cy="446722"/>
                </a:xfrm>
                <a:custGeom>
                  <a:rect b="b" l="l" r="r" t="t"/>
                  <a:pathLst>
                    <a:path extrusionOk="0" h="446722" w="1217675">
                      <a:moveTo>
                        <a:pt x="1217676" y="446722"/>
                      </a:moveTo>
                      <a:lnTo>
                        <a:pt x="0" y="8763"/>
                      </a:lnTo>
                      <a:lnTo>
                        <a:pt x="3143" y="0"/>
                      </a:lnTo>
                      <a:lnTo>
                        <a:pt x="1213866" y="435388"/>
                      </a:lnTo>
                      <a:cubicBezTo>
                        <a:pt x="1213961" y="436150"/>
                        <a:pt x="1214152" y="437007"/>
                        <a:pt x="1214342" y="437864"/>
                      </a:cubicBezTo>
                      <a:cubicBezTo>
                        <a:pt x="1215009" y="441293"/>
                        <a:pt x="1216533" y="443865"/>
                        <a:pt x="1217676" y="446722"/>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 name="Google Shape;1002;p43"/>
                <p:cNvSpPr/>
                <p:nvPr/>
              </p:nvSpPr>
              <p:spPr>
                <a:xfrm rot="-4214982">
                  <a:off x="10271028" y="845490"/>
                  <a:ext cx="9322" cy="1271428"/>
                </a:xfrm>
                <a:custGeom>
                  <a:rect b="b" l="l" r="r" t="t"/>
                  <a:pathLst>
                    <a:path extrusionOk="0" h="1273016" w="9334">
                      <a:moveTo>
                        <a:pt x="0" y="0"/>
                      </a:moveTo>
                      <a:lnTo>
                        <a:pt x="9335" y="0"/>
                      </a:lnTo>
                      <a:lnTo>
                        <a:pt x="9335" y="1273016"/>
                      </a:lnTo>
                      <a:lnTo>
                        <a:pt x="0" y="1273016"/>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 name="Google Shape;1003;p43"/>
                <p:cNvSpPr/>
                <p:nvPr/>
              </p:nvSpPr>
              <p:spPr>
                <a:xfrm>
                  <a:off x="9647065" y="1341975"/>
                  <a:ext cx="1207008" cy="442341"/>
                </a:xfrm>
                <a:custGeom>
                  <a:rect b="b" l="l" r="r" t="t"/>
                  <a:pathLst>
                    <a:path extrusionOk="0" h="442341" w="1207008">
                      <a:moveTo>
                        <a:pt x="1205579" y="442341"/>
                      </a:moveTo>
                      <a:lnTo>
                        <a:pt x="0" y="8763"/>
                      </a:lnTo>
                      <a:lnTo>
                        <a:pt x="3143" y="0"/>
                      </a:lnTo>
                      <a:lnTo>
                        <a:pt x="1207008" y="432911"/>
                      </a:lnTo>
                      <a:cubicBezTo>
                        <a:pt x="1207008" y="434150"/>
                        <a:pt x="1206341" y="435292"/>
                        <a:pt x="1203579" y="436340"/>
                      </a:cubicBezTo>
                      <a:cubicBezTo>
                        <a:pt x="1203770" y="438531"/>
                        <a:pt x="1204531" y="440436"/>
                        <a:pt x="1205579" y="44234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 name="Google Shape;1004;p43"/>
                <p:cNvSpPr/>
                <p:nvPr/>
              </p:nvSpPr>
              <p:spPr>
                <a:xfrm>
                  <a:off x="9618204" y="1422081"/>
                  <a:ext cx="1228058" cy="449199"/>
                </a:xfrm>
                <a:custGeom>
                  <a:rect b="b" l="l" r="r" t="t"/>
                  <a:pathLst>
                    <a:path extrusionOk="0" h="449199" w="1228058">
                      <a:moveTo>
                        <a:pt x="1224820" y="449199"/>
                      </a:moveTo>
                      <a:lnTo>
                        <a:pt x="0" y="8763"/>
                      </a:lnTo>
                      <a:lnTo>
                        <a:pt x="3143" y="0"/>
                      </a:lnTo>
                      <a:lnTo>
                        <a:pt x="1228058" y="440531"/>
                      </a:lnTo>
                      <a:cubicBezTo>
                        <a:pt x="1227297" y="441769"/>
                        <a:pt x="1226534" y="443579"/>
                        <a:pt x="1225772" y="446056"/>
                      </a:cubicBezTo>
                      <a:cubicBezTo>
                        <a:pt x="1225391" y="447104"/>
                        <a:pt x="1225010" y="448151"/>
                        <a:pt x="1224725" y="44919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 name="Google Shape;1005;p43"/>
                <p:cNvSpPr/>
                <p:nvPr/>
              </p:nvSpPr>
              <p:spPr>
                <a:xfrm>
                  <a:off x="9590772" y="1502376"/>
                  <a:ext cx="1212532" cy="439197"/>
                </a:xfrm>
                <a:custGeom>
                  <a:rect b="b" l="l" r="r" t="t"/>
                  <a:pathLst>
                    <a:path extrusionOk="0" h="439197" w="1212532">
                      <a:moveTo>
                        <a:pt x="1109377" y="402812"/>
                      </a:moveTo>
                      <a:lnTo>
                        <a:pt x="1038035" y="377190"/>
                      </a:lnTo>
                      <a:lnTo>
                        <a:pt x="1029176" y="374237"/>
                      </a:lnTo>
                      <a:lnTo>
                        <a:pt x="1029176" y="374047"/>
                      </a:lnTo>
                      <a:cubicBezTo>
                        <a:pt x="1029176" y="374047"/>
                        <a:pt x="958024" y="348425"/>
                        <a:pt x="958024" y="348425"/>
                      </a:cubicBezTo>
                      <a:lnTo>
                        <a:pt x="949166" y="345472"/>
                      </a:lnTo>
                      <a:lnTo>
                        <a:pt x="949166" y="345281"/>
                      </a:lnTo>
                      <a:cubicBezTo>
                        <a:pt x="949166" y="345281"/>
                        <a:pt x="877919" y="319659"/>
                        <a:pt x="877919" y="319659"/>
                      </a:cubicBezTo>
                      <a:lnTo>
                        <a:pt x="869061" y="316706"/>
                      </a:lnTo>
                      <a:lnTo>
                        <a:pt x="869061" y="316516"/>
                      </a:lnTo>
                      <a:cubicBezTo>
                        <a:pt x="869061" y="316516"/>
                        <a:pt x="797909" y="290894"/>
                        <a:pt x="797909" y="290894"/>
                      </a:cubicBezTo>
                      <a:lnTo>
                        <a:pt x="789051" y="287941"/>
                      </a:lnTo>
                      <a:lnTo>
                        <a:pt x="789051" y="287750"/>
                      </a:lnTo>
                      <a:cubicBezTo>
                        <a:pt x="789051" y="287750"/>
                        <a:pt x="717804" y="262128"/>
                        <a:pt x="717804" y="262128"/>
                      </a:cubicBezTo>
                      <a:lnTo>
                        <a:pt x="708946" y="259175"/>
                      </a:lnTo>
                      <a:lnTo>
                        <a:pt x="708946" y="258985"/>
                      </a:lnTo>
                      <a:cubicBezTo>
                        <a:pt x="708946" y="258985"/>
                        <a:pt x="637794" y="233363"/>
                        <a:pt x="637794" y="233363"/>
                      </a:cubicBezTo>
                      <a:lnTo>
                        <a:pt x="628936" y="230410"/>
                      </a:lnTo>
                      <a:lnTo>
                        <a:pt x="628936" y="230219"/>
                      </a:lnTo>
                      <a:cubicBezTo>
                        <a:pt x="628936" y="230219"/>
                        <a:pt x="557689" y="204597"/>
                        <a:pt x="557689" y="204597"/>
                      </a:cubicBezTo>
                      <a:lnTo>
                        <a:pt x="548830" y="201644"/>
                      </a:lnTo>
                      <a:lnTo>
                        <a:pt x="548830" y="201454"/>
                      </a:lnTo>
                      <a:cubicBezTo>
                        <a:pt x="548830" y="201454"/>
                        <a:pt x="477583" y="175832"/>
                        <a:pt x="477583" y="175832"/>
                      </a:cubicBezTo>
                      <a:lnTo>
                        <a:pt x="468725" y="172879"/>
                      </a:lnTo>
                      <a:lnTo>
                        <a:pt x="468725" y="172688"/>
                      </a:lnTo>
                      <a:cubicBezTo>
                        <a:pt x="468725" y="172688"/>
                        <a:pt x="397573" y="147066"/>
                        <a:pt x="397573" y="147066"/>
                      </a:cubicBezTo>
                      <a:lnTo>
                        <a:pt x="388715" y="144113"/>
                      </a:lnTo>
                      <a:lnTo>
                        <a:pt x="388715" y="143923"/>
                      </a:lnTo>
                      <a:cubicBezTo>
                        <a:pt x="388715" y="143923"/>
                        <a:pt x="317468" y="118300"/>
                        <a:pt x="317468" y="118300"/>
                      </a:cubicBezTo>
                      <a:lnTo>
                        <a:pt x="308610" y="115348"/>
                      </a:lnTo>
                      <a:lnTo>
                        <a:pt x="308610" y="115157"/>
                      </a:lnTo>
                      <a:cubicBezTo>
                        <a:pt x="308610" y="115157"/>
                        <a:pt x="237458" y="89535"/>
                        <a:pt x="237458" y="89535"/>
                      </a:cubicBezTo>
                      <a:lnTo>
                        <a:pt x="228600" y="86582"/>
                      </a:lnTo>
                      <a:lnTo>
                        <a:pt x="228600" y="86392"/>
                      </a:lnTo>
                      <a:cubicBezTo>
                        <a:pt x="228600" y="86392"/>
                        <a:pt x="157353" y="60770"/>
                        <a:pt x="157353" y="60770"/>
                      </a:cubicBezTo>
                      <a:lnTo>
                        <a:pt x="148495" y="57817"/>
                      </a:lnTo>
                      <a:lnTo>
                        <a:pt x="148495" y="57626"/>
                      </a:lnTo>
                      <a:cubicBezTo>
                        <a:pt x="148495" y="57626"/>
                        <a:pt x="77343" y="32004"/>
                        <a:pt x="77343" y="32004"/>
                      </a:cubicBezTo>
                      <a:lnTo>
                        <a:pt x="68485" y="29051"/>
                      </a:lnTo>
                      <a:lnTo>
                        <a:pt x="68485" y="28861"/>
                      </a:lnTo>
                      <a:cubicBezTo>
                        <a:pt x="68485" y="28861"/>
                        <a:pt x="0" y="4191"/>
                        <a:pt x="0" y="4191"/>
                      </a:cubicBezTo>
                      <a:lnTo>
                        <a:pt x="1524" y="0"/>
                      </a:lnTo>
                      <a:lnTo>
                        <a:pt x="1212532" y="435483"/>
                      </a:lnTo>
                      <a:cubicBezTo>
                        <a:pt x="1211580" y="437007"/>
                        <a:pt x="1210628" y="438150"/>
                        <a:pt x="1209675" y="439198"/>
                      </a:cubicBezTo>
                      <a:lnTo>
                        <a:pt x="1197864" y="434912"/>
                      </a:lnTo>
                      <a:lnTo>
                        <a:pt x="1189006" y="431959"/>
                      </a:lnTo>
                      <a:lnTo>
                        <a:pt x="1189006" y="431768"/>
                      </a:lnTo>
                      <a:cubicBezTo>
                        <a:pt x="1189006" y="431768"/>
                        <a:pt x="1117759" y="406146"/>
                        <a:pt x="1117759" y="406146"/>
                      </a:cubicBezTo>
                      <a:lnTo>
                        <a:pt x="1108900" y="403193"/>
                      </a:lnTo>
                      <a:lnTo>
                        <a:pt x="1108900" y="40300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6" name="Google Shape;1006;p43"/>
              <p:cNvGrpSpPr/>
              <p:nvPr/>
            </p:nvGrpSpPr>
            <p:grpSpPr>
              <a:xfrm>
                <a:off x="9659447" y="632648"/>
                <a:ext cx="1420749" cy="1304449"/>
                <a:chOff x="9659447" y="632648"/>
                <a:chExt cx="1420749" cy="1304449"/>
              </a:xfrm>
            </p:grpSpPr>
            <p:grpSp>
              <p:nvGrpSpPr>
                <p:cNvPr id="1007" name="Google Shape;1007;p43"/>
                <p:cNvGrpSpPr/>
                <p:nvPr/>
              </p:nvGrpSpPr>
              <p:grpSpPr>
                <a:xfrm>
                  <a:off x="10780064" y="1100040"/>
                  <a:ext cx="300132" cy="837057"/>
                  <a:chOff x="10780064" y="1100040"/>
                  <a:chExt cx="300132" cy="837057"/>
                </a:xfrm>
              </p:grpSpPr>
              <p:sp>
                <p:nvSpPr>
                  <p:cNvPr id="1008" name="Google Shape;1008;p43"/>
                  <p:cNvSpPr/>
                  <p:nvPr/>
                </p:nvSpPr>
                <p:spPr>
                  <a:xfrm>
                    <a:off x="11004378" y="1100040"/>
                    <a:ext cx="75818" cy="210883"/>
                  </a:xfrm>
                  <a:custGeom>
                    <a:rect b="b" l="l" r="r" t="t"/>
                    <a:pathLst>
                      <a:path extrusionOk="0" h="210883" w="75818">
                        <a:moveTo>
                          <a:pt x="10192" y="200120"/>
                        </a:moveTo>
                        <a:cubicBezTo>
                          <a:pt x="7239" y="204216"/>
                          <a:pt x="4096" y="207836"/>
                          <a:pt x="0" y="210884"/>
                        </a:cubicBezTo>
                        <a:lnTo>
                          <a:pt x="75819" y="0"/>
                        </a:lnTo>
                        <a:cubicBezTo>
                          <a:pt x="75533" y="2953"/>
                          <a:pt x="74581" y="6191"/>
                          <a:pt x="73152" y="10763"/>
                        </a:cubicBezTo>
                        <a:cubicBezTo>
                          <a:pt x="71438" y="16193"/>
                          <a:pt x="70580" y="23336"/>
                          <a:pt x="69532" y="30671"/>
                        </a:cubicBezTo>
                        <a:cubicBezTo>
                          <a:pt x="69056" y="33719"/>
                          <a:pt x="68580" y="36957"/>
                          <a:pt x="67913" y="39910"/>
                        </a:cubicBezTo>
                        <a:cubicBezTo>
                          <a:pt x="65913" y="49244"/>
                          <a:pt x="62579" y="57626"/>
                          <a:pt x="55436" y="61341"/>
                        </a:cubicBezTo>
                        <a:cubicBezTo>
                          <a:pt x="56959" y="62198"/>
                          <a:pt x="59626" y="63722"/>
                          <a:pt x="62198" y="65437"/>
                        </a:cubicBezTo>
                        <a:lnTo>
                          <a:pt x="16573" y="192310"/>
                        </a:lnTo>
                        <a:lnTo>
                          <a:pt x="16002" y="192119"/>
                        </a:lnTo>
                        <a:cubicBezTo>
                          <a:pt x="13906" y="194881"/>
                          <a:pt x="12097" y="197453"/>
                          <a:pt x="10192" y="199930"/>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9" name="Google Shape;1009;p43"/>
                  <p:cNvSpPr/>
                  <p:nvPr/>
                </p:nvSpPr>
                <p:spPr>
                  <a:xfrm>
                    <a:off x="10987613" y="1356834"/>
                    <a:ext cx="190" cy="285"/>
                  </a:xfrm>
                  <a:custGeom>
                    <a:rect b="b" l="l" r="r" t="t"/>
                    <a:pathLst>
                      <a:path extrusionOk="0" h="285" w="190">
                        <a:moveTo>
                          <a:pt x="190" y="0"/>
                        </a:moveTo>
                        <a:cubicBezTo>
                          <a:pt x="190" y="0"/>
                          <a:pt x="190" y="191"/>
                          <a:pt x="190" y="286"/>
                        </a:cubicBezTo>
                        <a:cubicBezTo>
                          <a:pt x="190" y="286"/>
                          <a:pt x="124" y="286"/>
                          <a:pt x="0" y="286"/>
                        </a:cubicBezTo>
                        <a:lnTo>
                          <a:pt x="0" y="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0" name="Google Shape;1010;p43"/>
                  <p:cNvSpPr/>
                  <p:nvPr/>
                </p:nvSpPr>
                <p:spPr>
                  <a:xfrm>
                    <a:off x="10858455" y="1484565"/>
                    <a:ext cx="90201" cy="232124"/>
                  </a:xfrm>
                  <a:custGeom>
                    <a:rect b="b" l="l" r="r" t="t"/>
                    <a:pathLst>
                      <a:path extrusionOk="0" h="232124" w="90201">
                        <a:moveTo>
                          <a:pt x="0" y="232124"/>
                        </a:moveTo>
                        <a:lnTo>
                          <a:pt x="83439" y="0"/>
                        </a:lnTo>
                        <a:cubicBezTo>
                          <a:pt x="86868" y="1810"/>
                          <a:pt x="89154" y="3810"/>
                          <a:pt x="90202" y="8763"/>
                        </a:cubicBezTo>
                        <a:lnTo>
                          <a:pt x="26575" y="185547"/>
                        </a:lnTo>
                        <a:lnTo>
                          <a:pt x="26384" y="185547"/>
                        </a:lnTo>
                        <a:cubicBezTo>
                          <a:pt x="21907" y="192119"/>
                          <a:pt x="20098" y="200120"/>
                          <a:pt x="18002" y="208026"/>
                        </a:cubicBezTo>
                        <a:lnTo>
                          <a:pt x="18479" y="208217"/>
                        </a:lnTo>
                        <a:lnTo>
                          <a:pt x="15335" y="216979"/>
                        </a:lnTo>
                        <a:lnTo>
                          <a:pt x="15335" y="216979"/>
                        </a:lnTo>
                        <a:cubicBezTo>
                          <a:pt x="14478" y="218884"/>
                          <a:pt x="13621" y="220885"/>
                          <a:pt x="12668" y="222695"/>
                        </a:cubicBezTo>
                        <a:cubicBezTo>
                          <a:pt x="9811" y="227647"/>
                          <a:pt x="10478" y="226314"/>
                          <a:pt x="6477" y="229076"/>
                        </a:cubicBezTo>
                        <a:cubicBezTo>
                          <a:pt x="5048" y="230124"/>
                          <a:pt x="2381" y="230981"/>
                          <a:pt x="95" y="232124"/>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1" name="Google Shape;1011;p43"/>
                  <p:cNvSpPr/>
                  <p:nvPr/>
                </p:nvSpPr>
                <p:spPr>
                  <a:xfrm>
                    <a:off x="10780064" y="1727738"/>
                    <a:ext cx="79152" cy="209359"/>
                  </a:xfrm>
                  <a:custGeom>
                    <a:rect b="b" l="l" r="r" t="t"/>
                    <a:pathLst>
                      <a:path extrusionOk="0" h="209359" w="79152">
                        <a:moveTo>
                          <a:pt x="95" y="206407"/>
                        </a:moveTo>
                        <a:lnTo>
                          <a:pt x="74295" y="0"/>
                        </a:lnTo>
                        <a:cubicBezTo>
                          <a:pt x="75724" y="4667"/>
                          <a:pt x="78391" y="9525"/>
                          <a:pt x="78962" y="13049"/>
                        </a:cubicBezTo>
                        <a:cubicBezTo>
                          <a:pt x="78962" y="13335"/>
                          <a:pt x="78962" y="13621"/>
                          <a:pt x="79153" y="14002"/>
                        </a:cubicBezTo>
                        <a:lnTo>
                          <a:pt x="8858" y="209359"/>
                        </a:lnTo>
                        <a:lnTo>
                          <a:pt x="0" y="20640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12" name="Google Shape;1012;p43"/>
                <p:cNvSpPr/>
                <p:nvPr/>
              </p:nvSpPr>
              <p:spPr>
                <a:xfrm>
                  <a:off x="10700149" y="955356"/>
                  <a:ext cx="350329" cy="953071"/>
                </a:xfrm>
                <a:custGeom>
                  <a:rect b="b" l="l" r="r" t="t"/>
                  <a:pathLst>
                    <a:path extrusionOk="0" h="953071" w="350329">
                      <a:moveTo>
                        <a:pt x="0" y="950023"/>
                      </a:moveTo>
                      <a:lnTo>
                        <a:pt x="341662" y="0"/>
                      </a:lnTo>
                      <a:cubicBezTo>
                        <a:pt x="344614" y="1143"/>
                        <a:pt x="347567" y="2476"/>
                        <a:pt x="350330" y="3429"/>
                      </a:cubicBezTo>
                      <a:lnTo>
                        <a:pt x="8858" y="953072"/>
                      </a:lnTo>
                      <a:lnTo>
                        <a:pt x="0" y="950119"/>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3" name="Google Shape;1013;p43"/>
                <p:cNvSpPr/>
                <p:nvPr/>
              </p:nvSpPr>
              <p:spPr>
                <a:xfrm>
                  <a:off x="10619948" y="933257"/>
                  <a:ext cx="347567" cy="946404"/>
                </a:xfrm>
                <a:custGeom>
                  <a:rect b="b" l="l" r="r" t="t"/>
                  <a:pathLst>
                    <a:path extrusionOk="0" h="946404" w="347567">
                      <a:moveTo>
                        <a:pt x="95" y="943356"/>
                      </a:moveTo>
                      <a:lnTo>
                        <a:pt x="339376" y="0"/>
                      </a:lnTo>
                      <a:cubicBezTo>
                        <a:pt x="340709" y="572"/>
                        <a:pt x="342043" y="1143"/>
                        <a:pt x="342995" y="1715"/>
                      </a:cubicBezTo>
                      <a:cubicBezTo>
                        <a:pt x="344519" y="2572"/>
                        <a:pt x="346043" y="3620"/>
                        <a:pt x="347567" y="4667"/>
                      </a:cubicBezTo>
                      <a:lnTo>
                        <a:pt x="8858" y="946404"/>
                      </a:lnTo>
                      <a:lnTo>
                        <a:pt x="0" y="94345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4" name="Google Shape;1014;p43"/>
                <p:cNvSpPr/>
                <p:nvPr/>
              </p:nvSpPr>
              <p:spPr>
                <a:xfrm>
                  <a:off x="10539938" y="913731"/>
                  <a:ext cx="344900" cy="937069"/>
                </a:xfrm>
                <a:custGeom>
                  <a:rect b="b" l="l" r="r" t="t"/>
                  <a:pathLst>
                    <a:path extrusionOk="0" h="937069" w="344900">
                      <a:moveTo>
                        <a:pt x="95" y="934117"/>
                      </a:moveTo>
                      <a:lnTo>
                        <a:pt x="336042" y="0"/>
                      </a:lnTo>
                      <a:cubicBezTo>
                        <a:pt x="338804" y="1143"/>
                        <a:pt x="341471" y="2381"/>
                        <a:pt x="344234" y="2762"/>
                      </a:cubicBezTo>
                      <a:cubicBezTo>
                        <a:pt x="344424" y="2762"/>
                        <a:pt x="344710" y="2762"/>
                        <a:pt x="344900" y="2762"/>
                      </a:cubicBezTo>
                      <a:lnTo>
                        <a:pt x="8858" y="937070"/>
                      </a:lnTo>
                      <a:lnTo>
                        <a:pt x="0" y="93411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5" name="Google Shape;1015;p43"/>
                <p:cNvSpPr/>
                <p:nvPr/>
              </p:nvSpPr>
              <p:spPr>
                <a:xfrm>
                  <a:off x="10459833" y="905540"/>
                  <a:ext cx="338423" cy="916400"/>
                </a:xfrm>
                <a:custGeom>
                  <a:rect b="b" l="l" r="r" t="t"/>
                  <a:pathLst>
                    <a:path extrusionOk="0" h="916400" w="338423">
                      <a:moveTo>
                        <a:pt x="95" y="913448"/>
                      </a:moveTo>
                      <a:lnTo>
                        <a:pt x="328422" y="381"/>
                      </a:lnTo>
                      <a:cubicBezTo>
                        <a:pt x="332327" y="1619"/>
                        <a:pt x="334137" y="1619"/>
                        <a:pt x="338423" y="0"/>
                      </a:cubicBezTo>
                      <a:lnTo>
                        <a:pt x="8858" y="916400"/>
                      </a:lnTo>
                      <a:lnTo>
                        <a:pt x="0" y="91344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6" name="Google Shape;1016;p43"/>
                <p:cNvSpPr/>
                <p:nvPr/>
              </p:nvSpPr>
              <p:spPr>
                <a:xfrm>
                  <a:off x="10379823" y="861725"/>
                  <a:ext cx="338613" cy="931449"/>
                </a:xfrm>
                <a:custGeom>
                  <a:rect b="b" l="l" r="r" t="t"/>
                  <a:pathLst>
                    <a:path extrusionOk="0" h="931449" w="338613">
                      <a:moveTo>
                        <a:pt x="95" y="928497"/>
                      </a:moveTo>
                      <a:lnTo>
                        <a:pt x="334042" y="0"/>
                      </a:lnTo>
                      <a:cubicBezTo>
                        <a:pt x="333470" y="1619"/>
                        <a:pt x="332994" y="3238"/>
                        <a:pt x="333089" y="4763"/>
                      </a:cubicBezTo>
                      <a:cubicBezTo>
                        <a:pt x="333470" y="7620"/>
                        <a:pt x="335852" y="11144"/>
                        <a:pt x="338614" y="14573"/>
                      </a:cubicBezTo>
                      <a:lnTo>
                        <a:pt x="8858" y="931450"/>
                      </a:lnTo>
                      <a:lnTo>
                        <a:pt x="0" y="92849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 name="Google Shape;1017;p43"/>
                <p:cNvSpPr/>
                <p:nvPr/>
              </p:nvSpPr>
              <p:spPr>
                <a:xfrm>
                  <a:off x="10299908" y="826863"/>
                  <a:ext cx="344805" cy="937545"/>
                </a:xfrm>
                <a:custGeom>
                  <a:rect b="b" l="l" r="r" t="t"/>
                  <a:pathLst>
                    <a:path extrusionOk="0" h="937545" w="344805">
                      <a:moveTo>
                        <a:pt x="0" y="934593"/>
                      </a:moveTo>
                      <a:lnTo>
                        <a:pt x="336137" y="0"/>
                      </a:lnTo>
                      <a:cubicBezTo>
                        <a:pt x="338328" y="857"/>
                        <a:pt x="340614" y="1715"/>
                        <a:pt x="342900" y="2572"/>
                      </a:cubicBezTo>
                      <a:cubicBezTo>
                        <a:pt x="343472" y="2762"/>
                        <a:pt x="344138" y="3048"/>
                        <a:pt x="344805" y="3334"/>
                      </a:cubicBezTo>
                      <a:lnTo>
                        <a:pt x="8858" y="937546"/>
                      </a:lnTo>
                      <a:lnTo>
                        <a:pt x="0" y="93459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 name="Google Shape;1018;p43"/>
                <p:cNvSpPr/>
                <p:nvPr/>
              </p:nvSpPr>
              <p:spPr>
                <a:xfrm>
                  <a:off x="10219803" y="822768"/>
                  <a:ext cx="334994" cy="912780"/>
                </a:xfrm>
                <a:custGeom>
                  <a:rect b="b" l="l" r="r" t="t"/>
                  <a:pathLst>
                    <a:path extrusionOk="0" h="912780" w="334994">
                      <a:moveTo>
                        <a:pt x="95" y="909923"/>
                      </a:moveTo>
                      <a:lnTo>
                        <a:pt x="327279" y="0"/>
                      </a:lnTo>
                      <a:cubicBezTo>
                        <a:pt x="327755" y="1905"/>
                        <a:pt x="328327" y="3619"/>
                        <a:pt x="330136" y="4763"/>
                      </a:cubicBezTo>
                      <a:cubicBezTo>
                        <a:pt x="331470" y="5620"/>
                        <a:pt x="333184" y="5905"/>
                        <a:pt x="334994" y="6001"/>
                      </a:cubicBezTo>
                      <a:lnTo>
                        <a:pt x="8858" y="912781"/>
                      </a:lnTo>
                      <a:lnTo>
                        <a:pt x="0" y="90982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 name="Google Shape;1019;p43"/>
                <p:cNvSpPr/>
                <p:nvPr/>
              </p:nvSpPr>
              <p:spPr>
                <a:xfrm>
                  <a:off x="10139793" y="787239"/>
                  <a:ext cx="338708" cy="919734"/>
                </a:xfrm>
                <a:custGeom>
                  <a:rect b="b" l="l" r="r" t="t"/>
                  <a:pathLst>
                    <a:path extrusionOk="0" h="919734" w="338708">
                      <a:moveTo>
                        <a:pt x="0" y="916686"/>
                      </a:moveTo>
                      <a:lnTo>
                        <a:pt x="329660" y="0"/>
                      </a:lnTo>
                      <a:cubicBezTo>
                        <a:pt x="332613" y="857"/>
                        <a:pt x="335661" y="1715"/>
                        <a:pt x="338709" y="2477"/>
                      </a:cubicBezTo>
                      <a:lnTo>
                        <a:pt x="8858" y="919734"/>
                      </a:lnTo>
                      <a:lnTo>
                        <a:pt x="0" y="91678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0" name="Google Shape;1020;p43"/>
                <p:cNvSpPr/>
                <p:nvPr/>
              </p:nvSpPr>
              <p:spPr>
                <a:xfrm>
                  <a:off x="10059688" y="746568"/>
                  <a:ext cx="341471" cy="931544"/>
                </a:xfrm>
                <a:custGeom>
                  <a:rect b="b" l="l" r="r" t="t"/>
                  <a:pathLst>
                    <a:path extrusionOk="0" h="931544" w="341471">
                      <a:moveTo>
                        <a:pt x="0" y="928497"/>
                      </a:moveTo>
                      <a:lnTo>
                        <a:pt x="333946" y="0"/>
                      </a:lnTo>
                      <a:cubicBezTo>
                        <a:pt x="333946" y="0"/>
                        <a:pt x="334899" y="476"/>
                        <a:pt x="335375" y="667"/>
                      </a:cubicBezTo>
                      <a:cubicBezTo>
                        <a:pt x="340042" y="2762"/>
                        <a:pt x="339280" y="3810"/>
                        <a:pt x="341471" y="6572"/>
                      </a:cubicBezTo>
                      <a:lnTo>
                        <a:pt x="8858" y="931545"/>
                      </a:lnTo>
                      <a:lnTo>
                        <a:pt x="0" y="92859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1" name="Google Shape;1021;p43"/>
                <p:cNvSpPr/>
                <p:nvPr/>
              </p:nvSpPr>
              <p:spPr>
                <a:xfrm>
                  <a:off x="9979678" y="755712"/>
                  <a:ext cx="329279" cy="893635"/>
                </a:xfrm>
                <a:custGeom>
                  <a:rect b="b" l="l" r="r" t="t"/>
                  <a:pathLst>
                    <a:path extrusionOk="0" h="893635" w="329279">
                      <a:moveTo>
                        <a:pt x="0" y="890587"/>
                      </a:moveTo>
                      <a:lnTo>
                        <a:pt x="320326" y="0"/>
                      </a:lnTo>
                      <a:cubicBezTo>
                        <a:pt x="323374" y="762"/>
                        <a:pt x="326422" y="1715"/>
                        <a:pt x="329279" y="2572"/>
                      </a:cubicBezTo>
                      <a:lnTo>
                        <a:pt x="8858" y="893636"/>
                      </a:lnTo>
                      <a:lnTo>
                        <a:pt x="0" y="89068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2" name="Google Shape;1022;p43"/>
                <p:cNvSpPr/>
                <p:nvPr/>
              </p:nvSpPr>
              <p:spPr>
                <a:xfrm>
                  <a:off x="9899573" y="709039"/>
                  <a:ext cx="335089" cy="911447"/>
                </a:xfrm>
                <a:custGeom>
                  <a:rect b="b" l="l" r="r" t="t"/>
                  <a:pathLst>
                    <a:path extrusionOk="0" h="911447" w="335089">
                      <a:moveTo>
                        <a:pt x="95" y="908494"/>
                      </a:moveTo>
                      <a:lnTo>
                        <a:pt x="326803" y="0"/>
                      </a:lnTo>
                      <a:cubicBezTo>
                        <a:pt x="329565" y="1810"/>
                        <a:pt x="332327" y="3143"/>
                        <a:pt x="335090" y="4381"/>
                      </a:cubicBezTo>
                      <a:lnTo>
                        <a:pt x="8858" y="911447"/>
                      </a:lnTo>
                      <a:lnTo>
                        <a:pt x="0" y="908494"/>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3" name="Google Shape;1023;p43"/>
                <p:cNvSpPr/>
                <p:nvPr/>
              </p:nvSpPr>
              <p:spPr>
                <a:xfrm>
                  <a:off x="9819658" y="632648"/>
                  <a:ext cx="348995" cy="959167"/>
                </a:xfrm>
                <a:custGeom>
                  <a:rect b="b" l="l" r="r" t="t"/>
                  <a:pathLst>
                    <a:path extrusionOk="0" h="959167" w="348995">
                      <a:moveTo>
                        <a:pt x="0" y="956120"/>
                      </a:moveTo>
                      <a:lnTo>
                        <a:pt x="335852" y="22384"/>
                      </a:lnTo>
                      <a:cubicBezTo>
                        <a:pt x="337185" y="22670"/>
                        <a:pt x="338614" y="22955"/>
                        <a:pt x="339757" y="23241"/>
                      </a:cubicBezTo>
                      <a:cubicBezTo>
                        <a:pt x="341852" y="20383"/>
                        <a:pt x="340995" y="16002"/>
                        <a:pt x="339757" y="11621"/>
                      </a:cubicBezTo>
                      <a:lnTo>
                        <a:pt x="343948" y="0"/>
                      </a:lnTo>
                      <a:lnTo>
                        <a:pt x="346329" y="857"/>
                      </a:lnTo>
                      <a:cubicBezTo>
                        <a:pt x="345186" y="3905"/>
                        <a:pt x="343662" y="6001"/>
                        <a:pt x="345853" y="9811"/>
                      </a:cubicBezTo>
                      <a:cubicBezTo>
                        <a:pt x="346710" y="11049"/>
                        <a:pt x="347853" y="12287"/>
                        <a:pt x="348996" y="13430"/>
                      </a:cubicBezTo>
                      <a:lnTo>
                        <a:pt x="8858" y="959168"/>
                      </a:lnTo>
                      <a:lnTo>
                        <a:pt x="0" y="95621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24" name="Google Shape;1024;p43"/>
                <p:cNvGrpSpPr/>
                <p:nvPr/>
              </p:nvGrpSpPr>
              <p:grpSpPr>
                <a:xfrm>
                  <a:off x="9739553" y="749996"/>
                  <a:ext cx="301084" cy="812959"/>
                  <a:chOff x="9739553" y="749996"/>
                  <a:chExt cx="301084" cy="812959"/>
                </a:xfrm>
              </p:grpSpPr>
              <p:sp>
                <p:nvSpPr>
                  <p:cNvPr id="1025" name="Google Shape;1025;p43"/>
                  <p:cNvSpPr/>
                  <p:nvPr/>
                </p:nvSpPr>
                <p:spPr>
                  <a:xfrm>
                    <a:off x="10011924" y="749996"/>
                    <a:ext cx="28713" cy="78295"/>
                  </a:xfrm>
                  <a:custGeom>
                    <a:rect b="b" l="l" r="r" t="t"/>
                    <a:pathLst>
                      <a:path extrusionOk="0" h="78295" w="28713">
                        <a:moveTo>
                          <a:pt x="615" y="78296"/>
                        </a:moveTo>
                        <a:cubicBezTo>
                          <a:pt x="139" y="73819"/>
                          <a:pt x="-338" y="69247"/>
                          <a:pt x="329" y="66389"/>
                        </a:cubicBezTo>
                        <a:cubicBezTo>
                          <a:pt x="1948" y="59627"/>
                          <a:pt x="5282" y="54197"/>
                          <a:pt x="6711" y="47339"/>
                        </a:cubicBezTo>
                        <a:cubicBezTo>
                          <a:pt x="8520" y="37814"/>
                          <a:pt x="9759" y="24194"/>
                          <a:pt x="14140" y="13907"/>
                        </a:cubicBezTo>
                        <a:lnTo>
                          <a:pt x="13854" y="13907"/>
                        </a:lnTo>
                        <a:cubicBezTo>
                          <a:pt x="13854" y="13907"/>
                          <a:pt x="16998" y="5048"/>
                          <a:pt x="16998" y="5048"/>
                        </a:cubicBezTo>
                        <a:lnTo>
                          <a:pt x="19093" y="5810"/>
                        </a:lnTo>
                        <a:cubicBezTo>
                          <a:pt x="20712" y="4191"/>
                          <a:pt x="22427" y="4286"/>
                          <a:pt x="24523" y="2953"/>
                        </a:cubicBezTo>
                        <a:cubicBezTo>
                          <a:pt x="25951" y="2000"/>
                          <a:pt x="27380" y="1048"/>
                          <a:pt x="28714" y="0"/>
                        </a:cubicBezTo>
                        <a:lnTo>
                          <a:pt x="615" y="7820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6" name="Google Shape;1026;p43"/>
                  <p:cNvSpPr/>
                  <p:nvPr/>
                </p:nvSpPr>
                <p:spPr>
                  <a:xfrm>
                    <a:off x="9739553" y="835055"/>
                    <a:ext cx="269462" cy="727900"/>
                  </a:xfrm>
                  <a:custGeom>
                    <a:rect b="b" l="l" r="r" t="t"/>
                    <a:pathLst>
                      <a:path extrusionOk="0" h="727900" w="269462">
                        <a:moveTo>
                          <a:pt x="0" y="724853"/>
                        </a:moveTo>
                        <a:lnTo>
                          <a:pt x="260699" y="0"/>
                        </a:lnTo>
                        <a:lnTo>
                          <a:pt x="269462" y="3143"/>
                        </a:lnTo>
                        <a:lnTo>
                          <a:pt x="8858" y="727901"/>
                        </a:lnTo>
                        <a:lnTo>
                          <a:pt x="0" y="72485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27" name="Google Shape;1027;p43"/>
                <p:cNvSpPr/>
                <p:nvPr/>
              </p:nvSpPr>
              <p:spPr>
                <a:xfrm>
                  <a:off x="9659447" y="949440"/>
                  <a:ext cx="218884" cy="584654"/>
                </a:xfrm>
                <a:custGeom>
                  <a:rect b="b" l="l" r="r" t="t"/>
                  <a:pathLst>
                    <a:path extrusionOk="0" h="584654" w="218884">
                      <a:moveTo>
                        <a:pt x="95" y="581702"/>
                      </a:moveTo>
                      <a:lnTo>
                        <a:pt x="208693" y="1724"/>
                      </a:lnTo>
                      <a:cubicBezTo>
                        <a:pt x="210121" y="1153"/>
                        <a:pt x="211550" y="486"/>
                        <a:pt x="213074" y="105"/>
                      </a:cubicBezTo>
                      <a:cubicBezTo>
                        <a:pt x="215551" y="-276"/>
                        <a:pt x="217170" y="486"/>
                        <a:pt x="218885" y="677"/>
                      </a:cubicBezTo>
                      <a:lnTo>
                        <a:pt x="8858" y="584654"/>
                      </a:lnTo>
                      <a:lnTo>
                        <a:pt x="0" y="58170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
        <p:nvSpPr>
          <p:cNvPr id="1028" name="Google Shape;1028;p43"/>
          <p:cNvSpPr txBox="1"/>
          <p:nvPr>
            <p:ph type="title"/>
          </p:nvPr>
        </p:nvSpPr>
        <p:spPr>
          <a:xfrm>
            <a:off x="71655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a funny anecdote</a:t>
            </a:r>
            <a:endParaRPr/>
          </a:p>
        </p:txBody>
      </p:sp>
      <p:sp>
        <p:nvSpPr>
          <p:cNvPr id="1029" name="Google Shape;1029;p43"/>
          <p:cNvSpPr txBox="1"/>
          <p:nvPr>
            <p:ph idx="1" type="subTitle"/>
          </p:nvPr>
        </p:nvSpPr>
        <p:spPr>
          <a:xfrm>
            <a:off x="720000" y="1541950"/>
            <a:ext cx="4294800" cy="229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grpSp>
        <p:nvGrpSpPr>
          <p:cNvPr id="1030" name="Google Shape;1030;p43"/>
          <p:cNvGrpSpPr/>
          <p:nvPr/>
        </p:nvGrpSpPr>
        <p:grpSpPr>
          <a:xfrm rot="-602947">
            <a:off x="7820481" y="4032858"/>
            <a:ext cx="652176" cy="476972"/>
            <a:chOff x="1589502" y="4238138"/>
            <a:chExt cx="546063" cy="399366"/>
          </a:xfrm>
        </p:grpSpPr>
        <p:sp>
          <p:nvSpPr>
            <p:cNvPr id="1031" name="Google Shape;1031;p43"/>
            <p:cNvSpPr/>
            <p:nvPr/>
          </p:nvSpPr>
          <p:spPr>
            <a:xfrm>
              <a:off x="1589502" y="4238138"/>
              <a:ext cx="546063" cy="399366"/>
            </a:xfrm>
            <a:custGeom>
              <a:rect b="b" l="l" r="r" t="t"/>
              <a:pathLst>
                <a:path extrusionOk="0" h="96816" w="132379">
                  <a:moveTo>
                    <a:pt x="10372" y="44"/>
                  </a:moveTo>
                  <a:cubicBezTo>
                    <a:pt x="-1647" y="892"/>
                    <a:pt x="49" y="13618"/>
                    <a:pt x="120" y="22385"/>
                  </a:cubicBezTo>
                  <a:cubicBezTo>
                    <a:pt x="332" y="37374"/>
                    <a:pt x="898" y="52292"/>
                    <a:pt x="1888" y="67280"/>
                  </a:cubicBezTo>
                  <a:cubicBezTo>
                    <a:pt x="2312" y="73785"/>
                    <a:pt x="2171" y="80784"/>
                    <a:pt x="3443" y="87218"/>
                  </a:cubicBezTo>
                  <a:cubicBezTo>
                    <a:pt x="4292" y="91531"/>
                    <a:pt x="7120" y="93510"/>
                    <a:pt x="11362" y="94076"/>
                  </a:cubicBezTo>
                  <a:cubicBezTo>
                    <a:pt x="19351" y="95207"/>
                    <a:pt x="27623" y="95348"/>
                    <a:pt x="35683" y="95702"/>
                  </a:cubicBezTo>
                  <a:cubicBezTo>
                    <a:pt x="54701" y="96551"/>
                    <a:pt x="73791" y="96975"/>
                    <a:pt x="92880" y="96763"/>
                  </a:cubicBezTo>
                  <a:cubicBezTo>
                    <a:pt x="100586" y="96692"/>
                    <a:pt x="108222" y="96268"/>
                    <a:pt x="115928" y="95843"/>
                  </a:cubicBezTo>
                  <a:cubicBezTo>
                    <a:pt x="119888" y="95632"/>
                    <a:pt x="124695" y="95843"/>
                    <a:pt x="128513" y="94571"/>
                  </a:cubicBezTo>
                  <a:cubicBezTo>
                    <a:pt x="131129" y="93652"/>
                    <a:pt x="130988" y="91177"/>
                    <a:pt x="131271" y="88703"/>
                  </a:cubicBezTo>
                  <a:cubicBezTo>
                    <a:pt x="131907" y="82127"/>
                    <a:pt x="131978" y="75482"/>
                    <a:pt x="132119" y="68906"/>
                  </a:cubicBezTo>
                  <a:cubicBezTo>
                    <a:pt x="132473" y="52009"/>
                    <a:pt x="132543" y="35041"/>
                    <a:pt x="131836" y="18143"/>
                  </a:cubicBezTo>
                  <a:cubicBezTo>
                    <a:pt x="131624" y="12911"/>
                    <a:pt x="131836" y="4074"/>
                    <a:pt x="126251" y="1529"/>
                  </a:cubicBezTo>
                  <a:cubicBezTo>
                    <a:pt x="123493" y="256"/>
                    <a:pt x="120100" y="609"/>
                    <a:pt x="117130" y="609"/>
                  </a:cubicBezTo>
                  <a:lnTo>
                    <a:pt x="85386" y="468"/>
                  </a:lnTo>
                  <a:cubicBezTo>
                    <a:pt x="60923" y="326"/>
                    <a:pt x="36319" y="-239"/>
                    <a:pt x="11857" y="114"/>
                  </a:cubicBezTo>
                  <a:cubicBezTo>
                    <a:pt x="11362" y="114"/>
                    <a:pt x="10867" y="114"/>
                    <a:pt x="10372" y="114"/>
                  </a:cubicBezTo>
                  <a:cubicBezTo>
                    <a:pt x="9241" y="114"/>
                    <a:pt x="9241" y="1811"/>
                    <a:pt x="10372" y="1811"/>
                  </a:cubicBezTo>
                  <a:cubicBezTo>
                    <a:pt x="29108" y="1953"/>
                    <a:pt x="47773" y="2306"/>
                    <a:pt x="66508" y="2518"/>
                  </a:cubicBezTo>
                  <a:lnTo>
                    <a:pt x="103980" y="3013"/>
                  </a:lnTo>
                  <a:lnTo>
                    <a:pt x="116141" y="3154"/>
                  </a:lnTo>
                  <a:cubicBezTo>
                    <a:pt x="118544" y="3154"/>
                    <a:pt x="121443" y="2942"/>
                    <a:pt x="123776" y="3437"/>
                  </a:cubicBezTo>
                  <a:cubicBezTo>
                    <a:pt x="128231" y="4498"/>
                    <a:pt x="128301" y="8669"/>
                    <a:pt x="128372" y="12487"/>
                  </a:cubicBezTo>
                  <a:cubicBezTo>
                    <a:pt x="128372" y="15386"/>
                    <a:pt x="128655" y="18355"/>
                    <a:pt x="128725" y="21254"/>
                  </a:cubicBezTo>
                  <a:cubicBezTo>
                    <a:pt x="129008" y="28890"/>
                    <a:pt x="129220" y="36455"/>
                    <a:pt x="129291" y="44090"/>
                  </a:cubicBezTo>
                  <a:cubicBezTo>
                    <a:pt x="129503" y="58372"/>
                    <a:pt x="129786" y="72866"/>
                    <a:pt x="128796" y="87147"/>
                  </a:cubicBezTo>
                  <a:cubicBezTo>
                    <a:pt x="128725" y="88420"/>
                    <a:pt x="128938" y="90612"/>
                    <a:pt x="128301" y="91743"/>
                  </a:cubicBezTo>
                  <a:cubicBezTo>
                    <a:pt x="128089" y="92167"/>
                    <a:pt x="127736" y="92238"/>
                    <a:pt x="126392" y="92521"/>
                  </a:cubicBezTo>
                  <a:cubicBezTo>
                    <a:pt x="122009" y="93440"/>
                    <a:pt x="117343" y="93510"/>
                    <a:pt x="112959" y="93581"/>
                  </a:cubicBezTo>
                  <a:cubicBezTo>
                    <a:pt x="96769" y="93793"/>
                    <a:pt x="80578" y="93793"/>
                    <a:pt x="64387" y="93510"/>
                  </a:cubicBezTo>
                  <a:cubicBezTo>
                    <a:pt x="54843" y="93298"/>
                    <a:pt x="45227" y="93086"/>
                    <a:pt x="35683" y="92662"/>
                  </a:cubicBezTo>
                  <a:cubicBezTo>
                    <a:pt x="31370" y="92450"/>
                    <a:pt x="27128" y="92308"/>
                    <a:pt x="22815" y="92026"/>
                  </a:cubicBezTo>
                  <a:cubicBezTo>
                    <a:pt x="19068" y="91813"/>
                    <a:pt x="11644" y="92521"/>
                    <a:pt x="8463" y="90400"/>
                  </a:cubicBezTo>
                  <a:cubicBezTo>
                    <a:pt x="5281" y="88278"/>
                    <a:pt x="5847" y="82693"/>
                    <a:pt x="5564" y="79441"/>
                  </a:cubicBezTo>
                  <a:cubicBezTo>
                    <a:pt x="5211" y="75411"/>
                    <a:pt x="4928" y="71381"/>
                    <a:pt x="4645" y="67351"/>
                  </a:cubicBezTo>
                  <a:cubicBezTo>
                    <a:pt x="4079" y="59857"/>
                    <a:pt x="3655" y="52433"/>
                    <a:pt x="3302" y="44939"/>
                  </a:cubicBezTo>
                  <a:cubicBezTo>
                    <a:pt x="2948" y="37444"/>
                    <a:pt x="2736" y="29950"/>
                    <a:pt x="2524" y="22456"/>
                  </a:cubicBezTo>
                  <a:cubicBezTo>
                    <a:pt x="2312" y="14961"/>
                    <a:pt x="-163" y="2872"/>
                    <a:pt x="10372" y="1811"/>
                  </a:cubicBezTo>
                  <a:cubicBezTo>
                    <a:pt x="11432" y="1740"/>
                    <a:pt x="11503" y="44"/>
                    <a:pt x="10372" y="114"/>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2" name="Google Shape;1032;p43"/>
            <p:cNvSpPr/>
            <p:nvPr/>
          </p:nvSpPr>
          <p:spPr>
            <a:xfrm>
              <a:off x="1619986" y="4248461"/>
              <a:ext cx="504166" cy="188822"/>
            </a:xfrm>
            <a:custGeom>
              <a:rect b="b" l="l" r="r" t="t"/>
              <a:pathLst>
                <a:path extrusionOk="0" h="45775" w="122222">
                  <a:moveTo>
                    <a:pt x="224" y="7016"/>
                  </a:moveTo>
                  <a:cubicBezTo>
                    <a:pt x="10617" y="15783"/>
                    <a:pt x="21435" y="23913"/>
                    <a:pt x="32747" y="31549"/>
                  </a:cubicBezTo>
                  <a:cubicBezTo>
                    <a:pt x="38544" y="35437"/>
                    <a:pt x="44554" y="39114"/>
                    <a:pt x="50634" y="42649"/>
                  </a:cubicBezTo>
                  <a:cubicBezTo>
                    <a:pt x="54947" y="45123"/>
                    <a:pt x="58977" y="47174"/>
                    <a:pt x="63714" y="44558"/>
                  </a:cubicBezTo>
                  <a:cubicBezTo>
                    <a:pt x="68451" y="41942"/>
                    <a:pt x="72834" y="38053"/>
                    <a:pt x="77218" y="34872"/>
                  </a:cubicBezTo>
                  <a:cubicBezTo>
                    <a:pt x="82379" y="31195"/>
                    <a:pt x="87540" y="27519"/>
                    <a:pt x="92701" y="23842"/>
                  </a:cubicBezTo>
                  <a:cubicBezTo>
                    <a:pt x="102317" y="17055"/>
                    <a:pt x="112710" y="10692"/>
                    <a:pt x="121689" y="2986"/>
                  </a:cubicBezTo>
                  <a:cubicBezTo>
                    <a:pt x="123173" y="1713"/>
                    <a:pt x="121264" y="-762"/>
                    <a:pt x="119568" y="228"/>
                  </a:cubicBezTo>
                  <a:cubicBezTo>
                    <a:pt x="110518" y="5884"/>
                    <a:pt x="102104" y="12884"/>
                    <a:pt x="93479" y="19176"/>
                  </a:cubicBezTo>
                  <a:cubicBezTo>
                    <a:pt x="84853" y="25469"/>
                    <a:pt x="75450" y="32256"/>
                    <a:pt x="66471" y="38831"/>
                  </a:cubicBezTo>
                  <a:cubicBezTo>
                    <a:pt x="63714" y="40811"/>
                    <a:pt x="60956" y="43073"/>
                    <a:pt x="57351" y="42154"/>
                  </a:cubicBezTo>
                  <a:cubicBezTo>
                    <a:pt x="54169" y="41376"/>
                    <a:pt x="50988" y="38831"/>
                    <a:pt x="48160" y="37205"/>
                  </a:cubicBezTo>
                  <a:cubicBezTo>
                    <a:pt x="42857" y="34023"/>
                    <a:pt x="37554" y="30771"/>
                    <a:pt x="32323" y="27448"/>
                  </a:cubicBezTo>
                  <a:cubicBezTo>
                    <a:pt x="21647" y="20661"/>
                    <a:pt x="11254" y="13449"/>
                    <a:pt x="1143" y="5813"/>
                  </a:cubicBezTo>
                  <a:cubicBezTo>
                    <a:pt x="436" y="5318"/>
                    <a:pt x="-412" y="6450"/>
                    <a:pt x="224" y="7016"/>
                  </a:cubicBezTo>
                  <a:lnTo>
                    <a:pt x="224" y="701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3" name="Google Shape;1033;p43"/>
            <p:cNvSpPr/>
            <p:nvPr/>
          </p:nvSpPr>
          <p:spPr>
            <a:xfrm>
              <a:off x="2084319" y="4342190"/>
              <a:ext cx="9644" cy="86398"/>
            </a:xfrm>
            <a:custGeom>
              <a:rect b="b" l="l" r="r" t="t"/>
              <a:pathLst>
                <a:path extrusionOk="0" h="20945" w="2338">
                  <a:moveTo>
                    <a:pt x="289" y="557"/>
                  </a:moveTo>
                  <a:cubicBezTo>
                    <a:pt x="-65" y="3809"/>
                    <a:pt x="6" y="7062"/>
                    <a:pt x="6" y="10314"/>
                  </a:cubicBezTo>
                  <a:cubicBezTo>
                    <a:pt x="6" y="13566"/>
                    <a:pt x="147" y="16818"/>
                    <a:pt x="501" y="20071"/>
                  </a:cubicBezTo>
                  <a:cubicBezTo>
                    <a:pt x="642" y="21202"/>
                    <a:pt x="2339" y="21272"/>
                    <a:pt x="2339" y="20071"/>
                  </a:cubicBezTo>
                  <a:cubicBezTo>
                    <a:pt x="2339" y="16818"/>
                    <a:pt x="2198" y="13566"/>
                    <a:pt x="2056" y="10314"/>
                  </a:cubicBezTo>
                  <a:cubicBezTo>
                    <a:pt x="1915" y="7062"/>
                    <a:pt x="1915" y="3809"/>
                    <a:pt x="1490" y="557"/>
                  </a:cubicBezTo>
                  <a:cubicBezTo>
                    <a:pt x="1420" y="-150"/>
                    <a:pt x="430" y="-220"/>
                    <a:pt x="359" y="557"/>
                  </a:cubicBezTo>
                  <a:lnTo>
                    <a:pt x="359" y="55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4" name="Google Shape;1034;p43"/>
            <p:cNvSpPr/>
            <p:nvPr/>
          </p:nvSpPr>
          <p:spPr>
            <a:xfrm>
              <a:off x="2085800" y="4447162"/>
              <a:ext cx="9331" cy="19247"/>
            </a:xfrm>
            <a:custGeom>
              <a:rect b="b" l="l" r="r" t="t"/>
              <a:pathLst>
                <a:path extrusionOk="0" h="4666" w="2262">
                  <a:moveTo>
                    <a:pt x="354" y="495"/>
                  </a:moveTo>
                  <a:cubicBezTo>
                    <a:pt x="354" y="495"/>
                    <a:pt x="212" y="849"/>
                    <a:pt x="141" y="990"/>
                  </a:cubicBezTo>
                  <a:cubicBezTo>
                    <a:pt x="71" y="1131"/>
                    <a:pt x="141" y="1414"/>
                    <a:pt x="141" y="1626"/>
                  </a:cubicBezTo>
                  <a:lnTo>
                    <a:pt x="141" y="2333"/>
                  </a:lnTo>
                  <a:cubicBezTo>
                    <a:pt x="141" y="2333"/>
                    <a:pt x="71" y="2828"/>
                    <a:pt x="0" y="3040"/>
                  </a:cubicBezTo>
                  <a:cubicBezTo>
                    <a:pt x="0" y="3040"/>
                    <a:pt x="0" y="3181"/>
                    <a:pt x="0" y="3181"/>
                  </a:cubicBezTo>
                  <a:cubicBezTo>
                    <a:pt x="0" y="3464"/>
                    <a:pt x="0" y="3676"/>
                    <a:pt x="141" y="3889"/>
                  </a:cubicBezTo>
                  <a:cubicBezTo>
                    <a:pt x="141" y="3959"/>
                    <a:pt x="212" y="4101"/>
                    <a:pt x="283" y="4171"/>
                  </a:cubicBezTo>
                  <a:cubicBezTo>
                    <a:pt x="424" y="4454"/>
                    <a:pt x="848" y="4666"/>
                    <a:pt x="1131" y="4666"/>
                  </a:cubicBezTo>
                  <a:cubicBezTo>
                    <a:pt x="1414" y="4666"/>
                    <a:pt x="1838" y="4454"/>
                    <a:pt x="1980" y="4171"/>
                  </a:cubicBezTo>
                  <a:cubicBezTo>
                    <a:pt x="1980" y="4101"/>
                    <a:pt x="2050" y="3959"/>
                    <a:pt x="2121" y="3889"/>
                  </a:cubicBezTo>
                  <a:cubicBezTo>
                    <a:pt x="2192" y="3676"/>
                    <a:pt x="2262" y="3464"/>
                    <a:pt x="2262" y="3181"/>
                  </a:cubicBezTo>
                  <a:cubicBezTo>
                    <a:pt x="2262" y="3181"/>
                    <a:pt x="2262" y="3040"/>
                    <a:pt x="2262" y="2970"/>
                  </a:cubicBezTo>
                  <a:lnTo>
                    <a:pt x="2262" y="2262"/>
                  </a:lnTo>
                  <a:cubicBezTo>
                    <a:pt x="2262" y="2262"/>
                    <a:pt x="2192" y="1767"/>
                    <a:pt x="2121" y="1555"/>
                  </a:cubicBezTo>
                  <a:cubicBezTo>
                    <a:pt x="2121" y="1343"/>
                    <a:pt x="2121" y="1131"/>
                    <a:pt x="2121" y="919"/>
                  </a:cubicBezTo>
                  <a:cubicBezTo>
                    <a:pt x="2121" y="707"/>
                    <a:pt x="1980" y="566"/>
                    <a:pt x="1909" y="424"/>
                  </a:cubicBezTo>
                  <a:cubicBezTo>
                    <a:pt x="1626" y="-141"/>
                    <a:pt x="707" y="-141"/>
                    <a:pt x="354" y="424"/>
                  </a:cubicBezTo>
                  <a:lnTo>
                    <a:pt x="354" y="42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5" name="Google Shape;1035;p43"/>
            <p:cNvSpPr/>
            <p:nvPr/>
          </p:nvSpPr>
          <p:spPr>
            <a:xfrm>
              <a:off x="1621133" y="4324842"/>
              <a:ext cx="8064" cy="40532"/>
            </a:xfrm>
            <a:custGeom>
              <a:rect b="b" l="l" r="r" t="t"/>
              <a:pathLst>
                <a:path extrusionOk="0" h="9826" w="1955">
                  <a:moveTo>
                    <a:pt x="88" y="379"/>
                  </a:moveTo>
                  <a:cubicBezTo>
                    <a:pt x="-53" y="1792"/>
                    <a:pt x="18" y="3206"/>
                    <a:pt x="18" y="4691"/>
                  </a:cubicBezTo>
                  <a:cubicBezTo>
                    <a:pt x="18" y="5398"/>
                    <a:pt x="18" y="6105"/>
                    <a:pt x="18" y="6812"/>
                  </a:cubicBezTo>
                  <a:cubicBezTo>
                    <a:pt x="18" y="7590"/>
                    <a:pt x="88" y="8297"/>
                    <a:pt x="159" y="9004"/>
                  </a:cubicBezTo>
                  <a:cubicBezTo>
                    <a:pt x="300" y="10065"/>
                    <a:pt x="1785" y="10135"/>
                    <a:pt x="1856" y="9004"/>
                  </a:cubicBezTo>
                  <a:cubicBezTo>
                    <a:pt x="1927" y="8297"/>
                    <a:pt x="1997" y="7590"/>
                    <a:pt x="1927" y="6812"/>
                  </a:cubicBezTo>
                  <a:cubicBezTo>
                    <a:pt x="1856" y="6035"/>
                    <a:pt x="1785" y="5327"/>
                    <a:pt x="1714" y="4621"/>
                  </a:cubicBezTo>
                  <a:cubicBezTo>
                    <a:pt x="1502" y="3136"/>
                    <a:pt x="1361" y="1722"/>
                    <a:pt x="937" y="308"/>
                  </a:cubicBezTo>
                  <a:cubicBezTo>
                    <a:pt x="795" y="-187"/>
                    <a:pt x="88" y="-45"/>
                    <a:pt x="88" y="449"/>
                  </a:cubicBezTo>
                  <a:lnTo>
                    <a:pt x="88" y="449"/>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6" name="Google Shape;1036;p43"/>
            <p:cNvSpPr/>
            <p:nvPr/>
          </p:nvSpPr>
          <p:spPr>
            <a:xfrm>
              <a:off x="1621203" y="4377744"/>
              <a:ext cx="10205" cy="19561"/>
            </a:xfrm>
            <a:custGeom>
              <a:rect b="b" l="l" r="r" t="t"/>
              <a:pathLst>
                <a:path extrusionOk="0" h="4742" w="2474">
                  <a:moveTo>
                    <a:pt x="495" y="565"/>
                  </a:moveTo>
                  <a:cubicBezTo>
                    <a:pt x="495" y="989"/>
                    <a:pt x="354" y="1484"/>
                    <a:pt x="212" y="1909"/>
                  </a:cubicBezTo>
                  <a:cubicBezTo>
                    <a:pt x="71" y="2474"/>
                    <a:pt x="71" y="3040"/>
                    <a:pt x="0" y="3605"/>
                  </a:cubicBezTo>
                  <a:lnTo>
                    <a:pt x="0" y="3252"/>
                  </a:lnTo>
                  <a:cubicBezTo>
                    <a:pt x="0" y="3252"/>
                    <a:pt x="0" y="3252"/>
                    <a:pt x="0" y="3252"/>
                  </a:cubicBezTo>
                  <a:cubicBezTo>
                    <a:pt x="0" y="3464"/>
                    <a:pt x="0" y="3676"/>
                    <a:pt x="0" y="3888"/>
                  </a:cubicBezTo>
                  <a:lnTo>
                    <a:pt x="141" y="4171"/>
                  </a:lnTo>
                  <a:cubicBezTo>
                    <a:pt x="141" y="4171"/>
                    <a:pt x="707" y="4737"/>
                    <a:pt x="1061" y="4737"/>
                  </a:cubicBezTo>
                  <a:cubicBezTo>
                    <a:pt x="1768" y="4808"/>
                    <a:pt x="2475" y="4242"/>
                    <a:pt x="2475" y="3535"/>
                  </a:cubicBezTo>
                  <a:cubicBezTo>
                    <a:pt x="2475" y="2969"/>
                    <a:pt x="2475" y="2333"/>
                    <a:pt x="2333" y="1838"/>
                  </a:cubicBezTo>
                  <a:cubicBezTo>
                    <a:pt x="2192" y="1414"/>
                    <a:pt x="2050" y="919"/>
                    <a:pt x="1838" y="495"/>
                  </a:cubicBezTo>
                  <a:cubicBezTo>
                    <a:pt x="1838" y="353"/>
                    <a:pt x="1697" y="212"/>
                    <a:pt x="1555" y="141"/>
                  </a:cubicBezTo>
                  <a:cubicBezTo>
                    <a:pt x="1414" y="70"/>
                    <a:pt x="1273" y="0"/>
                    <a:pt x="1131" y="0"/>
                  </a:cubicBezTo>
                  <a:cubicBezTo>
                    <a:pt x="990" y="0"/>
                    <a:pt x="848" y="0"/>
                    <a:pt x="778" y="70"/>
                  </a:cubicBezTo>
                  <a:cubicBezTo>
                    <a:pt x="636" y="141"/>
                    <a:pt x="495" y="353"/>
                    <a:pt x="424" y="495"/>
                  </a:cubicBezTo>
                  <a:lnTo>
                    <a:pt x="424" y="49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7" name="Google Shape;1037;p43"/>
            <p:cNvSpPr/>
            <p:nvPr/>
          </p:nvSpPr>
          <p:spPr>
            <a:xfrm>
              <a:off x="1701180" y="4290393"/>
              <a:ext cx="50428" cy="41003"/>
            </a:xfrm>
            <a:custGeom>
              <a:rect b="b" l="l" r="r" t="t"/>
              <a:pathLst>
                <a:path extrusionOk="0" h="9940" w="12225">
                  <a:moveTo>
                    <a:pt x="197" y="1093"/>
                  </a:moveTo>
                  <a:cubicBezTo>
                    <a:pt x="3661" y="3922"/>
                    <a:pt x="6984" y="6891"/>
                    <a:pt x="10519" y="9648"/>
                  </a:cubicBezTo>
                  <a:cubicBezTo>
                    <a:pt x="10943" y="10002"/>
                    <a:pt x="11509" y="10073"/>
                    <a:pt x="11933" y="9648"/>
                  </a:cubicBezTo>
                  <a:cubicBezTo>
                    <a:pt x="12287" y="9295"/>
                    <a:pt x="12357" y="8588"/>
                    <a:pt x="11933" y="8234"/>
                  </a:cubicBezTo>
                  <a:cubicBezTo>
                    <a:pt x="8469" y="5335"/>
                    <a:pt x="4651" y="2719"/>
                    <a:pt x="974" y="103"/>
                  </a:cubicBezTo>
                  <a:cubicBezTo>
                    <a:pt x="409" y="-321"/>
                    <a:pt x="-369" y="669"/>
                    <a:pt x="197" y="1093"/>
                  </a:cubicBezTo>
                  <a:lnTo>
                    <a:pt x="197" y="109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 name="Google Shape;1038;p43"/>
            <p:cNvSpPr/>
            <p:nvPr/>
          </p:nvSpPr>
          <p:spPr>
            <a:xfrm>
              <a:off x="1759885" y="4336323"/>
              <a:ext cx="17828" cy="14491"/>
            </a:xfrm>
            <a:custGeom>
              <a:rect b="b" l="l" r="r" t="t"/>
              <a:pathLst>
                <a:path extrusionOk="0" h="3513" w="4322">
                  <a:moveTo>
                    <a:pt x="106" y="848"/>
                  </a:moveTo>
                  <a:cubicBezTo>
                    <a:pt x="106" y="848"/>
                    <a:pt x="247" y="1061"/>
                    <a:pt x="318" y="1202"/>
                  </a:cubicBezTo>
                  <a:cubicBezTo>
                    <a:pt x="318" y="1202"/>
                    <a:pt x="389" y="1343"/>
                    <a:pt x="460" y="1414"/>
                  </a:cubicBezTo>
                  <a:cubicBezTo>
                    <a:pt x="601" y="1556"/>
                    <a:pt x="672" y="1697"/>
                    <a:pt x="813" y="1768"/>
                  </a:cubicBezTo>
                  <a:cubicBezTo>
                    <a:pt x="1025" y="1980"/>
                    <a:pt x="1308" y="2121"/>
                    <a:pt x="1520" y="2333"/>
                  </a:cubicBezTo>
                  <a:cubicBezTo>
                    <a:pt x="1732" y="2545"/>
                    <a:pt x="2015" y="2687"/>
                    <a:pt x="2227" y="2899"/>
                  </a:cubicBezTo>
                  <a:cubicBezTo>
                    <a:pt x="2439" y="3111"/>
                    <a:pt x="2793" y="3252"/>
                    <a:pt x="3005" y="3394"/>
                  </a:cubicBezTo>
                  <a:cubicBezTo>
                    <a:pt x="3358" y="3606"/>
                    <a:pt x="3853" y="3535"/>
                    <a:pt x="4136" y="3182"/>
                  </a:cubicBezTo>
                  <a:cubicBezTo>
                    <a:pt x="4348" y="2899"/>
                    <a:pt x="4419" y="2333"/>
                    <a:pt x="4136" y="2051"/>
                  </a:cubicBezTo>
                  <a:cubicBezTo>
                    <a:pt x="3853" y="1838"/>
                    <a:pt x="3570" y="1556"/>
                    <a:pt x="3288" y="1343"/>
                  </a:cubicBezTo>
                  <a:cubicBezTo>
                    <a:pt x="3005" y="1202"/>
                    <a:pt x="2793" y="990"/>
                    <a:pt x="2510" y="848"/>
                  </a:cubicBezTo>
                  <a:cubicBezTo>
                    <a:pt x="2227" y="707"/>
                    <a:pt x="2015" y="495"/>
                    <a:pt x="1732" y="353"/>
                  </a:cubicBezTo>
                  <a:cubicBezTo>
                    <a:pt x="1449" y="142"/>
                    <a:pt x="1096" y="142"/>
                    <a:pt x="742" y="0"/>
                  </a:cubicBezTo>
                  <a:cubicBezTo>
                    <a:pt x="530" y="0"/>
                    <a:pt x="247" y="0"/>
                    <a:pt x="106" y="212"/>
                  </a:cubicBezTo>
                  <a:cubicBezTo>
                    <a:pt x="-35" y="353"/>
                    <a:pt x="-35" y="636"/>
                    <a:pt x="106" y="848"/>
                  </a:cubicBezTo>
                  <a:lnTo>
                    <a:pt x="106" y="84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9" name="Google Shape;1039;p43"/>
            <p:cNvSpPr/>
            <p:nvPr/>
          </p:nvSpPr>
          <p:spPr>
            <a:xfrm>
              <a:off x="1766555" y="4600295"/>
              <a:ext cx="176550" cy="11055"/>
            </a:xfrm>
            <a:custGeom>
              <a:rect b="b" l="l" r="r" t="t"/>
              <a:pathLst>
                <a:path extrusionOk="0" h="2680" w="42800">
                  <a:moveTo>
                    <a:pt x="610" y="1909"/>
                  </a:moveTo>
                  <a:cubicBezTo>
                    <a:pt x="14326" y="2828"/>
                    <a:pt x="28254" y="3041"/>
                    <a:pt x="41899" y="1909"/>
                  </a:cubicBezTo>
                  <a:cubicBezTo>
                    <a:pt x="43101" y="1838"/>
                    <a:pt x="43101" y="0"/>
                    <a:pt x="41899" y="0"/>
                  </a:cubicBezTo>
                  <a:cubicBezTo>
                    <a:pt x="28113" y="212"/>
                    <a:pt x="14397" y="707"/>
                    <a:pt x="610" y="636"/>
                  </a:cubicBezTo>
                  <a:cubicBezTo>
                    <a:pt x="-238" y="636"/>
                    <a:pt x="-168" y="1838"/>
                    <a:pt x="610" y="1909"/>
                  </a:cubicBezTo>
                  <a:lnTo>
                    <a:pt x="610" y="1909"/>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 name="Google Shape;1040;p43"/>
            <p:cNvSpPr/>
            <p:nvPr/>
          </p:nvSpPr>
          <p:spPr>
            <a:xfrm>
              <a:off x="1956012" y="4596797"/>
              <a:ext cx="65621" cy="11377"/>
            </a:xfrm>
            <a:custGeom>
              <a:rect b="b" l="l" r="r" t="t"/>
              <a:pathLst>
                <a:path extrusionOk="0" h="2758" w="15908">
                  <a:moveTo>
                    <a:pt x="496" y="2192"/>
                  </a:moveTo>
                  <a:cubicBezTo>
                    <a:pt x="5162" y="2828"/>
                    <a:pt x="10041" y="2970"/>
                    <a:pt x="14707" y="2404"/>
                  </a:cubicBezTo>
                  <a:cubicBezTo>
                    <a:pt x="15343" y="2333"/>
                    <a:pt x="15909" y="1909"/>
                    <a:pt x="15909" y="1202"/>
                  </a:cubicBezTo>
                  <a:cubicBezTo>
                    <a:pt x="15909" y="566"/>
                    <a:pt x="15343" y="0"/>
                    <a:pt x="14707" y="0"/>
                  </a:cubicBezTo>
                  <a:cubicBezTo>
                    <a:pt x="10041" y="71"/>
                    <a:pt x="5304" y="424"/>
                    <a:pt x="708" y="778"/>
                  </a:cubicBezTo>
                  <a:cubicBezTo>
                    <a:pt x="1" y="778"/>
                    <a:pt x="-353" y="2051"/>
                    <a:pt x="496" y="2192"/>
                  </a:cubicBezTo>
                  <a:lnTo>
                    <a:pt x="496" y="219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41" name="Google Shape;1041;p43"/>
          <p:cNvSpPr/>
          <p:nvPr/>
        </p:nvSpPr>
        <p:spPr>
          <a:xfrm rot="9000608">
            <a:off x="5506336" y="1245933"/>
            <a:ext cx="596940" cy="374672"/>
          </a:xfrm>
          <a:custGeom>
            <a:rect b="b" l="l" r="r" t="t"/>
            <a:pathLst>
              <a:path extrusionOk="0" h="161447" w="257223">
                <a:moveTo>
                  <a:pt x="98991" y="112883"/>
                </a:moveTo>
                <a:cubicBezTo>
                  <a:pt x="131867" y="96905"/>
                  <a:pt x="163966" y="79300"/>
                  <a:pt x="195145" y="60281"/>
                </a:cubicBezTo>
                <a:cubicBezTo>
                  <a:pt x="200730" y="56888"/>
                  <a:pt x="205396" y="49464"/>
                  <a:pt x="204619" y="42677"/>
                </a:cubicBezTo>
                <a:cubicBezTo>
                  <a:pt x="203841" y="35890"/>
                  <a:pt x="197266" y="30870"/>
                  <a:pt x="190549" y="29668"/>
                </a:cubicBezTo>
                <a:cubicBezTo>
                  <a:pt x="183833" y="28466"/>
                  <a:pt x="176904" y="30304"/>
                  <a:pt x="170399" y="32425"/>
                </a:cubicBezTo>
                <a:cubicBezTo>
                  <a:pt x="147704" y="39708"/>
                  <a:pt x="129110" y="52505"/>
                  <a:pt x="108182" y="62402"/>
                </a:cubicBezTo>
                <a:cubicBezTo>
                  <a:pt x="85558" y="73078"/>
                  <a:pt x="63075" y="83330"/>
                  <a:pt x="41087" y="95349"/>
                </a:cubicBezTo>
                <a:cubicBezTo>
                  <a:pt x="31330" y="100652"/>
                  <a:pt x="21432" y="106166"/>
                  <a:pt x="13514" y="113944"/>
                </a:cubicBezTo>
                <a:cubicBezTo>
                  <a:pt x="5595" y="121721"/>
                  <a:pt x="-273" y="132326"/>
                  <a:pt x="10" y="143426"/>
                </a:cubicBezTo>
                <a:cubicBezTo>
                  <a:pt x="81" y="146608"/>
                  <a:pt x="717" y="149860"/>
                  <a:pt x="2414" y="152546"/>
                </a:cubicBezTo>
                <a:cubicBezTo>
                  <a:pt x="5807" y="157990"/>
                  <a:pt x="12665" y="160111"/>
                  <a:pt x="18958" y="160889"/>
                </a:cubicBezTo>
                <a:cubicBezTo>
                  <a:pt x="44976" y="164141"/>
                  <a:pt x="70287" y="152617"/>
                  <a:pt x="93971" y="141305"/>
                </a:cubicBezTo>
                <a:cubicBezTo>
                  <a:pt x="120484" y="128649"/>
                  <a:pt x="239616" y="77462"/>
                  <a:pt x="248595" y="67493"/>
                </a:cubicBezTo>
                <a:cubicBezTo>
                  <a:pt x="256301" y="58938"/>
                  <a:pt x="257998" y="47909"/>
                  <a:pt x="256937" y="36809"/>
                </a:cubicBezTo>
                <a:cubicBezTo>
                  <a:pt x="256089" y="28395"/>
                  <a:pt x="253756" y="19911"/>
                  <a:pt x="248877" y="12982"/>
                </a:cubicBezTo>
                <a:cubicBezTo>
                  <a:pt x="234596" y="-7379"/>
                  <a:pt x="210133" y="256"/>
                  <a:pt x="191185" y="8670"/>
                </a:cubicBezTo>
                <a:cubicBezTo>
                  <a:pt x="148411" y="27547"/>
                  <a:pt x="105637" y="46424"/>
                  <a:pt x="62792" y="65231"/>
                </a:cubicBezTo>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42" name="Google Shape;1042;p43"/>
          <p:cNvGrpSpPr/>
          <p:nvPr/>
        </p:nvGrpSpPr>
        <p:grpSpPr>
          <a:xfrm rot="-899963">
            <a:off x="7995006" y="-35976"/>
            <a:ext cx="725418" cy="1506906"/>
            <a:chOff x="270716" y="5"/>
            <a:chExt cx="671235" cy="1394352"/>
          </a:xfrm>
        </p:grpSpPr>
        <p:sp>
          <p:nvSpPr>
            <p:cNvPr id="1043" name="Google Shape;1043;p43"/>
            <p:cNvSpPr/>
            <p:nvPr/>
          </p:nvSpPr>
          <p:spPr>
            <a:xfrm flipH="1" rot="10800000">
              <a:off x="496537" y="5"/>
              <a:ext cx="312153" cy="1338179"/>
            </a:xfrm>
            <a:custGeom>
              <a:rect b="b" l="l" r="r" t="t"/>
              <a:pathLst>
                <a:path extrusionOk="0" h="303270" w="70743">
                  <a:moveTo>
                    <a:pt x="19770" y="302065"/>
                  </a:moveTo>
                  <a:cubicBezTo>
                    <a:pt x="13266" y="281278"/>
                    <a:pt x="9165" y="259078"/>
                    <a:pt x="6549" y="237514"/>
                  </a:cubicBezTo>
                  <a:cubicBezTo>
                    <a:pt x="3933" y="215950"/>
                    <a:pt x="3226" y="194457"/>
                    <a:pt x="4640" y="172964"/>
                  </a:cubicBezTo>
                  <a:cubicBezTo>
                    <a:pt x="7186" y="133160"/>
                    <a:pt x="17437" y="93991"/>
                    <a:pt x="34900" y="58146"/>
                  </a:cubicBezTo>
                  <a:cubicBezTo>
                    <a:pt x="44657" y="38208"/>
                    <a:pt x="56818" y="19543"/>
                    <a:pt x="70463" y="2009"/>
                  </a:cubicBezTo>
                  <a:cubicBezTo>
                    <a:pt x="71382" y="878"/>
                    <a:pt x="69827" y="-748"/>
                    <a:pt x="68837" y="383"/>
                  </a:cubicBezTo>
                  <a:cubicBezTo>
                    <a:pt x="14043" y="61257"/>
                    <a:pt x="-6743" y="149138"/>
                    <a:pt x="1883" y="229313"/>
                  </a:cubicBezTo>
                  <a:cubicBezTo>
                    <a:pt x="3226" y="241615"/>
                    <a:pt x="5135" y="253776"/>
                    <a:pt x="7681" y="265865"/>
                  </a:cubicBezTo>
                  <a:cubicBezTo>
                    <a:pt x="10226" y="277955"/>
                    <a:pt x="14185" y="290399"/>
                    <a:pt x="18003" y="302630"/>
                  </a:cubicBezTo>
                  <a:cubicBezTo>
                    <a:pt x="18357" y="303761"/>
                    <a:pt x="20124" y="303266"/>
                    <a:pt x="19770" y="302135"/>
                  </a:cubicBezTo>
                  <a:lnTo>
                    <a:pt x="19770" y="30213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44" name="Google Shape;1044;p43"/>
            <p:cNvGrpSpPr/>
            <p:nvPr/>
          </p:nvGrpSpPr>
          <p:grpSpPr>
            <a:xfrm flipH="1" rot="10800000">
              <a:off x="639820" y="1094942"/>
              <a:ext cx="218003" cy="299415"/>
              <a:chOff x="7134178" y="6147896"/>
              <a:chExt cx="49417" cy="67870"/>
            </a:xfrm>
          </p:grpSpPr>
          <p:sp>
            <p:nvSpPr>
              <p:cNvPr id="1045" name="Google Shape;1045;p43"/>
              <p:cNvSpPr/>
              <p:nvPr/>
            </p:nvSpPr>
            <p:spPr>
              <a:xfrm>
                <a:off x="7135517" y="6149717"/>
                <a:ext cx="46309" cy="64761"/>
              </a:xfrm>
              <a:custGeom>
                <a:rect b="b" l="l" r="r" t="t"/>
                <a:pathLst>
                  <a:path extrusionOk="0" h="64761" w="46309">
                    <a:moveTo>
                      <a:pt x="636" y="61156"/>
                    </a:moveTo>
                    <a:cubicBezTo>
                      <a:pt x="565" y="45743"/>
                      <a:pt x="7282" y="30472"/>
                      <a:pt x="18665" y="20079"/>
                    </a:cubicBezTo>
                    <a:cubicBezTo>
                      <a:pt x="22129" y="16898"/>
                      <a:pt x="25947" y="14211"/>
                      <a:pt x="29836" y="11524"/>
                    </a:cubicBezTo>
                    <a:lnTo>
                      <a:pt x="46309" y="0"/>
                    </a:lnTo>
                    <a:cubicBezTo>
                      <a:pt x="44612" y="27927"/>
                      <a:pt x="31815" y="55854"/>
                      <a:pt x="0" y="64762"/>
                    </a:cubicBez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6" name="Google Shape;1046;p43"/>
              <p:cNvSpPr/>
              <p:nvPr/>
            </p:nvSpPr>
            <p:spPr>
              <a:xfrm>
                <a:off x="7134178" y="6147896"/>
                <a:ext cx="49417" cy="67870"/>
              </a:xfrm>
              <a:custGeom>
                <a:rect b="b" l="l" r="r" t="t"/>
                <a:pathLst>
                  <a:path extrusionOk="0" h="67870" w="49417">
                    <a:moveTo>
                      <a:pt x="2612" y="63189"/>
                    </a:moveTo>
                    <a:cubicBezTo>
                      <a:pt x="3813" y="57391"/>
                      <a:pt x="4591" y="51453"/>
                      <a:pt x="6571" y="45867"/>
                    </a:cubicBezTo>
                    <a:cubicBezTo>
                      <a:pt x="8621" y="39858"/>
                      <a:pt x="11732" y="34131"/>
                      <a:pt x="15691" y="29252"/>
                    </a:cubicBezTo>
                    <a:cubicBezTo>
                      <a:pt x="19650" y="24374"/>
                      <a:pt x="24882" y="20132"/>
                      <a:pt x="30185" y="16385"/>
                    </a:cubicBezTo>
                    <a:cubicBezTo>
                      <a:pt x="36336" y="12072"/>
                      <a:pt x="42487" y="7759"/>
                      <a:pt x="48567" y="3446"/>
                    </a:cubicBezTo>
                    <a:lnTo>
                      <a:pt x="45881" y="1891"/>
                    </a:lnTo>
                    <a:cubicBezTo>
                      <a:pt x="45032" y="15395"/>
                      <a:pt x="41638" y="28969"/>
                      <a:pt x="34285" y="40494"/>
                    </a:cubicBezTo>
                    <a:cubicBezTo>
                      <a:pt x="30609" y="46291"/>
                      <a:pt x="25872" y="51453"/>
                      <a:pt x="20357" y="55553"/>
                    </a:cubicBezTo>
                    <a:cubicBezTo>
                      <a:pt x="14277" y="60078"/>
                      <a:pt x="7419" y="62270"/>
                      <a:pt x="632" y="65522"/>
                    </a:cubicBezTo>
                    <a:cubicBezTo>
                      <a:pt x="-499" y="66017"/>
                      <a:pt x="-4" y="68067"/>
                      <a:pt x="1268" y="67855"/>
                    </a:cubicBezTo>
                    <a:cubicBezTo>
                      <a:pt x="8692" y="67007"/>
                      <a:pt x="16115" y="62906"/>
                      <a:pt x="22054" y="58523"/>
                    </a:cubicBezTo>
                    <a:cubicBezTo>
                      <a:pt x="27993" y="54139"/>
                      <a:pt x="32801" y="48978"/>
                      <a:pt x="36831" y="42898"/>
                    </a:cubicBezTo>
                    <a:cubicBezTo>
                      <a:pt x="44820" y="30737"/>
                      <a:pt x="48496" y="16243"/>
                      <a:pt x="49416" y="1820"/>
                    </a:cubicBezTo>
                    <a:cubicBezTo>
                      <a:pt x="49486" y="548"/>
                      <a:pt x="47789" y="-513"/>
                      <a:pt x="46729" y="265"/>
                    </a:cubicBezTo>
                    <a:cubicBezTo>
                      <a:pt x="40083" y="4861"/>
                      <a:pt x="33437" y="9456"/>
                      <a:pt x="26862" y="14193"/>
                    </a:cubicBezTo>
                    <a:cubicBezTo>
                      <a:pt x="21347" y="18152"/>
                      <a:pt x="16257" y="22394"/>
                      <a:pt x="12156" y="27768"/>
                    </a:cubicBezTo>
                    <a:cubicBezTo>
                      <a:pt x="4803" y="37312"/>
                      <a:pt x="-1136" y="50958"/>
                      <a:pt x="1268" y="63189"/>
                    </a:cubicBezTo>
                    <a:cubicBezTo>
                      <a:pt x="1409" y="63825"/>
                      <a:pt x="2399" y="63825"/>
                      <a:pt x="2541" y="63189"/>
                    </a:cubicBezTo>
                    <a:lnTo>
                      <a:pt x="2541" y="6318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47" name="Google Shape;1047;p43"/>
            <p:cNvSpPr/>
            <p:nvPr/>
          </p:nvSpPr>
          <p:spPr>
            <a:xfrm flipH="1" rot="10800000">
              <a:off x="459838" y="911234"/>
              <a:ext cx="130570" cy="344510"/>
            </a:xfrm>
            <a:custGeom>
              <a:rect b="b" l="l" r="r" t="t"/>
              <a:pathLst>
                <a:path extrusionOk="0" h="78076" w="29591">
                  <a:moveTo>
                    <a:pt x="26109" y="76505"/>
                  </a:moveTo>
                  <a:cubicBezTo>
                    <a:pt x="15575" y="69718"/>
                    <a:pt x="9070" y="58406"/>
                    <a:pt x="5959" y="46528"/>
                  </a:cubicBezTo>
                  <a:cubicBezTo>
                    <a:pt x="2142" y="31822"/>
                    <a:pt x="3626" y="16551"/>
                    <a:pt x="3626" y="1491"/>
                  </a:cubicBezTo>
                  <a:lnTo>
                    <a:pt x="657" y="2269"/>
                  </a:lnTo>
                  <a:cubicBezTo>
                    <a:pt x="4546" y="7713"/>
                    <a:pt x="9212" y="12450"/>
                    <a:pt x="13383" y="17611"/>
                  </a:cubicBezTo>
                  <a:cubicBezTo>
                    <a:pt x="17979" y="23338"/>
                    <a:pt x="21443" y="29631"/>
                    <a:pt x="23493" y="36701"/>
                  </a:cubicBezTo>
                  <a:cubicBezTo>
                    <a:pt x="25402" y="43347"/>
                    <a:pt x="26180" y="50275"/>
                    <a:pt x="26109" y="57133"/>
                  </a:cubicBezTo>
                  <a:cubicBezTo>
                    <a:pt x="26039" y="63991"/>
                    <a:pt x="24483" y="70496"/>
                    <a:pt x="24766" y="77142"/>
                  </a:cubicBezTo>
                  <a:cubicBezTo>
                    <a:pt x="24766" y="77990"/>
                    <a:pt x="26039" y="78485"/>
                    <a:pt x="26463" y="77637"/>
                  </a:cubicBezTo>
                  <a:cubicBezTo>
                    <a:pt x="29149" y="71627"/>
                    <a:pt x="29432" y="64274"/>
                    <a:pt x="29574" y="57770"/>
                  </a:cubicBezTo>
                  <a:cubicBezTo>
                    <a:pt x="29715" y="50770"/>
                    <a:pt x="29008" y="43700"/>
                    <a:pt x="27099" y="36983"/>
                  </a:cubicBezTo>
                  <a:cubicBezTo>
                    <a:pt x="25190" y="30267"/>
                    <a:pt x="22291" y="24257"/>
                    <a:pt x="18191" y="18813"/>
                  </a:cubicBezTo>
                  <a:cubicBezTo>
                    <a:pt x="13524" y="12521"/>
                    <a:pt x="7868" y="7077"/>
                    <a:pt x="3343" y="714"/>
                  </a:cubicBezTo>
                  <a:cubicBezTo>
                    <a:pt x="2495" y="-488"/>
                    <a:pt x="374" y="-135"/>
                    <a:pt x="374" y="1491"/>
                  </a:cubicBezTo>
                  <a:cubicBezTo>
                    <a:pt x="374" y="17541"/>
                    <a:pt x="-1535" y="34014"/>
                    <a:pt x="3273" y="49568"/>
                  </a:cubicBezTo>
                  <a:cubicBezTo>
                    <a:pt x="6949" y="61658"/>
                    <a:pt x="13807" y="72051"/>
                    <a:pt x="25261" y="77849"/>
                  </a:cubicBezTo>
                  <a:cubicBezTo>
                    <a:pt x="26180" y="78344"/>
                    <a:pt x="26958" y="77000"/>
                    <a:pt x="26039" y="76435"/>
                  </a:cubicBezTo>
                  <a:lnTo>
                    <a:pt x="26039" y="7643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8" name="Google Shape;1048;p43"/>
            <p:cNvSpPr/>
            <p:nvPr/>
          </p:nvSpPr>
          <p:spPr>
            <a:xfrm flipH="1" rot="10800000">
              <a:off x="562224" y="881273"/>
              <a:ext cx="379727" cy="185462"/>
            </a:xfrm>
            <a:custGeom>
              <a:rect b="b" l="l" r="r" t="t"/>
              <a:pathLst>
                <a:path extrusionOk="0" h="42031" w="86057">
                  <a:moveTo>
                    <a:pt x="2548" y="38611"/>
                  </a:moveTo>
                  <a:cubicBezTo>
                    <a:pt x="10749" y="26945"/>
                    <a:pt x="19869" y="15633"/>
                    <a:pt x="33939" y="10966"/>
                  </a:cubicBezTo>
                  <a:cubicBezTo>
                    <a:pt x="41858" y="8350"/>
                    <a:pt x="50200" y="7431"/>
                    <a:pt x="58472" y="6512"/>
                  </a:cubicBezTo>
                  <a:cubicBezTo>
                    <a:pt x="66744" y="5593"/>
                    <a:pt x="75652" y="4674"/>
                    <a:pt x="84207" y="3755"/>
                  </a:cubicBezTo>
                  <a:lnTo>
                    <a:pt x="82581" y="927"/>
                  </a:lnTo>
                  <a:cubicBezTo>
                    <a:pt x="74380" y="15562"/>
                    <a:pt x="61300" y="28076"/>
                    <a:pt x="44827" y="32813"/>
                  </a:cubicBezTo>
                  <a:cubicBezTo>
                    <a:pt x="31393" y="36631"/>
                    <a:pt x="16122" y="39035"/>
                    <a:pt x="2194" y="36489"/>
                  </a:cubicBezTo>
                  <a:cubicBezTo>
                    <a:pt x="-68" y="36065"/>
                    <a:pt x="-917" y="39105"/>
                    <a:pt x="1275" y="39883"/>
                  </a:cubicBezTo>
                  <a:cubicBezTo>
                    <a:pt x="8770" y="42570"/>
                    <a:pt x="16829" y="42287"/>
                    <a:pt x="24677" y="41438"/>
                  </a:cubicBezTo>
                  <a:cubicBezTo>
                    <a:pt x="32525" y="40590"/>
                    <a:pt x="39666" y="39317"/>
                    <a:pt x="46877" y="37126"/>
                  </a:cubicBezTo>
                  <a:cubicBezTo>
                    <a:pt x="64552" y="31823"/>
                    <a:pt x="77067" y="18461"/>
                    <a:pt x="85833" y="2835"/>
                  </a:cubicBezTo>
                  <a:cubicBezTo>
                    <a:pt x="86470" y="1704"/>
                    <a:pt x="85692" y="-134"/>
                    <a:pt x="84207" y="8"/>
                  </a:cubicBezTo>
                  <a:cubicBezTo>
                    <a:pt x="74875" y="998"/>
                    <a:pt x="65471" y="1917"/>
                    <a:pt x="56139" y="3048"/>
                  </a:cubicBezTo>
                  <a:cubicBezTo>
                    <a:pt x="47443" y="4108"/>
                    <a:pt x="38464" y="5098"/>
                    <a:pt x="30333" y="8421"/>
                  </a:cubicBezTo>
                  <a:cubicBezTo>
                    <a:pt x="16546" y="14077"/>
                    <a:pt x="8345" y="25319"/>
                    <a:pt x="992" y="37691"/>
                  </a:cubicBezTo>
                  <a:cubicBezTo>
                    <a:pt x="356" y="38752"/>
                    <a:pt x="1911" y="39529"/>
                    <a:pt x="2548" y="38611"/>
                  </a:cubicBezTo>
                  <a:lnTo>
                    <a:pt x="2548" y="3861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9" name="Google Shape;1049;p43"/>
            <p:cNvSpPr/>
            <p:nvPr/>
          </p:nvSpPr>
          <p:spPr>
            <a:xfrm flipH="1" rot="10800000">
              <a:off x="348504" y="663846"/>
              <a:ext cx="172613" cy="323604"/>
            </a:xfrm>
            <a:custGeom>
              <a:rect b="b" l="l" r="r" t="t"/>
              <a:pathLst>
                <a:path extrusionOk="0" h="73338" w="39119">
                  <a:moveTo>
                    <a:pt x="37702" y="71685"/>
                  </a:moveTo>
                  <a:cubicBezTo>
                    <a:pt x="25965" y="66665"/>
                    <a:pt x="17623" y="56414"/>
                    <a:pt x="12603" y="44960"/>
                  </a:cubicBezTo>
                  <a:cubicBezTo>
                    <a:pt x="6523" y="31103"/>
                    <a:pt x="5533" y="15902"/>
                    <a:pt x="3058" y="1197"/>
                  </a:cubicBezTo>
                  <a:lnTo>
                    <a:pt x="372" y="2752"/>
                  </a:lnTo>
                  <a:cubicBezTo>
                    <a:pt x="5533" y="7842"/>
                    <a:pt x="11472" y="12084"/>
                    <a:pt x="16774" y="17034"/>
                  </a:cubicBezTo>
                  <a:cubicBezTo>
                    <a:pt x="22077" y="21982"/>
                    <a:pt x="25965" y="27356"/>
                    <a:pt x="28864" y="33648"/>
                  </a:cubicBezTo>
                  <a:cubicBezTo>
                    <a:pt x="31621" y="39587"/>
                    <a:pt x="33389" y="46021"/>
                    <a:pt x="34450" y="52525"/>
                  </a:cubicBezTo>
                  <a:cubicBezTo>
                    <a:pt x="35510" y="59030"/>
                    <a:pt x="35086" y="66100"/>
                    <a:pt x="36429" y="72675"/>
                  </a:cubicBezTo>
                  <a:cubicBezTo>
                    <a:pt x="36641" y="73594"/>
                    <a:pt x="37985" y="73524"/>
                    <a:pt x="38197" y="72675"/>
                  </a:cubicBezTo>
                  <a:cubicBezTo>
                    <a:pt x="39894" y="66383"/>
                    <a:pt x="38904" y="59100"/>
                    <a:pt x="37985" y="52737"/>
                  </a:cubicBezTo>
                  <a:cubicBezTo>
                    <a:pt x="36995" y="45879"/>
                    <a:pt x="35227" y="39233"/>
                    <a:pt x="32329" y="32941"/>
                  </a:cubicBezTo>
                  <a:cubicBezTo>
                    <a:pt x="29430" y="26649"/>
                    <a:pt x="25683" y="21205"/>
                    <a:pt x="20875" y="16468"/>
                  </a:cubicBezTo>
                  <a:cubicBezTo>
                    <a:pt x="15077" y="10812"/>
                    <a:pt x="8432" y="6216"/>
                    <a:pt x="2705" y="489"/>
                  </a:cubicBezTo>
                  <a:cubicBezTo>
                    <a:pt x="1503" y="-713"/>
                    <a:pt x="-194" y="489"/>
                    <a:pt x="18" y="2045"/>
                  </a:cubicBezTo>
                  <a:cubicBezTo>
                    <a:pt x="2563" y="17528"/>
                    <a:pt x="3482" y="33719"/>
                    <a:pt x="10411" y="48142"/>
                  </a:cubicBezTo>
                  <a:cubicBezTo>
                    <a:pt x="15997" y="59808"/>
                    <a:pt x="24622" y="69211"/>
                    <a:pt x="37136" y="73170"/>
                  </a:cubicBezTo>
                  <a:cubicBezTo>
                    <a:pt x="37985" y="73453"/>
                    <a:pt x="38621" y="72039"/>
                    <a:pt x="37773" y="71685"/>
                  </a:cubicBezTo>
                  <a:lnTo>
                    <a:pt x="37773" y="716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 name="Google Shape;1050;p43"/>
            <p:cNvSpPr/>
            <p:nvPr/>
          </p:nvSpPr>
          <p:spPr>
            <a:xfrm flipH="1" rot="10800000">
              <a:off x="270716" y="214512"/>
              <a:ext cx="258511" cy="260086"/>
            </a:xfrm>
            <a:custGeom>
              <a:rect b="b" l="l" r="r" t="t"/>
              <a:pathLst>
                <a:path extrusionOk="0" h="58943" w="58586">
                  <a:moveTo>
                    <a:pt x="57667" y="57314"/>
                  </a:moveTo>
                  <a:cubicBezTo>
                    <a:pt x="44164" y="56465"/>
                    <a:pt x="32498" y="48971"/>
                    <a:pt x="23943" y="38932"/>
                  </a:cubicBezTo>
                  <a:cubicBezTo>
                    <a:pt x="14469" y="27832"/>
                    <a:pt x="9379" y="13833"/>
                    <a:pt x="3016" y="895"/>
                  </a:cubicBezTo>
                  <a:lnTo>
                    <a:pt x="824" y="3086"/>
                  </a:lnTo>
                  <a:cubicBezTo>
                    <a:pt x="7752" y="6409"/>
                    <a:pt x="15176" y="8460"/>
                    <a:pt x="22105" y="11641"/>
                  </a:cubicBezTo>
                  <a:cubicBezTo>
                    <a:pt x="28397" y="14540"/>
                    <a:pt x="33983" y="18499"/>
                    <a:pt x="38719" y="23661"/>
                  </a:cubicBezTo>
                  <a:cubicBezTo>
                    <a:pt x="43457" y="28822"/>
                    <a:pt x="46779" y="34336"/>
                    <a:pt x="49608" y="40275"/>
                  </a:cubicBezTo>
                  <a:cubicBezTo>
                    <a:pt x="52435" y="46214"/>
                    <a:pt x="53920" y="52719"/>
                    <a:pt x="56890" y="58516"/>
                  </a:cubicBezTo>
                  <a:cubicBezTo>
                    <a:pt x="57314" y="59294"/>
                    <a:pt x="58586" y="58940"/>
                    <a:pt x="58586" y="58021"/>
                  </a:cubicBezTo>
                  <a:cubicBezTo>
                    <a:pt x="58445" y="51446"/>
                    <a:pt x="55546" y="44729"/>
                    <a:pt x="52789" y="38861"/>
                  </a:cubicBezTo>
                  <a:cubicBezTo>
                    <a:pt x="49890" y="32639"/>
                    <a:pt x="46285" y="26842"/>
                    <a:pt x="41689" y="21751"/>
                  </a:cubicBezTo>
                  <a:cubicBezTo>
                    <a:pt x="37093" y="16661"/>
                    <a:pt x="31649" y="12560"/>
                    <a:pt x="25498" y="9591"/>
                  </a:cubicBezTo>
                  <a:cubicBezTo>
                    <a:pt x="18004" y="5985"/>
                    <a:pt x="9874" y="3864"/>
                    <a:pt x="2379" y="188"/>
                  </a:cubicBezTo>
                  <a:cubicBezTo>
                    <a:pt x="895" y="-520"/>
                    <a:pt x="-520" y="895"/>
                    <a:pt x="188" y="2379"/>
                  </a:cubicBezTo>
                  <a:cubicBezTo>
                    <a:pt x="6904" y="16095"/>
                    <a:pt x="12207" y="30943"/>
                    <a:pt x="22600" y="42467"/>
                  </a:cubicBezTo>
                  <a:cubicBezTo>
                    <a:pt x="26983" y="47345"/>
                    <a:pt x="32215" y="51587"/>
                    <a:pt x="38013" y="54557"/>
                  </a:cubicBezTo>
                  <a:cubicBezTo>
                    <a:pt x="44305" y="57809"/>
                    <a:pt x="50668" y="59011"/>
                    <a:pt x="57667" y="58799"/>
                  </a:cubicBezTo>
                  <a:cubicBezTo>
                    <a:pt x="58728" y="58799"/>
                    <a:pt x="58657" y="57244"/>
                    <a:pt x="57667" y="57173"/>
                  </a:cubicBezTo>
                  <a:lnTo>
                    <a:pt x="57667" y="5717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 name="Google Shape;1051;p43"/>
            <p:cNvSpPr/>
            <p:nvPr/>
          </p:nvSpPr>
          <p:spPr>
            <a:xfrm flipH="1" rot="10800000">
              <a:off x="291512" y="437493"/>
              <a:ext cx="214302" cy="296295"/>
            </a:xfrm>
            <a:custGeom>
              <a:rect b="b" l="l" r="r" t="t"/>
              <a:pathLst>
                <a:path extrusionOk="0" h="67149" w="48567">
                  <a:moveTo>
                    <a:pt x="47721" y="65444"/>
                  </a:moveTo>
                  <a:cubicBezTo>
                    <a:pt x="35208" y="62262"/>
                    <a:pt x="25380" y="53071"/>
                    <a:pt x="18805" y="42395"/>
                  </a:cubicBezTo>
                  <a:cubicBezTo>
                    <a:pt x="10957" y="29740"/>
                    <a:pt x="7776" y="15175"/>
                    <a:pt x="3180" y="1176"/>
                  </a:cubicBezTo>
                  <a:lnTo>
                    <a:pt x="847" y="3015"/>
                  </a:lnTo>
                  <a:cubicBezTo>
                    <a:pt x="6644" y="7328"/>
                    <a:pt x="13149" y="10509"/>
                    <a:pt x="19088" y="14610"/>
                  </a:cubicBezTo>
                  <a:cubicBezTo>
                    <a:pt x="25027" y="18711"/>
                    <a:pt x="29905" y="23660"/>
                    <a:pt x="33723" y="29669"/>
                  </a:cubicBezTo>
                  <a:cubicBezTo>
                    <a:pt x="37258" y="35184"/>
                    <a:pt x="39874" y="41193"/>
                    <a:pt x="41854" y="47415"/>
                  </a:cubicBezTo>
                  <a:cubicBezTo>
                    <a:pt x="43833" y="53637"/>
                    <a:pt x="44399" y="60354"/>
                    <a:pt x="46661" y="66504"/>
                  </a:cubicBezTo>
                  <a:cubicBezTo>
                    <a:pt x="47015" y="67494"/>
                    <a:pt x="48358" y="67282"/>
                    <a:pt x="48429" y="66292"/>
                  </a:cubicBezTo>
                  <a:cubicBezTo>
                    <a:pt x="49135" y="59646"/>
                    <a:pt x="47015" y="52364"/>
                    <a:pt x="45035" y="46072"/>
                  </a:cubicBezTo>
                  <a:cubicBezTo>
                    <a:pt x="43055" y="39779"/>
                    <a:pt x="40227" y="33275"/>
                    <a:pt x="36409" y="27548"/>
                  </a:cubicBezTo>
                  <a:cubicBezTo>
                    <a:pt x="32592" y="21821"/>
                    <a:pt x="28279" y="17367"/>
                    <a:pt x="22976" y="13479"/>
                  </a:cubicBezTo>
                  <a:cubicBezTo>
                    <a:pt x="16401" y="8671"/>
                    <a:pt x="8977" y="5136"/>
                    <a:pt x="2402" y="258"/>
                  </a:cubicBezTo>
                  <a:cubicBezTo>
                    <a:pt x="1271" y="-591"/>
                    <a:pt x="-355" y="823"/>
                    <a:pt x="69" y="2096"/>
                  </a:cubicBezTo>
                  <a:cubicBezTo>
                    <a:pt x="4877" y="16872"/>
                    <a:pt x="8129" y="32709"/>
                    <a:pt x="16896" y="45789"/>
                  </a:cubicBezTo>
                  <a:cubicBezTo>
                    <a:pt x="24178" y="56677"/>
                    <a:pt x="34147" y="65020"/>
                    <a:pt x="47368" y="67070"/>
                  </a:cubicBezTo>
                  <a:cubicBezTo>
                    <a:pt x="48358" y="67211"/>
                    <a:pt x="48782" y="65797"/>
                    <a:pt x="47792" y="65515"/>
                  </a:cubicBezTo>
                  <a:lnTo>
                    <a:pt x="47792" y="6551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 name="Google Shape;1052;p43"/>
            <p:cNvSpPr/>
            <p:nvPr/>
          </p:nvSpPr>
          <p:spPr>
            <a:xfrm flipH="1" rot="10800000">
              <a:off x="510923" y="654851"/>
              <a:ext cx="316919" cy="214977"/>
            </a:xfrm>
            <a:custGeom>
              <a:rect b="b" l="l" r="r" t="t"/>
              <a:pathLst>
                <a:path extrusionOk="0" h="48720" w="71823">
                  <a:moveTo>
                    <a:pt x="2581" y="47003"/>
                  </a:moveTo>
                  <a:cubicBezTo>
                    <a:pt x="8237" y="35408"/>
                    <a:pt x="14600" y="23954"/>
                    <a:pt x="26478" y="17733"/>
                  </a:cubicBezTo>
                  <a:cubicBezTo>
                    <a:pt x="33195" y="14198"/>
                    <a:pt x="40689" y="12077"/>
                    <a:pt x="47971" y="10026"/>
                  </a:cubicBezTo>
                  <a:cubicBezTo>
                    <a:pt x="55253" y="7976"/>
                    <a:pt x="62959" y="5855"/>
                    <a:pt x="70525" y="3733"/>
                  </a:cubicBezTo>
                  <a:lnTo>
                    <a:pt x="68191" y="1401"/>
                  </a:lnTo>
                  <a:cubicBezTo>
                    <a:pt x="63101" y="15682"/>
                    <a:pt x="53062" y="28691"/>
                    <a:pt x="39062" y="35266"/>
                  </a:cubicBezTo>
                  <a:cubicBezTo>
                    <a:pt x="27680" y="40640"/>
                    <a:pt x="14459" y="44882"/>
                    <a:pt x="1733" y="44740"/>
                  </a:cubicBezTo>
                  <a:cubicBezTo>
                    <a:pt x="-176" y="44740"/>
                    <a:pt x="-742" y="47851"/>
                    <a:pt x="1238" y="48205"/>
                  </a:cubicBezTo>
                  <a:cubicBezTo>
                    <a:pt x="8237" y="49477"/>
                    <a:pt x="15166" y="48205"/>
                    <a:pt x="21953" y="46437"/>
                  </a:cubicBezTo>
                  <a:cubicBezTo>
                    <a:pt x="28740" y="44670"/>
                    <a:pt x="35457" y="42195"/>
                    <a:pt x="41749" y="39155"/>
                  </a:cubicBezTo>
                  <a:cubicBezTo>
                    <a:pt x="48042" y="36115"/>
                    <a:pt x="53910" y="31378"/>
                    <a:pt x="58718" y="26004"/>
                  </a:cubicBezTo>
                  <a:cubicBezTo>
                    <a:pt x="64939" y="19076"/>
                    <a:pt x="68615" y="11016"/>
                    <a:pt x="71726" y="2390"/>
                  </a:cubicBezTo>
                  <a:cubicBezTo>
                    <a:pt x="72221" y="1047"/>
                    <a:pt x="70737" y="-296"/>
                    <a:pt x="69394" y="57"/>
                  </a:cubicBezTo>
                  <a:cubicBezTo>
                    <a:pt x="61263" y="2320"/>
                    <a:pt x="53062" y="4511"/>
                    <a:pt x="44931" y="6915"/>
                  </a:cubicBezTo>
                  <a:cubicBezTo>
                    <a:pt x="37437" y="9107"/>
                    <a:pt x="29589" y="11299"/>
                    <a:pt x="22872" y="15399"/>
                  </a:cubicBezTo>
                  <a:cubicBezTo>
                    <a:pt x="17004" y="19005"/>
                    <a:pt x="12196" y="24025"/>
                    <a:pt x="8378" y="29681"/>
                  </a:cubicBezTo>
                  <a:cubicBezTo>
                    <a:pt x="4914" y="34842"/>
                    <a:pt x="2934" y="40498"/>
                    <a:pt x="743" y="46225"/>
                  </a:cubicBezTo>
                  <a:cubicBezTo>
                    <a:pt x="389" y="47215"/>
                    <a:pt x="1944" y="47851"/>
                    <a:pt x="2439" y="46932"/>
                  </a:cubicBezTo>
                  <a:lnTo>
                    <a:pt x="2439" y="4693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 name="Google Shape;1053;p43"/>
            <p:cNvSpPr/>
            <p:nvPr/>
          </p:nvSpPr>
          <p:spPr>
            <a:xfrm flipH="1" rot="10800000">
              <a:off x="532328" y="155080"/>
              <a:ext cx="189336" cy="300244"/>
            </a:xfrm>
            <a:custGeom>
              <a:rect b="b" l="l" r="r" t="t"/>
              <a:pathLst>
                <a:path extrusionOk="0" h="68044" w="42909">
                  <a:moveTo>
                    <a:pt x="3244" y="66308"/>
                  </a:moveTo>
                  <a:cubicBezTo>
                    <a:pt x="2749" y="54289"/>
                    <a:pt x="2466" y="41562"/>
                    <a:pt x="9678" y="31311"/>
                  </a:cubicBezTo>
                  <a:cubicBezTo>
                    <a:pt x="13495" y="25867"/>
                    <a:pt x="18869" y="21554"/>
                    <a:pt x="23889" y="17312"/>
                  </a:cubicBezTo>
                  <a:cubicBezTo>
                    <a:pt x="29545" y="12504"/>
                    <a:pt x="35413" y="7838"/>
                    <a:pt x="41140" y="3172"/>
                  </a:cubicBezTo>
                  <a:lnTo>
                    <a:pt x="38029" y="2324"/>
                  </a:lnTo>
                  <a:cubicBezTo>
                    <a:pt x="40079" y="15969"/>
                    <a:pt x="38453" y="31876"/>
                    <a:pt x="29474" y="42977"/>
                  </a:cubicBezTo>
                  <a:cubicBezTo>
                    <a:pt x="22262" y="51885"/>
                    <a:pt x="12718" y="60581"/>
                    <a:pt x="1830" y="64611"/>
                  </a:cubicBezTo>
                  <a:cubicBezTo>
                    <a:pt x="-291" y="65389"/>
                    <a:pt x="557" y="68429"/>
                    <a:pt x="2749" y="68005"/>
                  </a:cubicBezTo>
                  <a:cubicBezTo>
                    <a:pt x="9395" y="66874"/>
                    <a:pt x="14980" y="63056"/>
                    <a:pt x="20141" y="58884"/>
                  </a:cubicBezTo>
                  <a:cubicBezTo>
                    <a:pt x="25302" y="54713"/>
                    <a:pt x="29686" y="50329"/>
                    <a:pt x="33645" y="45310"/>
                  </a:cubicBezTo>
                  <a:cubicBezTo>
                    <a:pt x="37605" y="40290"/>
                    <a:pt x="40079" y="34139"/>
                    <a:pt x="41564" y="27846"/>
                  </a:cubicBezTo>
                  <a:cubicBezTo>
                    <a:pt x="43685" y="18938"/>
                    <a:pt x="42978" y="10242"/>
                    <a:pt x="41635" y="1334"/>
                  </a:cubicBezTo>
                  <a:cubicBezTo>
                    <a:pt x="41422" y="-222"/>
                    <a:pt x="39443" y="-292"/>
                    <a:pt x="38524" y="485"/>
                  </a:cubicBezTo>
                  <a:cubicBezTo>
                    <a:pt x="32443" y="5434"/>
                    <a:pt x="26292" y="10313"/>
                    <a:pt x="20354" y="15403"/>
                  </a:cubicBezTo>
                  <a:cubicBezTo>
                    <a:pt x="14980" y="19999"/>
                    <a:pt x="9324" y="24736"/>
                    <a:pt x="5577" y="30816"/>
                  </a:cubicBezTo>
                  <a:cubicBezTo>
                    <a:pt x="2183" y="36331"/>
                    <a:pt x="699" y="42764"/>
                    <a:pt x="133" y="49198"/>
                  </a:cubicBezTo>
                  <a:cubicBezTo>
                    <a:pt x="-362" y="55137"/>
                    <a:pt x="628" y="60723"/>
                    <a:pt x="1406" y="66520"/>
                  </a:cubicBezTo>
                  <a:cubicBezTo>
                    <a:pt x="1547" y="67510"/>
                    <a:pt x="3244" y="67298"/>
                    <a:pt x="3173" y="66308"/>
                  </a:cubicBezTo>
                  <a:lnTo>
                    <a:pt x="3173" y="6630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 name="Google Shape;1054;p43"/>
            <p:cNvSpPr/>
            <p:nvPr/>
          </p:nvSpPr>
          <p:spPr>
            <a:xfrm flipH="1" rot="10800000">
              <a:off x="504839" y="436699"/>
              <a:ext cx="288785" cy="249986"/>
            </a:xfrm>
            <a:custGeom>
              <a:rect b="b" l="l" r="r" t="t"/>
              <a:pathLst>
                <a:path extrusionOk="0" h="56654" w="65447">
                  <a:moveTo>
                    <a:pt x="2616" y="55050"/>
                  </a:moveTo>
                  <a:cubicBezTo>
                    <a:pt x="6788" y="42537"/>
                    <a:pt x="11807" y="30235"/>
                    <a:pt x="23190" y="22528"/>
                  </a:cubicBezTo>
                  <a:cubicBezTo>
                    <a:pt x="29200" y="18427"/>
                    <a:pt x="35987" y="15529"/>
                    <a:pt x="42563" y="12630"/>
                  </a:cubicBezTo>
                  <a:cubicBezTo>
                    <a:pt x="49845" y="9449"/>
                    <a:pt x="57197" y="6408"/>
                    <a:pt x="64551" y="3297"/>
                  </a:cubicBezTo>
                  <a:lnTo>
                    <a:pt x="61793" y="1176"/>
                  </a:lnTo>
                  <a:cubicBezTo>
                    <a:pt x="60803" y="5560"/>
                    <a:pt x="59884" y="9943"/>
                    <a:pt x="57905" y="14044"/>
                  </a:cubicBezTo>
                  <a:cubicBezTo>
                    <a:pt x="56137" y="17791"/>
                    <a:pt x="53945" y="21326"/>
                    <a:pt x="51612" y="24649"/>
                  </a:cubicBezTo>
                  <a:cubicBezTo>
                    <a:pt x="47865" y="30093"/>
                    <a:pt x="43270" y="34901"/>
                    <a:pt x="37755" y="38507"/>
                  </a:cubicBezTo>
                  <a:cubicBezTo>
                    <a:pt x="27079" y="45364"/>
                    <a:pt x="14494" y="51515"/>
                    <a:pt x="1697" y="53071"/>
                  </a:cubicBezTo>
                  <a:cubicBezTo>
                    <a:pt x="-494" y="53354"/>
                    <a:pt x="-636" y="56464"/>
                    <a:pt x="1697" y="56606"/>
                  </a:cubicBezTo>
                  <a:cubicBezTo>
                    <a:pt x="8909" y="57030"/>
                    <a:pt x="15696" y="54626"/>
                    <a:pt x="22271" y="51940"/>
                  </a:cubicBezTo>
                  <a:cubicBezTo>
                    <a:pt x="28847" y="49253"/>
                    <a:pt x="34856" y="46142"/>
                    <a:pt x="40654" y="42324"/>
                  </a:cubicBezTo>
                  <a:cubicBezTo>
                    <a:pt x="46451" y="38507"/>
                    <a:pt x="51330" y="33275"/>
                    <a:pt x="55360" y="27548"/>
                  </a:cubicBezTo>
                  <a:cubicBezTo>
                    <a:pt x="60732" y="19841"/>
                    <a:pt x="63419" y="11357"/>
                    <a:pt x="65399" y="2308"/>
                  </a:cubicBezTo>
                  <a:cubicBezTo>
                    <a:pt x="65752" y="611"/>
                    <a:pt x="64126" y="-450"/>
                    <a:pt x="62642" y="187"/>
                  </a:cubicBezTo>
                  <a:cubicBezTo>
                    <a:pt x="54935" y="3439"/>
                    <a:pt x="47229" y="6620"/>
                    <a:pt x="39593" y="10014"/>
                  </a:cubicBezTo>
                  <a:cubicBezTo>
                    <a:pt x="32594" y="13125"/>
                    <a:pt x="25312" y="16236"/>
                    <a:pt x="19160" y="20972"/>
                  </a:cubicBezTo>
                  <a:cubicBezTo>
                    <a:pt x="13575" y="25356"/>
                    <a:pt x="9262" y="31153"/>
                    <a:pt x="6151" y="37517"/>
                  </a:cubicBezTo>
                  <a:cubicBezTo>
                    <a:pt x="3394" y="43032"/>
                    <a:pt x="2263" y="48758"/>
                    <a:pt x="849" y="54697"/>
                  </a:cubicBezTo>
                  <a:cubicBezTo>
                    <a:pt x="566" y="55828"/>
                    <a:pt x="2263" y="56323"/>
                    <a:pt x="2616" y="55192"/>
                  </a:cubicBezTo>
                  <a:lnTo>
                    <a:pt x="2616" y="5519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5" name="Google Shape;1055;p43"/>
            <p:cNvSpPr/>
            <p:nvPr/>
          </p:nvSpPr>
          <p:spPr>
            <a:xfrm flipH="1" rot="10800000">
              <a:off x="343824" y="300922"/>
              <a:ext cx="74765" cy="87226"/>
            </a:xfrm>
            <a:custGeom>
              <a:rect b="b" l="l" r="r" t="t"/>
              <a:pathLst>
                <a:path extrusionOk="0" h="19768" w="16944">
                  <a:moveTo>
                    <a:pt x="89" y="1307"/>
                  </a:moveTo>
                  <a:cubicBezTo>
                    <a:pt x="796" y="3146"/>
                    <a:pt x="1574" y="4984"/>
                    <a:pt x="2564" y="6751"/>
                  </a:cubicBezTo>
                  <a:cubicBezTo>
                    <a:pt x="3553" y="8519"/>
                    <a:pt x="4826" y="10074"/>
                    <a:pt x="6099" y="11629"/>
                  </a:cubicBezTo>
                  <a:cubicBezTo>
                    <a:pt x="8573" y="14670"/>
                    <a:pt x="11402" y="17922"/>
                    <a:pt x="14937" y="19619"/>
                  </a:cubicBezTo>
                  <a:cubicBezTo>
                    <a:pt x="16138" y="20184"/>
                    <a:pt x="17411" y="19053"/>
                    <a:pt x="16775" y="17781"/>
                  </a:cubicBezTo>
                  <a:cubicBezTo>
                    <a:pt x="15007" y="14387"/>
                    <a:pt x="11826" y="11842"/>
                    <a:pt x="9210" y="9084"/>
                  </a:cubicBezTo>
                  <a:cubicBezTo>
                    <a:pt x="7937" y="7741"/>
                    <a:pt x="6806" y="6327"/>
                    <a:pt x="5533" y="4913"/>
                  </a:cubicBezTo>
                  <a:cubicBezTo>
                    <a:pt x="4261" y="3499"/>
                    <a:pt x="2988" y="2085"/>
                    <a:pt x="1928" y="459"/>
                  </a:cubicBezTo>
                  <a:cubicBezTo>
                    <a:pt x="1291" y="-460"/>
                    <a:pt x="-406" y="105"/>
                    <a:pt x="89" y="1236"/>
                  </a:cubicBezTo>
                  <a:lnTo>
                    <a:pt x="89" y="123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6" name="Google Shape;1056;p43"/>
            <p:cNvSpPr/>
            <p:nvPr/>
          </p:nvSpPr>
          <p:spPr>
            <a:xfrm flipH="1" rot="10800000">
              <a:off x="345266" y="566168"/>
              <a:ext cx="72934" cy="90633"/>
            </a:xfrm>
            <a:custGeom>
              <a:rect b="b" l="l" r="r" t="t"/>
              <a:pathLst>
                <a:path extrusionOk="0" h="20540" w="16529">
                  <a:moveTo>
                    <a:pt x="186" y="1471"/>
                  </a:moveTo>
                  <a:cubicBezTo>
                    <a:pt x="752" y="2250"/>
                    <a:pt x="1388" y="3027"/>
                    <a:pt x="1883" y="3805"/>
                  </a:cubicBezTo>
                  <a:cubicBezTo>
                    <a:pt x="2378" y="4582"/>
                    <a:pt x="2802" y="5360"/>
                    <a:pt x="3297" y="6138"/>
                  </a:cubicBezTo>
                  <a:cubicBezTo>
                    <a:pt x="4428" y="7693"/>
                    <a:pt x="5489" y="9320"/>
                    <a:pt x="6549" y="10875"/>
                  </a:cubicBezTo>
                  <a:cubicBezTo>
                    <a:pt x="7610" y="12430"/>
                    <a:pt x="8670" y="13915"/>
                    <a:pt x="9802" y="15471"/>
                  </a:cubicBezTo>
                  <a:cubicBezTo>
                    <a:pt x="11004" y="17097"/>
                    <a:pt x="12276" y="18511"/>
                    <a:pt x="13690" y="19995"/>
                  </a:cubicBezTo>
                  <a:cubicBezTo>
                    <a:pt x="15104" y="21480"/>
                    <a:pt x="17225" y="19642"/>
                    <a:pt x="16306" y="17945"/>
                  </a:cubicBezTo>
                  <a:cubicBezTo>
                    <a:pt x="15387" y="16248"/>
                    <a:pt x="14397" y="14551"/>
                    <a:pt x="13195" y="12996"/>
                  </a:cubicBezTo>
                  <a:cubicBezTo>
                    <a:pt x="11993" y="11441"/>
                    <a:pt x="10791" y="10026"/>
                    <a:pt x="9519" y="8542"/>
                  </a:cubicBezTo>
                  <a:cubicBezTo>
                    <a:pt x="8246" y="7057"/>
                    <a:pt x="7044" y="5785"/>
                    <a:pt x="5772" y="4370"/>
                  </a:cubicBezTo>
                  <a:cubicBezTo>
                    <a:pt x="4499" y="2956"/>
                    <a:pt x="3014" y="1684"/>
                    <a:pt x="1671" y="270"/>
                  </a:cubicBezTo>
                  <a:cubicBezTo>
                    <a:pt x="964" y="-508"/>
                    <a:pt x="-521" y="552"/>
                    <a:pt x="186" y="1471"/>
                  </a:cubicBezTo>
                  <a:lnTo>
                    <a:pt x="186" y="147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7" name="Google Shape;1057;p43"/>
            <p:cNvSpPr/>
            <p:nvPr/>
          </p:nvSpPr>
          <p:spPr>
            <a:xfrm flipH="1" rot="10800000">
              <a:off x="404486" y="778925"/>
              <a:ext cx="38693" cy="71963"/>
            </a:xfrm>
            <a:custGeom>
              <a:rect b="b" l="l" r="r" t="t"/>
              <a:pathLst>
                <a:path extrusionOk="0" h="16309" w="8769">
                  <a:moveTo>
                    <a:pt x="196" y="1420"/>
                  </a:moveTo>
                  <a:cubicBezTo>
                    <a:pt x="973" y="3895"/>
                    <a:pt x="1892" y="6299"/>
                    <a:pt x="2812" y="8702"/>
                  </a:cubicBezTo>
                  <a:cubicBezTo>
                    <a:pt x="3731" y="11106"/>
                    <a:pt x="4791" y="13581"/>
                    <a:pt x="6417" y="15702"/>
                  </a:cubicBezTo>
                  <a:cubicBezTo>
                    <a:pt x="6771" y="16197"/>
                    <a:pt x="7407" y="16480"/>
                    <a:pt x="7973" y="16197"/>
                  </a:cubicBezTo>
                  <a:cubicBezTo>
                    <a:pt x="8538" y="15985"/>
                    <a:pt x="8963" y="15278"/>
                    <a:pt x="8680" y="14712"/>
                  </a:cubicBezTo>
                  <a:cubicBezTo>
                    <a:pt x="7761" y="12308"/>
                    <a:pt x="6488" y="10046"/>
                    <a:pt x="5357" y="7713"/>
                  </a:cubicBezTo>
                  <a:cubicBezTo>
                    <a:pt x="4226" y="5380"/>
                    <a:pt x="3236" y="3117"/>
                    <a:pt x="2317" y="784"/>
                  </a:cubicBezTo>
                  <a:cubicBezTo>
                    <a:pt x="1822" y="-559"/>
                    <a:pt x="-370" y="-64"/>
                    <a:pt x="54" y="1420"/>
                  </a:cubicBezTo>
                  <a:lnTo>
                    <a:pt x="54" y="142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8" name="Google Shape;1058;p43"/>
            <p:cNvSpPr/>
            <p:nvPr/>
          </p:nvSpPr>
          <p:spPr>
            <a:xfrm flipH="1" rot="10800000">
              <a:off x="495081" y="1015120"/>
              <a:ext cx="44147" cy="125580"/>
            </a:xfrm>
            <a:custGeom>
              <a:rect b="b" l="l" r="r" t="t"/>
              <a:pathLst>
                <a:path extrusionOk="0" h="28460" w="10005">
                  <a:moveTo>
                    <a:pt x="21" y="1361"/>
                  </a:moveTo>
                  <a:cubicBezTo>
                    <a:pt x="92" y="6451"/>
                    <a:pt x="-332" y="11613"/>
                    <a:pt x="799" y="16632"/>
                  </a:cubicBezTo>
                  <a:cubicBezTo>
                    <a:pt x="1718" y="20804"/>
                    <a:pt x="3627" y="26036"/>
                    <a:pt x="7587" y="28227"/>
                  </a:cubicBezTo>
                  <a:cubicBezTo>
                    <a:pt x="9071" y="29076"/>
                    <a:pt x="10485" y="27450"/>
                    <a:pt x="9849" y="25965"/>
                  </a:cubicBezTo>
                  <a:cubicBezTo>
                    <a:pt x="8930" y="24056"/>
                    <a:pt x="7657" y="22359"/>
                    <a:pt x="6738" y="20450"/>
                  </a:cubicBezTo>
                  <a:cubicBezTo>
                    <a:pt x="5890" y="18683"/>
                    <a:pt x="5183" y="16915"/>
                    <a:pt x="4688" y="15006"/>
                  </a:cubicBezTo>
                  <a:cubicBezTo>
                    <a:pt x="3486" y="10552"/>
                    <a:pt x="2779" y="5886"/>
                    <a:pt x="2567" y="1219"/>
                  </a:cubicBezTo>
                  <a:cubicBezTo>
                    <a:pt x="2567" y="-406"/>
                    <a:pt x="21" y="-406"/>
                    <a:pt x="21" y="1219"/>
                  </a:cubicBezTo>
                  <a:lnTo>
                    <a:pt x="21" y="121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9" name="Google Shape;1059;p43"/>
            <p:cNvSpPr/>
            <p:nvPr/>
          </p:nvSpPr>
          <p:spPr>
            <a:xfrm flipH="1" rot="10800000">
              <a:off x="693462" y="1173605"/>
              <a:ext cx="55236" cy="87332"/>
            </a:xfrm>
            <a:custGeom>
              <a:rect b="b" l="l" r="r" t="t"/>
              <a:pathLst>
                <a:path extrusionOk="0" h="19792" w="12518">
                  <a:moveTo>
                    <a:pt x="10764" y="266"/>
                  </a:moveTo>
                  <a:cubicBezTo>
                    <a:pt x="8148" y="2811"/>
                    <a:pt x="5532" y="5356"/>
                    <a:pt x="3341" y="8396"/>
                  </a:cubicBezTo>
                  <a:cubicBezTo>
                    <a:pt x="2280" y="9881"/>
                    <a:pt x="1290" y="11507"/>
                    <a:pt x="654" y="13204"/>
                  </a:cubicBezTo>
                  <a:cubicBezTo>
                    <a:pt x="-194" y="15183"/>
                    <a:pt x="-265" y="17093"/>
                    <a:pt x="724" y="19072"/>
                  </a:cubicBezTo>
                  <a:cubicBezTo>
                    <a:pt x="1432" y="20415"/>
                    <a:pt x="3411" y="19708"/>
                    <a:pt x="3482" y="18365"/>
                  </a:cubicBezTo>
                  <a:cubicBezTo>
                    <a:pt x="3765" y="11861"/>
                    <a:pt x="8289" y="6487"/>
                    <a:pt x="12249" y="1751"/>
                  </a:cubicBezTo>
                  <a:cubicBezTo>
                    <a:pt x="13097" y="761"/>
                    <a:pt x="11754" y="-653"/>
                    <a:pt x="10835" y="336"/>
                  </a:cubicBezTo>
                  <a:lnTo>
                    <a:pt x="10835" y="33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0" name="Google Shape;1060;p43"/>
            <p:cNvSpPr/>
            <p:nvPr/>
          </p:nvSpPr>
          <p:spPr>
            <a:xfrm flipH="1" rot="10800000">
              <a:off x="770368" y="980515"/>
              <a:ext cx="106257" cy="41270"/>
            </a:xfrm>
            <a:custGeom>
              <a:rect b="b" l="l" r="r" t="t"/>
              <a:pathLst>
                <a:path extrusionOk="0" h="9353" w="24081">
                  <a:moveTo>
                    <a:pt x="22955" y="71"/>
                  </a:moveTo>
                  <a:cubicBezTo>
                    <a:pt x="20834" y="-71"/>
                    <a:pt x="18854" y="0"/>
                    <a:pt x="16734" y="283"/>
                  </a:cubicBezTo>
                  <a:cubicBezTo>
                    <a:pt x="14824" y="566"/>
                    <a:pt x="12915" y="990"/>
                    <a:pt x="11078" y="1555"/>
                  </a:cubicBezTo>
                  <a:cubicBezTo>
                    <a:pt x="7330" y="2687"/>
                    <a:pt x="3088" y="4171"/>
                    <a:pt x="402" y="7070"/>
                  </a:cubicBezTo>
                  <a:cubicBezTo>
                    <a:pt x="-588" y="8130"/>
                    <a:pt x="402" y="9544"/>
                    <a:pt x="1745" y="9333"/>
                  </a:cubicBezTo>
                  <a:cubicBezTo>
                    <a:pt x="3654" y="8979"/>
                    <a:pt x="5351" y="8201"/>
                    <a:pt x="7189" y="7494"/>
                  </a:cubicBezTo>
                  <a:cubicBezTo>
                    <a:pt x="9027" y="6787"/>
                    <a:pt x="10653" y="6151"/>
                    <a:pt x="12421" y="5514"/>
                  </a:cubicBezTo>
                  <a:cubicBezTo>
                    <a:pt x="14188" y="4878"/>
                    <a:pt x="15956" y="4383"/>
                    <a:pt x="17794" y="3818"/>
                  </a:cubicBezTo>
                  <a:cubicBezTo>
                    <a:pt x="19632" y="3252"/>
                    <a:pt x="21470" y="2687"/>
                    <a:pt x="23309" y="2121"/>
                  </a:cubicBezTo>
                  <a:cubicBezTo>
                    <a:pt x="24510" y="1768"/>
                    <a:pt x="24228" y="71"/>
                    <a:pt x="23026" y="0"/>
                  </a:cubicBezTo>
                  <a:lnTo>
                    <a:pt x="23026"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1" name="Google Shape;1061;p43"/>
            <p:cNvSpPr/>
            <p:nvPr/>
          </p:nvSpPr>
          <p:spPr>
            <a:xfrm flipH="1" rot="10800000">
              <a:off x="665957" y="757618"/>
              <a:ext cx="86503" cy="49923"/>
            </a:xfrm>
            <a:custGeom>
              <a:rect b="b" l="l" r="r" t="t"/>
              <a:pathLst>
                <a:path extrusionOk="0" h="11314" w="19604">
                  <a:moveTo>
                    <a:pt x="18484" y="7"/>
                  </a:moveTo>
                  <a:cubicBezTo>
                    <a:pt x="11626" y="856"/>
                    <a:pt x="4909" y="3613"/>
                    <a:pt x="384" y="8987"/>
                  </a:cubicBezTo>
                  <a:cubicBezTo>
                    <a:pt x="-40" y="9481"/>
                    <a:pt x="-181" y="10188"/>
                    <a:pt x="314" y="10754"/>
                  </a:cubicBezTo>
                  <a:cubicBezTo>
                    <a:pt x="667" y="11249"/>
                    <a:pt x="1516" y="11532"/>
                    <a:pt x="2081" y="11108"/>
                  </a:cubicBezTo>
                  <a:cubicBezTo>
                    <a:pt x="7172" y="7289"/>
                    <a:pt x="12686" y="3825"/>
                    <a:pt x="18838" y="2128"/>
                  </a:cubicBezTo>
                  <a:cubicBezTo>
                    <a:pt x="19969" y="1775"/>
                    <a:pt x="19827" y="-134"/>
                    <a:pt x="18555" y="7"/>
                  </a:cubicBezTo>
                  <a:lnTo>
                    <a:pt x="18555" y="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2" name="Google Shape;1062;p43"/>
            <p:cNvSpPr/>
            <p:nvPr/>
          </p:nvSpPr>
          <p:spPr>
            <a:xfrm flipH="1" rot="10800000">
              <a:off x="617659" y="548709"/>
              <a:ext cx="107475" cy="84199"/>
            </a:xfrm>
            <a:custGeom>
              <a:rect b="b" l="l" r="r" t="t"/>
              <a:pathLst>
                <a:path extrusionOk="0" h="19082" w="24357">
                  <a:moveTo>
                    <a:pt x="22716" y="85"/>
                  </a:moveTo>
                  <a:cubicBezTo>
                    <a:pt x="18262" y="1782"/>
                    <a:pt x="14019" y="3974"/>
                    <a:pt x="10060" y="6731"/>
                  </a:cubicBezTo>
                  <a:cubicBezTo>
                    <a:pt x="8081" y="8075"/>
                    <a:pt x="6242" y="9630"/>
                    <a:pt x="4475" y="11186"/>
                  </a:cubicBezTo>
                  <a:cubicBezTo>
                    <a:pt x="2566" y="12953"/>
                    <a:pt x="1011" y="14791"/>
                    <a:pt x="91" y="17195"/>
                  </a:cubicBezTo>
                  <a:cubicBezTo>
                    <a:pt x="-404" y="18468"/>
                    <a:pt x="1222" y="19528"/>
                    <a:pt x="2283" y="18892"/>
                  </a:cubicBezTo>
                  <a:cubicBezTo>
                    <a:pt x="4263" y="17690"/>
                    <a:pt x="5818" y="16064"/>
                    <a:pt x="7444" y="14438"/>
                  </a:cubicBezTo>
                  <a:cubicBezTo>
                    <a:pt x="9070" y="12812"/>
                    <a:pt x="10697" y="11327"/>
                    <a:pt x="12464" y="9842"/>
                  </a:cubicBezTo>
                  <a:cubicBezTo>
                    <a:pt x="15928" y="6944"/>
                    <a:pt x="19675" y="4540"/>
                    <a:pt x="23705" y="2560"/>
                  </a:cubicBezTo>
                  <a:cubicBezTo>
                    <a:pt x="25049" y="1924"/>
                    <a:pt x="24130" y="-480"/>
                    <a:pt x="22645" y="85"/>
                  </a:cubicBezTo>
                  <a:lnTo>
                    <a:pt x="22645" y="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3" name="Google Shape;1063;p43"/>
            <p:cNvSpPr/>
            <p:nvPr/>
          </p:nvSpPr>
          <p:spPr>
            <a:xfrm flipH="1" rot="10800000">
              <a:off x="618180" y="273262"/>
              <a:ext cx="57932" cy="104885"/>
            </a:xfrm>
            <a:custGeom>
              <a:rect b="b" l="l" r="r" t="t"/>
              <a:pathLst>
                <a:path extrusionOk="0" h="23770" w="13129">
                  <a:moveTo>
                    <a:pt x="11003" y="738"/>
                  </a:moveTo>
                  <a:cubicBezTo>
                    <a:pt x="10295" y="2647"/>
                    <a:pt x="9306" y="4343"/>
                    <a:pt x="8387" y="6111"/>
                  </a:cubicBezTo>
                  <a:cubicBezTo>
                    <a:pt x="7468" y="7808"/>
                    <a:pt x="6690" y="9575"/>
                    <a:pt x="5771" y="11272"/>
                  </a:cubicBezTo>
                  <a:cubicBezTo>
                    <a:pt x="4003" y="14736"/>
                    <a:pt x="1953" y="18059"/>
                    <a:pt x="185" y="21524"/>
                  </a:cubicBezTo>
                  <a:cubicBezTo>
                    <a:pt x="-592" y="23079"/>
                    <a:pt x="1246" y="24493"/>
                    <a:pt x="2589" y="23362"/>
                  </a:cubicBezTo>
                  <a:cubicBezTo>
                    <a:pt x="5700" y="20675"/>
                    <a:pt x="7821" y="16787"/>
                    <a:pt x="9376" y="12969"/>
                  </a:cubicBezTo>
                  <a:cubicBezTo>
                    <a:pt x="10154" y="11130"/>
                    <a:pt x="10861" y="9292"/>
                    <a:pt x="11356" y="7383"/>
                  </a:cubicBezTo>
                  <a:cubicBezTo>
                    <a:pt x="11922" y="5333"/>
                    <a:pt x="12346" y="3283"/>
                    <a:pt x="13053" y="1303"/>
                  </a:cubicBezTo>
                  <a:cubicBezTo>
                    <a:pt x="13548" y="-40"/>
                    <a:pt x="11498" y="-535"/>
                    <a:pt x="11003" y="738"/>
                  </a:cubicBezTo>
                  <a:lnTo>
                    <a:pt x="11003" y="7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sp>
        <p:nvSpPr>
          <p:cNvPr id="1068" name="Google Shape;1068;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My year highlights</a:t>
            </a:r>
            <a:endParaRPr/>
          </a:p>
        </p:txBody>
      </p:sp>
      <p:sp>
        <p:nvSpPr>
          <p:cNvPr id="1069" name="Google Shape;1069;p44"/>
          <p:cNvSpPr txBox="1"/>
          <p:nvPr>
            <p:ph idx="1" type="subTitle"/>
          </p:nvPr>
        </p:nvSpPr>
        <p:spPr>
          <a:xfrm>
            <a:off x="4958039" y="2728348"/>
            <a:ext cx="2754900" cy="101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a:t>
            </a:r>
            <a:r>
              <a:rPr lang="en"/>
              <a:t>It’s</a:t>
            </a:r>
            <a:r>
              <a:rPr lang="en"/>
              <a:t> hot and has a poisonous atmosphere</a:t>
            </a:r>
            <a:endParaRPr/>
          </a:p>
        </p:txBody>
      </p:sp>
      <p:sp>
        <p:nvSpPr>
          <p:cNvPr id="1070" name="Google Shape;1070;p44"/>
          <p:cNvSpPr txBox="1"/>
          <p:nvPr>
            <p:ph idx="2" type="subTitle"/>
          </p:nvPr>
        </p:nvSpPr>
        <p:spPr>
          <a:xfrm>
            <a:off x="1431061" y="2728348"/>
            <a:ext cx="2754900" cy="101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1071" name="Google Shape;1071;p44"/>
          <p:cNvSpPr txBox="1"/>
          <p:nvPr>
            <p:ph idx="3" type="subTitle"/>
          </p:nvPr>
        </p:nvSpPr>
        <p:spPr>
          <a:xfrm>
            <a:off x="1431061" y="2240725"/>
            <a:ext cx="27549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072" name="Google Shape;1072;p44"/>
          <p:cNvSpPr txBox="1"/>
          <p:nvPr>
            <p:ph idx="4" type="subTitle"/>
          </p:nvPr>
        </p:nvSpPr>
        <p:spPr>
          <a:xfrm>
            <a:off x="4958039" y="2240725"/>
            <a:ext cx="27549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073" name="Google Shape;1073;p44"/>
          <p:cNvSpPr/>
          <p:nvPr/>
        </p:nvSpPr>
        <p:spPr>
          <a:xfrm rot="-546042">
            <a:off x="51627" y="112774"/>
            <a:ext cx="1122990" cy="742147"/>
          </a:xfrm>
          <a:custGeom>
            <a:rect b="b" l="l" r="r" t="t"/>
            <a:pathLst>
              <a:path extrusionOk="0" h="455866" w="689800">
                <a:moveTo>
                  <a:pt x="611695" y="41720"/>
                </a:moveTo>
                <a:lnTo>
                  <a:pt x="623126" y="24956"/>
                </a:lnTo>
                <a:lnTo>
                  <a:pt x="604742" y="14192"/>
                </a:lnTo>
                <a:lnTo>
                  <a:pt x="598170" y="0"/>
                </a:lnTo>
                <a:lnTo>
                  <a:pt x="416147" y="84106"/>
                </a:lnTo>
                <a:lnTo>
                  <a:pt x="181927" y="192405"/>
                </a:lnTo>
                <a:lnTo>
                  <a:pt x="0" y="276606"/>
                </a:lnTo>
                <a:lnTo>
                  <a:pt x="6572" y="290798"/>
                </a:lnTo>
                <a:lnTo>
                  <a:pt x="2762" y="311753"/>
                </a:lnTo>
                <a:lnTo>
                  <a:pt x="23050" y="313944"/>
                </a:lnTo>
                <a:lnTo>
                  <a:pt x="14478" y="337090"/>
                </a:lnTo>
                <a:lnTo>
                  <a:pt x="35338" y="344805"/>
                </a:lnTo>
                <a:lnTo>
                  <a:pt x="33528" y="378238"/>
                </a:lnTo>
                <a:lnTo>
                  <a:pt x="50959" y="395192"/>
                </a:lnTo>
                <a:lnTo>
                  <a:pt x="51054" y="416243"/>
                </a:lnTo>
                <a:lnTo>
                  <a:pt x="67913" y="427673"/>
                </a:lnTo>
                <a:lnTo>
                  <a:pt x="69437" y="455867"/>
                </a:lnTo>
                <a:lnTo>
                  <a:pt x="262509" y="366617"/>
                </a:lnTo>
                <a:lnTo>
                  <a:pt x="496729" y="258318"/>
                </a:lnTo>
                <a:lnTo>
                  <a:pt x="689801" y="169069"/>
                </a:lnTo>
                <a:lnTo>
                  <a:pt x="669322" y="149638"/>
                </a:lnTo>
                <a:lnTo>
                  <a:pt x="671417" y="129350"/>
                </a:lnTo>
                <a:lnTo>
                  <a:pt x="655510" y="115634"/>
                </a:lnTo>
                <a:lnTo>
                  <a:pt x="653891" y="91440"/>
                </a:lnTo>
                <a:lnTo>
                  <a:pt x="627221" y="71057"/>
                </a:lnTo>
                <a:lnTo>
                  <a:pt x="634841" y="50292"/>
                </a:lnTo>
                <a:lnTo>
                  <a:pt x="611695" y="41720"/>
                </a:ln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4" name="Google Shape;1074;p44"/>
          <p:cNvSpPr/>
          <p:nvPr/>
        </p:nvSpPr>
        <p:spPr>
          <a:xfrm flipH="1" rot="-8562168">
            <a:off x="-774693" y="4226443"/>
            <a:ext cx="2651883" cy="1653231"/>
          </a:xfrm>
          <a:custGeom>
            <a:rect b="b" l="l" r="r" t="t"/>
            <a:pathLst>
              <a:path extrusionOk="0" h="1027461" w="1648110">
                <a:moveTo>
                  <a:pt x="1648111" y="0"/>
                </a:moveTo>
                <a:lnTo>
                  <a:pt x="1648111" y="1027462"/>
                </a:lnTo>
                <a:cubicBezTo>
                  <a:pt x="1646206" y="1026986"/>
                  <a:pt x="1644396" y="1026890"/>
                  <a:pt x="1642396" y="1026890"/>
                </a:cubicBezTo>
                <a:cubicBezTo>
                  <a:pt x="1631537" y="1027271"/>
                  <a:pt x="1621727" y="1023461"/>
                  <a:pt x="1612678" y="1018984"/>
                </a:cubicBezTo>
                <a:cubicBezTo>
                  <a:pt x="1598581" y="1011936"/>
                  <a:pt x="1585722" y="983075"/>
                  <a:pt x="1571435" y="976408"/>
                </a:cubicBezTo>
                <a:cubicBezTo>
                  <a:pt x="1560767" y="971359"/>
                  <a:pt x="1550003" y="967264"/>
                  <a:pt x="1537240" y="966216"/>
                </a:cubicBezTo>
                <a:cubicBezTo>
                  <a:pt x="1527905" y="965549"/>
                  <a:pt x="1516856" y="957834"/>
                  <a:pt x="1508284" y="950690"/>
                </a:cubicBezTo>
                <a:cubicBezTo>
                  <a:pt x="1501616" y="945071"/>
                  <a:pt x="1494663" y="942404"/>
                  <a:pt x="1486662" y="941737"/>
                </a:cubicBezTo>
                <a:cubicBezTo>
                  <a:pt x="1480376" y="941165"/>
                  <a:pt x="1474184" y="941642"/>
                  <a:pt x="1468374" y="937546"/>
                </a:cubicBezTo>
                <a:cubicBezTo>
                  <a:pt x="1465326" y="935450"/>
                  <a:pt x="1460659" y="954881"/>
                  <a:pt x="1456658" y="956691"/>
                </a:cubicBezTo>
                <a:cubicBezTo>
                  <a:pt x="1445705" y="961263"/>
                  <a:pt x="1434560" y="964883"/>
                  <a:pt x="1422464" y="961549"/>
                </a:cubicBezTo>
                <a:cubicBezTo>
                  <a:pt x="1419701" y="960692"/>
                  <a:pt x="1416749" y="961454"/>
                  <a:pt x="1414367" y="962787"/>
                </a:cubicBezTo>
                <a:cubicBezTo>
                  <a:pt x="1404080" y="968883"/>
                  <a:pt x="1391698" y="993838"/>
                  <a:pt x="1381125" y="992410"/>
                </a:cubicBezTo>
                <a:cubicBezTo>
                  <a:pt x="1363980" y="990029"/>
                  <a:pt x="1348169" y="996696"/>
                  <a:pt x="1331214" y="995458"/>
                </a:cubicBezTo>
                <a:cubicBezTo>
                  <a:pt x="1315022" y="994220"/>
                  <a:pt x="1298448" y="987838"/>
                  <a:pt x="1282351" y="991362"/>
                </a:cubicBezTo>
                <a:cubicBezTo>
                  <a:pt x="1267015" y="994791"/>
                  <a:pt x="1253490" y="1003745"/>
                  <a:pt x="1239774" y="1000601"/>
                </a:cubicBezTo>
                <a:cubicBezTo>
                  <a:pt x="1230249" y="998506"/>
                  <a:pt x="1221200" y="1002316"/>
                  <a:pt x="1211390" y="999649"/>
                </a:cubicBezTo>
                <a:cubicBezTo>
                  <a:pt x="1204151" y="997744"/>
                  <a:pt x="1195483" y="1001173"/>
                  <a:pt x="1187958" y="1004983"/>
                </a:cubicBezTo>
                <a:cubicBezTo>
                  <a:pt x="1181195" y="1008221"/>
                  <a:pt x="1173385" y="1007936"/>
                  <a:pt x="1165860" y="1004125"/>
                </a:cubicBezTo>
                <a:cubicBezTo>
                  <a:pt x="1160145" y="1001458"/>
                  <a:pt x="1153763" y="993077"/>
                  <a:pt x="1147191" y="992219"/>
                </a:cubicBezTo>
                <a:cubicBezTo>
                  <a:pt x="1141095" y="991362"/>
                  <a:pt x="1133189" y="993743"/>
                  <a:pt x="1128903" y="988409"/>
                </a:cubicBezTo>
                <a:cubicBezTo>
                  <a:pt x="1118521" y="975836"/>
                  <a:pt x="1099471" y="984123"/>
                  <a:pt x="1089470" y="971359"/>
                </a:cubicBezTo>
                <a:cubicBezTo>
                  <a:pt x="1088517" y="970312"/>
                  <a:pt x="1085279" y="971264"/>
                  <a:pt x="1083088" y="971169"/>
                </a:cubicBezTo>
                <a:cubicBezTo>
                  <a:pt x="1080611" y="971074"/>
                  <a:pt x="1078040" y="971264"/>
                  <a:pt x="1075849" y="970502"/>
                </a:cubicBezTo>
                <a:cubicBezTo>
                  <a:pt x="1064609" y="966692"/>
                  <a:pt x="1053941" y="968788"/>
                  <a:pt x="1045845" y="976217"/>
                </a:cubicBezTo>
                <a:cubicBezTo>
                  <a:pt x="1032986" y="988219"/>
                  <a:pt x="1021366" y="985933"/>
                  <a:pt x="1007364" y="978313"/>
                </a:cubicBezTo>
                <a:cubicBezTo>
                  <a:pt x="995648" y="972026"/>
                  <a:pt x="982599" y="956786"/>
                  <a:pt x="968693" y="958882"/>
                </a:cubicBezTo>
                <a:cubicBezTo>
                  <a:pt x="946214" y="962120"/>
                  <a:pt x="923735" y="952024"/>
                  <a:pt x="901732" y="957739"/>
                </a:cubicBezTo>
                <a:cubicBezTo>
                  <a:pt x="893445" y="959929"/>
                  <a:pt x="884206" y="961168"/>
                  <a:pt x="876205" y="963454"/>
                </a:cubicBezTo>
                <a:cubicBezTo>
                  <a:pt x="860679" y="967931"/>
                  <a:pt x="847725" y="960787"/>
                  <a:pt x="833914" y="958215"/>
                </a:cubicBezTo>
                <a:cubicBezTo>
                  <a:pt x="826198" y="956786"/>
                  <a:pt x="819531" y="964883"/>
                  <a:pt x="810577" y="966597"/>
                </a:cubicBezTo>
                <a:cubicBezTo>
                  <a:pt x="805815" y="967454"/>
                  <a:pt x="800672" y="970121"/>
                  <a:pt x="795242" y="968121"/>
                </a:cubicBezTo>
                <a:cubicBezTo>
                  <a:pt x="789337" y="965740"/>
                  <a:pt x="783812" y="966502"/>
                  <a:pt x="777716" y="968978"/>
                </a:cubicBezTo>
                <a:cubicBezTo>
                  <a:pt x="769906" y="972121"/>
                  <a:pt x="761238" y="973646"/>
                  <a:pt x="752856" y="972788"/>
                </a:cubicBezTo>
                <a:cubicBezTo>
                  <a:pt x="745046" y="972121"/>
                  <a:pt x="737521" y="974884"/>
                  <a:pt x="732092" y="977932"/>
                </a:cubicBezTo>
                <a:cubicBezTo>
                  <a:pt x="722186" y="983647"/>
                  <a:pt x="713423" y="984599"/>
                  <a:pt x="703993" y="979361"/>
                </a:cubicBezTo>
                <a:cubicBezTo>
                  <a:pt x="687991" y="970598"/>
                  <a:pt x="673418" y="976694"/>
                  <a:pt x="659892" y="988504"/>
                </a:cubicBezTo>
                <a:cubicBezTo>
                  <a:pt x="657987" y="990124"/>
                  <a:pt x="656463" y="991457"/>
                  <a:pt x="653510" y="990600"/>
                </a:cubicBezTo>
                <a:cubicBezTo>
                  <a:pt x="641509" y="987076"/>
                  <a:pt x="629507" y="983456"/>
                  <a:pt x="616744" y="983456"/>
                </a:cubicBezTo>
                <a:cubicBezTo>
                  <a:pt x="598742" y="983552"/>
                  <a:pt x="580168" y="973455"/>
                  <a:pt x="562547" y="985552"/>
                </a:cubicBezTo>
                <a:cubicBezTo>
                  <a:pt x="561975" y="986028"/>
                  <a:pt x="560832" y="986028"/>
                  <a:pt x="559880" y="985933"/>
                </a:cubicBezTo>
                <a:cubicBezTo>
                  <a:pt x="541211" y="985552"/>
                  <a:pt x="522637" y="984790"/>
                  <a:pt x="503872" y="986981"/>
                </a:cubicBezTo>
                <a:cubicBezTo>
                  <a:pt x="487204" y="989076"/>
                  <a:pt x="470916" y="997649"/>
                  <a:pt x="456343" y="990886"/>
                </a:cubicBezTo>
                <a:cubicBezTo>
                  <a:pt x="439674" y="983075"/>
                  <a:pt x="425101" y="982504"/>
                  <a:pt x="409670" y="991076"/>
                </a:cubicBezTo>
                <a:cubicBezTo>
                  <a:pt x="405098" y="993553"/>
                  <a:pt x="401384" y="992600"/>
                  <a:pt x="397669" y="990124"/>
                </a:cubicBezTo>
                <a:cubicBezTo>
                  <a:pt x="391287" y="985933"/>
                  <a:pt x="384143" y="984504"/>
                  <a:pt x="376523" y="984409"/>
                </a:cubicBezTo>
                <a:cubicBezTo>
                  <a:pt x="363569" y="984218"/>
                  <a:pt x="348710" y="986409"/>
                  <a:pt x="336042" y="984409"/>
                </a:cubicBezTo>
                <a:cubicBezTo>
                  <a:pt x="318326" y="981266"/>
                  <a:pt x="307372" y="951833"/>
                  <a:pt x="288608" y="956024"/>
                </a:cubicBezTo>
                <a:cubicBezTo>
                  <a:pt x="287179" y="956215"/>
                  <a:pt x="285655" y="955072"/>
                  <a:pt x="284131" y="954881"/>
                </a:cubicBezTo>
                <a:cubicBezTo>
                  <a:pt x="264319" y="950881"/>
                  <a:pt x="244697" y="942499"/>
                  <a:pt x="224123" y="951929"/>
                </a:cubicBezTo>
                <a:cubicBezTo>
                  <a:pt x="220694" y="953453"/>
                  <a:pt x="216884" y="952119"/>
                  <a:pt x="213455" y="950309"/>
                </a:cubicBezTo>
                <a:cubicBezTo>
                  <a:pt x="188786" y="936974"/>
                  <a:pt x="159639" y="956500"/>
                  <a:pt x="134874" y="964692"/>
                </a:cubicBezTo>
                <a:cubicBezTo>
                  <a:pt x="126968" y="967264"/>
                  <a:pt x="117729" y="968312"/>
                  <a:pt x="111633" y="963740"/>
                </a:cubicBezTo>
                <a:cubicBezTo>
                  <a:pt x="99727" y="954881"/>
                  <a:pt x="87249" y="949262"/>
                  <a:pt x="72485" y="948404"/>
                </a:cubicBezTo>
                <a:cubicBezTo>
                  <a:pt x="71628" y="948404"/>
                  <a:pt x="70771" y="947833"/>
                  <a:pt x="70009" y="947261"/>
                </a:cubicBezTo>
                <a:cubicBezTo>
                  <a:pt x="65723" y="943832"/>
                  <a:pt x="61151" y="944213"/>
                  <a:pt x="56102" y="945833"/>
                </a:cubicBezTo>
                <a:cubicBezTo>
                  <a:pt x="44672" y="949547"/>
                  <a:pt x="33338" y="950309"/>
                  <a:pt x="23051" y="941832"/>
                </a:cubicBezTo>
                <a:cubicBezTo>
                  <a:pt x="21907" y="940784"/>
                  <a:pt x="19526" y="940594"/>
                  <a:pt x="17812" y="940784"/>
                </a:cubicBezTo>
                <a:cubicBezTo>
                  <a:pt x="13145" y="941356"/>
                  <a:pt x="10477" y="938594"/>
                  <a:pt x="7906" y="935260"/>
                </a:cubicBezTo>
                <a:cubicBezTo>
                  <a:pt x="5620" y="932117"/>
                  <a:pt x="2857" y="946499"/>
                  <a:pt x="0" y="944213"/>
                </a:cubicBezTo>
                <a:lnTo>
                  <a:pt x="0" y="0"/>
                </a:lnTo>
                <a:lnTo>
                  <a:pt x="1648111"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 name="Google Shape;1075;p44"/>
          <p:cNvSpPr/>
          <p:nvPr/>
        </p:nvSpPr>
        <p:spPr>
          <a:xfrm rot="7450082">
            <a:off x="2538572" y="1525235"/>
            <a:ext cx="539878" cy="695595"/>
          </a:xfrm>
          <a:custGeom>
            <a:rect b="b" l="l" r="r" t="t"/>
            <a:pathLst>
              <a:path extrusionOk="0" h="27824" w="27997">
                <a:moveTo>
                  <a:pt x="21400" y="1892"/>
                </a:moveTo>
                <a:cubicBezTo>
                  <a:pt x="14797" y="2993"/>
                  <a:pt x="5934" y="1094"/>
                  <a:pt x="1825" y="6378"/>
                </a:cubicBezTo>
                <a:cubicBezTo>
                  <a:pt x="-1923" y="11197"/>
                  <a:pt x="611" y="20658"/>
                  <a:pt x="5495" y="24321"/>
                </a:cubicBezTo>
                <a:cubicBezTo>
                  <a:pt x="11044" y="28482"/>
                  <a:pt x="22725" y="29657"/>
                  <a:pt x="26293" y="23709"/>
                </a:cubicBezTo>
                <a:cubicBezTo>
                  <a:pt x="30151" y="17277"/>
                  <a:pt x="26933" y="6193"/>
                  <a:pt x="20788" y="1892"/>
                </a:cubicBezTo>
                <a:cubicBezTo>
                  <a:pt x="16482" y="-1121"/>
                  <a:pt x="8802" y="-398"/>
                  <a:pt x="5087" y="3319"/>
                </a:cubicBezTo>
                <a:cubicBezTo>
                  <a:pt x="378" y="8031"/>
                  <a:pt x="-1074" y="20320"/>
                  <a:pt x="4883" y="23302"/>
                </a:cubicBezTo>
              </a:path>
            </a:pathLst>
          </a:custGeom>
          <a:noFill/>
          <a:ln cap="flat" cmpd="sng" w="19050">
            <a:solidFill>
              <a:schemeClr val="dk2"/>
            </a:solidFill>
            <a:prstDash val="solid"/>
            <a:round/>
            <a:headEnd len="med" w="med" type="none"/>
            <a:tailEnd len="med" w="med" type="none"/>
          </a:ln>
        </p:spPr>
      </p:sp>
      <p:sp>
        <p:nvSpPr>
          <p:cNvPr id="1076" name="Google Shape;1076;p44"/>
          <p:cNvSpPr/>
          <p:nvPr/>
        </p:nvSpPr>
        <p:spPr>
          <a:xfrm>
            <a:off x="5972876" y="1586687"/>
            <a:ext cx="725225" cy="572690"/>
          </a:xfrm>
          <a:custGeom>
            <a:rect b="b" l="l" r="r" t="t"/>
            <a:pathLst>
              <a:path extrusionOk="0" h="17820" w="29009">
                <a:moveTo>
                  <a:pt x="27726" y="3969"/>
                </a:moveTo>
                <a:cubicBezTo>
                  <a:pt x="19755" y="-14"/>
                  <a:pt x="2203" y="-1421"/>
                  <a:pt x="1218" y="7436"/>
                </a:cubicBezTo>
                <a:cubicBezTo>
                  <a:pt x="177" y="16803"/>
                  <a:pt x="28012" y="22319"/>
                  <a:pt x="28950" y="12941"/>
                </a:cubicBezTo>
                <a:cubicBezTo>
                  <a:pt x="29897" y="3472"/>
                  <a:pt x="9604" y="-3929"/>
                  <a:pt x="2442" y="2338"/>
                </a:cubicBezTo>
                <a:cubicBezTo>
                  <a:pt x="12" y="4465"/>
                  <a:pt x="-776" y="9234"/>
                  <a:pt x="1015" y="11921"/>
                </a:cubicBezTo>
                <a:cubicBezTo>
                  <a:pt x="3549" y="15723"/>
                  <a:pt x="9087" y="17223"/>
                  <a:pt x="13657" y="17223"/>
                </a:cubicBezTo>
              </a:path>
            </a:pathLst>
          </a:custGeom>
          <a:noFill/>
          <a:ln cap="flat" cmpd="sng" w="19050">
            <a:solidFill>
              <a:schemeClr val="dk2"/>
            </a:solidFill>
            <a:prstDash val="solid"/>
            <a:round/>
            <a:headEnd len="med" w="med" type="none"/>
            <a:tailEnd len="med" w="med" type="none"/>
          </a:ln>
        </p:spPr>
      </p:sp>
      <p:grpSp>
        <p:nvGrpSpPr>
          <p:cNvPr id="1077" name="Google Shape;1077;p44"/>
          <p:cNvGrpSpPr/>
          <p:nvPr/>
        </p:nvGrpSpPr>
        <p:grpSpPr>
          <a:xfrm>
            <a:off x="8096312" y="3828939"/>
            <a:ext cx="448970" cy="542629"/>
            <a:chOff x="2594860" y="4963366"/>
            <a:chExt cx="112094" cy="135488"/>
          </a:xfrm>
        </p:grpSpPr>
        <p:sp>
          <p:nvSpPr>
            <p:cNvPr id="1078" name="Google Shape;1078;p44"/>
            <p:cNvSpPr/>
            <p:nvPr/>
          </p:nvSpPr>
          <p:spPr>
            <a:xfrm>
              <a:off x="2594860" y="4963366"/>
              <a:ext cx="112094" cy="135488"/>
            </a:xfrm>
            <a:custGeom>
              <a:rect b="b" l="l" r="r" t="t"/>
              <a:pathLst>
                <a:path extrusionOk="0" h="135488" w="112094">
                  <a:moveTo>
                    <a:pt x="110742" y="72880"/>
                  </a:moveTo>
                  <a:cubicBezTo>
                    <a:pt x="110389" y="72102"/>
                    <a:pt x="109894" y="71324"/>
                    <a:pt x="109328" y="70617"/>
                  </a:cubicBezTo>
                  <a:cubicBezTo>
                    <a:pt x="105298" y="65456"/>
                    <a:pt x="94552" y="65244"/>
                    <a:pt x="88542" y="64678"/>
                  </a:cubicBezTo>
                  <a:cubicBezTo>
                    <a:pt x="85078" y="64395"/>
                    <a:pt x="81613" y="64254"/>
                    <a:pt x="78220" y="64395"/>
                  </a:cubicBezTo>
                  <a:cubicBezTo>
                    <a:pt x="75250" y="64537"/>
                    <a:pt x="71291" y="65527"/>
                    <a:pt x="68463" y="64183"/>
                  </a:cubicBezTo>
                  <a:cubicBezTo>
                    <a:pt x="68180" y="64042"/>
                    <a:pt x="67897" y="63830"/>
                    <a:pt x="67756" y="63547"/>
                  </a:cubicBezTo>
                  <a:cubicBezTo>
                    <a:pt x="67685" y="63194"/>
                    <a:pt x="67756" y="62840"/>
                    <a:pt x="67968" y="62557"/>
                  </a:cubicBezTo>
                  <a:cubicBezTo>
                    <a:pt x="74826" y="49760"/>
                    <a:pt x="80623" y="35337"/>
                    <a:pt x="82532" y="20914"/>
                  </a:cubicBezTo>
                  <a:cubicBezTo>
                    <a:pt x="83169" y="16177"/>
                    <a:pt x="83239" y="11087"/>
                    <a:pt x="81189" y="6774"/>
                  </a:cubicBezTo>
                  <a:cubicBezTo>
                    <a:pt x="79139" y="2461"/>
                    <a:pt x="74260" y="-861"/>
                    <a:pt x="69594" y="199"/>
                  </a:cubicBezTo>
                  <a:cubicBezTo>
                    <a:pt x="67332" y="694"/>
                    <a:pt x="65423" y="2108"/>
                    <a:pt x="63726" y="3663"/>
                  </a:cubicBezTo>
                  <a:cubicBezTo>
                    <a:pt x="55383" y="11087"/>
                    <a:pt x="50576" y="21763"/>
                    <a:pt x="48384" y="32651"/>
                  </a:cubicBezTo>
                  <a:cubicBezTo>
                    <a:pt x="46192" y="43539"/>
                    <a:pt x="46334" y="54780"/>
                    <a:pt x="46475" y="65880"/>
                  </a:cubicBezTo>
                  <a:cubicBezTo>
                    <a:pt x="41455" y="57537"/>
                    <a:pt x="36082" y="48841"/>
                    <a:pt x="27598" y="44104"/>
                  </a:cubicBezTo>
                  <a:cubicBezTo>
                    <a:pt x="19114" y="39367"/>
                    <a:pt x="6529" y="40428"/>
                    <a:pt x="1792" y="48841"/>
                  </a:cubicBezTo>
                  <a:cubicBezTo>
                    <a:pt x="-3157" y="57608"/>
                    <a:pt x="2852" y="69132"/>
                    <a:pt x="11195" y="74718"/>
                  </a:cubicBezTo>
                  <a:cubicBezTo>
                    <a:pt x="18831" y="79879"/>
                    <a:pt x="28517" y="82000"/>
                    <a:pt x="37637" y="80586"/>
                  </a:cubicBezTo>
                  <a:cubicBezTo>
                    <a:pt x="27386" y="86030"/>
                    <a:pt x="18689" y="94302"/>
                    <a:pt x="12751" y="104271"/>
                  </a:cubicBezTo>
                  <a:cubicBezTo>
                    <a:pt x="9852" y="109079"/>
                    <a:pt x="7801" y="115866"/>
                    <a:pt x="11690" y="119896"/>
                  </a:cubicBezTo>
                  <a:cubicBezTo>
                    <a:pt x="15366" y="123714"/>
                    <a:pt x="21729" y="122512"/>
                    <a:pt x="26466" y="120249"/>
                  </a:cubicBezTo>
                  <a:cubicBezTo>
                    <a:pt x="37001" y="115300"/>
                    <a:pt x="45697" y="106675"/>
                    <a:pt x="50788" y="96282"/>
                  </a:cubicBezTo>
                  <a:cubicBezTo>
                    <a:pt x="48525" y="104554"/>
                    <a:pt x="46263" y="113320"/>
                    <a:pt x="48454" y="121663"/>
                  </a:cubicBezTo>
                  <a:cubicBezTo>
                    <a:pt x="50646" y="129935"/>
                    <a:pt x="59060" y="137288"/>
                    <a:pt x="67332" y="135097"/>
                  </a:cubicBezTo>
                  <a:cubicBezTo>
                    <a:pt x="75604" y="132905"/>
                    <a:pt x="79280" y="122724"/>
                    <a:pt x="78290" y="114240"/>
                  </a:cubicBezTo>
                  <a:cubicBezTo>
                    <a:pt x="77795" y="110069"/>
                    <a:pt x="76523" y="106109"/>
                    <a:pt x="75179" y="102150"/>
                  </a:cubicBezTo>
                  <a:cubicBezTo>
                    <a:pt x="73978" y="98756"/>
                    <a:pt x="70867" y="94302"/>
                    <a:pt x="71857" y="90626"/>
                  </a:cubicBezTo>
                  <a:cubicBezTo>
                    <a:pt x="78432" y="91898"/>
                    <a:pt x="84088" y="95504"/>
                    <a:pt x="91158" y="95787"/>
                  </a:cubicBezTo>
                  <a:cubicBezTo>
                    <a:pt x="97804" y="95999"/>
                    <a:pt x="104874" y="93737"/>
                    <a:pt x="109045" y="88504"/>
                  </a:cubicBezTo>
                  <a:cubicBezTo>
                    <a:pt x="112368" y="84262"/>
                    <a:pt x="113075" y="77829"/>
                    <a:pt x="110671" y="72880"/>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9" name="Google Shape;1079;p44"/>
            <p:cNvSpPr/>
            <p:nvPr/>
          </p:nvSpPr>
          <p:spPr>
            <a:xfrm>
              <a:off x="2644927" y="5037589"/>
              <a:ext cx="7701" cy="8928"/>
            </a:xfrm>
            <a:custGeom>
              <a:rect b="b" l="l" r="r" t="t"/>
              <a:pathLst>
                <a:path extrusionOk="0" h="8928" w="7701">
                  <a:moveTo>
                    <a:pt x="6518" y="3606"/>
                  </a:moveTo>
                  <a:lnTo>
                    <a:pt x="6518" y="3606"/>
                  </a:lnTo>
                  <a:cubicBezTo>
                    <a:pt x="6518" y="3606"/>
                    <a:pt x="6660" y="3818"/>
                    <a:pt x="6660" y="3959"/>
                  </a:cubicBezTo>
                  <a:cubicBezTo>
                    <a:pt x="6660" y="3959"/>
                    <a:pt x="6660" y="3888"/>
                    <a:pt x="6660" y="3818"/>
                  </a:cubicBezTo>
                  <a:lnTo>
                    <a:pt x="6660" y="4737"/>
                  </a:lnTo>
                  <a:lnTo>
                    <a:pt x="6660" y="4737"/>
                  </a:lnTo>
                  <a:cubicBezTo>
                    <a:pt x="6730" y="4313"/>
                    <a:pt x="6730" y="3959"/>
                    <a:pt x="6589" y="3535"/>
                  </a:cubicBezTo>
                  <a:cubicBezTo>
                    <a:pt x="6447" y="3181"/>
                    <a:pt x="6165" y="2828"/>
                    <a:pt x="5811" y="2687"/>
                  </a:cubicBezTo>
                  <a:cubicBezTo>
                    <a:pt x="5104" y="2333"/>
                    <a:pt x="4326" y="2192"/>
                    <a:pt x="3549" y="2404"/>
                  </a:cubicBezTo>
                  <a:cubicBezTo>
                    <a:pt x="2630" y="2687"/>
                    <a:pt x="1993" y="3394"/>
                    <a:pt x="1710" y="4242"/>
                  </a:cubicBezTo>
                  <a:cubicBezTo>
                    <a:pt x="1428" y="5090"/>
                    <a:pt x="1710" y="6151"/>
                    <a:pt x="2347" y="6858"/>
                  </a:cubicBezTo>
                  <a:cubicBezTo>
                    <a:pt x="2842" y="7424"/>
                    <a:pt x="3619" y="7706"/>
                    <a:pt x="4397" y="7706"/>
                  </a:cubicBezTo>
                  <a:cubicBezTo>
                    <a:pt x="5175" y="7706"/>
                    <a:pt x="5953" y="7424"/>
                    <a:pt x="6518" y="6858"/>
                  </a:cubicBezTo>
                  <a:cubicBezTo>
                    <a:pt x="6730" y="6646"/>
                    <a:pt x="6942" y="6363"/>
                    <a:pt x="7084" y="6080"/>
                  </a:cubicBezTo>
                  <a:cubicBezTo>
                    <a:pt x="7367" y="5585"/>
                    <a:pt x="7437" y="5161"/>
                    <a:pt x="7508" y="4595"/>
                  </a:cubicBezTo>
                  <a:cubicBezTo>
                    <a:pt x="7508" y="4242"/>
                    <a:pt x="7508" y="3888"/>
                    <a:pt x="7367" y="3535"/>
                  </a:cubicBezTo>
                  <a:cubicBezTo>
                    <a:pt x="7225" y="3181"/>
                    <a:pt x="7154" y="2828"/>
                    <a:pt x="6942" y="2545"/>
                  </a:cubicBezTo>
                  <a:cubicBezTo>
                    <a:pt x="6447" y="1626"/>
                    <a:pt x="5528" y="989"/>
                    <a:pt x="4468" y="989"/>
                  </a:cubicBezTo>
                  <a:cubicBezTo>
                    <a:pt x="3761" y="989"/>
                    <a:pt x="3054" y="1273"/>
                    <a:pt x="2488" y="1697"/>
                  </a:cubicBezTo>
                  <a:cubicBezTo>
                    <a:pt x="1923" y="2121"/>
                    <a:pt x="1428" y="2545"/>
                    <a:pt x="1145" y="3181"/>
                  </a:cubicBezTo>
                  <a:cubicBezTo>
                    <a:pt x="1004" y="3464"/>
                    <a:pt x="862" y="3818"/>
                    <a:pt x="791" y="4100"/>
                  </a:cubicBezTo>
                  <a:cubicBezTo>
                    <a:pt x="650" y="4666"/>
                    <a:pt x="650" y="5090"/>
                    <a:pt x="791" y="5727"/>
                  </a:cubicBezTo>
                  <a:cubicBezTo>
                    <a:pt x="933" y="6363"/>
                    <a:pt x="1286" y="6999"/>
                    <a:pt x="1710" y="7424"/>
                  </a:cubicBezTo>
                  <a:cubicBezTo>
                    <a:pt x="2347" y="7989"/>
                    <a:pt x="3125" y="8343"/>
                    <a:pt x="3973" y="8413"/>
                  </a:cubicBezTo>
                  <a:cubicBezTo>
                    <a:pt x="4821" y="8484"/>
                    <a:pt x="5670" y="8060"/>
                    <a:pt x="6235" y="7494"/>
                  </a:cubicBezTo>
                  <a:cubicBezTo>
                    <a:pt x="7296" y="6504"/>
                    <a:pt x="7508" y="4878"/>
                    <a:pt x="7154" y="3535"/>
                  </a:cubicBezTo>
                  <a:cubicBezTo>
                    <a:pt x="7013" y="2899"/>
                    <a:pt x="6589" y="2192"/>
                    <a:pt x="6094" y="1768"/>
                  </a:cubicBezTo>
                  <a:cubicBezTo>
                    <a:pt x="5458" y="1202"/>
                    <a:pt x="4680" y="848"/>
                    <a:pt x="3761" y="848"/>
                  </a:cubicBezTo>
                  <a:cubicBezTo>
                    <a:pt x="3407" y="848"/>
                    <a:pt x="3054" y="848"/>
                    <a:pt x="2771" y="989"/>
                  </a:cubicBezTo>
                  <a:cubicBezTo>
                    <a:pt x="2488" y="1131"/>
                    <a:pt x="2135" y="1202"/>
                    <a:pt x="1781" y="1343"/>
                  </a:cubicBezTo>
                  <a:cubicBezTo>
                    <a:pt x="1216" y="1697"/>
                    <a:pt x="650" y="2192"/>
                    <a:pt x="438" y="2828"/>
                  </a:cubicBezTo>
                  <a:cubicBezTo>
                    <a:pt x="155" y="3464"/>
                    <a:pt x="-57" y="4171"/>
                    <a:pt x="14" y="4878"/>
                  </a:cubicBezTo>
                  <a:cubicBezTo>
                    <a:pt x="14" y="5232"/>
                    <a:pt x="14" y="5585"/>
                    <a:pt x="226" y="5868"/>
                  </a:cubicBezTo>
                  <a:cubicBezTo>
                    <a:pt x="438" y="6434"/>
                    <a:pt x="650" y="6716"/>
                    <a:pt x="1004" y="7211"/>
                  </a:cubicBezTo>
                  <a:cubicBezTo>
                    <a:pt x="1145" y="7424"/>
                    <a:pt x="1357" y="7565"/>
                    <a:pt x="1569" y="7706"/>
                  </a:cubicBezTo>
                  <a:cubicBezTo>
                    <a:pt x="1781" y="7848"/>
                    <a:pt x="1993" y="8060"/>
                    <a:pt x="2276" y="8130"/>
                  </a:cubicBezTo>
                  <a:cubicBezTo>
                    <a:pt x="2559" y="8272"/>
                    <a:pt x="2912" y="8413"/>
                    <a:pt x="3266" y="8484"/>
                  </a:cubicBezTo>
                  <a:cubicBezTo>
                    <a:pt x="3619" y="8555"/>
                    <a:pt x="3973" y="8625"/>
                    <a:pt x="4326" y="8625"/>
                  </a:cubicBezTo>
                  <a:cubicBezTo>
                    <a:pt x="5175" y="8625"/>
                    <a:pt x="6094" y="8272"/>
                    <a:pt x="6730" y="7635"/>
                  </a:cubicBezTo>
                  <a:cubicBezTo>
                    <a:pt x="7225" y="7070"/>
                    <a:pt x="7579" y="6363"/>
                    <a:pt x="7649" y="5585"/>
                  </a:cubicBezTo>
                  <a:cubicBezTo>
                    <a:pt x="7791" y="4383"/>
                    <a:pt x="7649" y="3181"/>
                    <a:pt x="7154" y="2050"/>
                  </a:cubicBezTo>
                  <a:cubicBezTo>
                    <a:pt x="6872" y="1414"/>
                    <a:pt x="6306" y="919"/>
                    <a:pt x="5740" y="565"/>
                  </a:cubicBezTo>
                  <a:cubicBezTo>
                    <a:pt x="5175" y="212"/>
                    <a:pt x="4468" y="0"/>
                    <a:pt x="3761" y="0"/>
                  </a:cubicBezTo>
                  <a:cubicBezTo>
                    <a:pt x="2912" y="0"/>
                    <a:pt x="2135" y="424"/>
                    <a:pt x="1498" y="989"/>
                  </a:cubicBezTo>
                  <a:cubicBezTo>
                    <a:pt x="1074" y="1414"/>
                    <a:pt x="791" y="1909"/>
                    <a:pt x="509" y="2474"/>
                  </a:cubicBezTo>
                  <a:cubicBezTo>
                    <a:pt x="84" y="3535"/>
                    <a:pt x="-57" y="4737"/>
                    <a:pt x="296" y="5868"/>
                  </a:cubicBezTo>
                  <a:cubicBezTo>
                    <a:pt x="509" y="6575"/>
                    <a:pt x="791" y="7070"/>
                    <a:pt x="1286" y="7635"/>
                  </a:cubicBezTo>
                  <a:cubicBezTo>
                    <a:pt x="1781" y="8201"/>
                    <a:pt x="2276" y="8484"/>
                    <a:pt x="2912" y="8696"/>
                  </a:cubicBezTo>
                  <a:cubicBezTo>
                    <a:pt x="3054" y="8696"/>
                    <a:pt x="3195" y="8838"/>
                    <a:pt x="3407" y="8838"/>
                  </a:cubicBezTo>
                  <a:cubicBezTo>
                    <a:pt x="3761" y="8838"/>
                    <a:pt x="4044" y="8979"/>
                    <a:pt x="4397" y="8908"/>
                  </a:cubicBezTo>
                  <a:cubicBezTo>
                    <a:pt x="5033" y="8908"/>
                    <a:pt x="5670" y="8767"/>
                    <a:pt x="6165" y="8413"/>
                  </a:cubicBezTo>
                  <a:cubicBezTo>
                    <a:pt x="7225" y="7777"/>
                    <a:pt x="7791" y="6363"/>
                    <a:pt x="7437" y="5161"/>
                  </a:cubicBezTo>
                  <a:cubicBezTo>
                    <a:pt x="7225" y="4525"/>
                    <a:pt x="6730" y="3959"/>
                    <a:pt x="6023" y="3818"/>
                  </a:cubicBezTo>
                  <a:cubicBezTo>
                    <a:pt x="5599" y="3747"/>
                    <a:pt x="5175" y="3818"/>
                    <a:pt x="4821" y="4171"/>
                  </a:cubicBezTo>
                  <a:cubicBezTo>
                    <a:pt x="4468" y="4525"/>
                    <a:pt x="4397" y="4949"/>
                    <a:pt x="4468" y="5373"/>
                  </a:cubicBezTo>
                  <a:cubicBezTo>
                    <a:pt x="4468" y="5373"/>
                    <a:pt x="4468" y="5373"/>
                    <a:pt x="4468" y="5444"/>
                  </a:cubicBezTo>
                  <a:lnTo>
                    <a:pt x="4468" y="5090"/>
                  </a:lnTo>
                  <a:cubicBezTo>
                    <a:pt x="4468" y="5090"/>
                    <a:pt x="4468" y="5373"/>
                    <a:pt x="4468" y="5514"/>
                  </a:cubicBezTo>
                  <a:lnTo>
                    <a:pt x="4468" y="5090"/>
                  </a:lnTo>
                  <a:cubicBezTo>
                    <a:pt x="4468" y="5090"/>
                    <a:pt x="4468" y="5232"/>
                    <a:pt x="4468" y="5303"/>
                  </a:cubicBezTo>
                  <a:lnTo>
                    <a:pt x="4609" y="4949"/>
                  </a:lnTo>
                  <a:cubicBezTo>
                    <a:pt x="4609" y="4949"/>
                    <a:pt x="4539" y="5161"/>
                    <a:pt x="4468" y="5232"/>
                  </a:cubicBezTo>
                  <a:lnTo>
                    <a:pt x="4751" y="4878"/>
                  </a:lnTo>
                  <a:cubicBezTo>
                    <a:pt x="4751" y="4878"/>
                    <a:pt x="4609" y="5090"/>
                    <a:pt x="4468" y="5161"/>
                  </a:cubicBezTo>
                  <a:lnTo>
                    <a:pt x="4821" y="4878"/>
                  </a:lnTo>
                  <a:cubicBezTo>
                    <a:pt x="4821" y="4878"/>
                    <a:pt x="4680" y="4949"/>
                    <a:pt x="4609" y="5019"/>
                  </a:cubicBezTo>
                  <a:lnTo>
                    <a:pt x="5033" y="4808"/>
                  </a:lnTo>
                  <a:cubicBezTo>
                    <a:pt x="5033" y="4808"/>
                    <a:pt x="4539" y="4949"/>
                    <a:pt x="4326" y="5019"/>
                  </a:cubicBezTo>
                  <a:lnTo>
                    <a:pt x="4821" y="5019"/>
                  </a:lnTo>
                  <a:cubicBezTo>
                    <a:pt x="4821" y="5019"/>
                    <a:pt x="4468" y="5019"/>
                    <a:pt x="4326" y="4949"/>
                  </a:cubicBezTo>
                  <a:lnTo>
                    <a:pt x="4821" y="4949"/>
                  </a:lnTo>
                  <a:cubicBezTo>
                    <a:pt x="4821" y="4949"/>
                    <a:pt x="4468" y="4949"/>
                    <a:pt x="4256" y="4878"/>
                  </a:cubicBezTo>
                  <a:lnTo>
                    <a:pt x="4751" y="5090"/>
                  </a:lnTo>
                  <a:cubicBezTo>
                    <a:pt x="4751" y="5090"/>
                    <a:pt x="4397" y="4949"/>
                    <a:pt x="4256" y="4808"/>
                  </a:cubicBezTo>
                  <a:lnTo>
                    <a:pt x="4680" y="5161"/>
                  </a:lnTo>
                  <a:cubicBezTo>
                    <a:pt x="4680" y="5161"/>
                    <a:pt x="4397" y="4878"/>
                    <a:pt x="4256" y="4666"/>
                  </a:cubicBezTo>
                  <a:lnTo>
                    <a:pt x="4609" y="5090"/>
                  </a:lnTo>
                  <a:cubicBezTo>
                    <a:pt x="4609" y="5090"/>
                    <a:pt x="4397" y="4737"/>
                    <a:pt x="4256" y="4525"/>
                  </a:cubicBezTo>
                  <a:lnTo>
                    <a:pt x="4468" y="5019"/>
                  </a:lnTo>
                  <a:cubicBezTo>
                    <a:pt x="4468" y="5019"/>
                    <a:pt x="4326" y="4595"/>
                    <a:pt x="4326" y="4383"/>
                  </a:cubicBezTo>
                  <a:lnTo>
                    <a:pt x="4326" y="4949"/>
                  </a:lnTo>
                  <a:cubicBezTo>
                    <a:pt x="4326" y="4949"/>
                    <a:pt x="4326" y="4383"/>
                    <a:pt x="4397" y="4100"/>
                  </a:cubicBezTo>
                  <a:lnTo>
                    <a:pt x="4397" y="4666"/>
                  </a:lnTo>
                  <a:cubicBezTo>
                    <a:pt x="4397" y="4666"/>
                    <a:pt x="4397" y="4171"/>
                    <a:pt x="4539" y="3959"/>
                  </a:cubicBezTo>
                  <a:lnTo>
                    <a:pt x="4326" y="4454"/>
                  </a:lnTo>
                  <a:cubicBezTo>
                    <a:pt x="4326" y="4454"/>
                    <a:pt x="4539" y="4100"/>
                    <a:pt x="4680" y="3888"/>
                  </a:cubicBezTo>
                  <a:lnTo>
                    <a:pt x="4326" y="4313"/>
                  </a:lnTo>
                  <a:cubicBezTo>
                    <a:pt x="4326" y="4313"/>
                    <a:pt x="4539" y="4100"/>
                    <a:pt x="4609" y="4030"/>
                  </a:cubicBezTo>
                  <a:lnTo>
                    <a:pt x="4185" y="4383"/>
                  </a:lnTo>
                  <a:cubicBezTo>
                    <a:pt x="4185" y="4383"/>
                    <a:pt x="4397" y="4242"/>
                    <a:pt x="4468" y="4171"/>
                  </a:cubicBezTo>
                  <a:lnTo>
                    <a:pt x="3973" y="4383"/>
                  </a:lnTo>
                  <a:cubicBezTo>
                    <a:pt x="3973" y="4383"/>
                    <a:pt x="4185" y="4383"/>
                    <a:pt x="4256" y="4313"/>
                  </a:cubicBezTo>
                  <a:lnTo>
                    <a:pt x="3690" y="4313"/>
                  </a:lnTo>
                  <a:cubicBezTo>
                    <a:pt x="3690" y="4313"/>
                    <a:pt x="3902" y="4313"/>
                    <a:pt x="4044" y="4383"/>
                  </a:cubicBezTo>
                  <a:lnTo>
                    <a:pt x="3478" y="4383"/>
                  </a:lnTo>
                  <a:cubicBezTo>
                    <a:pt x="3478" y="4383"/>
                    <a:pt x="3690" y="4383"/>
                    <a:pt x="3761" y="4383"/>
                  </a:cubicBezTo>
                  <a:lnTo>
                    <a:pt x="3266" y="4171"/>
                  </a:lnTo>
                  <a:cubicBezTo>
                    <a:pt x="3266" y="4171"/>
                    <a:pt x="3478" y="4313"/>
                    <a:pt x="3619" y="4383"/>
                  </a:cubicBezTo>
                  <a:lnTo>
                    <a:pt x="3195" y="4030"/>
                  </a:lnTo>
                  <a:cubicBezTo>
                    <a:pt x="3195" y="4030"/>
                    <a:pt x="3407" y="4242"/>
                    <a:pt x="3549" y="4383"/>
                  </a:cubicBezTo>
                  <a:lnTo>
                    <a:pt x="3195" y="3959"/>
                  </a:lnTo>
                  <a:cubicBezTo>
                    <a:pt x="3195" y="3959"/>
                    <a:pt x="3337" y="4242"/>
                    <a:pt x="3407" y="4383"/>
                  </a:cubicBezTo>
                  <a:lnTo>
                    <a:pt x="3195" y="3888"/>
                  </a:lnTo>
                  <a:cubicBezTo>
                    <a:pt x="3195" y="3888"/>
                    <a:pt x="3337" y="4383"/>
                    <a:pt x="3407" y="4595"/>
                  </a:cubicBezTo>
                  <a:lnTo>
                    <a:pt x="3407" y="4030"/>
                  </a:lnTo>
                  <a:cubicBezTo>
                    <a:pt x="3407" y="4454"/>
                    <a:pt x="3407" y="4878"/>
                    <a:pt x="3407" y="5303"/>
                  </a:cubicBezTo>
                  <a:lnTo>
                    <a:pt x="3407" y="4737"/>
                  </a:lnTo>
                  <a:cubicBezTo>
                    <a:pt x="3407" y="4737"/>
                    <a:pt x="3407" y="5090"/>
                    <a:pt x="3407" y="5232"/>
                  </a:cubicBezTo>
                  <a:lnTo>
                    <a:pt x="3619" y="4737"/>
                  </a:lnTo>
                  <a:cubicBezTo>
                    <a:pt x="3619" y="4737"/>
                    <a:pt x="3549" y="4949"/>
                    <a:pt x="3478" y="5019"/>
                  </a:cubicBezTo>
                  <a:lnTo>
                    <a:pt x="3832" y="4595"/>
                  </a:lnTo>
                  <a:cubicBezTo>
                    <a:pt x="3832" y="4595"/>
                    <a:pt x="3690" y="4737"/>
                    <a:pt x="3690" y="4737"/>
                  </a:cubicBezTo>
                  <a:lnTo>
                    <a:pt x="4114" y="4383"/>
                  </a:lnTo>
                  <a:cubicBezTo>
                    <a:pt x="4114" y="4383"/>
                    <a:pt x="3973" y="4454"/>
                    <a:pt x="3902" y="4525"/>
                  </a:cubicBezTo>
                  <a:lnTo>
                    <a:pt x="4397" y="4313"/>
                  </a:lnTo>
                  <a:cubicBezTo>
                    <a:pt x="4397" y="4313"/>
                    <a:pt x="4185" y="4313"/>
                    <a:pt x="4044" y="4383"/>
                  </a:cubicBezTo>
                  <a:lnTo>
                    <a:pt x="4609" y="4383"/>
                  </a:lnTo>
                  <a:cubicBezTo>
                    <a:pt x="4609" y="4383"/>
                    <a:pt x="4256" y="4383"/>
                    <a:pt x="4114" y="4313"/>
                  </a:cubicBezTo>
                  <a:lnTo>
                    <a:pt x="4680" y="4313"/>
                  </a:lnTo>
                  <a:cubicBezTo>
                    <a:pt x="4680" y="4313"/>
                    <a:pt x="4326" y="4313"/>
                    <a:pt x="4185" y="4313"/>
                  </a:cubicBezTo>
                  <a:lnTo>
                    <a:pt x="4751" y="4525"/>
                  </a:lnTo>
                  <a:cubicBezTo>
                    <a:pt x="4751" y="4525"/>
                    <a:pt x="4468" y="4383"/>
                    <a:pt x="4326" y="4242"/>
                  </a:cubicBezTo>
                  <a:lnTo>
                    <a:pt x="4751" y="4595"/>
                  </a:lnTo>
                  <a:cubicBezTo>
                    <a:pt x="4751" y="4595"/>
                    <a:pt x="4539" y="4383"/>
                    <a:pt x="4397" y="4242"/>
                  </a:cubicBezTo>
                  <a:lnTo>
                    <a:pt x="4751" y="4666"/>
                  </a:lnTo>
                  <a:cubicBezTo>
                    <a:pt x="4751" y="4666"/>
                    <a:pt x="4609" y="4383"/>
                    <a:pt x="4539" y="4242"/>
                  </a:cubicBezTo>
                  <a:lnTo>
                    <a:pt x="4751" y="4808"/>
                  </a:lnTo>
                  <a:cubicBezTo>
                    <a:pt x="4751" y="4808"/>
                    <a:pt x="4680" y="4525"/>
                    <a:pt x="4609" y="4383"/>
                  </a:cubicBezTo>
                  <a:lnTo>
                    <a:pt x="4609" y="4949"/>
                  </a:lnTo>
                  <a:cubicBezTo>
                    <a:pt x="4609" y="4949"/>
                    <a:pt x="4609" y="4666"/>
                    <a:pt x="4680" y="4525"/>
                  </a:cubicBezTo>
                  <a:lnTo>
                    <a:pt x="4680" y="5090"/>
                  </a:lnTo>
                  <a:cubicBezTo>
                    <a:pt x="4680" y="5090"/>
                    <a:pt x="4680" y="4808"/>
                    <a:pt x="4680" y="4666"/>
                  </a:cubicBezTo>
                  <a:lnTo>
                    <a:pt x="4468" y="5232"/>
                  </a:lnTo>
                  <a:cubicBezTo>
                    <a:pt x="4468" y="5232"/>
                    <a:pt x="4609" y="5019"/>
                    <a:pt x="4680" y="4878"/>
                  </a:cubicBezTo>
                  <a:lnTo>
                    <a:pt x="4326" y="5303"/>
                  </a:lnTo>
                  <a:cubicBezTo>
                    <a:pt x="4326" y="5303"/>
                    <a:pt x="4468" y="5161"/>
                    <a:pt x="4539" y="5090"/>
                  </a:cubicBezTo>
                  <a:lnTo>
                    <a:pt x="4114" y="5444"/>
                  </a:lnTo>
                  <a:cubicBezTo>
                    <a:pt x="4114" y="5444"/>
                    <a:pt x="4326" y="5303"/>
                    <a:pt x="4397" y="5232"/>
                  </a:cubicBezTo>
                  <a:lnTo>
                    <a:pt x="3832" y="5444"/>
                  </a:lnTo>
                  <a:cubicBezTo>
                    <a:pt x="3832" y="5444"/>
                    <a:pt x="4044" y="5373"/>
                    <a:pt x="4185" y="5373"/>
                  </a:cubicBezTo>
                  <a:lnTo>
                    <a:pt x="3549" y="5373"/>
                  </a:lnTo>
                  <a:cubicBezTo>
                    <a:pt x="3549" y="5373"/>
                    <a:pt x="3832" y="5373"/>
                    <a:pt x="3973" y="5444"/>
                  </a:cubicBezTo>
                  <a:lnTo>
                    <a:pt x="3337" y="5444"/>
                  </a:lnTo>
                  <a:cubicBezTo>
                    <a:pt x="3337" y="5444"/>
                    <a:pt x="3549" y="5444"/>
                    <a:pt x="3690" y="5444"/>
                  </a:cubicBezTo>
                  <a:lnTo>
                    <a:pt x="3125" y="5232"/>
                  </a:lnTo>
                  <a:cubicBezTo>
                    <a:pt x="3125" y="5232"/>
                    <a:pt x="3266" y="5303"/>
                    <a:pt x="3407" y="5373"/>
                  </a:cubicBezTo>
                  <a:lnTo>
                    <a:pt x="2912" y="5019"/>
                  </a:lnTo>
                  <a:cubicBezTo>
                    <a:pt x="2912" y="5019"/>
                    <a:pt x="3054" y="5161"/>
                    <a:pt x="3125" y="5232"/>
                  </a:cubicBezTo>
                  <a:lnTo>
                    <a:pt x="2771" y="4737"/>
                  </a:lnTo>
                  <a:cubicBezTo>
                    <a:pt x="2771" y="4737"/>
                    <a:pt x="2912" y="4949"/>
                    <a:pt x="2912" y="5019"/>
                  </a:cubicBezTo>
                  <a:lnTo>
                    <a:pt x="2700" y="4454"/>
                  </a:lnTo>
                  <a:cubicBezTo>
                    <a:pt x="2700" y="4454"/>
                    <a:pt x="2842" y="4808"/>
                    <a:pt x="2842" y="4949"/>
                  </a:cubicBezTo>
                  <a:lnTo>
                    <a:pt x="2842" y="4313"/>
                  </a:lnTo>
                  <a:cubicBezTo>
                    <a:pt x="2842" y="4313"/>
                    <a:pt x="2842" y="4808"/>
                    <a:pt x="2771" y="5019"/>
                  </a:cubicBezTo>
                  <a:lnTo>
                    <a:pt x="2771" y="4383"/>
                  </a:lnTo>
                  <a:cubicBezTo>
                    <a:pt x="2771" y="4383"/>
                    <a:pt x="2771" y="4666"/>
                    <a:pt x="2771" y="4808"/>
                  </a:cubicBezTo>
                  <a:lnTo>
                    <a:pt x="2983" y="4242"/>
                  </a:lnTo>
                  <a:cubicBezTo>
                    <a:pt x="2983" y="4242"/>
                    <a:pt x="2842" y="4454"/>
                    <a:pt x="2771" y="4525"/>
                  </a:cubicBezTo>
                  <a:lnTo>
                    <a:pt x="3125" y="4030"/>
                  </a:lnTo>
                  <a:cubicBezTo>
                    <a:pt x="3125" y="4030"/>
                    <a:pt x="2983" y="4171"/>
                    <a:pt x="2983" y="4171"/>
                  </a:cubicBezTo>
                  <a:lnTo>
                    <a:pt x="3478" y="3818"/>
                  </a:lnTo>
                  <a:cubicBezTo>
                    <a:pt x="3478" y="3818"/>
                    <a:pt x="3407" y="3818"/>
                    <a:pt x="3337" y="3888"/>
                  </a:cubicBezTo>
                  <a:lnTo>
                    <a:pt x="3902" y="3676"/>
                  </a:lnTo>
                  <a:cubicBezTo>
                    <a:pt x="3902" y="3676"/>
                    <a:pt x="3761" y="3676"/>
                    <a:pt x="3690" y="3676"/>
                  </a:cubicBezTo>
                  <a:lnTo>
                    <a:pt x="4326" y="3676"/>
                  </a:lnTo>
                  <a:cubicBezTo>
                    <a:pt x="4326" y="3676"/>
                    <a:pt x="4185" y="3606"/>
                    <a:pt x="4044" y="3606"/>
                  </a:cubicBezTo>
                  <a:lnTo>
                    <a:pt x="4680" y="3606"/>
                  </a:lnTo>
                  <a:cubicBezTo>
                    <a:pt x="4680" y="3606"/>
                    <a:pt x="4539" y="3606"/>
                    <a:pt x="4397" y="3606"/>
                  </a:cubicBezTo>
                  <a:lnTo>
                    <a:pt x="4963" y="3818"/>
                  </a:lnTo>
                  <a:cubicBezTo>
                    <a:pt x="4963" y="3818"/>
                    <a:pt x="4821" y="3747"/>
                    <a:pt x="4751" y="3676"/>
                  </a:cubicBezTo>
                  <a:lnTo>
                    <a:pt x="5175" y="4030"/>
                  </a:lnTo>
                  <a:cubicBezTo>
                    <a:pt x="5175" y="4030"/>
                    <a:pt x="5033" y="3888"/>
                    <a:pt x="4963" y="3818"/>
                  </a:cubicBezTo>
                  <a:lnTo>
                    <a:pt x="5316" y="4242"/>
                  </a:lnTo>
                  <a:cubicBezTo>
                    <a:pt x="5316" y="4242"/>
                    <a:pt x="5175" y="4030"/>
                    <a:pt x="5175" y="3959"/>
                  </a:cubicBezTo>
                  <a:lnTo>
                    <a:pt x="5387" y="4525"/>
                  </a:lnTo>
                  <a:cubicBezTo>
                    <a:pt x="5387" y="4525"/>
                    <a:pt x="5387" y="4313"/>
                    <a:pt x="5316" y="4242"/>
                  </a:cubicBezTo>
                  <a:lnTo>
                    <a:pt x="5316" y="4808"/>
                  </a:lnTo>
                  <a:cubicBezTo>
                    <a:pt x="5316" y="4808"/>
                    <a:pt x="5387" y="4595"/>
                    <a:pt x="5387" y="4525"/>
                  </a:cubicBezTo>
                  <a:lnTo>
                    <a:pt x="5387" y="5090"/>
                  </a:lnTo>
                  <a:cubicBezTo>
                    <a:pt x="5387" y="5090"/>
                    <a:pt x="5387" y="4808"/>
                    <a:pt x="5387" y="4666"/>
                  </a:cubicBezTo>
                  <a:lnTo>
                    <a:pt x="5175" y="5232"/>
                  </a:lnTo>
                  <a:cubicBezTo>
                    <a:pt x="5175" y="5232"/>
                    <a:pt x="5316" y="4949"/>
                    <a:pt x="5387" y="4878"/>
                  </a:cubicBezTo>
                  <a:lnTo>
                    <a:pt x="5033" y="5303"/>
                  </a:lnTo>
                  <a:cubicBezTo>
                    <a:pt x="5033" y="5303"/>
                    <a:pt x="5316" y="5019"/>
                    <a:pt x="5458" y="4878"/>
                  </a:cubicBezTo>
                  <a:lnTo>
                    <a:pt x="5033" y="5232"/>
                  </a:lnTo>
                  <a:cubicBezTo>
                    <a:pt x="5033" y="5232"/>
                    <a:pt x="5387" y="5019"/>
                    <a:pt x="5528" y="4949"/>
                  </a:cubicBezTo>
                  <a:lnTo>
                    <a:pt x="5033" y="5161"/>
                  </a:lnTo>
                  <a:cubicBezTo>
                    <a:pt x="5033" y="5161"/>
                    <a:pt x="5104" y="5161"/>
                    <a:pt x="5175" y="5161"/>
                  </a:cubicBezTo>
                  <a:lnTo>
                    <a:pt x="4609" y="5161"/>
                  </a:lnTo>
                  <a:cubicBezTo>
                    <a:pt x="4609" y="5161"/>
                    <a:pt x="4680" y="5161"/>
                    <a:pt x="4751" y="5232"/>
                  </a:cubicBezTo>
                  <a:lnTo>
                    <a:pt x="4185" y="5232"/>
                  </a:lnTo>
                  <a:cubicBezTo>
                    <a:pt x="4185" y="5232"/>
                    <a:pt x="4256" y="5232"/>
                    <a:pt x="4326" y="5232"/>
                  </a:cubicBezTo>
                  <a:lnTo>
                    <a:pt x="3832" y="5019"/>
                  </a:lnTo>
                  <a:cubicBezTo>
                    <a:pt x="3832" y="5019"/>
                    <a:pt x="3902" y="5019"/>
                    <a:pt x="3973" y="5019"/>
                  </a:cubicBezTo>
                  <a:lnTo>
                    <a:pt x="3549" y="4666"/>
                  </a:lnTo>
                  <a:cubicBezTo>
                    <a:pt x="3549" y="4666"/>
                    <a:pt x="3690" y="4808"/>
                    <a:pt x="3761" y="4878"/>
                  </a:cubicBezTo>
                  <a:lnTo>
                    <a:pt x="3407" y="4454"/>
                  </a:lnTo>
                  <a:cubicBezTo>
                    <a:pt x="3407" y="4454"/>
                    <a:pt x="3549" y="4737"/>
                    <a:pt x="3619" y="4878"/>
                  </a:cubicBezTo>
                  <a:lnTo>
                    <a:pt x="3407" y="4383"/>
                  </a:lnTo>
                  <a:cubicBezTo>
                    <a:pt x="3407" y="4383"/>
                    <a:pt x="3478" y="4666"/>
                    <a:pt x="3549" y="4878"/>
                  </a:cubicBezTo>
                  <a:lnTo>
                    <a:pt x="3549" y="4313"/>
                  </a:lnTo>
                  <a:cubicBezTo>
                    <a:pt x="3549" y="4313"/>
                    <a:pt x="3549" y="4595"/>
                    <a:pt x="3478" y="4808"/>
                  </a:cubicBezTo>
                  <a:lnTo>
                    <a:pt x="3478" y="4242"/>
                  </a:lnTo>
                  <a:cubicBezTo>
                    <a:pt x="3478" y="4242"/>
                    <a:pt x="3478" y="4454"/>
                    <a:pt x="3478" y="4595"/>
                  </a:cubicBezTo>
                  <a:lnTo>
                    <a:pt x="3690" y="4100"/>
                  </a:lnTo>
                  <a:cubicBezTo>
                    <a:pt x="3690" y="4100"/>
                    <a:pt x="3690" y="4242"/>
                    <a:pt x="3549" y="4313"/>
                  </a:cubicBezTo>
                  <a:lnTo>
                    <a:pt x="3902" y="3888"/>
                  </a:lnTo>
                  <a:cubicBezTo>
                    <a:pt x="3902" y="3888"/>
                    <a:pt x="3832" y="3959"/>
                    <a:pt x="3761" y="4030"/>
                  </a:cubicBezTo>
                  <a:lnTo>
                    <a:pt x="4185" y="3676"/>
                  </a:lnTo>
                  <a:cubicBezTo>
                    <a:pt x="4185" y="3676"/>
                    <a:pt x="4044" y="3747"/>
                    <a:pt x="3973" y="3818"/>
                  </a:cubicBezTo>
                  <a:lnTo>
                    <a:pt x="4468" y="3606"/>
                  </a:lnTo>
                  <a:cubicBezTo>
                    <a:pt x="4468" y="3606"/>
                    <a:pt x="4326" y="3606"/>
                    <a:pt x="4185" y="3676"/>
                  </a:cubicBezTo>
                  <a:lnTo>
                    <a:pt x="4751" y="3676"/>
                  </a:lnTo>
                  <a:cubicBezTo>
                    <a:pt x="4751" y="3676"/>
                    <a:pt x="4609" y="3676"/>
                    <a:pt x="4468" y="3606"/>
                  </a:cubicBezTo>
                  <a:lnTo>
                    <a:pt x="5033" y="3606"/>
                  </a:lnTo>
                  <a:cubicBezTo>
                    <a:pt x="5033" y="3606"/>
                    <a:pt x="4892" y="3606"/>
                    <a:pt x="4821" y="3606"/>
                  </a:cubicBezTo>
                  <a:lnTo>
                    <a:pt x="5316" y="3818"/>
                  </a:lnTo>
                  <a:cubicBezTo>
                    <a:pt x="5316" y="3818"/>
                    <a:pt x="5246" y="3818"/>
                    <a:pt x="5175" y="3747"/>
                  </a:cubicBezTo>
                  <a:lnTo>
                    <a:pt x="5599" y="4030"/>
                  </a:lnTo>
                  <a:cubicBezTo>
                    <a:pt x="5599" y="4030"/>
                    <a:pt x="5528" y="4030"/>
                    <a:pt x="5458" y="3888"/>
                  </a:cubicBezTo>
                  <a:lnTo>
                    <a:pt x="5740" y="4313"/>
                  </a:lnTo>
                  <a:cubicBezTo>
                    <a:pt x="5740" y="4313"/>
                    <a:pt x="5740" y="4242"/>
                    <a:pt x="5670" y="4171"/>
                  </a:cubicBezTo>
                  <a:lnTo>
                    <a:pt x="5882" y="4666"/>
                  </a:lnTo>
                  <a:cubicBezTo>
                    <a:pt x="5882" y="4666"/>
                    <a:pt x="5882" y="4525"/>
                    <a:pt x="5882" y="4525"/>
                  </a:cubicBezTo>
                  <a:lnTo>
                    <a:pt x="5882" y="5019"/>
                  </a:lnTo>
                  <a:cubicBezTo>
                    <a:pt x="5882" y="5019"/>
                    <a:pt x="5882" y="4878"/>
                    <a:pt x="5882" y="4808"/>
                  </a:cubicBezTo>
                  <a:lnTo>
                    <a:pt x="5882" y="5303"/>
                  </a:lnTo>
                  <a:cubicBezTo>
                    <a:pt x="5882" y="5303"/>
                    <a:pt x="5882" y="5161"/>
                    <a:pt x="5882" y="5090"/>
                  </a:cubicBezTo>
                  <a:lnTo>
                    <a:pt x="5670" y="5585"/>
                  </a:lnTo>
                  <a:cubicBezTo>
                    <a:pt x="5670" y="5585"/>
                    <a:pt x="5670" y="5514"/>
                    <a:pt x="5740" y="5444"/>
                  </a:cubicBezTo>
                  <a:lnTo>
                    <a:pt x="5458" y="5798"/>
                  </a:lnTo>
                  <a:cubicBezTo>
                    <a:pt x="5458" y="5798"/>
                    <a:pt x="5528" y="5727"/>
                    <a:pt x="5599" y="5656"/>
                  </a:cubicBezTo>
                  <a:lnTo>
                    <a:pt x="5246" y="5939"/>
                  </a:lnTo>
                  <a:cubicBezTo>
                    <a:pt x="5246" y="5939"/>
                    <a:pt x="5387" y="5868"/>
                    <a:pt x="5458" y="5798"/>
                  </a:cubicBezTo>
                  <a:lnTo>
                    <a:pt x="5033" y="6009"/>
                  </a:lnTo>
                  <a:cubicBezTo>
                    <a:pt x="5033" y="6009"/>
                    <a:pt x="5175" y="6009"/>
                    <a:pt x="5246" y="6009"/>
                  </a:cubicBezTo>
                  <a:lnTo>
                    <a:pt x="4751" y="6009"/>
                  </a:lnTo>
                  <a:cubicBezTo>
                    <a:pt x="4751" y="6009"/>
                    <a:pt x="4892" y="6009"/>
                    <a:pt x="5033" y="6009"/>
                  </a:cubicBezTo>
                  <a:lnTo>
                    <a:pt x="4539" y="6009"/>
                  </a:lnTo>
                  <a:cubicBezTo>
                    <a:pt x="4539" y="6009"/>
                    <a:pt x="4680" y="6009"/>
                    <a:pt x="4821" y="6009"/>
                  </a:cubicBezTo>
                  <a:cubicBezTo>
                    <a:pt x="5387" y="6222"/>
                    <a:pt x="6165" y="6009"/>
                    <a:pt x="6589" y="5514"/>
                  </a:cubicBezTo>
                  <a:lnTo>
                    <a:pt x="6589" y="5514"/>
                  </a:lnTo>
                  <a:cubicBezTo>
                    <a:pt x="6589" y="5514"/>
                    <a:pt x="6094" y="5798"/>
                    <a:pt x="5811" y="5939"/>
                  </a:cubicBezTo>
                  <a:cubicBezTo>
                    <a:pt x="6023" y="5939"/>
                    <a:pt x="6235" y="5798"/>
                    <a:pt x="6377" y="5656"/>
                  </a:cubicBezTo>
                  <a:cubicBezTo>
                    <a:pt x="6730" y="5444"/>
                    <a:pt x="7013" y="5161"/>
                    <a:pt x="7084" y="4737"/>
                  </a:cubicBezTo>
                  <a:cubicBezTo>
                    <a:pt x="7154" y="4313"/>
                    <a:pt x="7084" y="3888"/>
                    <a:pt x="6942" y="3535"/>
                  </a:cubicBezTo>
                  <a:lnTo>
                    <a:pt x="6942" y="3535"/>
                  </a:lnTo>
                  <a:close/>
                </a:path>
              </a:pathLst>
            </a:custGeom>
            <a:solidFill>
              <a:srgbClr val="000000"/>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0" name="Google Shape;1080;p44"/>
          <p:cNvGrpSpPr/>
          <p:nvPr/>
        </p:nvGrpSpPr>
        <p:grpSpPr>
          <a:xfrm>
            <a:off x="6177825" y="1715544"/>
            <a:ext cx="315327" cy="314978"/>
            <a:chOff x="5823294" y="2309751"/>
            <a:chExt cx="315327" cy="314978"/>
          </a:xfrm>
        </p:grpSpPr>
        <p:sp>
          <p:nvSpPr>
            <p:cNvPr id="1081" name="Google Shape;1081;p44"/>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4"/>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4"/>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4"/>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4"/>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4"/>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4"/>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4"/>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4"/>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4"/>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4"/>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4"/>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4"/>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4"/>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4"/>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4"/>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4"/>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44"/>
          <p:cNvGrpSpPr/>
          <p:nvPr/>
        </p:nvGrpSpPr>
        <p:grpSpPr>
          <a:xfrm>
            <a:off x="2629651" y="1695459"/>
            <a:ext cx="357720" cy="355148"/>
            <a:chOff x="1408777" y="3680964"/>
            <a:chExt cx="357720" cy="355148"/>
          </a:xfrm>
        </p:grpSpPr>
        <p:sp>
          <p:nvSpPr>
            <p:cNvPr id="1099" name="Google Shape;1099;p44"/>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4"/>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4"/>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4"/>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4"/>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7" name="Shape 1107"/>
        <p:cNvGrpSpPr/>
        <p:nvPr/>
      </p:nvGrpSpPr>
      <p:grpSpPr>
        <a:xfrm>
          <a:off x="0" y="0"/>
          <a:ext cx="0" cy="0"/>
          <a:chOff x="0" y="0"/>
          <a:chExt cx="0" cy="0"/>
        </a:xfrm>
      </p:grpSpPr>
      <p:sp>
        <p:nvSpPr>
          <p:cNvPr id="1108" name="Google Shape;1108;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My personality</a:t>
            </a:r>
            <a:endParaRPr/>
          </a:p>
        </p:txBody>
      </p:sp>
      <p:sp>
        <p:nvSpPr>
          <p:cNvPr id="1109" name="Google Shape;1109;p45"/>
          <p:cNvSpPr txBox="1"/>
          <p:nvPr>
            <p:ph idx="1" type="subTitle"/>
          </p:nvPr>
        </p:nvSpPr>
        <p:spPr>
          <a:xfrm>
            <a:off x="730525" y="2850190"/>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1110" name="Google Shape;1110;p45"/>
          <p:cNvSpPr txBox="1"/>
          <p:nvPr>
            <p:ph idx="2" type="subTitle"/>
          </p:nvPr>
        </p:nvSpPr>
        <p:spPr>
          <a:xfrm>
            <a:off x="3484350" y="2850190"/>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111" name="Google Shape;1111;p45"/>
          <p:cNvSpPr txBox="1"/>
          <p:nvPr>
            <p:ph idx="3" type="subTitle"/>
          </p:nvPr>
        </p:nvSpPr>
        <p:spPr>
          <a:xfrm>
            <a:off x="6238175" y="2850190"/>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112" name="Google Shape;1112;p45"/>
          <p:cNvSpPr txBox="1"/>
          <p:nvPr>
            <p:ph idx="4" type="subTitle"/>
          </p:nvPr>
        </p:nvSpPr>
        <p:spPr>
          <a:xfrm>
            <a:off x="730525" y="2395613"/>
            <a:ext cx="2175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t>
            </a:r>
            <a:r>
              <a:rPr lang="en"/>
              <a:t>ercury</a:t>
            </a:r>
            <a:endParaRPr/>
          </a:p>
        </p:txBody>
      </p:sp>
      <p:sp>
        <p:nvSpPr>
          <p:cNvPr id="1113" name="Google Shape;1113;p45"/>
          <p:cNvSpPr txBox="1"/>
          <p:nvPr>
            <p:ph idx="5" type="subTitle"/>
          </p:nvPr>
        </p:nvSpPr>
        <p:spPr>
          <a:xfrm>
            <a:off x="3484350" y="2395613"/>
            <a:ext cx="2175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a:t>
            </a:r>
            <a:r>
              <a:rPr lang="en"/>
              <a:t>enus</a:t>
            </a:r>
            <a:endParaRPr/>
          </a:p>
        </p:txBody>
      </p:sp>
      <p:sp>
        <p:nvSpPr>
          <p:cNvPr id="1114" name="Google Shape;1114;p45"/>
          <p:cNvSpPr txBox="1"/>
          <p:nvPr>
            <p:ph idx="6" type="subTitle"/>
          </p:nvPr>
        </p:nvSpPr>
        <p:spPr>
          <a:xfrm>
            <a:off x="6238175" y="2395613"/>
            <a:ext cx="2175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t>
            </a:r>
            <a:r>
              <a:rPr lang="en"/>
              <a:t>ars</a:t>
            </a:r>
            <a:endParaRPr/>
          </a:p>
        </p:txBody>
      </p:sp>
      <p:grpSp>
        <p:nvGrpSpPr>
          <p:cNvPr id="1115" name="Google Shape;1115;p45"/>
          <p:cNvGrpSpPr/>
          <p:nvPr/>
        </p:nvGrpSpPr>
        <p:grpSpPr>
          <a:xfrm>
            <a:off x="7588312" y="3994039"/>
            <a:ext cx="448970" cy="542629"/>
            <a:chOff x="2594860" y="4963366"/>
            <a:chExt cx="112094" cy="135488"/>
          </a:xfrm>
        </p:grpSpPr>
        <p:sp>
          <p:nvSpPr>
            <p:cNvPr id="1116" name="Google Shape;1116;p45"/>
            <p:cNvSpPr/>
            <p:nvPr/>
          </p:nvSpPr>
          <p:spPr>
            <a:xfrm>
              <a:off x="2594860" y="4963366"/>
              <a:ext cx="112094" cy="135488"/>
            </a:xfrm>
            <a:custGeom>
              <a:rect b="b" l="l" r="r" t="t"/>
              <a:pathLst>
                <a:path extrusionOk="0" h="135488" w="112094">
                  <a:moveTo>
                    <a:pt x="110742" y="72880"/>
                  </a:moveTo>
                  <a:cubicBezTo>
                    <a:pt x="110389" y="72102"/>
                    <a:pt x="109894" y="71324"/>
                    <a:pt x="109328" y="70617"/>
                  </a:cubicBezTo>
                  <a:cubicBezTo>
                    <a:pt x="105298" y="65456"/>
                    <a:pt x="94552" y="65244"/>
                    <a:pt x="88542" y="64678"/>
                  </a:cubicBezTo>
                  <a:cubicBezTo>
                    <a:pt x="85078" y="64395"/>
                    <a:pt x="81613" y="64254"/>
                    <a:pt x="78220" y="64395"/>
                  </a:cubicBezTo>
                  <a:cubicBezTo>
                    <a:pt x="75250" y="64537"/>
                    <a:pt x="71291" y="65527"/>
                    <a:pt x="68463" y="64183"/>
                  </a:cubicBezTo>
                  <a:cubicBezTo>
                    <a:pt x="68180" y="64042"/>
                    <a:pt x="67897" y="63830"/>
                    <a:pt x="67756" y="63547"/>
                  </a:cubicBezTo>
                  <a:cubicBezTo>
                    <a:pt x="67685" y="63194"/>
                    <a:pt x="67756" y="62840"/>
                    <a:pt x="67968" y="62557"/>
                  </a:cubicBezTo>
                  <a:cubicBezTo>
                    <a:pt x="74826" y="49760"/>
                    <a:pt x="80623" y="35337"/>
                    <a:pt x="82532" y="20914"/>
                  </a:cubicBezTo>
                  <a:cubicBezTo>
                    <a:pt x="83169" y="16177"/>
                    <a:pt x="83239" y="11087"/>
                    <a:pt x="81189" y="6774"/>
                  </a:cubicBezTo>
                  <a:cubicBezTo>
                    <a:pt x="79139" y="2461"/>
                    <a:pt x="74260" y="-861"/>
                    <a:pt x="69594" y="199"/>
                  </a:cubicBezTo>
                  <a:cubicBezTo>
                    <a:pt x="67332" y="694"/>
                    <a:pt x="65423" y="2108"/>
                    <a:pt x="63726" y="3663"/>
                  </a:cubicBezTo>
                  <a:cubicBezTo>
                    <a:pt x="55383" y="11087"/>
                    <a:pt x="50576" y="21763"/>
                    <a:pt x="48384" y="32651"/>
                  </a:cubicBezTo>
                  <a:cubicBezTo>
                    <a:pt x="46192" y="43539"/>
                    <a:pt x="46334" y="54780"/>
                    <a:pt x="46475" y="65880"/>
                  </a:cubicBezTo>
                  <a:cubicBezTo>
                    <a:pt x="41455" y="57537"/>
                    <a:pt x="36082" y="48841"/>
                    <a:pt x="27598" y="44104"/>
                  </a:cubicBezTo>
                  <a:cubicBezTo>
                    <a:pt x="19114" y="39367"/>
                    <a:pt x="6529" y="40428"/>
                    <a:pt x="1792" y="48841"/>
                  </a:cubicBezTo>
                  <a:cubicBezTo>
                    <a:pt x="-3157" y="57608"/>
                    <a:pt x="2852" y="69132"/>
                    <a:pt x="11195" y="74718"/>
                  </a:cubicBezTo>
                  <a:cubicBezTo>
                    <a:pt x="18831" y="79879"/>
                    <a:pt x="28517" y="82000"/>
                    <a:pt x="37637" y="80586"/>
                  </a:cubicBezTo>
                  <a:cubicBezTo>
                    <a:pt x="27386" y="86030"/>
                    <a:pt x="18689" y="94302"/>
                    <a:pt x="12751" y="104271"/>
                  </a:cubicBezTo>
                  <a:cubicBezTo>
                    <a:pt x="9852" y="109079"/>
                    <a:pt x="7801" y="115866"/>
                    <a:pt x="11690" y="119896"/>
                  </a:cubicBezTo>
                  <a:cubicBezTo>
                    <a:pt x="15366" y="123714"/>
                    <a:pt x="21729" y="122512"/>
                    <a:pt x="26466" y="120249"/>
                  </a:cubicBezTo>
                  <a:cubicBezTo>
                    <a:pt x="37001" y="115300"/>
                    <a:pt x="45697" y="106675"/>
                    <a:pt x="50788" y="96282"/>
                  </a:cubicBezTo>
                  <a:cubicBezTo>
                    <a:pt x="48525" y="104554"/>
                    <a:pt x="46263" y="113320"/>
                    <a:pt x="48454" y="121663"/>
                  </a:cubicBezTo>
                  <a:cubicBezTo>
                    <a:pt x="50646" y="129935"/>
                    <a:pt x="59060" y="137288"/>
                    <a:pt x="67332" y="135097"/>
                  </a:cubicBezTo>
                  <a:cubicBezTo>
                    <a:pt x="75604" y="132905"/>
                    <a:pt x="79280" y="122724"/>
                    <a:pt x="78290" y="114240"/>
                  </a:cubicBezTo>
                  <a:cubicBezTo>
                    <a:pt x="77795" y="110069"/>
                    <a:pt x="76523" y="106109"/>
                    <a:pt x="75179" y="102150"/>
                  </a:cubicBezTo>
                  <a:cubicBezTo>
                    <a:pt x="73978" y="98756"/>
                    <a:pt x="70867" y="94302"/>
                    <a:pt x="71857" y="90626"/>
                  </a:cubicBezTo>
                  <a:cubicBezTo>
                    <a:pt x="78432" y="91898"/>
                    <a:pt x="84088" y="95504"/>
                    <a:pt x="91158" y="95787"/>
                  </a:cubicBezTo>
                  <a:cubicBezTo>
                    <a:pt x="97804" y="95999"/>
                    <a:pt x="104874" y="93737"/>
                    <a:pt x="109045" y="88504"/>
                  </a:cubicBezTo>
                  <a:cubicBezTo>
                    <a:pt x="112368" y="84262"/>
                    <a:pt x="113075" y="77829"/>
                    <a:pt x="110671" y="72880"/>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7" name="Google Shape;1117;p45"/>
            <p:cNvSpPr/>
            <p:nvPr/>
          </p:nvSpPr>
          <p:spPr>
            <a:xfrm>
              <a:off x="2644927" y="5037589"/>
              <a:ext cx="7701" cy="8928"/>
            </a:xfrm>
            <a:custGeom>
              <a:rect b="b" l="l" r="r" t="t"/>
              <a:pathLst>
                <a:path extrusionOk="0" h="8928" w="7701">
                  <a:moveTo>
                    <a:pt x="6518" y="3606"/>
                  </a:moveTo>
                  <a:lnTo>
                    <a:pt x="6518" y="3606"/>
                  </a:lnTo>
                  <a:cubicBezTo>
                    <a:pt x="6518" y="3606"/>
                    <a:pt x="6660" y="3818"/>
                    <a:pt x="6660" y="3959"/>
                  </a:cubicBezTo>
                  <a:cubicBezTo>
                    <a:pt x="6660" y="3959"/>
                    <a:pt x="6660" y="3888"/>
                    <a:pt x="6660" y="3818"/>
                  </a:cubicBezTo>
                  <a:lnTo>
                    <a:pt x="6660" y="4737"/>
                  </a:lnTo>
                  <a:lnTo>
                    <a:pt x="6660" y="4737"/>
                  </a:lnTo>
                  <a:cubicBezTo>
                    <a:pt x="6730" y="4313"/>
                    <a:pt x="6730" y="3959"/>
                    <a:pt x="6589" y="3535"/>
                  </a:cubicBezTo>
                  <a:cubicBezTo>
                    <a:pt x="6447" y="3181"/>
                    <a:pt x="6165" y="2828"/>
                    <a:pt x="5811" y="2687"/>
                  </a:cubicBezTo>
                  <a:cubicBezTo>
                    <a:pt x="5104" y="2333"/>
                    <a:pt x="4326" y="2192"/>
                    <a:pt x="3549" y="2404"/>
                  </a:cubicBezTo>
                  <a:cubicBezTo>
                    <a:pt x="2630" y="2687"/>
                    <a:pt x="1993" y="3394"/>
                    <a:pt x="1710" y="4242"/>
                  </a:cubicBezTo>
                  <a:cubicBezTo>
                    <a:pt x="1428" y="5090"/>
                    <a:pt x="1710" y="6151"/>
                    <a:pt x="2347" y="6858"/>
                  </a:cubicBezTo>
                  <a:cubicBezTo>
                    <a:pt x="2842" y="7424"/>
                    <a:pt x="3619" y="7706"/>
                    <a:pt x="4397" y="7706"/>
                  </a:cubicBezTo>
                  <a:cubicBezTo>
                    <a:pt x="5175" y="7706"/>
                    <a:pt x="5953" y="7424"/>
                    <a:pt x="6518" y="6858"/>
                  </a:cubicBezTo>
                  <a:cubicBezTo>
                    <a:pt x="6730" y="6646"/>
                    <a:pt x="6942" y="6363"/>
                    <a:pt x="7084" y="6080"/>
                  </a:cubicBezTo>
                  <a:cubicBezTo>
                    <a:pt x="7367" y="5585"/>
                    <a:pt x="7437" y="5161"/>
                    <a:pt x="7508" y="4595"/>
                  </a:cubicBezTo>
                  <a:cubicBezTo>
                    <a:pt x="7508" y="4242"/>
                    <a:pt x="7508" y="3888"/>
                    <a:pt x="7367" y="3535"/>
                  </a:cubicBezTo>
                  <a:cubicBezTo>
                    <a:pt x="7225" y="3181"/>
                    <a:pt x="7154" y="2828"/>
                    <a:pt x="6942" y="2545"/>
                  </a:cubicBezTo>
                  <a:cubicBezTo>
                    <a:pt x="6447" y="1626"/>
                    <a:pt x="5528" y="989"/>
                    <a:pt x="4468" y="989"/>
                  </a:cubicBezTo>
                  <a:cubicBezTo>
                    <a:pt x="3761" y="989"/>
                    <a:pt x="3054" y="1273"/>
                    <a:pt x="2488" y="1697"/>
                  </a:cubicBezTo>
                  <a:cubicBezTo>
                    <a:pt x="1923" y="2121"/>
                    <a:pt x="1428" y="2545"/>
                    <a:pt x="1145" y="3181"/>
                  </a:cubicBezTo>
                  <a:cubicBezTo>
                    <a:pt x="1004" y="3464"/>
                    <a:pt x="862" y="3818"/>
                    <a:pt x="791" y="4100"/>
                  </a:cubicBezTo>
                  <a:cubicBezTo>
                    <a:pt x="650" y="4666"/>
                    <a:pt x="650" y="5090"/>
                    <a:pt x="791" y="5727"/>
                  </a:cubicBezTo>
                  <a:cubicBezTo>
                    <a:pt x="933" y="6363"/>
                    <a:pt x="1286" y="6999"/>
                    <a:pt x="1710" y="7424"/>
                  </a:cubicBezTo>
                  <a:cubicBezTo>
                    <a:pt x="2347" y="7989"/>
                    <a:pt x="3125" y="8343"/>
                    <a:pt x="3973" y="8413"/>
                  </a:cubicBezTo>
                  <a:cubicBezTo>
                    <a:pt x="4821" y="8484"/>
                    <a:pt x="5670" y="8060"/>
                    <a:pt x="6235" y="7494"/>
                  </a:cubicBezTo>
                  <a:cubicBezTo>
                    <a:pt x="7296" y="6504"/>
                    <a:pt x="7508" y="4878"/>
                    <a:pt x="7154" y="3535"/>
                  </a:cubicBezTo>
                  <a:cubicBezTo>
                    <a:pt x="7013" y="2899"/>
                    <a:pt x="6589" y="2192"/>
                    <a:pt x="6094" y="1768"/>
                  </a:cubicBezTo>
                  <a:cubicBezTo>
                    <a:pt x="5458" y="1202"/>
                    <a:pt x="4680" y="848"/>
                    <a:pt x="3761" y="848"/>
                  </a:cubicBezTo>
                  <a:cubicBezTo>
                    <a:pt x="3407" y="848"/>
                    <a:pt x="3054" y="848"/>
                    <a:pt x="2771" y="989"/>
                  </a:cubicBezTo>
                  <a:cubicBezTo>
                    <a:pt x="2488" y="1131"/>
                    <a:pt x="2135" y="1202"/>
                    <a:pt x="1781" y="1343"/>
                  </a:cubicBezTo>
                  <a:cubicBezTo>
                    <a:pt x="1216" y="1697"/>
                    <a:pt x="650" y="2192"/>
                    <a:pt x="438" y="2828"/>
                  </a:cubicBezTo>
                  <a:cubicBezTo>
                    <a:pt x="155" y="3464"/>
                    <a:pt x="-57" y="4171"/>
                    <a:pt x="14" y="4878"/>
                  </a:cubicBezTo>
                  <a:cubicBezTo>
                    <a:pt x="14" y="5232"/>
                    <a:pt x="14" y="5585"/>
                    <a:pt x="226" y="5868"/>
                  </a:cubicBezTo>
                  <a:cubicBezTo>
                    <a:pt x="438" y="6434"/>
                    <a:pt x="650" y="6716"/>
                    <a:pt x="1004" y="7211"/>
                  </a:cubicBezTo>
                  <a:cubicBezTo>
                    <a:pt x="1145" y="7424"/>
                    <a:pt x="1357" y="7565"/>
                    <a:pt x="1569" y="7706"/>
                  </a:cubicBezTo>
                  <a:cubicBezTo>
                    <a:pt x="1781" y="7848"/>
                    <a:pt x="1993" y="8060"/>
                    <a:pt x="2276" y="8130"/>
                  </a:cubicBezTo>
                  <a:cubicBezTo>
                    <a:pt x="2559" y="8272"/>
                    <a:pt x="2912" y="8413"/>
                    <a:pt x="3266" y="8484"/>
                  </a:cubicBezTo>
                  <a:cubicBezTo>
                    <a:pt x="3619" y="8555"/>
                    <a:pt x="3973" y="8625"/>
                    <a:pt x="4326" y="8625"/>
                  </a:cubicBezTo>
                  <a:cubicBezTo>
                    <a:pt x="5175" y="8625"/>
                    <a:pt x="6094" y="8272"/>
                    <a:pt x="6730" y="7635"/>
                  </a:cubicBezTo>
                  <a:cubicBezTo>
                    <a:pt x="7225" y="7070"/>
                    <a:pt x="7579" y="6363"/>
                    <a:pt x="7649" y="5585"/>
                  </a:cubicBezTo>
                  <a:cubicBezTo>
                    <a:pt x="7791" y="4383"/>
                    <a:pt x="7649" y="3181"/>
                    <a:pt x="7154" y="2050"/>
                  </a:cubicBezTo>
                  <a:cubicBezTo>
                    <a:pt x="6872" y="1414"/>
                    <a:pt x="6306" y="919"/>
                    <a:pt x="5740" y="565"/>
                  </a:cubicBezTo>
                  <a:cubicBezTo>
                    <a:pt x="5175" y="212"/>
                    <a:pt x="4468" y="0"/>
                    <a:pt x="3761" y="0"/>
                  </a:cubicBezTo>
                  <a:cubicBezTo>
                    <a:pt x="2912" y="0"/>
                    <a:pt x="2135" y="424"/>
                    <a:pt x="1498" y="989"/>
                  </a:cubicBezTo>
                  <a:cubicBezTo>
                    <a:pt x="1074" y="1414"/>
                    <a:pt x="791" y="1909"/>
                    <a:pt x="509" y="2474"/>
                  </a:cubicBezTo>
                  <a:cubicBezTo>
                    <a:pt x="84" y="3535"/>
                    <a:pt x="-57" y="4737"/>
                    <a:pt x="296" y="5868"/>
                  </a:cubicBezTo>
                  <a:cubicBezTo>
                    <a:pt x="509" y="6575"/>
                    <a:pt x="791" y="7070"/>
                    <a:pt x="1286" y="7635"/>
                  </a:cubicBezTo>
                  <a:cubicBezTo>
                    <a:pt x="1781" y="8201"/>
                    <a:pt x="2276" y="8484"/>
                    <a:pt x="2912" y="8696"/>
                  </a:cubicBezTo>
                  <a:cubicBezTo>
                    <a:pt x="3054" y="8696"/>
                    <a:pt x="3195" y="8838"/>
                    <a:pt x="3407" y="8838"/>
                  </a:cubicBezTo>
                  <a:cubicBezTo>
                    <a:pt x="3761" y="8838"/>
                    <a:pt x="4044" y="8979"/>
                    <a:pt x="4397" y="8908"/>
                  </a:cubicBezTo>
                  <a:cubicBezTo>
                    <a:pt x="5033" y="8908"/>
                    <a:pt x="5670" y="8767"/>
                    <a:pt x="6165" y="8413"/>
                  </a:cubicBezTo>
                  <a:cubicBezTo>
                    <a:pt x="7225" y="7777"/>
                    <a:pt x="7791" y="6363"/>
                    <a:pt x="7437" y="5161"/>
                  </a:cubicBezTo>
                  <a:cubicBezTo>
                    <a:pt x="7225" y="4525"/>
                    <a:pt x="6730" y="3959"/>
                    <a:pt x="6023" y="3818"/>
                  </a:cubicBezTo>
                  <a:cubicBezTo>
                    <a:pt x="5599" y="3747"/>
                    <a:pt x="5175" y="3818"/>
                    <a:pt x="4821" y="4171"/>
                  </a:cubicBezTo>
                  <a:cubicBezTo>
                    <a:pt x="4468" y="4525"/>
                    <a:pt x="4397" y="4949"/>
                    <a:pt x="4468" y="5373"/>
                  </a:cubicBezTo>
                  <a:cubicBezTo>
                    <a:pt x="4468" y="5373"/>
                    <a:pt x="4468" y="5373"/>
                    <a:pt x="4468" y="5444"/>
                  </a:cubicBezTo>
                  <a:lnTo>
                    <a:pt x="4468" y="5090"/>
                  </a:lnTo>
                  <a:cubicBezTo>
                    <a:pt x="4468" y="5090"/>
                    <a:pt x="4468" y="5373"/>
                    <a:pt x="4468" y="5514"/>
                  </a:cubicBezTo>
                  <a:lnTo>
                    <a:pt x="4468" y="5090"/>
                  </a:lnTo>
                  <a:cubicBezTo>
                    <a:pt x="4468" y="5090"/>
                    <a:pt x="4468" y="5232"/>
                    <a:pt x="4468" y="5303"/>
                  </a:cubicBezTo>
                  <a:lnTo>
                    <a:pt x="4609" y="4949"/>
                  </a:lnTo>
                  <a:cubicBezTo>
                    <a:pt x="4609" y="4949"/>
                    <a:pt x="4539" y="5161"/>
                    <a:pt x="4468" y="5232"/>
                  </a:cubicBezTo>
                  <a:lnTo>
                    <a:pt x="4751" y="4878"/>
                  </a:lnTo>
                  <a:cubicBezTo>
                    <a:pt x="4751" y="4878"/>
                    <a:pt x="4609" y="5090"/>
                    <a:pt x="4468" y="5161"/>
                  </a:cubicBezTo>
                  <a:lnTo>
                    <a:pt x="4821" y="4878"/>
                  </a:lnTo>
                  <a:cubicBezTo>
                    <a:pt x="4821" y="4878"/>
                    <a:pt x="4680" y="4949"/>
                    <a:pt x="4609" y="5019"/>
                  </a:cubicBezTo>
                  <a:lnTo>
                    <a:pt x="5033" y="4808"/>
                  </a:lnTo>
                  <a:cubicBezTo>
                    <a:pt x="5033" y="4808"/>
                    <a:pt x="4539" y="4949"/>
                    <a:pt x="4326" y="5019"/>
                  </a:cubicBezTo>
                  <a:lnTo>
                    <a:pt x="4821" y="5019"/>
                  </a:lnTo>
                  <a:cubicBezTo>
                    <a:pt x="4821" y="5019"/>
                    <a:pt x="4468" y="5019"/>
                    <a:pt x="4326" y="4949"/>
                  </a:cubicBezTo>
                  <a:lnTo>
                    <a:pt x="4821" y="4949"/>
                  </a:lnTo>
                  <a:cubicBezTo>
                    <a:pt x="4821" y="4949"/>
                    <a:pt x="4468" y="4949"/>
                    <a:pt x="4256" y="4878"/>
                  </a:cubicBezTo>
                  <a:lnTo>
                    <a:pt x="4751" y="5090"/>
                  </a:lnTo>
                  <a:cubicBezTo>
                    <a:pt x="4751" y="5090"/>
                    <a:pt x="4397" y="4949"/>
                    <a:pt x="4256" y="4808"/>
                  </a:cubicBezTo>
                  <a:lnTo>
                    <a:pt x="4680" y="5161"/>
                  </a:lnTo>
                  <a:cubicBezTo>
                    <a:pt x="4680" y="5161"/>
                    <a:pt x="4397" y="4878"/>
                    <a:pt x="4256" y="4666"/>
                  </a:cubicBezTo>
                  <a:lnTo>
                    <a:pt x="4609" y="5090"/>
                  </a:lnTo>
                  <a:cubicBezTo>
                    <a:pt x="4609" y="5090"/>
                    <a:pt x="4397" y="4737"/>
                    <a:pt x="4256" y="4525"/>
                  </a:cubicBezTo>
                  <a:lnTo>
                    <a:pt x="4468" y="5019"/>
                  </a:lnTo>
                  <a:cubicBezTo>
                    <a:pt x="4468" y="5019"/>
                    <a:pt x="4326" y="4595"/>
                    <a:pt x="4326" y="4383"/>
                  </a:cubicBezTo>
                  <a:lnTo>
                    <a:pt x="4326" y="4949"/>
                  </a:lnTo>
                  <a:cubicBezTo>
                    <a:pt x="4326" y="4949"/>
                    <a:pt x="4326" y="4383"/>
                    <a:pt x="4397" y="4100"/>
                  </a:cubicBezTo>
                  <a:lnTo>
                    <a:pt x="4397" y="4666"/>
                  </a:lnTo>
                  <a:cubicBezTo>
                    <a:pt x="4397" y="4666"/>
                    <a:pt x="4397" y="4171"/>
                    <a:pt x="4539" y="3959"/>
                  </a:cubicBezTo>
                  <a:lnTo>
                    <a:pt x="4326" y="4454"/>
                  </a:lnTo>
                  <a:cubicBezTo>
                    <a:pt x="4326" y="4454"/>
                    <a:pt x="4539" y="4100"/>
                    <a:pt x="4680" y="3888"/>
                  </a:cubicBezTo>
                  <a:lnTo>
                    <a:pt x="4326" y="4313"/>
                  </a:lnTo>
                  <a:cubicBezTo>
                    <a:pt x="4326" y="4313"/>
                    <a:pt x="4539" y="4100"/>
                    <a:pt x="4609" y="4030"/>
                  </a:cubicBezTo>
                  <a:lnTo>
                    <a:pt x="4185" y="4383"/>
                  </a:lnTo>
                  <a:cubicBezTo>
                    <a:pt x="4185" y="4383"/>
                    <a:pt x="4397" y="4242"/>
                    <a:pt x="4468" y="4171"/>
                  </a:cubicBezTo>
                  <a:lnTo>
                    <a:pt x="3973" y="4383"/>
                  </a:lnTo>
                  <a:cubicBezTo>
                    <a:pt x="3973" y="4383"/>
                    <a:pt x="4185" y="4383"/>
                    <a:pt x="4256" y="4313"/>
                  </a:cubicBezTo>
                  <a:lnTo>
                    <a:pt x="3690" y="4313"/>
                  </a:lnTo>
                  <a:cubicBezTo>
                    <a:pt x="3690" y="4313"/>
                    <a:pt x="3902" y="4313"/>
                    <a:pt x="4044" y="4383"/>
                  </a:cubicBezTo>
                  <a:lnTo>
                    <a:pt x="3478" y="4383"/>
                  </a:lnTo>
                  <a:cubicBezTo>
                    <a:pt x="3478" y="4383"/>
                    <a:pt x="3690" y="4383"/>
                    <a:pt x="3761" y="4383"/>
                  </a:cubicBezTo>
                  <a:lnTo>
                    <a:pt x="3266" y="4171"/>
                  </a:lnTo>
                  <a:cubicBezTo>
                    <a:pt x="3266" y="4171"/>
                    <a:pt x="3478" y="4313"/>
                    <a:pt x="3619" y="4383"/>
                  </a:cubicBezTo>
                  <a:lnTo>
                    <a:pt x="3195" y="4030"/>
                  </a:lnTo>
                  <a:cubicBezTo>
                    <a:pt x="3195" y="4030"/>
                    <a:pt x="3407" y="4242"/>
                    <a:pt x="3549" y="4383"/>
                  </a:cubicBezTo>
                  <a:lnTo>
                    <a:pt x="3195" y="3959"/>
                  </a:lnTo>
                  <a:cubicBezTo>
                    <a:pt x="3195" y="3959"/>
                    <a:pt x="3337" y="4242"/>
                    <a:pt x="3407" y="4383"/>
                  </a:cubicBezTo>
                  <a:lnTo>
                    <a:pt x="3195" y="3888"/>
                  </a:lnTo>
                  <a:cubicBezTo>
                    <a:pt x="3195" y="3888"/>
                    <a:pt x="3337" y="4383"/>
                    <a:pt x="3407" y="4595"/>
                  </a:cubicBezTo>
                  <a:lnTo>
                    <a:pt x="3407" y="4030"/>
                  </a:lnTo>
                  <a:cubicBezTo>
                    <a:pt x="3407" y="4454"/>
                    <a:pt x="3407" y="4878"/>
                    <a:pt x="3407" y="5303"/>
                  </a:cubicBezTo>
                  <a:lnTo>
                    <a:pt x="3407" y="4737"/>
                  </a:lnTo>
                  <a:cubicBezTo>
                    <a:pt x="3407" y="4737"/>
                    <a:pt x="3407" y="5090"/>
                    <a:pt x="3407" y="5232"/>
                  </a:cubicBezTo>
                  <a:lnTo>
                    <a:pt x="3619" y="4737"/>
                  </a:lnTo>
                  <a:cubicBezTo>
                    <a:pt x="3619" y="4737"/>
                    <a:pt x="3549" y="4949"/>
                    <a:pt x="3478" y="5019"/>
                  </a:cubicBezTo>
                  <a:lnTo>
                    <a:pt x="3832" y="4595"/>
                  </a:lnTo>
                  <a:cubicBezTo>
                    <a:pt x="3832" y="4595"/>
                    <a:pt x="3690" y="4737"/>
                    <a:pt x="3690" y="4737"/>
                  </a:cubicBezTo>
                  <a:lnTo>
                    <a:pt x="4114" y="4383"/>
                  </a:lnTo>
                  <a:cubicBezTo>
                    <a:pt x="4114" y="4383"/>
                    <a:pt x="3973" y="4454"/>
                    <a:pt x="3902" y="4525"/>
                  </a:cubicBezTo>
                  <a:lnTo>
                    <a:pt x="4397" y="4313"/>
                  </a:lnTo>
                  <a:cubicBezTo>
                    <a:pt x="4397" y="4313"/>
                    <a:pt x="4185" y="4313"/>
                    <a:pt x="4044" y="4383"/>
                  </a:cubicBezTo>
                  <a:lnTo>
                    <a:pt x="4609" y="4383"/>
                  </a:lnTo>
                  <a:cubicBezTo>
                    <a:pt x="4609" y="4383"/>
                    <a:pt x="4256" y="4383"/>
                    <a:pt x="4114" y="4313"/>
                  </a:cubicBezTo>
                  <a:lnTo>
                    <a:pt x="4680" y="4313"/>
                  </a:lnTo>
                  <a:cubicBezTo>
                    <a:pt x="4680" y="4313"/>
                    <a:pt x="4326" y="4313"/>
                    <a:pt x="4185" y="4313"/>
                  </a:cubicBezTo>
                  <a:lnTo>
                    <a:pt x="4751" y="4525"/>
                  </a:lnTo>
                  <a:cubicBezTo>
                    <a:pt x="4751" y="4525"/>
                    <a:pt x="4468" y="4383"/>
                    <a:pt x="4326" y="4242"/>
                  </a:cubicBezTo>
                  <a:lnTo>
                    <a:pt x="4751" y="4595"/>
                  </a:lnTo>
                  <a:cubicBezTo>
                    <a:pt x="4751" y="4595"/>
                    <a:pt x="4539" y="4383"/>
                    <a:pt x="4397" y="4242"/>
                  </a:cubicBezTo>
                  <a:lnTo>
                    <a:pt x="4751" y="4666"/>
                  </a:lnTo>
                  <a:cubicBezTo>
                    <a:pt x="4751" y="4666"/>
                    <a:pt x="4609" y="4383"/>
                    <a:pt x="4539" y="4242"/>
                  </a:cubicBezTo>
                  <a:lnTo>
                    <a:pt x="4751" y="4808"/>
                  </a:lnTo>
                  <a:cubicBezTo>
                    <a:pt x="4751" y="4808"/>
                    <a:pt x="4680" y="4525"/>
                    <a:pt x="4609" y="4383"/>
                  </a:cubicBezTo>
                  <a:lnTo>
                    <a:pt x="4609" y="4949"/>
                  </a:lnTo>
                  <a:cubicBezTo>
                    <a:pt x="4609" y="4949"/>
                    <a:pt x="4609" y="4666"/>
                    <a:pt x="4680" y="4525"/>
                  </a:cubicBezTo>
                  <a:lnTo>
                    <a:pt x="4680" y="5090"/>
                  </a:lnTo>
                  <a:cubicBezTo>
                    <a:pt x="4680" y="5090"/>
                    <a:pt x="4680" y="4808"/>
                    <a:pt x="4680" y="4666"/>
                  </a:cubicBezTo>
                  <a:lnTo>
                    <a:pt x="4468" y="5232"/>
                  </a:lnTo>
                  <a:cubicBezTo>
                    <a:pt x="4468" y="5232"/>
                    <a:pt x="4609" y="5019"/>
                    <a:pt x="4680" y="4878"/>
                  </a:cubicBezTo>
                  <a:lnTo>
                    <a:pt x="4326" y="5303"/>
                  </a:lnTo>
                  <a:cubicBezTo>
                    <a:pt x="4326" y="5303"/>
                    <a:pt x="4468" y="5161"/>
                    <a:pt x="4539" y="5090"/>
                  </a:cubicBezTo>
                  <a:lnTo>
                    <a:pt x="4114" y="5444"/>
                  </a:lnTo>
                  <a:cubicBezTo>
                    <a:pt x="4114" y="5444"/>
                    <a:pt x="4326" y="5303"/>
                    <a:pt x="4397" y="5232"/>
                  </a:cubicBezTo>
                  <a:lnTo>
                    <a:pt x="3832" y="5444"/>
                  </a:lnTo>
                  <a:cubicBezTo>
                    <a:pt x="3832" y="5444"/>
                    <a:pt x="4044" y="5373"/>
                    <a:pt x="4185" y="5373"/>
                  </a:cubicBezTo>
                  <a:lnTo>
                    <a:pt x="3549" y="5373"/>
                  </a:lnTo>
                  <a:cubicBezTo>
                    <a:pt x="3549" y="5373"/>
                    <a:pt x="3832" y="5373"/>
                    <a:pt x="3973" y="5444"/>
                  </a:cubicBezTo>
                  <a:lnTo>
                    <a:pt x="3337" y="5444"/>
                  </a:lnTo>
                  <a:cubicBezTo>
                    <a:pt x="3337" y="5444"/>
                    <a:pt x="3549" y="5444"/>
                    <a:pt x="3690" y="5444"/>
                  </a:cubicBezTo>
                  <a:lnTo>
                    <a:pt x="3125" y="5232"/>
                  </a:lnTo>
                  <a:cubicBezTo>
                    <a:pt x="3125" y="5232"/>
                    <a:pt x="3266" y="5303"/>
                    <a:pt x="3407" y="5373"/>
                  </a:cubicBezTo>
                  <a:lnTo>
                    <a:pt x="2912" y="5019"/>
                  </a:lnTo>
                  <a:cubicBezTo>
                    <a:pt x="2912" y="5019"/>
                    <a:pt x="3054" y="5161"/>
                    <a:pt x="3125" y="5232"/>
                  </a:cubicBezTo>
                  <a:lnTo>
                    <a:pt x="2771" y="4737"/>
                  </a:lnTo>
                  <a:cubicBezTo>
                    <a:pt x="2771" y="4737"/>
                    <a:pt x="2912" y="4949"/>
                    <a:pt x="2912" y="5019"/>
                  </a:cubicBezTo>
                  <a:lnTo>
                    <a:pt x="2700" y="4454"/>
                  </a:lnTo>
                  <a:cubicBezTo>
                    <a:pt x="2700" y="4454"/>
                    <a:pt x="2842" y="4808"/>
                    <a:pt x="2842" y="4949"/>
                  </a:cubicBezTo>
                  <a:lnTo>
                    <a:pt x="2842" y="4313"/>
                  </a:lnTo>
                  <a:cubicBezTo>
                    <a:pt x="2842" y="4313"/>
                    <a:pt x="2842" y="4808"/>
                    <a:pt x="2771" y="5019"/>
                  </a:cubicBezTo>
                  <a:lnTo>
                    <a:pt x="2771" y="4383"/>
                  </a:lnTo>
                  <a:cubicBezTo>
                    <a:pt x="2771" y="4383"/>
                    <a:pt x="2771" y="4666"/>
                    <a:pt x="2771" y="4808"/>
                  </a:cubicBezTo>
                  <a:lnTo>
                    <a:pt x="2983" y="4242"/>
                  </a:lnTo>
                  <a:cubicBezTo>
                    <a:pt x="2983" y="4242"/>
                    <a:pt x="2842" y="4454"/>
                    <a:pt x="2771" y="4525"/>
                  </a:cubicBezTo>
                  <a:lnTo>
                    <a:pt x="3125" y="4030"/>
                  </a:lnTo>
                  <a:cubicBezTo>
                    <a:pt x="3125" y="4030"/>
                    <a:pt x="2983" y="4171"/>
                    <a:pt x="2983" y="4171"/>
                  </a:cubicBezTo>
                  <a:lnTo>
                    <a:pt x="3478" y="3818"/>
                  </a:lnTo>
                  <a:cubicBezTo>
                    <a:pt x="3478" y="3818"/>
                    <a:pt x="3407" y="3818"/>
                    <a:pt x="3337" y="3888"/>
                  </a:cubicBezTo>
                  <a:lnTo>
                    <a:pt x="3902" y="3676"/>
                  </a:lnTo>
                  <a:cubicBezTo>
                    <a:pt x="3902" y="3676"/>
                    <a:pt x="3761" y="3676"/>
                    <a:pt x="3690" y="3676"/>
                  </a:cubicBezTo>
                  <a:lnTo>
                    <a:pt x="4326" y="3676"/>
                  </a:lnTo>
                  <a:cubicBezTo>
                    <a:pt x="4326" y="3676"/>
                    <a:pt x="4185" y="3606"/>
                    <a:pt x="4044" y="3606"/>
                  </a:cubicBezTo>
                  <a:lnTo>
                    <a:pt x="4680" y="3606"/>
                  </a:lnTo>
                  <a:cubicBezTo>
                    <a:pt x="4680" y="3606"/>
                    <a:pt x="4539" y="3606"/>
                    <a:pt x="4397" y="3606"/>
                  </a:cubicBezTo>
                  <a:lnTo>
                    <a:pt x="4963" y="3818"/>
                  </a:lnTo>
                  <a:cubicBezTo>
                    <a:pt x="4963" y="3818"/>
                    <a:pt x="4821" y="3747"/>
                    <a:pt x="4751" y="3676"/>
                  </a:cubicBezTo>
                  <a:lnTo>
                    <a:pt x="5175" y="4030"/>
                  </a:lnTo>
                  <a:cubicBezTo>
                    <a:pt x="5175" y="4030"/>
                    <a:pt x="5033" y="3888"/>
                    <a:pt x="4963" y="3818"/>
                  </a:cubicBezTo>
                  <a:lnTo>
                    <a:pt x="5316" y="4242"/>
                  </a:lnTo>
                  <a:cubicBezTo>
                    <a:pt x="5316" y="4242"/>
                    <a:pt x="5175" y="4030"/>
                    <a:pt x="5175" y="3959"/>
                  </a:cubicBezTo>
                  <a:lnTo>
                    <a:pt x="5387" y="4525"/>
                  </a:lnTo>
                  <a:cubicBezTo>
                    <a:pt x="5387" y="4525"/>
                    <a:pt x="5387" y="4313"/>
                    <a:pt x="5316" y="4242"/>
                  </a:cubicBezTo>
                  <a:lnTo>
                    <a:pt x="5316" y="4808"/>
                  </a:lnTo>
                  <a:cubicBezTo>
                    <a:pt x="5316" y="4808"/>
                    <a:pt x="5387" y="4595"/>
                    <a:pt x="5387" y="4525"/>
                  </a:cubicBezTo>
                  <a:lnTo>
                    <a:pt x="5387" y="5090"/>
                  </a:lnTo>
                  <a:cubicBezTo>
                    <a:pt x="5387" y="5090"/>
                    <a:pt x="5387" y="4808"/>
                    <a:pt x="5387" y="4666"/>
                  </a:cubicBezTo>
                  <a:lnTo>
                    <a:pt x="5175" y="5232"/>
                  </a:lnTo>
                  <a:cubicBezTo>
                    <a:pt x="5175" y="5232"/>
                    <a:pt x="5316" y="4949"/>
                    <a:pt x="5387" y="4878"/>
                  </a:cubicBezTo>
                  <a:lnTo>
                    <a:pt x="5033" y="5303"/>
                  </a:lnTo>
                  <a:cubicBezTo>
                    <a:pt x="5033" y="5303"/>
                    <a:pt x="5316" y="5019"/>
                    <a:pt x="5458" y="4878"/>
                  </a:cubicBezTo>
                  <a:lnTo>
                    <a:pt x="5033" y="5232"/>
                  </a:lnTo>
                  <a:cubicBezTo>
                    <a:pt x="5033" y="5232"/>
                    <a:pt x="5387" y="5019"/>
                    <a:pt x="5528" y="4949"/>
                  </a:cubicBezTo>
                  <a:lnTo>
                    <a:pt x="5033" y="5161"/>
                  </a:lnTo>
                  <a:cubicBezTo>
                    <a:pt x="5033" y="5161"/>
                    <a:pt x="5104" y="5161"/>
                    <a:pt x="5175" y="5161"/>
                  </a:cubicBezTo>
                  <a:lnTo>
                    <a:pt x="4609" y="5161"/>
                  </a:lnTo>
                  <a:cubicBezTo>
                    <a:pt x="4609" y="5161"/>
                    <a:pt x="4680" y="5161"/>
                    <a:pt x="4751" y="5232"/>
                  </a:cubicBezTo>
                  <a:lnTo>
                    <a:pt x="4185" y="5232"/>
                  </a:lnTo>
                  <a:cubicBezTo>
                    <a:pt x="4185" y="5232"/>
                    <a:pt x="4256" y="5232"/>
                    <a:pt x="4326" y="5232"/>
                  </a:cubicBezTo>
                  <a:lnTo>
                    <a:pt x="3832" y="5019"/>
                  </a:lnTo>
                  <a:cubicBezTo>
                    <a:pt x="3832" y="5019"/>
                    <a:pt x="3902" y="5019"/>
                    <a:pt x="3973" y="5019"/>
                  </a:cubicBezTo>
                  <a:lnTo>
                    <a:pt x="3549" y="4666"/>
                  </a:lnTo>
                  <a:cubicBezTo>
                    <a:pt x="3549" y="4666"/>
                    <a:pt x="3690" y="4808"/>
                    <a:pt x="3761" y="4878"/>
                  </a:cubicBezTo>
                  <a:lnTo>
                    <a:pt x="3407" y="4454"/>
                  </a:lnTo>
                  <a:cubicBezTo>
                    <a:pt x="3407" y="4454"/>
                    <a:pt x="3549" y="4737"/>
                    <a:pt x="3619" y="4878"/>
                  </a:cubicBezTo>
                  <a:lnTo>
                    <a:pt x="3407" y="4383"/>
                  </a:lnTo>
                  <a:cubicBezTo>
                    <a:pt x="3407" y="4383"/>
                    <a:pt x="3478" y="4666"/>
                    <a:pt x="3549" y="4878"/>
                  </a:cubicBezTo>
                  <a:lnTo>
                    <a:pt x="3549" y="4313"/>
                  </a:lnTo>
                  <a:cubicBezTo>
                    <a:pt x="3549" y="4313"/>
                    <a:pt x="3549" y="4595"/>
                    <a:pt x="3478" y="4808"/>
                  </a:cubicBezTo>
                  <a:lnTo>
                    <a:pt x="3478" y="4242"/>
                  </a:lnTo>
                  <a:cubicBezTo>
                    <a:pt x="3478" y="4242"/>
                    <a:pt x="3478" y="4454"/>
                    <a:pt x="3478" y="4595"/>
                  </a:cubicBezTo>
                  <a:lnTo>
                    <a:pt x="3690" y="4100"/>
                  </a:lnTo>
                  <a:cubicBezTo>
                    <a:pt x="3690" y="4100"/>
                    <a:pt x="3690" y="4242"/>
                    <a:pt x="3549" y="4313"/>
                  </a:cubicBezTo>
                  <a:lnTo>
                    <a:pt x="3902" y="3888"/>
                  </a:lnTo>
                  <a:cubicBezTo>
                    <a:pt x="3902" y="3888"/>
                    <a:pt x="3832" y="3959"/>
                    <a:pt x="3761" y="4030"/>
                  </a:cubicBezTo>
                  <a:lnTo>
                    <a:pt x="4185" y="3676"/>
                  </a:lnTo>
                  <a:cubicBezTo>
                    <a:pt x="4185" y="3676"/>
                    <a:pt x="4044" y="3747"/>
                    <a:pt x="3973" y="3818"/>
                  </a:cubicBezTo>
                  <a:lnTo>
                    <a:pt x="4468" y="3606"/>
                  </a:lnTo>
                  <a:cubicBezTo>
                    <a:pt x="4468" y="3606"/>
                    <a:pt x="4326" y="3606"/>
                    <a:pt x="4185" y="3676"/>
                  </a:cubicBezTo>
                  <a:lnTo>
                    <a:pt x="4751" y="3676"/>
                  </a:lnTo>
                  <a:cubicBezTo>
                    <a:pt x="4751" y="3676"/>
                    <a:pt x="4609" y="3676"/>
                    <a:pt x="4468" y="3606"/>
                  </a:cubicBezTo>
                  <a:lnTo>
                    <a:pt x="5033" y="3606"/>
                  </a:lnTo>
                  <a:cubicBezTo>
                    <a:pt x="5033" y="3606"/>
                    <a:pt x="4892" y="3606"/>
                    <a:pt x="4821" y="3606"/>
                  </a:cubicBezTo>
                  <a:lnTo>
                    <a:pt x="5316" y="3818"/>
                  </a:lnTo>
                  <a:cubicBezTo>
                    <a:pt x="5316" y="3818"/>
                    <a:pt x="5246" y="3818"/>
                    <a:pt x="5175" y="3747"/>
                  </a:cubicBezTo>
                  <a:lnTo>
                    <a:pt x="5599" y="4030"/>
                  </a:lnTo>
                  <a:cubicBezTo>
                    <a:pt x="5599" y="4030"/>
                    <a:pt x="5528" y="4030"/>
                    <a:pt x="5458" y="3888"/>
                  </a:cubicBezTo>
                  <a:lnTo>
                    <a:pt x="5740" y="4313"/>
                  </a:lnTo>
                  <a:cubicBezTo>
                    <a:pt x="5740" y="4313"/>
                    <a:pt x="5740" y="4242"/>
                    <a:pt x="5670" y="4171"/>
                  </a:cubicBezTo>
                  <a:lnTo>
                    <a:pt x="5882" y="4666"/>
                  </a:lnTo>
                  <a:cubicBezTo>
                    <a:pt x="5882" y="4666"/>
                    <a:pt x="5882" y="4525"/>
                    <a:pt x="5882" y="4525"/>
                  </a:cubicBezTo>
                  <a:lnTo>
                    <a:pt x="5882" y="5019"/>
                  </a:lnTo>
                  <a:cubicBezTo>
                    <a:pt x="5882" y="5019"/>
                    <a:pt x="5882" y="4878"/>
                    <a:pt x="5882" y="4808"/>
                  </a:cubicBezTo>
                  <a:lnTo>
                    <a:pt x="5882" y="5303"/>
                  </a:lnTo>
                  <a:cubicBezTo>
                    <a:pt x="5882" y="5303"/>
                    <a:pt x="5882" y="5161"/>
                    <a:pt x="5882" y="5090"/>
                  </a:cubicBezTo>
                  <a:lnTo>
                    <a:pt x="5670" y="5585"/>
                  </a:lnTo>
                  <a:cubicBezTo>
                    <a:pt x="5670" y="5585"/>
                    <a:pt x="5670" y="5514"/>
                    <a:pt x="5740" y="5444"/>
                  </a:cubicBezTo>
                  <a:lnTo>
                    <a:pt x="5458" y="5798"/>
                  </a:lnTo>
                  <a:cubicBezTo>
                    <a:pt x="5458" y="5798"/>
                    <a:pt x="5528" y="5727"/>
                    <a:pt x="5599" y="5656"/>
                  </a:cubicBezTo>
                  <a:lnTo>
                    <a:pt x="5246" y="5939"/>
                  </a:lnTo>
                  <a:cubicBezTo>
                    <a:pt x="5246" y="5939"/>
                    <a:pt x="5387" y="5868"/>
                    <a:pt x="5458" y="5798"/>
                  </a:cubicBezTo>
                  <a:lnTo>
                    <a:pt x="5033" y="6009"/>
                  </a:lnTo>
                  <a:cubicBezTo>
                    <a:pt x="5033" y="6009"/>
                    <a:pt x="5175" y="6009"/>
                    <a:pt x="5246" y="6009"/>
                  </a:cubicBezTo>
                  <a:lnTo>
                    <a:pt x="4751" y="6009"/>
                  </a:lnTo>
                  <a:cubicBezTo>
                    <a:pt x="4751" y="6009"/>
                    <a:pt x="4892" y="6009"/>
                    <a:pt x="5033" y="6009"/>
                  </a:cubicBezTo>
                  <a:lnTo>
                    <a:pt x="4539" y="6009"/>
                  </a:lnTo>
                  <a:cubicBezTo>
                    <a:pt x="4539" y="6009"/>
                    <a:pt x="4680" y="6009"/>
                    <a:pt x="4821" y="6009"/>
                  </a:cubicBezTo>
                  <a:cubicBezTo>
                    <a:pt x="5387" y="6222"/>
                    <a:pt x="6165" y="6009"/>
                    <a:pt x="6589" y="5514"/>
                  </a:cubicBezTo>
                  <a:lnTo>
                    <a:pt x="6589" y="5514"/>
                  </a:lnTo>
                  <a:cubicBezTo>
                    <a:pt x="6589" y="5514"/>
                    <a:pt x="6094" y="5798"/>
                    <a:pt x="5811" y="5939"/>
                  </a:cubicBezTo>
                  <a:cubicBezTo>
                    <a:pt x="6023" y="5939"/>
                    <a:pt x="6235" y="5798"/>
                    <a:pt x="6377" y="5656"/>
                  </a:cubicBezTo>
                  <a:cubicBezTo>
                    <a:pt x="6730" y="5444"/>
                    <a:pt x="7013" y="5161"/>
                    <a:pt x="7084" y="4737"/>
                  </a:cubicBezTo>
                  <a:cubicBezTo>
                    <a:pt x="7154" y="4313"/>
                    <a:pt x="7084" y="3888"/>
                    <a:pt x="6942" y="3535"/>
                  </a:cubicBezTo>
                  <a:lnTo>
                    <a:pt x="6942" y="3535"/>
                  </a:lnTo>
                  <a:close/>
                </a:path>
              </a:pathLst>
            </a:custGeom>
            <a:solidFill>
              <a:srgbClr val="000000"/>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18" name="Google Shape;1118;p45"/>
          <p:cNvSpPr/>
          <p:nvPr/>
        </p:nvSpPr>
        <p:spPr>
          <a:xfrm rot="5400000">
            <a:off x="7032626" y="1573254"/>
            <a:ext cx="586397" cy="755561"/>
          </a:xfrm>
          <a:custGeom>
            <a:rect b="b" l="l" r="r" t="t"/>
            <a:pathLst>
              <a:path extrusionOk="0" h="27824" w="27997">
                <a:moveTo>
                  <a:pt x="21400" y="1892"/>
                </a:moveTo>
                <a:cubicBezTo>
                  <a:pt x="14797" y="2993"/>
                  <a:pt x="5934" y="1094"/>
                  <a:pt x="1825" y="6378"/>
                </a:cubicBezTo>
                <a:cubicBezTo>
                  <a:pt x="-1923" y="11197"/>
                  <a:pt x="611" y="20658"/>
                  <a:pt x="5495" y="24321"/>
                </a:cubicBezTo>
                <a:cubicBezTo>
                  <a:pt x="11044" y="28482"/>
                  <a:pt x="22725" y="29657"/>
                  <a:pt x="26293" y="23709"/>
                </a:cubicBezTo>
                <a:cubicBezTo>
                  <a:pt x="30151" y="17277"/>
                  <a:pt x="26933" y="6193"/>
                  <a:pt x="20788" y="1892"/>
                </a:cubicBezTo>
                <a:cubicBezTo>
                  <a:pt x="16482" y="-1121"/>
                  <a:pt x="8802" y="-398"/>
                  <a:pt x="5087" y="3319"/>
                </a:cubicBezTo>
                <a:cubicBezTo>
                  <a:pt x="378" y="8031"/>
                  <a:pt x="-1074" y="20320"/>
                  <a:pt x="4883" y="23302"/>
                </a:cubicBezTo>
              </a:path>
            </a:pathLst>
          </a:custGeom>
          <a:noFill/>
          <a:ln cap="flat" cmpd="sng" w="19050">
            <a:solidFill>
              <a:schemeClr val="dk2"/>
            </a:solidFill>
            <a:prstDash val="solid"/>
            <a:round/>
            <a:headEnd len="med" w="med" type="none"/>
            <a:tailEnd len="med" w="med" type="none"/>
          </a:ln>
        </p:spPr>
      </p:sp>
      <p:sp>
        <p:nvSpPr>
          <p:cNvPr id="1119" name="Google Shape;1119;p45"/>
          <p:cNvSpPr/>
          <p:nvPr/>
        </p:nvSpPr>
        <p:spPr>
          <a:xfrm>
            <a:off x="1468213" y="1603234"/>
            <a:ext cx="699925" cy="695600"/>
          </a:xfrm>
          <a:custGeom>
            <a:rect b="b" l="l" r="r" t="t"/>
            <a:pathLst>
              <a:path extrusionOk="0" h="27824" w="27997">
                <a:moveTo>
                  <a:pt x="21400" y="1892"/>
                </a:moveTo>
                <a:cubicBezTo>
                  <a:pt x="14797" y="2993"/>
                  <a:pt x="5934" y="1094"/>
                  <a:pt x="1825" y="6378"/>
                </a:cubicBezTo>
                <a:cubicBezTo>
                  <a:pt x="-1923" y="11197"/>
                  <a:pt x="611" y="20658"/>
                  <a:pt x="5495" y="24321"/>
                </a:cubicBezTo>
                <a:cubicBezTo>
                  <a:pt x="11044" y="28482"/>
                  <a:pt x="22725" y="29657"/>
                  <a:pt x="26293" y="23709"/>
                </a:cubicBezTo>
                <a:cubicBezTo>
                  <a:pt x="30151" y="17277"/>
                  <a:pt x="26933" y="6193"/>
                  <a:pt x="20788" y="1892"/>
                </a:cubicBezTo>
                <a:cubicBezTo>
                  <a:pt x="16482" y="-1121"/>
                  <a:pt x="8802" y="-398"/>
                  <a:pt x="5087" y="3319"/>
                </a:cubicBezTo>
                <a:cubicBezTo>
                  <a:pt x="378" y="8031"/>
                  <a:pt x="-1074" y="20320"/>
                  <a:pt x="4883" y="23302"/>
                </a:cubicBezTo>
              </a:path>
            </a:pathLst>
          </a:custGeom>
          <a:noFill/>
          <a:ln cap="flat" cmpd="sng" w="19050">
            <a:solidFill>
              <a:schemeClr val="dk2"/>
            </a:solidFill>
            <a:prstDash val="solid"/>
            <a:round/>
            <a:headEnd len="med" w="med" type="none"/>
            <a:tailEnd len="med" w="med" type="none"/>
          </a:ln>
        </p:spPr>
      </p:sp>
      <p:sp>
        <p:nvSpPr>
          <p:cNvPr id="1120" name="Google Shape;1120;p45"/>
          <p:cNvSpPr/>
          <p:nvPr/>
        </p:nvSpPr>
        <p:spPr>
          <a:xfrm>
            <a:off x="4118713" y="1603233"/>
            <a:ext cx="906575" cy="695603"/>
          </a:xfrm>
          <a:custGeom>
            <a:rect b="b" l="l" r="r" t="t"/>
            <a:pathLst>
              <a:path extrusionOk="0" h="23516" w="36263">
                <a:moveTo>
                  <a:pt x="23936" y="0"/>
                </a:moveTo>
                <a:cubicBezTo>
                  <a:pt x="15916" y="0"/>
                  <a:pt x="949" y="4784"/>
                  <a:pt x="3342" y="12438"/>
                </a:cubicBezTo>
                <a:cubicBezTo>
                  <a:pt x="6630" y="22954"/>
                  <a:pt x="33017" y="28354"/>
                  <a:pt x="35967" y="17739"/>
                </a:cubicBezTo>
                <a:cubicBezTo>
                  <a:pt x="37593" y="11887"/>
                  <a:pt x="32110" y="4264"/>
                  <a:pt x="26383" y="2243"/>
                </a:cubicBezTo>
                <a:cubicBezTo>
                  <a:pt x="18873" y="-407"/>
                  <a:pt x="8973" y="2933"/>
                  <a:pt x="3342" y="8564"/>
                </a:cubicBezTo>
                <a:cubicBezTo>
                  <a:pt x="1150" y="10756"/>
                  <a:pt x="-1297" y="15344"/>
                  <a:pt x="895" y="17536"/>
                </a:cubicBezTo>
                <a:cubicBezTo>
                  <a:pt x="5420" y="22061"/>
                  <a:pt x="13255" y="21614"/>
                  <a:pt x="19654" y="21614"/>
                </a:cubicBezTo>
              </a:path>
            </a:pathLst>
          </a:custGeom>
          <a:noFill/>
          <a:ln cap="flat" cmpd="sng" w="19050">
            <a:solidFill>
              <a:schemeClr val="dk2"/>
            </a:solidFill>
            <a:prstDash val="solid"/>
            <a:round/>
            <a:headEnd len="med" w="med" type="none"/>
            <a:tailEnd len="med" w="med" type="none"/>
          </a:ln>
        </p:spPr>
      </p:sp>
      <p:sp>
        <p:nvSpPr>
          <p:cNvPr id="1121" name="Google Shape;1121;p45"/>
          <p:cNvSpPr txBox="1"/>
          <p:nvPr/>
        </p:nvSpPr>
        <p:spPr>
          <a:xfrm>
            <a:off x="1415125" y="1727234"/>
            <a:ext cx="8061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2"/>
                </a:solidFill>
                <a:latin typeface="Shadows Into Light Two"/>
                <a:ea typeface="Shadows Into Light Two"/>
                <a:cs typeface="Shadows Into Light Two"/>
                <a:sym typeface="Shadows Into Light Two"/>
              </a:rPr>
              <a:t>01</a:t>
            </a:r>
            <a:endParaRPr b="1" sz="3000">
              <a:solidFill>
                <a:schemeClr val="dk2"/>
              </a:solidFill>
              <a:latin typeface="Shadows Into Light Two"/>
              <a:ea typeface="Shadows Into Light Two"/>
              <a:cs typeface="Shadows Into Light Two"/>
              <a:sym typeface="Shadows Into Light Two"/>
            </a:endParaRPr>
          </a:p>
        </p:txBody>
      </p:sp>
      <p:sp>
        <p:nvSpPr>
          <p:cNvPr id="1122" name="Google Shape;1122;p45"/>
          <p:cNvSpPr txBox="1"/>
          <p:nvPr/>
        </p:nvSpPr>
        <p:spPr>
          <a:xfrm>
            <a:off x="4168950" y="1727234"/>
            <a:ext cx="8061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2"/>
                </a:solidFill>
                <a:latin typeface="Shadows Into Light Two"/>
                <a:ea typeface="Shadows Into Light Two"/>
                <a:cs typeface="Shadows Into Light Two"/>
                <a:sym typeface="Shadows Into Light Two"/>
              </a:rPr>
              <a:t>02</a:t>
            </a:r>
            <a:endParaRPr b="1" sz="3000">
              <a:solidFill>
                <a:schemeClr val="dk2"/>
              </a:solidFill>
              <a:latin typeface="Shadows Into Light Two"/>
              <a:ea typeface="Shadows Into Light Two"/>
              <a:cs typeface="Shadows Into Light Two"/>
              <a:sym typeface="Shadows Into Light Two"/>
            </a:endParaRPr>
          </a:p>
        </p:txBody>
      </p:sp>
      <p:sp>
        <p:nvSpPr>
          <p:cNvPr id="1123" name="Google Shape;1123;p45"/>
          <p:cNvSpPr txBox="1"/>
          <p:nvPr/>
        </p:nvSpPr>
        <p:spPr>
          <a:xfrm>
            <a:off x="6922775" y="1727234"/>
            <a:ext cx="8061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2"/>
                </a:solidFill>
                <a:latin typeface="Shadows Into Light Two"/>
                <a:ea typeface="Shadows Into Light Two"/>
                <a:cs typeface="Shadows Into Light Two"/>
                <a:sym typeface="Shadows Into Light Two"/>
              </a:rPr>
              <a:t>03</a:t>
            </a:r>
            <a:endParaRPr b="1" sz="3000">
              <a:solidFill>
                <a:schemeClr val="dk2"/>
              </a:solidFill>
              <a:latin typeface="Shadows Into Light Two"/>
              <a:ea typeface="Shadows Into Light Two"/>
              <a:cs typeface="Shadows Into Light Two"/>
              <a:sym typeface="Shadows Into Light Two"/>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7" name="Shape 1127"/>
        <p:cNvGrpSpPr/>
        <p:nvPr/>
      </p:nvGrpSpPr>
      <p:grpSpPr>
        <a:xfrm>
          <a:off x="0" y="0"/>
          <a:ext cx="0" cy="0"/>
          <a:chOff x="0" y="0"/>
          <a:chExt cx="0" cy="0"/>
        </a:xfrm>
      </p:grpSpPr>
      <p:sp>
        <p:nvSpPr>
          <p:cNvPr id="1128" name="Google Shape;1128;p46"/>
          <p:cNvSpPr/>
          <p:nvPr/>
        </p:nvSpPr>
        <p:spPr>
          <a:xfrm flipH="1" rot="-9874313">
            <a:off x="6485277" y="-224150"/>
            <a:ext cx="3640590" cy="1947844"/>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 name="Google Shape;1129;p46"/>
          <p:cNvSpPr txBox="1"/>
          <p:nvPr>
            <p:ph type="title"/>
          </p:nvPr>
        </p:nvSpPr>
        <p:spPr>
          <a:xfrm>
            <a:off x="2640900" y="2450001"/>
            <a:ext cx="38622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Special moments</a:t>
            </a:r>
            <a:endParaRPr/>
          </a:p>
        </p:txBody>
      </p:sp>
      <p:sp>
        <p:nvSpPr>
          <p:cNvPr id="1130" name="Google Shape;1130;p46"/>
          <p:cNvSpPr txBox="1"/>
          <p:nvPr>
            <p:ph idx="2" type="title"/>
          </p:nvPr>
        </p:nvSpPr>
        <p:spPr>
          <a:xfrm>
            <a:off x="4147200" y="1543109"/>
            <a:ext cx="8496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131" name="Google Shape;1131;p46"/>
          <p:cNvSpPr txBox="1"/>
          <p:nvPr>
            <p:ph idx="1" type="subTitle"/>
          </p:nvPr>
        </p:nvSpPr>
        <p:spPr>
          <a:xfrm>
            <a:off x="2640900" y="3291801"/>
            <a:ext cx="3862200" cy="37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1132" name="Google Shape;1132;p46"/>
          <p:cNvSpPr/>
          <p:nvPr/>
        </p:nvSpPr>
        <p:spPr>
          <a:xfrm>
            <a:off x="3954906" y="1476699"/>
            <a:ext cx="1234188" cy="974620"/>
          </a:xfrm>
          <a:custGeom>
            <a:rect b="b" l="l" r="r" t="t"/>
            <a:pathLst>
              <a:path extrusionOk="0" h="17820" w="29009">
                <a:moveTo>
                  <a:pt x="27726" y="3969"/>
                </a:moveTo>
                <a:cubicBezTo>
                  <a:pt x="19755" y="-14"/>
                  <a:pt x="2203" y="-1421"/>
                  <a:pt x="1218" y="7436"/>
                </a:cubicBezTo>
                <a:cubicBezTo>
                  <a:pt x="177" y="16803"/>
                  <a:pt x="28012" y="22319"/>
                  <a:pt x="28950" y="12941"/>
                </a:cubicBezTo>
                <a:cubicBezTo>
                  <a:pt x="29897" y="3472"/>
                  <a:pt x="9604" y="-3929"/>
                  <a:pt x="2442" y="2338"/>
                </a:cubicBezTo>
                <a:cubicBezTo>
                  <a:pt x="12" y="4465"/>
                  <a:pt x="-776" y="9234"/>
                  <a:pt x="1015" y="11921"/>
                </a:cubicBezTo>
                <a:cubicBezTo>
                  <a:pt x="3549" y="15723"/>
                  <a:pt x="9087" y="17223"/>
                  <a:pt x="13657" y="17223"/>
                </a:cubicBezTo>
              </a:path>
            </a:pathLst>
          </a:custGeom>
          <a:noFill/>
          <a:ln cap="flat" cmpd="sng" w="19050">
            <a:solidFill>
              <a:schemeClr val="dk2"/>
            </a:solidFill>
            <a:prstDash val="solid"/>
            <a:round/>
            <a:headEnd len="med" w="med" type="none"/>
            <a:tailEnd len="med" w="med" type="none"/>
          </a:ln>
        </p:spPr>
      </p:sp>
      <p:grpSp>
        <p:nvGrpSpPr>
          <p:cNvPr id="1133" name="Google Shape;1133;p46"/>
          <p:cNvGrpSpPr/>
          <p:nvPr/>
        </p:nvGrpSpPr>
        <p:grpSpPr>
          <a:xfrm>
            <a:off x="7403525" y="320149"/>
            <a:ext cx="1090130" cy="1457358"/>
            <a:chOff x="7403525" y="320149"/>
            <a:chExt cx="1090130" cy="1457358"/>
          </a:xfrm>
        </p:grpSpPr>
        <p:sp>
          <p:nvSpPr>
            <p:cNvPr id="1134" name="Google Shape;1134;p46"/>
            <p:cNvSpPr/>
            <p:nvPr/>
          </p:nvSpPr>
          <p:spPr>
            <a:xfrm>
              <a:off x="7447060" y="546891"/>
              <a:ext cx="1046595" cy="882476"/>
            </a:xfrm>
            <a:custGeom>
              <a:rect b="b" l="l" r="r" t="t"/>
              <a:pathLst>
                <a:path extrusionOk="0" h="532414" w="631430">
                  <a:moveTo>
                    <a:pt x="564760" y="144620"/>
                  </a:moveTo>
                  <a:cubicBezTo>
                    <a:pt x="554155" y="136843"/>
                    <a:pt x="544186" y="128146"/>
                    <a:pt x="534217" y="119521"/>
                  </a:cubicBezTo>
                  <a:cubicBezTo>
                    <a:pt x="502967" y="92513"/>
                    <a:pt x="476808" y="60344"/>
                    <a:pt x="452557" y="27044"/>
                  </a:cubicBezTo>
                  <a:cubicBezTo>
                    <a:pt x="444851" y="16510"/>
                    <a:pt x="439336" y="-6327"/>
                    <a:pt x="422439" y="1663"/>
                  </a:cubicBezTo>
                  <a:cubicBezTo>
                    <a:pt x="416288" y="4561"/>
                    <a:pt x="411692" y="10076"/>
                    <a:pt x="406602" y="14601"/>
                  </a:cubicBezTo>
                  <a:cubicBezTo>
                    <a:pt x="379382" y="38781"/>
                    <a:pt x="342476" y="47123"/>
                    <a:pt x="306913" y="45285"/>
                  </a:cubicBezTo>
                  <a:cubicBezTo>
                    <a:pt x="294894" y="44648"/>
                    <a:pt x="186792" y="24004"/>
                    <a:pt x="185449" y="27468"/>
                  </a:cubicBezTo>
                  <a:cubicBezTo>
                    <a:pt x="162259" y="86928"/>
                    <a:pt x="132211" y="189303"/>
                    <a:pt x="0" y="199908"/>
                  </a:cubicBezTo>
                  <a:cubicBezTo>
                    <a:pt x="56419" y="262125"/>
                    <a:pt x="77488" y="360116"/>
                    <a:pt x="52955" y="446230"/>
                  </a:cubicBezTo>
                  <a:cubicBezTo>
                    <a:pt x="89083" y="438595"/>
                    <a:pt x="127050" y="437817"/>
                    <a:pt x="160986" y="451321"/>
                  </a:cubicBezTo>
                  <a:cubicBezTo>
                    <a:pt x="194923" y="464825"/>
                    <a:pt x="224264" y="494166"/>
                    <a:pt x="233526" y="532415"/>
                  </a:cubicBezTo>
                  <a:cubicBezTo>
                    <a:pt x="277572" y="461714"/>
                    <a:pt x="368989" y="431242"/>
                    <a:pt x="438629" y="464047"/>
                  </a:cubicBezTo>
                  <a:cubicBezTo>
                    <a:pt x="442518" y="465885"/>
                    <a:pt x="446689" y="467865"/>
                    <a:pt x="450861" y="466592"/>
                  </a:cubicBezTo>
                  <a:cubicBezTo>
                    <a:pt x="454466" y="465461"/>
                    <a:pt x="457082" y="462209"/>
                    <a:pt x="459557" y="459098"/>
                  </a:cubicBezTo>
                  <a:cubicBezTo>
                    <a:pt x="499078" y="410526"/>
                    <a:pt x="562356" y="383518"/>
                    <a:pt x="624361" y="393204"/>
                  </a:cubicBezTo>
                  <a:cubicBezTo>
                    <a:pt x="622028" y="373337"/>
                    <a:pt x="612837" y="353046"/>
                    <a:pt x="609302" y="332967"/>
                  </a:cubicBezTo>
                  <a:cubicBezTo>
                    <a:pt x="605767" y="313101"/>
                    <a:pt x="603787" y="292385"/>
                    <a:pt x="603645" y="272659"/>
                  </a:cubicBezTo>
                  <a:cubicBezTo>
                    <a:pt x="603292" y="238299"/>
                    <a:pt x="612130" y="203372"/>
                    <a:pt x="631431" y="174950"/>
                  </a:cubicBezTo>
                  <a:cubicBezTo>
                    <a:pt x="614745" y="171557"/>
                    <a:pt x="598555" y="165477"/>
                    <a:pt x="583778" y="156993"/>
                  </a:cubicBezTo>
                  <a:cubicBezTo>
                    <a:pt x="577203" y="153245"/>
                    <a:pt x="570911" y="149003"/>
                    <a:pt x="564831" y="144549"/>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5" name="Google Shape;1135;p46"/>
            <p:cNvSpPr/>
            <p:nvPr/>
          </p:nvSpPr>
          <p:spPr>
            <a:xfrm>
              <a:off x="7949164" y="1401145"/>
              <a:ext cx="62052" cy="327441"/>
            </a:xfrm>
            <a:custGeom>
              <a:rect b="b" l="l" r="r" t="t"/>
              <a:pathLst>
                <a:path extrusionOk="0" h="197551" w="37437">
                  <a:moveTo>
                    <a:pt x="20" y="917"/>
                  </a:moveTo>
                  <a:cubicBezTo>
                    <a:pt x="13382" y="65962"/>
                    <a:pt x="25048" y="131290"/>
                    <a:pt x="35512" y="196829"/>
                  </a:cubicBezTo>
                  <a:cubicBezTo>
                    <a:pt x="35724" y="198102"/>
                    <a:pt x="37633" y="197537"/>
                    <a:pt x="37421" y="196334"/>
                  </a:cubicBezTo>
                  <a:cubicBezTo>
                    <a:pt x="27098" y="130795"/>
                    <a:pt x="14938" y="65537"/>
                    <a:pt x="1575" y="563"/>
                  </a:cubicBezTo>
                  <a:cubicBezTo>
                    <a:pt x="1363" y="-426"/>
                    <a:pt x="-192" y="-2"/>
                    <a:pt x="20" y="987"/>
                  </a:cubicBezTo>
                  <a:lnTo>
                    <a:pt x="20" y="98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6" name="Google Shape;1136;p46"/>
            <p:cNvSpPr/>
            <p:nvPr/>
          </p:nvSpPr>
          <p:spPr>
            <a:xfrm>
              <a:off x="8084496" y="1432216"/>
              <a:ext cx="7807" cy="345290"/>
            </a:xfrm>
            <a:custGeom>
              <a:rect b="b" l="l" r="r" t="t"/>
              <a:pathLst>
                <a:path extrusionOk="0" h="208320" w="4710">
                  <a:moveTo>
                    <a:pt x="223" y="265"/>
                  </a:moveTo>
                  <a:cubicBezTo>
                    <a:pt x="364" y="69128"/>
                    <a:pt x="-343" y="138062"/>
                    <a:pt x="223" y="206995"/>
                  </a:cubicBezTo>
                  <a:cubicBezTo>
                    <a:pt x="223" y="208763"/>
                    <a:pt x="2909" y="208763"/>
                    <a:pt x="2980" y="206995"/>
                  </a:cubicBezTo>
                  <a:cubicBezTo>
                    <a:pt x="6162" y="138132"/>
                    <a:pt x="4677" y="69057"/>
                    <a:pt x="788" y="265"/>
                  </a:cubicBezTo>
                  <a:cubicBezTo>
                    <a:pt x="788" y="-88"/>
                    <a:pt x="223" y="-88"/>
                    <a:pt x="223" y="265"/>
                  </a:cubicBezTo>
                  <a:lnTo>
                    <a:pt x="223" y="26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7" name="Google Shape;1137;p46"/>
            <p:cNvSpPr/>
            <p:nvPr/>
          </p:nvSpPr>
          <p:spPr>
            <a:xfrm>
              <a:off x="8149825" y="1349983"/>
              <a:ext cx="112415" cy="329015"/>
            </a:xfrm>
            <a:custGeom>
              <a:rect b="b" l="l" r="r" t="t"/>
              <a:pathLst>
                <a:path extrusionOk="0" h="198501" w="67822">
                  <a:moveTo>
                    <a:pt x="66284" y="330"/>
                  </a:moveTo>
                  <a:cubicBezTo>
                    <a:pt x="38357" y="63819"/>
                    <a:pt x="15521" y="129359"/>
                    <a:pt x="37" y="197020"/>
                  </a:cubicBezTo>
                  <a:cubicBezTo>
                    <a:pt x="-316" y="198505"/>
                    <a:pt x="1946" y="199141"/>
                    <a:pt x="2300" y="197656"/>
                  </a:cubicBezTo>
                  <a:cubicBezTo>
                    <a:pt x="19904" y="130844"/>
                    <a:pt x="41115" y="64809"/>
                    <a:pt x="67769" y="1037"/>
                  </a:cubicBezTo>
                  <a:cubicBezTo>
                    <a:pt x="68123" y="188"/>
                    <a:pt x="66638" y="-448"/>
                    <a:pt x="66284" y="401"/>
                  </a:cubicBezTo>
                  <a:lnTo>
                    <a:pt x="66284" y="40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 name="Google Shape;1138;p46"/>
            <p:cNvSpPr/>
            <p:nvPr/>
          </p:nvSpPr>
          <p:spPr>
            <a:xfrm>
              <a:off x="8198824" y="565689"/>
              <a:ext cx="208669" cy="223728"/>
            </a:xfrm>
            <a:custGeom>
              <a:rect b="b" l="l" r="r" t="t"/>
              <a:pathLst>
                <a:path extrusionOk="0" h="134979" w="125894">
                  <a:moveTo>
                    <a:pt x="106913" y="38818"/>
                  </a:moveTo>
                  <a:cubicBezTo>
                    <a:pt x="98287" y="39525"/>
                    <a:pt x="89379" y="42989"/>
                    <a:pt x="81814" y="46878"/>
                  </a:cubicBezTo>
                  <a:cubicBezTo>
                    <a:pt x="78774" y="48433"/>
                    <a:pt x="75805" y="50271"/>
                    <a:pt x="72977" y="52180"/>
                  </a:cubicBezTo>
                  <a:cubicBezTo>
                    <a:pt x="70502" y="53877"/>
                    <a:pt x="67674" y="56846"/>
                    <a:pt x="64634" y="57271"/>
                  </a:cubicBezTo>
                  <a:cubicBezTo>
                    <a:pt x="64351" y="57271"/>
                    <a:pt x="63998" y="57271"/>
                    <a:pt x="63715" y="57129"/>
                  </a:cubicBezTo>
                  <a:cubicBezTo>
                    <a:pt x="63432" y="56917"/>
                    <a:pt x="63432" y="56493"/>
                    <a:pt x="63361" y="56140"/>
                  </a:cubicBezTo>
                  <a:cubicBezTo>
                    <a:pt x="62301" y="41646"/>
                    <a:pt x="59543" y="26374"/>
                    <a:pt x="53322" y="13153"/>
                  </a:cubicBezTo>
                  <a:cubicBezTo>
                    <a:pt x="51271" y="8770"/>
                    <a:pt x="48655" y="4457"/>
                    <a:pt x="44625" y="1912"/>
                  </a:cubicBezTo>
                  <a:cubicBezTo>
                    <a:pt x="40525" y="-634"/>
                    <a:pt x="34656" y="-845"/>
                    <a:pt x="31263" y="2548"/>
                  </a:cubicBezTo>
                  <a:cubicBezTo>
                    <a:pt x="29637" y="4174"/>
                    <a:pt x="28788" y="6366"/>
                    <a:pt x="28152" y="8628"/>
                  </a:cubicBezTo>
                  <a:cubicBezTo>
                    <a:pt x="25112" y="19304"/>
                    <a:pt x="26738" y="30970"/>
                    <a:pt x="30697" y="41363"/>
                  </a:cubicBezTo>
                  <a:cubicBezTo>
                    <a:pt x="34656" y="51756"/>
                    <a:pt x="40808" y="61159"/>
                    <a:pt x="46888" y="70492"/>
                  </a:cubicBezTo>
                  <a:cubicBezTo>
                    <a:pt x="38192" y="66108"/>
                    <a:pt x="29000" y="61654"/>
                    <a:pt x="19314" y="62149"/>
                  </a:cubicBezTo>
                  <a:cubicBezTo>
                    <a:pt x="9628" y="62715"/>
                    <a:pt x="-411" y="70280"/>
                    <a:pt x="13" y="80037"/>
                  </a:cubicBezTo>
                  <a:cubicBezTo>
                    <a:pt x="508" y="90147"/>
                    <a:pt x="11749" y="96580"/>
                    <a:pt x="21860" y="96863"/>
                  </a:cubicBezTo>
                  <a:cubicBezTo>
                    <a:pt x="31121" y="97146"/>
                    <a:pt x="40383" y="93753"/>
                    <a:pt x="47312" y="87672"/>
                  </a:cubicBezTo>
                  <a:cubicBezTo>
                    <a:pt x="41585" y="97712"/>
                    <a:pt x="38686" y="109377"/>
                    <a:pt x="38969" y="120972"/>
                  </a:cubicBezTo>
                  <a:cubicBezTo>
                    <a:pt x="39111" y="126628"/>
                    <a:pt x="41020" y="133416"/>
                    <a:pt x="46464" y="134759"/>
                  </a:cubicBezTo>
                  <a:cubicBezTo>
                    <a:pt x="51625" y="136032"/>
                    <a:pt x="56362" y="131577"/>
                    <a:pt x="59190" y="127123"/>
                  </a:cubicBezTo>
                  <a:cubicBezTo>
                    <a:pt x="65411" y="117296"/>
                    <a:pt x="68169" y="105348"/>
                    <a:pt x="66896" y="93823"/>
                  </a:cubicBezTo>
                  <a:cubicBezTo>
                    <a:pt x="69441" y="102024"/>
                    <a:pt x="72199" y="110650"/>
                    <a:pt x="78491" y="116447"/>
                  </a:cubicBezTo>
                  <a:cubicBezTo>
                    <a:pt x="84784" y="122245"/>
                    <a:pt x="95813" y="123942"/>
                    <a:pt x="101610" y="117650"/>
                  </a:cubicBezTo>
                  <a:cubicBezTo>
                    <a:pt x="107408" y="111357"/>
                    <a:pt x="105075" y="100823"/>
                    <a:pt x="99701" y="94177"/>
                  </a:cubicBezTo>
                  <a:cubicBezTo>
                    <a:pt x="97086" y="90924"/>
                    <a:pt x="93833" y="88238"/>
                    <a:pt x="90581" y="85622"/>
                  </a:cubicBezTo>
                  <a:cubicBezTo>
                    <a:pt x="88036" y="83572"/>
                    <a:pt x="82450" y="80602"/>
                    <a:pt x="81390" y="77491"/>
                  </a:cubicBezTo>
                  <a:cubicBezTo>
                    <a:pt x="89521" y="76855"/>
                    <a:pt x="96944" y="77562"/>
                    <a:pt x="104863" y="74592"/>
                  </a:cubicBezTo>
                  <a:cubicBezTo>
                    <a:pt x="112781" y="71623"/>
                    <a:pt x="119851" y="66250"/>
                    <a:pt x="124093" y="58967"/>
                  </a:cubicBezTo>
                  <a:cubicBezTo>
                    <a:pt x="127628" y="53029"/>
                    <a:pt x="125790" y="45959"/>
                    <a:pt x="120063" y="41717"/>
                  </a:cubicBezTo>
                  <a:cubicBezTo>
                    <a:pt x="116953" y="39383"/>
                    <a:pt x="112923" y="38606"/>
                    <a:pt x="109034" y="38676"/>
                  </a:cubicBezTo>
                  <a:cubicBezTo>
                    <a:pt x="108256" y="38676"/>
                    <a:pt x="107549" y="38676"/>
                    <a:pt x="106772" y="38818"/>
                  </a:cubicBezTo>
                  <a:close/>
                </a:path>
              </a:pathLst>
            </a:custGeom>
            <a:solidFill>
              <a:schemeClr val="dk2"/>
            </a:solid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 name="Google Shape;1139;p46"/>
            <p:cNvSpPr/>
            <p:nvPr/>
          </p:nvSpPr>
          <p:spPr>
            <a:xfrm>
              <a:off x="7818271" y="320149"/>
              <a:ext cx="206587" cy="224571"/>
            </a:xfrm>
            <a:custGeom>
              <a:rect b="b" l="l" r="r" t="t"/>
              <a:pathLst>
                <a:path extrusionOk="0" h="135488" w="124638">
                  <a:moveTo>
                    <a:pt x="113994" y="71324"/>
                  </a:moveTo>
                  <a:cubicBezTo>
                    <a:pt x="106288" y="67365"/>
                    <a:pt x="96955" y="65456"/>
                    <a:pt x="88542" y="64678"/>
                  </a:cubicBezTo>
                  <a:cubicBezTo>
                    <a:pt x="85078" y="64396"/>
                    <a:pt x="81613" y="64254"/>
                    <a:pt x="78220" y="64396"/>
                  </a:cubicBezTo>
                  <a:cubicBezTo>
                    <a:pt x="75250" y="64537"/>
                    <a:pt x="71291" y="65527"/>
                    <a:pt x="68463" y="64183"/>
                  </a:cubicBezTo>
                  <a:cubicBezTo>
                    <a:pt x="68180" y="64042"/>
                    <a:pt x="67897" y="63830"/>
                    <a:pt x="67756" y="63547"/>
                  </a:cubicBezTo>
                  <a:cubicBezTo>
                    <a:pt x="67685" y="63193"/>
                    <a:pt x="67756" y="62840"/>
                    <a:pt x="67968" y="62557"/>
                  </a:cubicBezTo>
                  <a:cubicBezTo>
                    <a:pt x="74826" y="49760"/>
                    <a:pt x="80624" y="35337"/>
                    <a:pt x="82532" y="20914"/>
                  </a:cubicBezTo>
                  <a:cubicBezTo>
                    <a:pt x="83169" y="16177"/>
                    <a:pt x="83239" y="11087"/>
                    <a:pt x="81189" y="6774"/>
                  </a:cubicBezTo>
                  <a:cubicBezTo>
                    <a:pt x="79139" y="2461"/>
                    <a:pt x="74260" y="-862"/>
                    <a:pt x="69594" y="199"/>
                  </a:cubicBezTo>
                  <a:cubicBezTo>
                    <a:pt x="67332" y="694"/>
                    <a:pt x="65423" y="2108"/>
                    <a:pt x="63726" y="3663"/>
                  </a:cubicBezTo>
                  <a:cubicBezTo>
                    <a:pt x="55383" y="11087"/>
                    <a:pt x="50576" y="21763"/>
                    <a:pt x="48384" y="32650"/>
                  </a:cubicBezTo>
                  <a:cubicBezTo>
                    <a:pt x="46192" y="43539"/>
                    <a:pt x="46333" y="54780"/>
                    <a:pt x="46475" y="65880"/>
                  </a:cubicBezTo>
                  <a:cubicBezTo>
                    <a:pt x="41455" y="57537"/>
                    <a:pt x="36082" y="48841"/>
                    <a:pt x="27598" y="44104"/>
                  </a:cubicBezTo>
                  <a:cubicBezTo>
                    <a:pt x="19114" y="39367"/>
                    <a:pt x="6529" y="40428"/>
                    <a:pt x="1792" y="48841"/>
                  </a:cubicBezTo>
                  <a:cubicBezTo>
                    <a:pt x="-3157" y="57608"/>
                    <a:pt x="2852" y="69132"/>
                    <a:pt x="11195" y="74718"/>
                  </a:cubicBezTo>
                  <a:cubicBezTo>
                    <a:pt x="18831" y="79879"/>
                    <a:pt x="28517" y="82000"/>
                    <a:pt x="37637" y="80586"/>
                  </a:cubicBezTo>
                  <a:cubicBezTo>
                    <a:pt x="27386" y="86030"/>
                    <a:pt x="18689" y="94302"/>
                    <a:pt x="12750" y="104271"/>
                  </a:cubicBezTo>
                  <a:cubicBezTo>
                    <a:pt x="9852" y="109078"/>
                    <a:pt x="7801" y="115866"/>
                    <a:pt x="11690" y="119896"/>
                  </a:cubicBezTo>
                  <a:cubicBezTo>
                    <a:pt x="15366" y="123713"/>
                    <a:pt x="21730" y="122512"/>
                    <a:pt x="26467" y="120249"/>
                  </a:cubicBezTo>
                  <a:cubicBezTo>
                    <a:pt x="37001" y="115300"/>
                    <a:pt x="45697" y="106675"/>
                    <a:pt x="50788" y="96281"/>
                  </a:cubicBezTo>
                  <a:cubicBezTo>
                    <a:pt x="48525" y="104554"/>
                    <a:pt x="46263" y="113321"/>
                    <a:pt x="48455" y="121663"/>
                  </a:cubicBezTo>
                  <a:cubicBezTo>
                    <a:pt x="50646" y="129935"/>
                    <a:pt x="59060" y="137288"/>
                    <a:pt x="67332" y="135097"/>
                  </a:cubicBezTo>
                  <a:cubicBezTo>
                    <a:pt x="75604" y="132905"/>
                    <a:pt x="79280" y="122724"/>
                    <a:pt x="78290" y="114240"/>
                  </a:cubicBezTo>
                  <a:cubicBezTo>
                    <a:pt x="77796" y="110068"/>
                    <a:pt x="76523" y="106109"/>
                    <a:pt x="75179" y="102150"/>
                  </a:cubicBezTo>
                  <a:cubicBezTo>
                    <a:pt x="74119" y="99039"/>
                    <a:pt x="71008" y="93524"/>
                    <a:pt x="71786" y="90343"/>
                  </a:cubicBezTo>
                  <a:cubicBezTo>
                    <a:pt x="78997" y="94160"/>
                    <a:pt x="84866" y="98756"/>
                    <a:pt x="93138" y="100453"/>
                  </a:cubicBezTo>
                  <a:cubicBezTo>
                    <a:pt x="101410" y="102150"/>
                    <a:pt x="110247" y="101443"/>
                    <a:pt x="117742" y="97554"/>
                  </a:cubicBezTo>
                  <a:cubicBezTo>
                    <a:pt x="123893" y="94373"/>
                    <a:pt x="126155" y="87444"/>
                    <a:pt x="123610" y="80798"/>
                  </a:cubicBezTo>
                  <a:cubicBezTo>
                    <a:pt x="122196" y="77192"/>
                    <a:pt x="119297" y="74364"/>
                    <a:pt x="115974" y="72384"/>
                  </a:cubicBezTo>
                  <a:cubicBezTo>
                    <a:pt x="115338" y="72031"/>
                    <a:pt x="114631" y="71607"/>
                    <a:pt x="113994" y="71253"/>
                  </a:cubicBezTo>
                  <a:close/>
                </a:path>
              </a:pathLst>
            </a:custGeom>
            <a:solidFill>
              <a:schemeClr val="dk2"/>
            </a:solid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0" name="Google Shape;1140;p46"/>
            <p:cNvSpPr/>
            <p:nvPr/>
          </p:nvSpPr>
          <p:spPr>
            <a:xfrm>
              <a:off x="7403525" y="584930"/>
              <a:ext cx="185796" cy="224571"/>
            </a:xfrm>
            <a:custGeom>
              <a:rect b="b" l="l" r="r" t="t"/>
              <a:pathLst>
                <a:path extrusionOk="0" h="135488" w="112094">
                  <a:moveTo>
                    <a:pt x="110742" y="72880"/>
                  </a:moveTo>
                  <a:cubicBezTo>
                    <a:pt x="110389" y="72102"/>
                    <a:pt x="109894" y="71324"/>
                    <a:pt x="109328" y="70617"/>
                  </a:cubicBezTo>
                  <a:cubicBezTo>
                    <a:pt x="105298" y="65456"/>
                    <a:pt x="94552" y="65244"/>
                    <a:pt x="88542" y="64678"/>
                  </a:cubicBezTo>
                  <a:cubicBezTo>
                    <a:pt x="85078" y="64395"/>
                    <a:pt x="81613" y="64254"/>
                    <a:pt x="78220" y="64395"/>
                  </a:cubicBezTo>
                  <a:cubicBezTo>
                    <a:pt x="75250" y="64537"/>
                    <a:pt x="71291" y="65527"/>
                    <a:pt x="68463" y="64183"/>
                  </a:cubicBezTo>
                  <a:cubicBezTo>
                    <a:pt x="68180" y="64042"/>
                    <a:pt x="67897" y="63830"/>
                    <a:pt x="67756" y="63547"/>
                  </a:cubicBezTo>
                  <a:cubicBezTo>
                    <a:pt x="67685" y="63194"/>
                    <a:pt x="67756" y="62840"/>
                    <a:pt x="67968" y="62557"/>
                  </a:cubicBezTo>
                  <a:cubicBezTo>
                    <a:pt x="74826" y="49760"/>
                    <a:pt x="80623" y="35337"/>
                    <a:pt x="82532" y="20914"/>
                  </a:cubicBezTo>
                  <a:cubicBezTo>
                    <a:pt x="83169" y="16177"/>
                    <a:pt x="83239" y="11087"/>
                    <a:pt x="81189" y="6774"/>
                  </a:cubicBezTo>
                  <a:cubicBezTo>
                    <a:pt x="79139" y="2461"/>
                    <a:pt x="74260" y="-861"/>
                    <a:pt x="69594" y="199"/>
                  </a:cubicBezTo>
                  <a:cubicBezTo>
                    <a:pt x="67332" y="694"/>
                    <a:pt x="65423" y="2108"/>
                    <a:pt x="63726" y="3663"/>
                  </a:cubicBezTo>
                  <a:cubicBezTo>
                    <a:pt x="55383" y="11087"/>
                    <a:pt x="50576" y="21763"/>
                    <a:pt x="48384" y="32651"/>
                  </a:cubicBezTo>
                  <a:cubicBezTo>
                    <a:pt x="46192" y="43539"/>
                    <a:pt x="46334" y="54780"/>
                    <a:pt x="46475" y="65880"/>
                  </a:cubicBezTo>
                  <a:cubicBezTo>
                    <a:pt x="41455" y="57537"/>
                    <a:pt x="36082" y="48841"/>
                    <a:pt x="27598" y="44104"/>
                  </a:cubicBezTo>
                  <a:cubicBezTo>
                    <a:pt x="19114" y="39367"/>
                    <a:pt x="6529" y="40428"/>
                    <a:pt x="1792" y="48841"/>
                  </a:cubicBezTo>
                  <a:cubicBezTo>
                    <a:pt x="-3157" y="57608"/>
                    <a:pt x="2852" y="69132"/>
                    <a:pt x="11195" y="74718"/>
                  </a:cubicBezTo>
                  <a:cubicBezTo>
                    <a:pt x="18831" y="79879"/>
                    <a:pt x="28517" y="82000"/>
                    <a:pt x="37637" y="80586"/>
                  </a:cubicBezTo>
                  <a:cubicBezTo>
                    <a:pt x="27386" y="86030"/>
                    <a:pt x="18689" y="94302"/>
                    <a:pt x="12751" y="104271"/>
                  </a:cubicBezTo>
                  <a:cubicBezTo>
                    <a:pt x="9852" y="109079"/>
                    <a:pt x="7801" y="115866"/>
                    <a:pt x="11690" y="119896"/>
                  </a:cubicBezTo>
                  <a:cubicBezTo>
                    <a:pt x="15366" y="123714"/>
                    <a:pt x="21729" y="122512"/>
                    <a:pt x="26466" y="120249"/>
                  </a:cubicBezTo>
                  <a:cubicBezTo>
                    <a:pt x="37001" y="115300"/>
                    <a:pt x="45697" y="106675"/>
                    <a:pt x="50788" y="96282"/>
                  </a:cubicBezTo>
                  <a:cubicBezTo>
                    <a:pt x="48525" y="104554"/>
                    <a:pt x="46263" y="113320"/>
                    <a:pt x="48454" y="121663"/>
                  </a:cubicBezTo>
                  <a:cubicBezTo>
                    <a:pt x="50646" y="129935"/>
                    <a:pt x="59060" y="137288"/>
                    <a:pt x="67332" y="135097"/>
                  </a:cubicBezTo>
                  <a:cubicBezTo>
                    <a:pt x="75604" y="132905"/>
                    <a:pt x="79280" y="122724"/>
                    <a:pt x="78290" y="114240"/>
                  </a:cubicBezTo>
                  <a:cubicBezTo>
                    <a:pt x="77795" y="110069"/>
                    <a:pt x="76523" y="106109"/>
                    <a:pt x="75179" y="102150"/>
                  </a:cubicBezTo>
                  <a:cubicBezTo>
                    <a:pt x="73978" y="98756"/>
                    <a:pt x="70867" y="94302"/>
                    <a:pt x="71857" y="90626"/>
                  </a:cubicBezTo>
                  <a:cubicBezTo>
                    <a:pt x="78432" y="91898"/>
                    <a:pt x="84088" y="95504"/>
                    <a:pt x="91158" y="95787"/>
                  </a:cubicBezTo>
                  <a:cubicBezTo>
                    <a:pt x="97804" y="95999"/>
                    <a:pt x="104874" y="93737"/>
                    <a:pt x="109045" y="88504"/>
                  </a:cubicBezTo>
                  <a:cubicBezTo>
                    <a:pt x="112368" y="84262"/>
                    <a:pt x="113075" y="77829"/>
                    <a:pt x="110671" y="72880"/>
                  </a:cubicBezTo>
                  <a:close/>
                </a:path>
              </a:pathLst>
            </a:custGeom>
            <a:solidFill>
              <a:schemeClr val="dk2"/>
            </a:solid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1" name="Google Shape;1141;p46"/>
          <p:cNvGrpSpPr/>
          <p:nvPr/>
        </p:nvGrpSpPr>
        <p:grpSpPr>
          <a:xfrm>
            <a:off x="2298943" y="988559"/>
            <a:ext cx="1355737" cy="931828"/>
            <a:chOff x="2431043" y="974659"/>
            <a:chExt cx="1355737" cy="931828"/>
          </a:xfrm>
        </p:grpSpPr>
        <p:sp>
          <p:nvSpPr>
            <p:cNvPr id="1142" name="Google Shape;1142;p46"/>
            <p:cNvSpPr/>
            <p:nvPr/>
          </p:nvSpPr>
          <p:spPr>
            <a:xfrm rot="1477213">
              <a:off x="2462321" y="1224378"/>
              <a:ext cx="1293182" cy="432388"/>
            </a:xfrm>
            <a:custGeom>
              <a:rect b="b" l="l" r="r" t="t"/>
              <a:pathLst>
                <a:path extrusionOk="0" h="116976" w="349855">
                  <a:moveTo>
                    <a:pt x="345258" y="41462"/>
                  </a:moveTo>
                  <a:cubicBezTo>
                    <a:pt x="333592" y="35593"/>
                    <a:pt x="322280" y="29089"/>
                    <a:pt x="311039" y="22513"/>
                  </a:cubicBezTo>
                  <a:cubicBezTo>
                    <a:pt x="299797" y="15938"/>
                    <a:pt x="289687" y="9434"/>
                    <a:pt x="278516" y="3849"/>
                  </a:cubicBezTo>
                  <a:cubicBezTo>
                    <a:pt x="273921" y="1515"/>
                    <a:pt x="264093" y="-3787"/>
                    <a:pt x="262255" y="4414"/>
                  </a:cubicBezTo>
                  <a:cubicBezTo>
                    <a:pt x="261477" y="7879"/>
                    <a:pt x="262255" y="11696"/>
                    <a:pt x="262184" y="15231"/>
                  </a:cubicBezTo>
                  <a:cubicBezTo>
                    <a:pt x="262184" y="21736"/>
                    <a:pt x="262113" y="28240"/>
                    <a:pt x="262043" y="34816"/>
                  </a:cubicBezTo>
                  <a:lnTo>
                    <a:pt x="263810" y="33048"/>
                  </a:lnTo>
                  <a:cubicBezTo>
                    <a:pt x="219268" y="34038"/>
                    <a:pt x="174656" y="34603"/>
                    <a:pt x="130115" y="35098"/>
                  </a:cubicBezTo>
                  <a:cubicBezTo>
                    <a:pt x="93350" y="35523"/>
                    <a:pt x="56515" y="35876"/>
                    <a:pt x="19750" y="36018"/>
                  </a:cubicBezTo>
                  <a:cubicBezTo>
                    <a:pt x="17064" y="36018"/>
                    <a:pt x="14306" y="36018"/>
                    <a:pt x="11620" y="36018"/>
                  </a:cubicBezTo>
                  <a:cubicBezTo>
                    <a:pt x="9640" y="36018"/>
                    <a:pt x="6741" y="35593"/>
                    <a:pt x="4903" y="36513"/>
                  </a:cubicBezTo>
                  <a:cubicBezTo>
                    <a:pt x="3418" y="37290"/>
                    <a:pt x="2853" y="38563"/>
                    <a:pt x="2711" y="40259"/>
                  </a:cubicBezTo>
                  <a:cubicBezTo>
                    <a:pt x="2428" y="43512"/>
                    <a:pt x="3984" y="44078"/>
                    <a:pt x="6459" y="45915"/>
                  </a:cubicBezTo>
                  <a:cubicBezTo>
                    <a:pt x="13811" y="51218"/>
                    <a:pt x="21164" y="56521"/>
                    <a:pt x="28517" y="61823"/>
                  </a:cubicBezTo>
                  <a:lnTo>
                    <a:pt x="28164" y="59066"/>
                  </a:lnTo>
                  <a:cubicBezTo>
                    <a:pt x="18690" y="67126"/>
                    <a:pt x="9428" y="75398"/>
                    <a:pt x="519" y="84023"/>
                  </a:cubicBezTo>
                  <a:cubicBezTo>
                    <a:pt x="-612" y="85084"/>
                    <a:pt x="237" y="87064"/>
                    <a:pt x="1792" y="87064"/>
                  </a:cubicBezTo>
                  <a:cubicBezTo>
                    <a:pt x="69877" y="86852"/>
                    <a:pt x="137962" y="85650"/>
                    <a:pt x="206047" y="84872"/>
                  </a:cubicBezTo>
                  <a:cubicBezTo>
                    <a:pt x="225208" y="84660"/>
                    <a:pt x="244438" y="84448"/>
                    <a:pt x="263598" y="84094"/>
                  </a:cubicBezTo>
                  <a:lnTo>
                    <a:pt x="261831" y="82327"/>
                  </a:lnTo>
                  <a:cubicBezTo>
                    <a:pt x="261760" y="93144"/>
                    <a:pt x="261689" y="103961"/>
                    <a:pt x="261618" y="114779"/>
                  </a:cubicBezTo>
                  <a:cubicBezTo>
                    <a:pt x="261618" y="115556"/>
                    <a:pt x="262184" y="116263"/>
                    <a:pt x="262891" y="116475"/>
                  </a:cubicBezTo>
                  <a:cubicBezTo>
                    <a:pt x="267275" y="117889"/>
                    <a:pt x="271163" y="116122"/>
                    <a:pt x="274698" y="113506"/>
                  </a:cubicBezTo>
                  <a:cubicBezTo>
                    <a:pt x="278940" y="110395"/>
                    <a:pt x="283041" y="107001"/>
                    <a:pt x="287142" y="103679"/>
                  </a:cubicBezTo>
                  <a:cubicBezTo>
                    <a:pt x="296898" y="95901"/>
                    <a:pt x="306655" y="88124"/>
                    <a:pt x="316412" y="80276"/>
                  </a:cubicBezTo>
                  <a:cubicBezTo>
                    <a:pt x="326168" y="72428"/>
                    <a:pt x="335360" y="64934"/>
                    <a:pt x="344834" y="57157"/>
                  </a:cubicBezTo>
                  <a:cubicBezTo>
                    <a:pt x="347591" y="54895"/>
                    <a:pt x="349924" y="52632"/>
                    <a:pt x="349853" y="48814"/>
                  </a:cubicBezTo>
                  <a:cubicBezTo>
                    <a:pt x="349783" y="45633"/>
                    <a:pt x="348015" y="43158"/>
                    <a:pt x="345329" y="41532"/>
                  </a:cubicBezTo>
                  <a:cubicBezTo>
                    <a:pt x="343349" y="40330"/>
                    <a:pt x="341582" y="43370"/>
                    <a:pt x="343561" y="44573"/>
                  </a:cubicBezTo>
                  <a:cubicBezTo>
                    <a:pt x="349076" y="47966"/>
                    <a:pt x="345117" y="52420"/>
                    <a:pt x="341723" y="55178"/>
                  </a:cubicBezTo>
                  <a:cubicBezTo>
                    <a:pt x="338117" y="58147"/>
                    <a:pt x="334511" y="61046"/>
                    <a:pt x="330906" y="64015"/>
                  </a:cubicBezTo>
                  <a:cubicBezTo>
                    <a:pt x="323906" y="69742"/>
                    <a:pt x="316907" y="75398"/>
                    <a:pt x="309907" y="81054"/>
                  </a:cubicBezTo>
                  <a:cubicBezTo>
                    <a:pt x="302908" y="86710"/>
                    <a:pt x="295838" y="92366"/>
                    <a:pt x="288838" y="97952"/>
                  </a:cubicBezTo>
                  <a:cubicBezTo>
                    <a:pt x="285233" y="100850"/>
                    <a:pt x="281556" y="103749"/>
                    <a:pt x="277880" y="106648"/>
                  </a:cubicBezTo>
                  <a:cubicBezTo>
                    <a:pt x="274203" y="109546"/>
                    <a:pt x="269183" y="114849"/>
                    <a:pt x="263881" y="113081"/>
                  </a:cubicBezTo>
                  <a:lnTo>
                    <a:pt x="265153" y="114779"/>
                  </a:lnTo>
                  <a:cubicBezTo>
                    <a:pt x="265224" y="103961"/>
                    <a:pt x="265295" y="93144"/>
                    <a:pt x="265366" y="82327"/>
                  </a:cubicBezTo>
                  <a:cubicBezTo>
                    <a:pt x="265366" y="81408"/>
                    <a:pt x="264517" y="80559"/>
                    <a:pt x="263598" y="80559"/>
                  </a:cubicBezTo>
                  <a:cubicBezTo>
                    <a:pt x="203926" y="81549"/>
                    <a:pt x="144255" y="81832"/>
                    <a:pt x="84583" y="83033"/>
                  </a:cubicBezTo>
                  <a:cubicBezTo>
                    <a:pt x="57010" y="83599"/>
                    <a:pt x="29366" y="83387"/>
                    <a:pt x="1792" y="83458"/>
                  </a:cubicBezTo>
                  <a:lnTo>
                    <a:pt x="3065" y="86498"/>
                  </a:lnTo>
                  <a:cubicBezTo>
                    <a:pt x="12044" y="77872"/>
                    <a:pt x="21235" y="69530"/>
                    <a:pt x="30709" y="61541"/>
                  </a:cubicBezTo>
                  <a:cubicBezTo>
                    <a:pt x="31628" y="60763"/>
                    <a:pt x="31204" y="59349"/>
                    <a:pt x="30355" y="58783"/>
                  </a:cubicBezTo>
                  <a:cubicBezTo>
                    <a:pt x="24134" y="54329"/>
                    <a:pt x="17983" y="49804"/>
                    <a:pt x="11761" y="45350"/>
                  </a:cubicBezTo>
                  <a:cubicBezTo>
                    <a:pt x="10559" y="44502"/>
                    <a:pt x="4691" y="41391"/>
                    <a:pt x="6812" y="39764"/>
                  </a:cubicBezTo>
                  <a:cubicBezTo>
                    <a:pt x="7307" y="39411"/>
                    <a:pt x="8721" y="39623"/>
                    <a:pt x="9357" y="39623"/>
                  </a:cubicBezTo>
                  <a:cubicBezTo>
                    <a:pt x="13811" y="39623"/>
                    <a:pt x="18195" y="39623"/>
                    <a:pt x="22649" y="39623"/>
                  </a:cubicBezTo>
                  <a:cubicBezTo>
                    <a:pt x="37779" y="39623"/>
                    <a:pt x="52980" y="39411"/>
                    <a:pt x="68110" y="39340"/>
                  </a:cubicBezTo>
                  <a:cubicBezTo>
                    <a:pt x="110672" y="38987"/>
                    <a:pt x="153305" y="38492"/>
                    <a:pt x="195866" y="37927"/>
                  </a:cubicBezTo>
                  <a:cubicBezTo>
                    <a:pt x="218562" y="37573"/>
                    <a:pt x="241257" y="37219"/>
                    <a:pt x="263952" y="36724"/>
                  </a:cubicBezTo>
                  <a:cubicBezTo>
                    <a:pt x="264941" y="36724"/>
                    <a:pt x="265719" y="35947"/>
                    <a:pt x="265719" y="34957"/>
                  </a:cubicBezTo>
                  <a:cubicBezTo>
                    <a:pt x="265719" y="25978"/>
                    <a:pt x="265578" y="16928"/>
                    <a:pt x="265719" y="7949"/>
                  </a:cubicBezTo>
                  <a:cubicBezTo>
                    <a:pt x="265719" y="6960"/>
                    <a:pt x="265507" y="4697"/>
                    <a:pt x="266497" y="3990"/>
                  </a:cubicBezTo>
                  <a:cubicBezTo>
                    <a:pt x="268335" y="2646"/>
                    <a:pt x="272507" y="5050"/>
                    <a:pt x="274133" y="5828"/>
                  </a:cubicBezTo>
                  <a:cubicBezTo>
                    <a:pt x="278799" y="7949"/>
                    <a:pt x="283253" y="10565"/>
                    <a:pt x="287707" y="13252"/>
                  </a:cubicBezTo>
                  <a:cubicBezTo>
                    <a:pt x="306090" y="24211"/>
                    <a:pt x="324542" y="35169"/>
                    <a:pt x="343632" y="44784"/>
                  </a:cubicBezTo>
                  <a:cubicBezTo>
                    <a:pt x="345682" y="45774"/>
                    <a:pt x="347449" y="42734"/>
                    <a:pt x="345399" y="41744"/>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 name="Google Shape;1143;p46"/>
            <p:cNvSpPr/>
            <p:nvPr/>
          </p:nvSpPr>
          <p:spPr>
            <a:xfrm rot="1477213">
              <a:off x="2665385" y="1208746"/>
              <a:ext cx="21391" cy="22345"/>
            </a:xfrm>
            <a:custGeom>
              <a:rect b="b" l="l" r="r" t="t"/>
              <a:pathLst>
                <a:path extrusionOk="0" h="6045" w="5787">
                  <a:moveTo>
                    <a:pt x="5762" y="3712"/>
                  </a:moveTo>
                  <a:cubicBezTo>
                    <a:pt x="5762" y="3712"/>
                    <a:pt x="5762" y="3712"/>
                    <a:pt x="5762" y="3712"/>
                  </a:cubicBezTo>
                  <a:lnTo>
                    <a:pt x="5480" y="4419"/>
                  </a:lnTo>
                  <a:cubicBezTo>
                    <a:pt x="5480" y="4419"/>
                    <a:pt x="5480" y="4419"/>
                    <a:pt x="5480" y="4419"/>
                  </a:cubicBezTo>
                  <a:lnTo>
                    <a:pt x="4985" y="4985"/>
                  </a:lnTo>
                  <a:cubicBezTo>
                    <a:pt x="4985" y="4985"/>
                    <a:pt x="4985" y="4985"/>
                    <a:pt x="4985" y="4985"/>
                  </a:cubicBezTo>
                  <a:lnTo>
                    <a:pt x="4419" y="5480"/>
                  </a:lnTo>
                  <a:cubicBezTo>
                    <a:pt x="4419" y="5480"/>
                    <a:pt x="4419" y="5480"/>
                    <a:pt x="4419" y="5480"/>
                  </a:cubicBezTo>
                  <a:lnTo>
                    <a:pt x="3712" y="5762"/>
                  </a:lnTo>
                  <a:lnTo>
                    <a:pt x="3712" y="5762"/>
                  </a:lnTo>
                  <a:cubicBezTo>
                    <a:pt x="4207" y="5621"/>
                    <a:pt x="4631" y="5338"/>
                    <a:pt x="4985" y="4985"/>
                  </a:cubicBezTo>
                  <a:cubicBezTo>
                    <a:pt x="5338" y="4631"/>
                    <a:pt x="5621" y="4207"/>
                    <a:pt x="5762" y="3712"/>
                  </a:cubicBezTo>
                  <a:lnTo>
                    <a:pt x="5762" y="2934"/>
                  </a:lnTo>
                  <a:cubicBezTo>
                    <a:pt x="5833" y="2369"/>
                    <a:pt x="5762" y="1874"/>
                    <a:pt x="5480" y="1449"/>
                  </a:cubicBezTo>
                  <a:cubicBezTo>
                    <a:pt x="5267" y="1096"/>
                    <a:pt x="5055" y="813"/>
                    <a:pt x="4702" y="601"/>
                  </a:cubicBezTo>
                  <a:cubicBezTo>
                    <a:pt x="4419" y="318"/>
                    <a:pt x="4065" y="177"/>
                    <a:pt x="3712" y="106"/>
                  </a:cubicBezTo>
                  <a:cubicBezTo>
                    <a:pt x="3217" y="-35"/>
                    <a:pt x="2651" y="-35"/>
                    <a:pt x="2157" y="106"/>
                  </a:cubicBezTo>
                  <a:cubicBezTo>
                    <a:pt x="1662" y="248"/>
                    <a:pt x="1238" y="530"/>
                    <a:pt x="884" y="884"/>
                  </a:cubicBezTo>
                  <a:cubicBezTo>
                    <a:pt x="530" y="1237"/>
                    <a:pt x="248" y="1732"/>
                    <a:pt x="106" y="2227"/>
                  </a:cubicBezTo>
                  <a:cubicBezTo>
                    <a:pt x="-35" y="2793"/>
                    <a:pt x="-35" y="3288"/>
                    <a:pt x="106" y="3854"/>
                  </a:cubicBezTo>
                  <a:lnTo>
                    <a:pt x="389" y="4560"/>
                  </a:lnTo>
                  <a:cubicBezTo>
                    <a:pt x="389" y="4560"/>
                    <a:pt x="813" y="5197"/>
                    <a:pt x="1167" y="5409"/>
                  </a:cubicBezTo>
                  <a:cubicBezTo>
                    <a:pt x="1379" y="5621"/>
                    <a:pt x="1591" y="5691"/>
                    <a:pt x="1803" y="5762"/>
                  </a:cubicBezTo>
                  <a:cubicBezTo>
                    <a:pt x="2157" y="5974"/>
                    <a:pt x="2510" y="6045"/>
                    <a:pt x="2934" y="6045"/>
                  </a:cubicBezTo>
                  <a:lnTo>
                    <a:pt x="3712" y="6045"/>
                  </a:lnTo>
                  <a:cubicBezTo>
                    <a:pt x="3712" y="6045"/>
                    <a:pt x="4207" y="5762"/>
                    <a:pt x="4419" y="5621"/>
                  </a:cubicBezTo>
                  <a:cubicBezTo>
                    <a:pt x="4773" y="5409"/>
                    <a:pt x="5055" y="5197"/>
                    <a:pt x="5267" y="4843"/>
                  </a:cubicBezTo>
                  <a:cubicBezTo>
                    <a:pt x="5550" y="4560"/>
                    <a:pt x="5692" y="4207"/>
                    <a:pt x="5762" y="3854"/>
                  </a:cubicBezTo>
                  <a:lnTo>
                    <a:pt x="5762" y="385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4" name="Google Shape;1144;p46"/>
            <p:cNvSpPr/>
            <p:nvPr/>
          </p:nvSpPr>
          <p:spPr>
            <a:xfrm rot="1477213">
              <a:off x="2780786" y="1261149"/>
              <a:ext cx="23010" cy="22711"/>
            </a:xfrm>
            <a:custGeom>
              <a:rect b="b" l="l" r="r" t="t"/>
              <a:pathLst>
                <a:path extrusionOk="0" h="6144" w="6225">
                  <a:moveTo>
                    <a:pt x="5975" y="3997"/>
                  </a:moveTo>
                  <a:lnTo>
                    <a:pt x="6117" y="3502"/>
                  </a:lnTo>
                  <a:cubicBezTo>
                    <a:pt x="6399" y="2583"/>
                    <a:pt x="6117" y="1522"/>
                    <a:pt x="5410" y="815"/>
                  </a:cubicBezTo>
                  <a:cubicBezTo>
                    <a:pt x="4703" y="108"/>
                    <a:pt x="3713" y="-175"/>
                    <a:pt x="2723" y="108"/>
                  </a:cubicBezTo>
                  <a:lnTo>
                    <a:pt x="2228" y="250"/>
                  </a:lnTo>
                  <a:cubicBezTo>
                    <a:pt x="1238" y="533"/>
                    <a:pt x="390" y="1310"/>
                    <a:pt x="107" y="2371"/>
                  </a:cubicBezTo>
                  <a:cubicBezTo>
                    <a:pt x="-176" y="3431"/>
                    <a:pt x="107" y="4562"/>
                    <a:pt x="885" y="5270"/>
                  </a:cubicBezTo>
                  <a:cubicBezTo>
                    <a:pt x="1663" y="5976"/>
                    <a:pt x="2794" y="6330"/>
                    <a:pt x="3783" y="6047"/>
                  </a:cubicBezTo>
                  <a:cubicBezTo>
                    <a:pt x="4773" y="5764"/>
                    <a:pt x="5622" y="4986"/>
                    <a:pt x="5904" y="3926"/>
                  </a:cubicBezTo>
                  <a:lnTo>
                    <a:pt x="5904" y="392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5" name="Google Shape;1145;p46"/>
            <p:cNvSpPr/>
            <p:nvPr/>
          </p:nvSpPr>
          <p:spPr>
            <a:xfrm rot="1477213">
              <a:off x="2604880" y="1268011"/>
              <a:ext cx="23779" cy="23520"/>
            </a:xfrm>
            <a:custGeom>
              <a:rect b="b" l="l" r="r" t="t"/>
              <a:pathLst>
                <a:path extrusionOk="0" h="6363" w="6433">
                  <a:moveTo>
                    <a:pt x="3252" y="6363"/>
                  </a:moveTo>
                  <a:cubicBezTo>
                    <a:pt x="3677" y="6363"/>
                    <a:pt x="4101" y="6292"/>
                    <a:pt x="4454" y="6080"/>
                  </a:cubicBezTo>
                  <a:cubicBezTo>
                    <a:pt x="4878" y="5939"/>
                    <a:pt x="5161" y="5727"/>
                    <a:pt x="5514" y="5444"/>
                  </a:cubicBezTo>
                  <a:cubicBezTo>
                    <a:pt x="5798" y="5161"/>
                    <a:pt x="6080" y="4808"/>
                    <a:pt x="6151" y="4383"/>
                  </a:cubicBezTo>
                  <a:cubicBezTo>
                    <a:pt x="6363" y="4030"/>
                    <a:pt x="6434" y="3606"/>
                    <a:pt x="6434" y="3182"/>
                  </a:cubicBezTo>
                  <a:lnTo>
                    <a:pt x="6292" y="2333"/>
                  </a:lnTo>
                  <a:cubicBezTo>
                    <a:pt x="6151" y="1768"/>
                    <a:pt x="5868" y="1343"/>
                    <a:pt x="5444" y="919"/>
                  </a:cubicBezTo>
                  <a:lnTo>
                    <a:pt x="4808" y="424"/>
                  </a:lnTo>
                  <a:cubicBezTo>
                    <a:pt x="4313" y="142"/>
                    <a:pt x="3747" y="0"/>
                    <a:pt x="3182" y="0"/>
                  </a:cubicBezTo>
                  <a:cubicBezTo>
                    <a:pt x="2757" y="0"/>
                    <a:pt x="2333" y="71"/>
                    <a:pt x="1979" y="283"/>
                  </a:cubicBezTo>
                  <a:cubicBezTo>
                    <a:pt x="1555" y="424"/>
                    <a:pt x="1273" y="636"/>
                    <a:pt x="919" y="919"/>
                  </a:cubicBezTo>
                  <a:cubicBezTo>
                    <a:pt x="636" y="1202"/>
                    <a:pt x="353" y="1556"/>
                    <a:pt x="283" y="1980"/>
                  </a:cubicBezTo>
                  <a:cubicBezTo>
                    <a:pt x="71" y="2333"/>
                    <a:pt x="0" y="2757"/>
                    <a:pt x="0" y="3182"/>
                  </a:cubicBezTo>
                  <a:lnTo>
                    <a:pt x="142" y="4030"/>
                  </a:lnTo>
                  <a:cubicBezTo>
                    <a:pt x="283" y="4596"/>
                    <a:pt x="566" y="5020"/>
                    <a:pt x="990" y="5444"/>
                  </a:cubicBezTo>
                  <a:lnTo>
                    <a:pt x="1626" y="5939"/>
                  </a:lnTo>
                  <a:cubicBezTo>
                    <a:pt x="2121" y="6222"/>
                    <a:pt x="2687" y="6363"/>
                    <a:pt x="3252" y="6363"/>
                  </a:cubicBezTo>
                  <a:lnTo>
                    <a:pt x="3252" y="636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6" name="Google Shape;1146;p46"/>
            <p:cNvSpPr/>
            <p:nvPr/>
          </p:nvSpPr>
          <p:spPr>
            <a:xfrm rot="1477213">
              <a:off x="2927763" y="1351075"/>
              <a:ext cx="30680" cy="29068"/>
            </a:xfrm>
            <a:custGeom>
              <a:rect b="b" l="l" r="r" t="t"/>
              <a:pathLst>
                <a:path extrusionOk="0" h="7864" w="8300">
                  <a:moveTo>
                    <a:pt x="3900" y="7865"/>
                  </a:moveTo>
                  <a:cubicBezTo>
                    <a:pt x="3900" y="7865"/>
                    <a:pt x="3970" y="7865"/>
                    <a:pt x="4041" y="7865"/>
                  </a:cubicBezTo>
                  <a:lnTo>
                    <a:pt x="3051" y="7723"/>
                  </a:lnTo>
                  <a:cubicBezTo>
                    <a:pt x="3051" y="7723"/>
                    <a:pt x="3122" y="7723"/>
                    <a:pt x="3192" y="7723"/>
                  </a:cubicBezTo>
                  <a:lnTo>
                    <a:pt x="2273" y="7299"/>
                  </a:lnTo>
                  <a:cubicBezTo>
                    <a:pt x="2273" y="7299"/>
                    <a:pt x="2344" y="7299"/>
                    <a:pt x="2415" y="7370"/>
                  </a:cubicBezTo>
                  <a:lnTo>
                    <a:pt x="1637" y="6733"/>
                  </a:lnTo>
                  <a:cubicBezTo>
                    <a:pt x="1637" y="6733"/>
                    <a:pt x="1637" y="6733"/>
                    <a:pt x="1637" y="6733"/>
                  </a:cubicBezTo>
                  <a:cubicBezTo>
                    <a:pt x="1778" y="6875"/>
                    <a:pt x="1920" y="6946"/>
                    <a:pt x="2061" y="7016"/>
                  </a:cubicBezTo>
                  <a:cubicBezTo>
                    <a:pt x="2415" y="7370"/>
                    <a:pt x="2910" y="7582"/>
                    <a:pt x="3405" y="7723"/>
                  </a:cubicBezTo>
                  <a:lnTo>
                    <a:pt x="4465" y="7865"/>
                  </a:lnTo>
                  <a:lnTo>
                    <a:pt x="4465" y="7865"/>
                  </a:lnTo>
                  <a:cubicBezTo>
                    <a:pt x="4465" y="7865"/>
                    <a:pt x="4465" y="7865"/>
                    <a:pt x="4465" y="7865"/>
                  </a:cubicBezTo>
                  <a:lnTo>
                    <a:pt x="3405" y="7723"/>
                  </a:lnTo>
                  <a:cubicBezTo>
                    <a:pt x="3405" y="7723"/>
                    <a:pt x="3475" y="7723"/>
                    <a:pt x="3546" y="7723"/>
                  </a:cubicBezTo>
                  <a:lnTo>
                    <a:pt x="2627" y="7370"/>
                  </a:lnTo>
                  <a:cubicBezTo>
                    <a:pt x="2627" y="7370"/>
                    <a:pt x="2697" y="7370"/>
                    <a:pt x="2768" y="7370"/>
                  </a:cubicBezTo>
                  <a:lnTo>
                    <a:pt x="1991" y="6804"/>
                  </a:lnTo>
                  <a:cubicBezTo>
                    <a:pt x="1991" y="6804"/>
                    <a:pt x="1991" y="6804"/>
                    <a:pt x="1991" y="6804"/>
                  </a:cubicBezTo>
                  <a:cubicBezTo>
                    <a:pt x="2486" y="7228"/>
                    <a:pt x="2981" y="7582"/>
                    <a:pt x="3617" y="7723"/>
                  </a:cubicBezTo>
                  <a:cubicBezTo>
                    <a:pt x="4253" y="7865"/>
                    <a:pt x="4960" y="7865"/>
                    <a:pt x="5596" y="7723"/>
                  </a:cubicBezTo>
                  <a:cubicBezTo>
                    <a:pt x="6232" y="7582"/>
                    <a:pt x="6798" y="7228"/>
                    <a:pt x="7222" y="6804"/>
                  </a:cubicBezTo>
                  <a:cubicBezTo>
                    <a:pt x="7647" y="6309"/>
                    <a:pt x="8000" y="5814"/>
                    <a:pt x="8142" y="5178"/>
                  </a:cubicBezTo>
                  <a:cubicBezTo>
                    <a:pt x="8354" y="4330"/>
                    <a:pt x="8354" y="3835"/>
                    <a:pt x="8142" y="2986"/>
                  </a:cubicBezTo>
                  <a:cubicBezTo>
                    <a:pt x="8071" y="2632"/>
                    <a:pt x="7859" y="2279"/>
                    <a:pt x="7717" y="1926"/>
                  </a:cubicBezTo>
                  <a:cubicBezTo>
                    <a:pt x="7717" y="1926"/>
                    <a:pt x="7717" y="1926"/>
                    <a:pt x="7717" y="1926"/>
                  </a:cubicBezTo>
                  <a:cubicBezTo>
                    <a:pt x="7576" y="1643"/>
                    <a:pt x="7364" y="1360"/>
                    <a:pt x="7081" y="1148"/>
                  </a:cubicBezTo>
                  <a:cubicBezTo>
                    <a:pt x="6586" y="653"/>
                    <a:pt x="6021" y="300"/>
                    <a:pt x="5384" y="158"/>
                  </a:cubicBezTo>
                  <a:cubicBezTo>
                    <a:pt x="4253" y="-125"/>
                    <a:pt x="2981" y="-54"/>
                    <a:pt x="1920" y="582"/>
                  </a:cubicBezTo>
                  <a:lnTo>
                    <a:pt x="1142" y="1148"/>
                  </a:lnTo>
                  <a:cubicBezTo>
                    <a:pt x="789" y="1501"/>
                    <a:pt x="506" y="1926"/>
                    <a:pt x="365" y="2350"/>
                  </a:cubicBezTo>
                  <a:cubicBezTo>
                    <a:pt x="223" y="2632"/>
                    <a:pt x="82" y="2986"/>
                    <a:pt x="82" y="3340"/>
                  </a:cubicBezTo>
                  <a:cubicBezTo>
                    <a:pt x="-60" y="3835"/>
                    <a:pt x="11" y="4330"/>
                    <a:pt x="82" y="4824"/>
                  </a:cubicBezTo>
                  <a:lnTo>
                    <a:pt x="435" y="5743"/>
                  </a:lnTo>
                  <a:lnTo>
                    <a:pt x="1001" y="6521"/>
                  </a:lnTo>
                  <a:cubicBezTo>
                    <a:pt x="1354" y="6875"/>
                    <a:pt x="1778" y="7157"/>
                    <a:pt x="2202" y="7299"/>
                  </a:cubicBezTo>
                  <a:cubicBezTo>
                    <a:pt x="2627" y="7511"/>
                    <a:pt x="3122" y="7652"/>
                    <a:pt x="3687" y="7652"/>
                  </a:cubicBezTo>
                  <a:lnTo>
                    <a:pt x="3687" y="765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7" name="Google Shape;1147;p46"/>
            <p:cNvSpPr/>
            <p:nvPr/>
          </p:nvSpPr>
          <p:spPr>
            <a:xfrm rot="1477213">
              <a:off x="2836821" y="1362698"/>
              <a:ext cx="24562" cy="26459"/>
            </a:xfrm>
            <a:custGeom>
              <a:rect b="b" l="l" r="r" t="t"/>
              <a:pathLst>
                <a:path extrusionOk="0" h="7158" w="6645">
                  <a:moveTo>
                    <a:pt x="2828" y="6964"/>
                  </a:moveTo>
                  <a:lnTo>
                    <a:pt x="2828" y="6964"/>
                  </a:lnTo>
                  <a:cubicBezTo>
                    <a:pt x="2828" y="6964"/>
                    <a:pt x="2404" y="6964"/>
                    <a:pt x="2262" y="7035"/>
                  </a:cubicBezTo>
                  <a:cubicBezTo>
                    <a:pt x="2262" y="7035"/>
                    <a:pt x="2404" y="7035"/>
                    <a:pt x="2404" y="7035"/>
                  </a:cubicBezTo>
                  <a:cubicBezTo>
                    <a:pt x="2616" y="7035"/>
                    <a:pt x="2899" y="7035"/>
                    <a:pt x="3111" y="6964"/>
                  </a:cubicBezTo>
                  <a:cubicBezTo>
                    <a:pt x="3323" y="6964"/>
                    <a:pt x="3606" y="6752"/>
                    <a:pt x="3818" y="6681"/>
                  </a:cubicBezTo>
                  <a:lnTo>
                    <a:pt x="1838" y="6964"/>
                  </a:lnTo>
                  <a:lnTo>
                    <a:pt x="1909" y="6964"/>
                  </a:lnTo>
                  <a:cubicBezTo>
                    <a:pt x="2262" y="7105"/>
                    <a:pt x="2687" y="7105"/>
                    <a:pt x="3040" y="7035"/>
                  </a:cubicBezTo>
                  <a:cubicBezTo>
                    <a:pt x="3323" y="7035"/>
                    <a:pt x="3535" y="7035"/>
                    <a:pt x="3747" y="6822"/>
                  </a:cubicBezTo>
                  <a:cubicBezTo>
                    <a:pt x="3888" y="6822"/>
                    <a:pt x="4030" y="6752"/>
                    <a:pt x="4101" y="6681"/>
                  </a:cubicBezTo>
                  <a:cubicBezTo>
                    <a:pt x="4101" y="6681"/>
                    <a:pt x="4172" y="6681"/>
                    <a:pt x="4242" y="6611"/>
                  </a:cubicBezTo>
                  <a:cubicBezTo>
                    <a:pt x="4313" y="6611"/>
                    <a:pt x="4454" y="6469"/>
                    <a:pt x="4525" y="6398"/>
                  </a:cubicBezTo>
                  <a:cubicBezTo>
                    <a:pt x="4525" y="6398"/>
                    <a:pt x="4596" y="6398"/>
                    <a:pt x="4667" y="6328"/>
                  </a:cubicBezTo>
                  <a:cubicBezTo>
                    <a:pt x="4808" y="6257"/>
                    <a:pt x="4878" y="6186"/>
                    <a:pt x="5020" y="6045"/>
                  </a:cubicBezTo>
                  <a:cubicBezTo>
                    <a:pt x="5161" y="5974"/>
                    <a:pt x="5232" y="5903"/>
                    <a:pt x="5373" y="5762"/>
                  </a:cubicBezTo>
                  <a:cubicBezTo>
                    <a:pt x="5373" y="5762"/>
                    <a:pt x="5373" y="5762"/>
                    <a:pt x="5373" y="5762"/>
                  </a:cubicBezTo>
                  <a:cubicBezTo>
                    <a:pt x="5444" y="5691"/>
                    <a:pt x="5586" y="5550"/>
                    <a:pt x="5656" y="5479"/>
                  </a:cubicBezTo>
                  <a:cubicBezTo>
                    <a:pt x="6081" y="5055"/>
                    <a:pt x="6363" y="4631"/>
                    <a:pt x="6505" y="4065"/>
                  </a:cubicBezTo>
                  <a:lnTo>
                    <a:pt x="6646" y="3217"/>
                  </a:lnTo>
                  <a:cubicBezTo>
                    <a:pt x="6646" y="2651"/>
                    <a:pt x="6505" y="2086"/>
                    <a:pt x="6222" y="1591"/>
                  </a:cubicBezTo>
                  <a:cubicBezTo>
                    <a:pt x="6010" y="1237"/>
                    <a:pt x="5727" y="884"/>
                    <a:pt x="5373" y="671"/>
                  </a:cubicBezTo>
                  <a:cubicBezTo>
                    <a:pt x="5091" y="389"/>
                    <a:pt x="4667" y="176"/>
                    <a:pt x="4242" y="106"/>
                  </a:cubicBezTo>
                  <a:cubicBezTo>
                    <a:pt x="3818" y="-35"/>
                    <a:pt x="3394" y="-35"/>
                    <a:pt x="2970" y="106"/>
                  </a:cubicBezTo>
                  <a:cubicBezTo>
                    <a:pt x="2546" y="106"/>
                    <a:pt x="2121" y="247"/>
                    <a:pt x="1768" y="460"/>
                  </a:cubicBezTo>
                  <a:cubicBezTo>
                    <a:pt x="1273" y="742"/>
                    <a:pt x="919" y="1166"/>
                    <a:pt x="636" y="1591"/>
                  </a:cubicBezTo>
                  <a:cubicBezTo>
                    <a:pt x="424" y="2086"/>
                    <a:pt x="142" y="2510"/>
                    <a:pt x="71" y="3005"/>
                  </a:cubicBezTo>
                  <a:cubicBezTo>
                    <a:pt x="71" y="3146"/>
                    <a:pt x="71" y="3217"/>
                    <a:pt x="0" y="3358"/>
                  </a:cubicBezTo>
                  <a:cubicBezTo>
                    <a:pt x="0" y="3358"/>
                    <a:pt x="0" y="3500"/>
                    <a:pt x="0" y="3570"/>
                  </a:cubicBezTo>
                  <a:lnTo>
                    <a:pt x="0" y="4348"/>
                  </a:lnTo>
                  <a:cubicBezTo>
                    <a:pt x="0" y="4348"/>
                    <a:pt x="0" y="4843"/>
                    <a:pt x="0" y="5126"/>
                  </a:cubicBezTo>
                  <a:cubicBezTo>
                    <a:pt x="142" y="5621"/>
                    <a:pt x="424" y="5974"/>
                    <a:pt x="778" y="6398"/>
                  </a:cubicBezTo>
                  <a:lnTo>
                    <a:pt x="0" y="4560"/>
                  </a:lnTo>
                  <a:cubicBezTo>
                    <a:pt x="0" y="4914"/>
                    <a:pt x="71" y="5267"/>
                    <a:pt x="142" y="5621"/>
                  </a:cubicBezTo>
                  <a:cubicBezTo>
                    <a:pt x="142" y="5903"/>
                    <a:pt x="353" y="6186"/>
                    <a:pt x="566" y="6328"/>
                  </a:cubicBezTo>
                  <a:cubicBezTo>
                    <a:pt x="707" y="6540"/>
                    <a:pt x="919" y="6752"/>
                    <a:pt x="1202" y="6893"/>
                  </a:cubicBezTo>
                  <a:lnTo>
                    <a:pt x="1697" y="7105"/>
                  </a:lnTo>
                  <a:cubicBezTo>
                    <a:pt x="2051" y="7176"/>
                    <a:pt x="2475" y="7176"/>
                    <a:pt x="2828" y="7105"/>
                  </a:cubicBezTo>
                  <a:lnTo>
                    <a:pt x="2828" y="71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8" name="Google Shape;1148;p46"/>
            <p:cNvSpPr/>
            <p:nvPr/>
          </p:nvSpPr>
          <p:spPr>
            <a:xfrm rot="1477213">
              <a:off x="3092240" y="1376239"/>
              <a:ext cx="27113" cy="25938"/>
            </a:xfrm>
            <a:custGeom>
              <a:rect b="b" l="l" r="r" t="t"/>
              <a:pathLst>
                <a:path extrusionOk="0" h="7017" w="7335">
                  <a:moveTo>
                    <a:pt x="618" y="5267"/>
                  </a:moveTo>
                  <a:cubicBezTo>
                    <a:pt x="618" y="5267"/>
                    <a:pt x="972" y="5762"/>
                    <a:pt x="1184" y="6045"/>
                  </a:cubicBezTo>
                  <a:cubicBezTo>
                    <a:pt x="1184" y="6045"/>
                    <a:pt x="1184" y="6045"/>
                    <a:pt x="1184" y="6045"/>
                  </a:cubicBezTo>
                  <a:cubicBezTo>
                    <a:pt x="1326" y="6116"/>
                    <a:pt x="1396" y="6257"/>
                    <a:pt x="1538" y="6327"/>
                  </a:cubicBezTo>
                  <a:cubicBezTo>
                    <a:pt x="1891" y="6611"/>
                    <a:pt x="2245" y="6822"/>
                    <a:pt x="2669" y="6964"/>
                  </a:cubicBezTo>
                  <a:cubicBezTo>
                    <a:pt x="2810" y="6964"/>
                    <a:pt x="2952" y="6964"/>
                    <a:pt x="3164" y="6964"/>
                  </a:cubicBezTo>
                  <a:cubicBezTo>
                    <a:pt x="3588" y="7035"/>
                    <a:pt x="4083" y="7035"/>
                    <a:pt x="4507" y="6964"/>
                  </a:cubicBezTo>
                  <a:cubicBezTo>
                    <a:pt x="4861" y="6964"/>
                    <a:pt x="5214" y="6681"/>
                    <a:pt x="5497" y="6540"/>
                  </a:cubicBezTo>
                  <a:cubicBezTo>
                    <a:pt x="5497" y="6540"/>
                    <a:pt x="5497" y="6540"/>
                    <a:pt x="5568" y="6540"/>
                  </a:cubicBezTo>
                  <a:cubicBezTo>
                    <a:pt x="5568" y="6540"/>
                    <a:pt x="5568" y="6540"/>
                    <a:pt x="5568" y="6540"/>
                  </a:cubicBezTo>
                  <a:lnTo>
                    <a:pt x="6275" y="5974"/>
                  </a:lnTo>
                  <a:cubicBezTo>
                    <a:pt x="6275" y="5974"/>
                    <a:pt x="6275" y="5974"/>
                    <a:pt x="6275" y="5974"/>
                  </a:cubicBezTo>
                  <a:cubicBezTo>
                    <a:pt x="6699" y="5550"/>
                    <a:pt x="6982" y="5055"/>
                    <a:pt x="7194" y="4419"/>
                  </a:cubicBezTo>
                  <a:lnTo>
                    <a:pt x="7335" y="3500"/>
                  </a:lnTo>
                  <a:cubicBezTo>
                    <a:pt x="7335" y="2863"/>
                    <a:pt x="7194" y="2298"/>
                    <a:pt x="6840" y="1732"/>
                  </a:cubicBezTo>
                  <a:cubicBezTo>
                    <a:pt x="6628" y="1308"/>
                    <a:pt x="6345" y="1025"/>
                    <a:pt x="5921" y="742"/>
                  </a:cubicBezTo>
                  <a:cubicBezTo>
                    <a:pt x="5568" y="460"/>
                    <a:pt x="5214" y="247"/>
                    <a:pt x="4719" y="106"/>
                  </a:cubicBezTo>
                  <a:cubicBezTo>
                    <a:pt x="4224" y="-35"/>
                    <a:pt x="3800" y="-35"/>
                    <a:pt x="3305" y="106"/>
                  </a:cubicBezTo>
                  <a:cubicBezTo>
                    <a:pt x="2810" y="106"/>
                    <a:pt x="2386" y="247"/>
                    <a:pt x="2032" y="530"/>
                  </a:cubicBezTo>
                  <a:cubicBezTo>
                    <a:pt x="1538" y="813"/>
                    <a:pt x="1113" y="1237"/>
                    <a:pt x="760" y="1803"/>
                  </a:cubicBezTo>
                  <a:lnTo>
                    <a:pt x="5497" y="530"/>
                  </a:lnTo>
                  <a:cubicBezTo>
                    <a:pt x="5073" y="247"/>
                    <a:pt x="4648" y="106"/>
                    <a:pt x="4224" y="106"/>
                  </a:cubicBezTo>
                  <a:cubicBezTo>
                    <a:pt x="3729" y="35"/>
                    <a:pt x="3305" y="35"/>
                    <a:pt x="2810" y="106"/>
                  </a:cubicBezTo>
                  <a:lnTo>
                    <a:pt x="1962" y="460"/>
                  </a:lnTo>
                  <a:cubicBezTo>
                    <a:pt x="1467" y="742"/>
                    <a:pt x="1043" y="1166"/>
                    <a:pt x="689" y="1732"/>
                  </a:cubicBezTo>
                  <a:cubicBezTo>
                    <a:pt x="689" y="1732"/>
                    <a:pt x="689" y="1732"/>
                    <a:pt x="689" y="1732"/>
                  </a:cubicBezTo>
                  <a:lnTo>
                    <a:pt x="1255" y="1025"/>
                  </a:lnTo>
                  <a:cubicBezTo>
                    <a:pt x="1255" y="1025"/>
                    <a:pt x="1184" y="1096"/>
                    <a:pt x="1113" y="1166"/>
                  </a:cubicBezTo>
                  <a:lnTo>
                    <a:pt x="1821" y="601"/>
                  </a:lnTo>
                  <a:cubicBezTo>
                    <a:pt x="1821" y="601"/>
                    <a:pt x="1750" y="601"/>
                    <a:pt x="1679" y="671"/>
                  </a:cubicBezTo>
                  <a:cubicBezTo>
                    <a:pt x="1396" y="813"/>
                    <a:pt x="1184" y="1025"/>
                    <a:pt x="972" y="1237"/>
                  </a:cubicBezTo>
                  <a:cubicBezTo>
                    <a:pt x="406" y="1803"/>
                    <a:pt x="406" y="2086"/>
                    <a:pt x="53" y="2792"/>
                  </a:cubicBezTo>
                  <a:lnTo>
                    <a:pt x="406" y="2015"/>
                  </a:lnTo>
                  <a:cubicBezTo>
                    <a:pt x="406" y="2015"/>
                    <a:pt x="406" y="2015"/>
                    <a:pt x="406" y="2086"/>
                  </a:cubicBezTo>
                  <a:lnTo>
                    <a:pt x="901" y="1449"/>
                  </a:lnTo>
                  <a:cubicBezTo>
                    <a:pt x="901" y="1449"/>
                    <a:pt x="901" y="1449"/>
                    <a:pt x="901" y="1449"/>
                  </a:cubicBezTo>
                  <a:lnTo>
                    <a:pt x="406" y="2086"/>
                  </a:lnTo>
                  <a:cubicBezTo>
                    <a:pt x="194" y="2439"/>
                    <a:pt x="53" y="2863"/>
                    <a:pt x="53" y="3287"/>
                  </a:cubicBezTo>
                  <a:cubicBezTo>
                    <a:pt x="-18" y="3570"/>
                    <a:pt x="-18" y="3853"/>
                    <a:pt x="53" y="4136"/>
                  </a:cubicBezTo>
                  <a:cubicBezTo>
                    <a:pt x="53" y="4560"/>
                    <a:pt x="194" y="4914"/>
                    <a:pt x="406" y="5338"/>
                  </a:cubicBezTo>
                  <a:lnTo>
                    <a:pt x="406" y="53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 name="Google Shape;1149;p46"/>
            <p:cNvSpPr/>
            <p:nvPr/>
          </p:nvSpPr>
          <p:spPr>
            <a:xfrm rot="1477213">
              <a:off x="3223097" y="1522232"/>
              <a:ext cx="32798" cy="32927"/>
            </a:xfrm>
            <a:custGeom>
              <a:rect b="b" l="l" r="r" t="t"/>
              <a:pathLst>
                <a:path extrusionOk="0" h="8908" w="8873">
                  <a:moveTo>
                    <a:pt x="4472" y="8908"/>
                  </a:moveTo>
                  <a:cubicBezTo>
                    <a:pt x="5108" y="8908"/>
                    <a:pt x="5674" y="8838"/>
                    <a:pt x="6169" y="8555"/>
                  </a:cubicBezTo>
                  <a:cubicBezTo>
                    <a:pt x="6735" y="8343"/>
                    <a:pt x="7159" y="8060"/>
                    <a:pt x="7583" y="7636"/>
                  </a:cubicBezTo>
                  <a:cubicBezTo>
                    <a:pt x="8007" y="7211"/>
                    <a:pt x="8290" y="6787"/>
                    <a:pt x="8502" y="6222"/>
                  </a:cubicBezTo>
                  <a:cubicBezTo>
                    <a:pt x="8785" y="5727"/>
                    <a:pt x="8926" y="5161"/>
                    <a:pt x="8856" y="4525"/>
                  </a:cubicBezTo>
                  <a:lnTo>
                    <a:pt x="8714" y="3323"/>
                  </a:lnTo>
                  <a:cubicBezTo>
                    <a:pt x="8502" y="2545"/>
                    <a:pt x="8149" y="1909"/>
                    <a:pt x="7583" y="1343"/>
                  </a:cubicBezTo>
                  <a:lnTo>
                    <a:pt x="6664" y="636"/>
                  </a:lnTo>
                  <a:cubicBezTo>
                    <a:pt x="5957" y="212"/>
                    <a:pt x="5250" y="71"/>
                    <a:pt x="4401" y="0"/>
                  </a:cubicBezTo>
                  <a:cubicBezTo>
                    <a:pt x="3765" y="0"/>
                    <a:pt x="3200" y="71"/>
                    <a:pt x="2705" y="353"/>
                  </a:cubicBezTo>
                  <a:cubicBezTo>
                    <a:pt x="2139" y="566"/>
                    <a:pt x="1715" y="848"/>
                    <a:pt x="1291" y="1273"/>
                  </a:cubicBezTo>
                  <a:cubicBezTo>
                    <a:pt x="866" y="1697"/>
                    <a:pt x="584" y="2121"/>
                    <a:pt x="371" y="2687"/>
                  </a:cubicBezTo>
                  <a:cubicBezTo>
                    <a:pt x="89" y="3182"/>
                    <a:pt x="-53" y="3747"/>
                    <a:pt x="18" y="4383"/>
                  </a:cubicBezTo>
                  <a:lnTo>
                    <a:pt x="160" y="5585"/>
                  </a:lnTo>
                  <a:cubicBezTo>
                    <a:pt x="371" y="6363"/>
                    <a:pt x="725" y="6999"/>
                    <a:pt x="1291" y="7565"/>
                  </a:cubicBezTo>
                  <a:lnTo>
                    <a:pt x="2210" y="8272"/>
                  </a:lnTo>
                  <a:cubicBezTo>
                    <a:pt x="2917" y="8696"/>
                    <a:pt x="3624" y="8838"/>
                    <a:pt x="4472" y="8908"/>
                  </a:cubicBezTo>
                  <a:lnTo>
                    <a:pt x="4472" y="890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 name="Google Shape;1150;p46"/>
            <p:cNvSpPr/>
            <p:nvPr/>
          </p:nvSpPr>
          <p:spPr>
            <a:xfrm rot="1477213">
              <a:off x="3475356" y="1534954"/>
              <a:ext cx="29792" cy="31560"/>
            </a:xfrm>
            <a:custGeom>
              <a:rect b="b" l="l" r="r" t="t"/>
              <a:pathLst>
                <a:path extrusionOk="0" h="8538" w="8060">
                  <a:moveTo>
                    <a:pt x="5868" y="7653"/>
                  </a:moveTo>
                  <a:cubicBezTo>
                    <a:pt x="5868" y="7653"/>
                    <a:pt x="6151" y="7371"/>
                    <a:pt x="6292" y="7229"/>
                  </a:cubicBezTo>
                  <a:lnTo>
                    <a:pt x="3889" y="8219"/>
                  </a:lnTo>
                  <a:lnTo>
                    <a:pt x="4030" y="8219"/>
                  </a:lnTo>
                  <a:cubicBezTo>
                    <a:pt x="4384" y="8219"/>
                    <a:pt x="4737" y="8148"/>
                    <a:pt x="5091" y="8077"/>
                  </a:cubicBezTo>
                  <a:cubicBezTo>
                    <a:pt x="5586" y="7936"/>
                    <a:pt x="6081" y="7724"/>
                    <a:pt x="6505" y="7371"/>
                  </a:cubicBezTo>
                  <a:cubicBezTo>
                    <a:pt x="6787" y="7158"/>
                    <a:pt x="7070" y="6946"/>
                    <a:pt x="7212" y="6664"/>
                  </a:cubicBezTo>
                  <a:cubicBezTo>
                    <a:pt x="7565" y="6240"/>
                    <a:pt x="7848" y="5815"/>
                    <a:pt x="7919" y="5250"/>
                  </a:cubicBezTo>
                  <a:cubicBezTo>
                    <a:pt x="7919" y="5250"/>
                    <a:pt x="7919" y="5250"/>
                    <a:pt x="7919" y="5179"/>
                  </a:cubicBezTo>
                  <a:lnTo>
                    <a:pt x="8060" y="4118"/>
                  </a:lnTo>
                  <a:cubicBezTo>
                    <a:pt x="8060" y="3765"/>
                    <a:pt x="8060" y="3341"/>
                    <a:pt x="7919" y="2987"/>
                  </a:cubicBezTo>
                  <a:cubicBezTo>
                    <a:pt x="7707" y="2280"/>
                    <a:pt x="7353" y="1715"/>
                    <a:pt x="6858" y="1220"/>
                  </a:cubicBezTo>
                  <a:cubicBezTo>
                    <a:pt x="6363" y="725"/>
                    <a:pt x="5727" y="371"/>
                    <a:pt x="5091" y="159"/>
                  </a:cubicBezTo>
                  <a:cubicBezTo>
                    <a:pt x="4384" y="-53"/>
                    <a:pt x="3677" y="-53"/>
                    <a:pt x="2970" y="159"/>
                  </a:cubicBezTo>
                  <a:cubicBezTo>
                    <a:pt x="2262" y="371"/>
                    <a:pt x="1697" y="725"/>
                    <a:pt x="1202" y="1220"/>
                  </a:cubicBezTo>
                  <a:cubicBezTo>
                    <a:pt x="1061" y="1361"/>
                    <a:pt x="990" y="1502"/>
                    <a:pt x="849" y="1644"/>
                  </a:cubicBezTo>
                  <a:cubicBezTo>
                    <a:pt x="495" y="2068"/>
                    <a:pt x="212" y="2492"/>
                    <a:pt x="142" y="3058"/>
                  </a:cubicBezTo>
                  <a:cubicBezTo>
                    <a:pt x="142" y="3058"/>
                    <a:pt x="142" y="3058"/>
                    <a:pt x="142" y="3129"/>
                  </a:cubicBezTo>
                  <a:lnTo>
                    <a:pt x="0" y="4189"/>
                  </a:lnTo>
                  <a:cubicBezTo>
                    <a:pt x="0" y="4755"/>
                    <a:pt x="71" y="5250"/>
                    <a:pt x="354" y="5745"/>
                  </a:cubicBezTo>
                  <a:cubicBezTo>
                    <a:pt x="424" y="6098"/>
                    <a:pt x="636" y="6381"/>
                    <a:pt x="849" y="6664"/>
                  </a:cubicBezTo>
                  <a:cubicBezTo>
                    <a:pt x="1131" y="7088"/>
                    <a:pt x="1485" y="7441"/>
                    <a:pt x="1980" y="7724"/>
                  </a:cubicBezTo>
                  <a:lnTo>
                    <a:pt x="2121" y="7724"/>
                  </a:lnTo>
                  <a:cubicBezTo>
                    <a:pt x="1626" y="7088"/>
                    <a:pt x="1061" y="6451"/>
                    <a:pt x="566" y="5745"/>
                  </a:cubicBezTo>
                  <a:cubicBezTo>
                    <a:pt x="566" y="5956"/>
                    <a:pt x="707" y="6098"/>
                    <a:pt x="778" y="6310"/>
                  </a:cubicBezTo>
                  <a:cubicBezTo>
                    <a:pt x="919" y="6805"/>
                    <a:pt x="1202" y="7300"/>
                    <a:pt x="1556" y="7653"/>
                  </a:cubicBezTo>
                  <a:cubicBezTo>
                    <a:pt x="1909" y="8007"/>
                    <a:pt x="2404" y="8290"/>
                    <a:pt x="2899" y="8431"/>
                  </a:cubicBezTo>
                  <a:cubicBezTo>
                    <a:pt x="3959" y="8714"/>
                    <a:pt x="5161" y="8431"/>
                    <a:pt x="5939" y="7653"/>
                  </a:cubicBezTo>
                  <a:lnTo>
                    <a:pt x="5939" y="765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 name="Google Shape;1151;p46"/>
            <p:cNvSpPr/>
            <p:nvPr/>
          </p:nvSpPr>
          <p:spPr>
            <a:xfrm rot="1477213">
              <a:off x="3611318" y="1617396"/>
              <a:ext cx="28950" cy="28525"/>
            </a:xfrm>
            <a:custGeom>
              <a:rect b="b" l="l" r="r" t="t"/>
              <a:pathLst>
                <a:path extrusionOk="0" h="7717" w="7832">
                  <a:moveTo>
                    <a:pt x="7275" y="6080"/>
                  </a:moveTo>
                  <a:cubicBezTo>
                    <a:pt x="7275" y="6080"/>
                    <a:pt x="7628" y="5444"/>
                    <a:pt x="7699" y="5091"/>
                  </a:cubicBezTo>
                  <a:cubicBezTo>
                    <a:pt x="7840" y="4313"/>
                    <a:pt x="7911" y="3747"/>
                    <a:pt x="7699" y="2970"/>
                  </a:cubicBezTo>
                  <a:cubicBezTo>
                    <a:pt x="7558" y="2333"/>
                    <a:pt x="7133" y="1556"/>
                    <a:pt x="6638" y="1131"/>
                  </a:cubicBezTo>
                  <a:cubicBezTo>
                    <a:pt x="6143" y="636"/>
                    <a:pt x="5578" y="353"/>
                    <a:pt x="4942" y="142"/>
                  </a:cubicBezTo>
                  <a:lnTo>
                    <a:pt x="3881" y="0"/>
                  </a:lnTo>
                  <a:cubicBezTo>
                    <a:pt x="3174" y="0"/>
                    <a:pt x="2538" y="212"/>
                    <a:pt x="1902" y="495"/>
                  </a:cubicBezTo>
                  <a:cubicBezTo>
                    <a:pt x="1477" y="707"/>
                    <a:pt x="1124" y="1061"/>
                    <a:pt x="841" y="1485"/>
                  </a:cubicBezTo>
                  <a:cubicBezTo>
                    <a:pt x="487" y="1838"/>
                    <a:pt x="275" y="2262"/>
                    <a:pt x="134" y="2828"/>
                  </a:cubicBezTo>
                  <a:cubicBezTo>
                    <a:pt x="-8" y="3323"/>
                    <a:pt x="-78" y="3888"/>
                    <a:pt x="134" y="4383"/>
                  </a:cubicBezTo>
                  <a:cubicBezTo>
                    <a:pt x="134" y="4878"/>
                    <a:pt x="275" y="5373"/>
                    <a:pt x="558" y="5798"/>
                  </a:cubicBezTo>
                  <a:cubicBezTo>
                    <a:pt x="912" y="6363"/>
                    <a:pt x="1336" y="6858"/>
                    <a:pt x="1972" y="7212"/>
                  </a:cubicBezTo>
                  <a:cubicBezTo>
                    <a:pt x="1972" y="7212"/>
                    <a:pt x="1972" y="7212"/>
                    <a:pt x="2043" y="7212"/>
                  </a:cubicBezTo>
                  <a:lnTo>
                    <a:pt x="1265" y="6575"/>
                  </a:lnTo>
                  <a:cubicBezTo>
                    <a:pt x="1265" y="6575"/>
                    <a:pt x="1265" y="6575"/>
                    <a:pt x="1265" y="6575"/>
                  </a:cubicBezTo>
                  <a:lnTo>
                    <a:pt x="700" y="5798"/>
                  </a:lnTo>
                  <a:cubicBezTo>
                    <a:pt x="700" y="5798"/>
                    <a:pt x="700" y="5798"/>
                    <a:pt x="700" y="5798"/>
                  </a:cubicBezTo>
                  <a:lnTo>
                    <a:pt x="346" y="4878"/>
                  </a:lnTo>
                  <a:cubicBezTo>
                    <a:pt x="346" y="4878"/>
                    <a:pt x="346" y="4878"/>
                    <a:pt x="346" y="4878"/>
                  </a:cubicBezTo>
                  <a:lnTo>
                    <a:pt x="205" y="3888"/>
                  </a:lnTo>
                  <a:cubicBezTo>
                    <a:pt x="205" y="3888"/>
                    <a:pt x="205" y="3888"/>
                    <a:pt x="205" y="3888"/>
                  </a:cubicBezTo>
                  <a:lnTo>
                    <a:pt x="346" y="2899"/>
                  </a:lnTo>
                  <a:cubicBezTo>
                    <a:pt x="346" y="2899"/>
                    <a:pt x="346" y="2899"/>
                    <a:pt x="346" y="2899"/>
                  </a:cubicBezTo>
                  <a:cubicBezTo>
                    <a:pt x="205" y="3394"/>
                    <a:pt x="134" y="3888"/>
                    <a:pt x="346" y="4383"/>
                  </a:cubicBezTo>
                  <a:cubicBezTo>
                    <a:pt x="346" y="4878"/>
                    <a:pt x="487" y="5373"/>
                    <a:pt x="770" y="5798"/>
                  </a:cubicBezTo>
                  <a:lnTo>
                    <a:pt x="1336" y="6575"/>
                  </a:lnTo>
                  <a:cubicBezTo>
                    <a:pt x="1689" y="6929"/>
                    <a:pt x="2113" y="7212"/>
                    <a:pt x="2538" y="7353"/>
                  </a:cubicBezTo>
                  <a:cubicBezTo>
                    <a:pt x="2821" y="7494"/>
                    <a:pt x="3174" y="7636"/>
                    <a:pt x="3528" y="7636"/>
                  </a:cubicBezTo>
                  <a:cubicBezTo>
                    <a:pt x="4022" y="7777"/>
                    <a:pt x="4517" y="7707"/>
                    <a:pt x="5012" y="7636"/>
                  </a:cubicBezTo>
                  <a:lnTo>
                    <a:pt x="5932" y="7282"/>
                  </a:lnTo>
                  <a:cubicBezTo>
                    <a:pt x="6497" y="6929"/>
                    <a:pt x="6992" y="6505"/>
                    <a:pt x="7275" y="5939"/>
                  </a:cubicBezTo>
                  <a:lnTo>
                    <a:pt x="7275" y="593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 name="Google Shape;1152;p46"/>
            <p:cNvSpPr/>
            <p:nvPr/>
          </p:nvSpPr>
          <p:spPr>
            <a:xfrm rot="1477213">
              <a:off x="3377119" y="1591486"/>
              <a:ext cx="27767" cy="29397"/>
            </a:xfrm>
            <a:custGeom>
              <a:rect b="b" l="l" r="r" t="t"/>
              <a:pathLst>
                <a:path extrusionOk="0" h="7953" w="7512">
                  <a:moveTo>
                    <a:pt x="5939" y="7141"/>
                  </a:moveTo>
                  <a:cubicBezTo>
                    <a:pt x="5939" y="7141"/>
                    <a:pt x="6363" y="6646"/>
                    <a:pt x="6575" y="6363"/>
                  </a:cubicBezTo>
                  <a:cubicBezTo>
                    <a:pt x="6787" y="6080"/>
                    <a:pt x="6858" y="5727"/>
                    <a:pt x="6999" y="5373"/>
                  </a:cubicBezTo>
                  <a:lnTo>
                    <a:pt x="6646" y="6222"/>
                  </a:lnTo>
                  <a:cubicBezTo>
                    <a:pt x="6646" y="6222"/>
                    <a:pt x="6787" y="5868"/>
                    <a:pt x="6929" y="5727"/>
                  </a:cubicBezTo>
                  <a:lnTo>
                    <a:pt x="6363" y="6434"/>
                  </a:lnTo>
                  <a:cubicBezTo>
                    <a:pt x="6363" y="6434"/>
                    <a:pt x="6363" y="6363"/>
                    <a:pt x="6434" y="6292"/>
                  </a:cubicBezTo>
                  <a:cubicBezTo>
                    <a:pt x="6787" y="5939"/>
                    <a:pt x="7070" y="5585"/>
                    <a:pt x="7212" y="5090"/>
                  </a:cubicBezTo>
                  <a:cubicBezTo>
                    <a:pt x="7424" y="4666"/>
                    <a:pt x="7565" y="4171"/>
                    <a:pt x="7494" y="3676"/>
                  </a:cubicBezTo>
                  <a:cubicBezTo>
                    <a:pt x="7494" y="3182"/>
                    <a:pt x="7424" y="2687"/>
                    <a:pt x="7212" y="2262"/>
                  </a:cubicBezTo>
                  <a:cubicBezTo>
                    <a:pt x="7070" y="1838"/>
                    <a:pt x="6787" y="1414"/>
                    <a:pt x="6434" y="1060"/>
                  </a:cubicBezTo>
                  <a:lnTo>
                    <a:pt x="5727" y="495"/>
                  </a:lnTo>
                  <a:cubicBezTo>
                    <a:pt x="5161" y="141"/>
                    <a:pt x="4525" y="0"/>
                    <a:pt x="3888" y="0"/>
                  </a:cubicBezTo>
                  <a:lnTo>
                    <a:pt x="2899" y="141"/>
                  </a:lnTo>
                  <a:cubicBezTo>
                    <a:pt x="2262" y="283"/>
                    <a:pt x="1768" y="636"/>
                    <a:pt x="1273" y="1060"/>
                  </a:cubicBezTo>
                  <a:cubicBezTo>
                    <a:pt x="1061" y="1343"/>
                    <a:pt x="848" y="1626"/>
                    <a:pt x="636" y="1909"/>
                  </a:cubicBezTo>
                  <a:cubicBezTo>
                    <a:pt x="636" y="1909"/>
                    <a:pt x="636" y="1909"/>
                    <a:pt x="636" y="1979"/>
                  </a:cubicBezTo>
                  <a:cubicBezTo>
                    <a:pt x="636" y="2050"/>
                    <a:pt x="566" y="2121"/>
                    <a:pt x="495" y="2262"/>
                  </a:cubicBezTo>
                  <a:cubicBezTo>
                    <a:pt x="353" y="2616"/>
                    <a:pt x="142" y="2969"/>
                    <a:pt x="71" y="3323"/>
                  </a:cubicBezTo>
                  <a:cubicBezTo>
                    <a:pt x="71" y="3323"/>
                    <a:pt x="71" y="3323"/>
                    <a:pt x="71" y="3323"/>
                  </a:cubicBezTo>
                  <a:cubicBezTo>
                    <a:pt x="71" y="3464"/>
                    <a:pt x="0" y="3676"/>
                    <a:pt x="0" y="3818"/>
                  </a:cubicBezTo>
                  <a:cubicBezTo>
                    <a:pt x="0" y="3959"/>
                    <a:pt x="0" y="4171"/>
                    <a:pt x="0" y="4313"/>
                  </a:cubicBezTo>
                  <a:cubicBezTo>
                    <a:pt x="0" y="4666"/>
                    <a:pt x="0" y="5019"/>
                    <a:pt x="142" y="5373"/>
                  </a:cubicBezTo>
                  <a:cubicBezTo>
                    <a:pt x="283" y="5939"/>
                    <a:pt x="636" y="6504"/>
                    <a:pt x="1061" y="6929"/>
                  </a:cubicBezTo>
                  <a:cubicBezTo>
                    <a:pt x="1485" y="7353"/>
                    <a:pt x="2050" y="7706"/>
                    <a:pt x="2616" y="7848"/>
                  </a:cubicBezTo>
                  <a:cubicBezTo>
                    <a:pt x="3252" y="7989"/>
                    <a:pt x="3888" y="7989"/>
                    <a:pt x="4525" y="7848"/>
                  </a:cubicBezTo>
                  <a:cubicBezTo>
                    <a:pt x="5090" y="7706"/>
                    <a:pt x="5656" y="7353"/>
                    <a:pt x="6080" y="6929"/>
                  </a:cubicBezTo>
                  <a:lnTo>
                    <a:pt x="6080" y="692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 name="Google Shape;1153;p46"/>
            <p:cNvSpPr/>
            <p:nvPr/>
          </p:nvSpPr>
          <p:spPr>
            <a:xfrm rot="1477213">
              <a:off x="3364906" y="1709020"/>
              <a:ext cx="27438" cy="26984"/>
            </a:xfrm>
            <a:custGeom>
              <a:rect b="b" l="l" r="r" t="t"/>
              <a:pathLst>
                <a:path extrusionOk="0" h="7300" w="7423">
                  <a:moveTo>
                    <a:pt x="6363" y="1273"/>
                  </a:moveTo>
                  <a:cubicBezTo>
                    <a:pt x="6363" y="1273"/>
                    <a:pt x="5727" y="707"/>
                    <a:pt x="5373" y="495"/>
                  </a:cubicBezTo>
                  <a:cubicBezTo>
                    <a:pt x="4949" y="142"/>
                    <a:pt x="4101" y="0"/>
                    <a:pt x="3535" y="0"/>
                  </a:cubicBezTo>
                  <a:cubicBezTo>
                    <a:pt x="2899" y="0"/>
                    <a:pt x="2262" y="142"/>
                    <a:pt x="1697" y="495"/>
                  </a:cubicBezTo>
                  <a:cubicBezTo>
                    <a:pt x="1697" y="495"/>
                    <a:pt x="1697" y="495"/>
                    <a:pt x="1697" y="495"/>
                  </a:cubicBezTo>
                  <a:lnTo>
                    <a:pt x="2474" y="142"/>
                  </a:lnTo>
                  <a:lnTo>
                    <a:pt x="2474" y="142"/>
                  </a:lnTo>
                  <a:cubicBezTo>
                    <a:pt x="2474" y="142"/>
                    <a:pt x="3040" y="71"/>
                    <a:pt x="3323" y="0"/>
                  </a:cubicBezTo>
                  <a:cubicBezTo>
                    <a:pt x="2969" y="0"/>
                    <a:pt x="2616" y="71"/>
                    <a:pt x="2262" y="142"/>
                  </a:cubicBezTo>
                  <a:cubicBezTo>
                    <a:pt x="1838" y="212"/>
                    <a:pt x="1485" y="424"/>
                    <a:pt x="1202" y="707"/>
                  </a:cubicBezTo>
                  <a:cubicBezTo>
                    <a:pt x="848" y="919"/>
                    <a:pt x="566" y="1202"/>
                    <a:pt x="424" y="1556"/>
                  </a:cubicBezTo>
                  <a:lnTo>
                    <a:pt x="142" y="2262"/>
                  </a:lnTo>
                  <a:cubicBezTo>
                    <a:pt x="0" y="2828"/>
                    <a:pt x="0" y="3394"/>
                    <a:pt x="142" y="3888"/>
                  </a:cubicBezTo>
                  <a:cubicBezTo>
                    <a:pt x="142" y="3959"/>
                    <a:pt x="142" y="4030"/>
                    <a:pt x="142" y="4101"/>
                  </a:cubicBezTo>
                  <a:lnTo>
                    <a:pt x="0" y="3252"/>
                  </a:lnTo>
                  <a:lnTo>
                    <a:pt x="0" y="3252"/>
                  </a:lnTo>
                  <a:cubicBezTo>
                    <a:pt x="0" y="3252"/>
                    <a:pt x="71" y="2687"/>
                    <a:pt x="142" y="2404"/>
                  </a:cubicBezTo>
                  <a:cubicBezTo>
                    <a:pt x="142" y="2404"/>
                    <a:pt x="142" y="2404"/>
                    <a:pt x="142" y="2475"/>
                  </a:cubicBezTo>
                  <a:cubicBezTo>
                    <a:pt x="0" y="2757"/>
                    <a:pt x="0" y="2475"/>
                    <a:pt x="0" y="3464"/>
                  </a:cubicBezTo>
                  <a:cubicBezTo>
                    <a:pt x="0" y="4454"/>
                    <a:pt x="353" y="5303"/>
                    <a:pt x="1061" y="6010"/>
                  </a:cubicBezTo>
                  <a:cubicBezTo>
                    <a:pt x="1131" y="6080"/>
                    <a:pt x="1202" y="6151"/>
                    <a:pt x="1273" y="6292"/>
                  </a:cubicBezTo>
                  <a:cubicBezTo>
                    <a:pt x="1626" y="6646"/>
                    <a:pt x="1980" y="6858"/>
                    <a:pt x="2404" y="6999"/>
                  </a:cubicBezTo>
                  <a:cubicBezTo>
                    <a:pt x="2828" y="7212"/>
                    <a:pt x="3323" y="7353"/>
                    <a:pt x="3818" y="7282"/>
                  </a:cubicBezTo>
                  <a:cubicBezTo>
                    <a:pt x="4313" y="7282"/>
                    <a:pt x="4808" y="7212"/>
                    <a:pt x="5232" y="6999"/>
                  </a:cubicBezTo>
                  <a:cubicBezTo>
                    <a:pt x="5656" y="6858"/>
                    <a:pt x="6080" y="6575"/>
                    <a:pt x="6363" y="6292"/>
                  </a:cubicBezTo>
                  <a:lnTo>
                    <a:pt x="6929" y="5586"/>
                  </a:lnTo>
                  <a:cubicBezTo>
                    <a:pt x="7282" y="5020"/>
                    <a:pt x="7424" y="4454"/>
                    <a:pt x="7424" y="3747"/>
                  </a:cubicBezTo>
                  <a:lnTo>
                    <a:pt x="7282" y="2828"/>
                  </a:lnTo>
                  <a:cubicBezTo>
                    <a:pt x="7141" y="2192"/>
                    <a:pt x="6787" y="1697"/>
                    <a:pt x="6363" y="1273"/>
                  </a:cubicBezTo>
                  <a:lnTo>
                    <a:pt x="6363" y="127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 name="Google Shape;1154;p46"/>
            <p:cNvSpPr/>
            <p:nvPr/>
          </p:nvSpPr>
          <p:spPr>
            <a:xfrm rot="1477213">
              <a:off x="2764542" y="1338905"/>
              <a:ext cx="28000" cy="27671"/>
            </a:xfrm>
            <a:custGeom>
              <a:rect b="b" l="l" r="r" t="t"/>
              <a:pathLst>
                <a:path extrusionOk="0" h="7486" w="7575">
                  <a:moveTo>
                    <a:pt x="6999" y="5656"/>
                  </a:moveTo>
                  <a:cubicBezTo>
                    <a:pt x="6999" y="5656"/>
                    <a:pt x="6999" y="5656"/>
                    <a:pt x="6999" y="5656"/>
                  </a:cubicBezTo>
                  <a:lnTo>
                    <a:pt x="6434" y="6434"/>
                  </a:lnTo>
                  <a:cubicBezTo>
                    <a:pt x="6434" y="6434"/>
                    <a:pt x="6434" y="6434"/>
                    <a:pt x="6434" y="6434"/>
                  </a:cubicBezTo>
                  <a:lnTo>
                    <a:pt x="5656" y="6999"/>
                  </a:lnTo>
                  <a:cubicBezTo>
                    <a:pt x="5656" y="6999"/>
                    <a:pt x="5656" y="6999"/>
                    <a:pt x="5656" y="6999"/>
                  </a:cubicBezTo>
                  <a:lnTo>
                    <a:pt x="6434" y="6434"/>
                  </a:lnTo>
                  <a:cubicBezTo>
                    <a:pt x="6787" y="6080"/>
                    <a:pt x="7070" y="5727"/>
                    <a:pt x="7211" y="5232"/>
                  </a:cubicBezTo>
                  <a:cubicBezTo>
                    <a:pt x="7353" y="4949"/>
                    <a:pt x="7494" y="4667"/>
                    <a:pt x="7494" y="4313"/>
                  </a:cubicBezTo>
                  <a:cubicBezTo>
                    <a:pt x="7635" y="3818"/>
                    <a:pt x="7565" y="3323"/>
                    <a:pt x="7494" y="2828"/>
                  </a:cubicBezTo>
                  <a:lnTo>
                    <a:pt x="7140" y="1909"/>
                  </a:lnTo>
                  <a:lnTo>
                    <a:pt x="6575" y="1131"/>
                  </a:lnTo>
                  <a:cubicBezTo>
                    <a:pt x="6221" y="778"/>
                    <a:pt x="5868" y="495"/>
                    <a:pt x="5373" y="353"/>
                  </a:cubicBezTo>
                  <a:cubicBezTo>
                    <a:pt x="4949" y="142"/>
                    <a:pt x="4454" y="0"/>
                    <a:pt x="3959" y="0"/>
                  </a:cubicBezTo>
                  <a:cubicBezTo>
                    <a:pt x="3110" y="0"/>
                    <a:pt x="2757" y="142"/>
                    <a:pt x="1979" y="495"/>
                  </a:cubicBezTo>
                  <a:cubicBezTo>
                    <a:pt x="1697" y="636"/>
                    <a:pt x="1414" y="848"/>
                    <a:pt x="1131" y="1131"/>
                  </a:cubicBezTo>
                  <a:cubicBezTo>
                    <a:pt x="636" y="1626"/>
                    <a:pt x="353" y="2121"/>
                    <a:pt x="141" y="2757"/>
                  </a:cubicBezTo>
                  <a:lnTo>
                    <a:pt x="0" y="3747"/>
                  </a:lnTo>
                  <a:cubicBezTo>
                    <a:pt x="0" y="4454"/>
                    <a:pt x="141" y="5020"/>
                    <a:pt x="495" y="5656"/>
                  </a:cubicBezTo>
                  <a:cubicBezTo>
                    <a:pt x="707" y="6080"/>
                    <a:pt x="1060" y="6434"/>
                    <a:pt x="1484" y="6717"/>
                  </a:cubicBezTo>
                  <a:cubicBezTo>
                    <a:pt x="1838" y="7070"/>
                    <a:pt x="2262" y="7282"/>
                    <a:pt x="2757" y="7353"/>
                  </a:cubicBezTo>
                  <a:cubicBezTo>
                    <a:pt x="3252" y="7494"/>
                    <a:pt x="3747" y="7565"/>
                    <a:pt x="4242" y="7353"/>
                  </a:cubicBezTo>
                  <a:cubicBezTo>
                    <a:pt x="4737" y="7353"/>
                    <a:pt x="5232" y="7212"/>
                    <a:pt x="5656" y="6929"/>
                  </a:cubicBezTo>
                  <a:cubicBezTo>
                    <a:pt x="6221" y="6575"/>
                    <a:pt x="6645" y="6151"/>
                    <a:pt x="6999" y="5585"/>
                  </a:cubicBezTo>
                  <a:lnTo>
                    <a:pt x="6999" y="5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8" name="Shape 1158"/>
        <p:cNvGrpSpPr/>
        <p:nvPr/>
      </p:nvGrpSpPr>
      <p:grpSpPr>
        <a:xfrm>
          <a:off x="0" y="0"/>
          <a:ext cx="0" cy="0"/>
          <a:chOff x="0" y="0"/>
          <a:chExt cx="0" cy="0"/>
        </a:xfrm>
      </p:grpSpPr>
      <p:sp>
        <p:nvSpPr>
          <p:cNvPr id="1159" name="Google Shape;1159;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Three special moments for me</a:t>
            </a:r>
            <a:endParaRPr/>
          </a:p>
        </p:txBody>
      </p:sp>
      <p:sp>
        <p:nvSpPr>
          <p:cNvPr id="1160" name="Google Shape;1160;p47"/>
          <p:cNvSpPr txBox="1"/>
          <p:nvPr>
            <p:ph idx="1" type="subTitle"/>
          </p:nvPr>
        </p:nvSpPr>
        <p:spPr>
          <a:xfrm>
            <a:off x="1627550" y="1548500"/>
            <a:ext cx="5918100" cy="66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a:t>
            </a:r>
            <a:endParaRPr/>
          </a:p>
        </p:txBody>
      </p:sp>
      <p:sp>
        <p:nvSpPr>
          <p:cNvPr id="1161" name="Google Shape;1161;p47"/>
          <p:cNvSpPr txBox="1"/>
          <p:nvPr>
            <p:ph idx="2" type="subTitle"/>
          </p:nvPr>
        </p:nvSpPr>
        <p:spPr>
          <a:xfrm>
            <a:off x="1627550" y="2675450"/>
            <a:ext cx="5918100" cy="66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hot and has a poisonous atmosphere</a:t>
            </a:r>
            <a:endParaRPr/>
          </a:p>
        </p:txBody>
      </p:sp>
      <p:sp>
        <p:nvSpPr>
          <p:cNvPr id="1162" name="Google Shape;1162;p47"/>
          <p:cNvSpPr txBox="1"/>
          <p:nvPr>
            <p:ph idx="3" type="subTitle"/>
          </p:nvPr>
        </p:nvSpPr>
        <p:spPr>
          <a:xfrm>
            <a:off x="1627550" y="3802400"/>
            <a:ext cx="5918100" cy="66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It was named after the Roman god</a:t>
            </a:r>
            <a:endParaRPr/>
          </a:p>
        </p:txBody>
      </p:sp>
      <p:sp>
        <p:nvSpPr>
          <p:cNvPr id="1163" name="Google Shape;1163;p47"/>
          <p:cNvSpPr txBox="1"/>
          <p:nvPr>
            <p:ph idx="4" type="subTitle"/>
          </p:nvPr>
        </p:nvSpPr>
        <p:spPr>
          <a:xfrm>
            <a:off x="1627550" y="1170125"/>
            <a:ext cx="5918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164" name="Google Shape;1164;p47"/>
          <p:cNvSpPr txBox="1"/>
          <p:nvPr>
            <p:ph idx="5" type="subTitle"/>
          </p:nvPr>
        </p:nvSpPr>
        <p:spPr>
          <a:xfrm>
            <a:off x="1627550" y="2297074"/>
            <a:ext cx="5918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165" name="Google Shape;1165;p47"/>
          <p:cNvSpPr txBox="1"/>
          <p:nvPr>
            <p:ph idx="6" type="subTitle"/>
          </p:nvPr>
        </p:nvSpPr>
        <p:spPr>
          <a:xfrm>
            <a:off x="1627550" y="3424023"/>
            <a:ext cx="5918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166" name="Google Shape;1166;p47"/>
          <p:cNvSpPr/>
          <p:nvPr/>
        </p:nvSpPr>
        <p:spPr>
          <a:xfrm rot="7450082">
            <a:off x="889427" y="1391285"/>
            <a:ext cx="539878" cy="695595"/>
          </a:xfrm>
          <a:custGeom>
            <a:rect b="b" l="l" r="r" t="t"/>
            <a:pathLst>
              <a:path extrusionOk="0" h="27824" w="27997">
                <a:moveTo>
                  <a:pt x="21400" y="1892"/>
                </a:moveTo>
                <a:cubicBezTo>
                  <a:pt x="14797" y="2993"/>
                  <a:pt x="5934" y="1094"/>
                  <a:pt x="1825" y="6378"/>
                </a:cubicBezTo>
                <a:cubicBezTo>
                  <a:pt x="-1923" y="11197"/>
                  <a:pt x="611" y="20658"/>
                  <a:pt x="5495" y="24321"/>
                </a:cubicBezTo>
                <a:cubicBezTo>
                  <a:pt x="11044" y="28482"/>
                  <a:pt x="22725" y="29657"/>
                  <a:pt x="26293" y="23709"/>
                </a:cubicBezTo>
                <a:cubicBezTo>
                  <a:pt x="30151" y="17277"/>
                  <a:pt x="26933" y="6193"/>
                  <a:pt x="20788" y="1892"/>
                </a:cubicBezTo>
                <a:cubicBezTo>
                  <a:pt x="16482" y="-1121"/>
                  <a:pt x="8802" y="-398"/>
                  <a:pt x="5087" y="3319"/>
                </a:cubicBezTo>
                <a:cubicBezTo>
                  <a:pt x="378" y="8031"/>
                  <a:pt x="-1074" y="20320"/>
                  <a:pt x="4883" y="23302"/>
                </a:cubicBezTo>
              </a:path>
            </a:pathLst>
          </a:custGeom>
          <a:noFill/>
          <a:ln cap="flat" cmpd="sng" w="19050">
            <a:solidFill>
              <a:schemeClr val="dk2"/>
            </a:solidFill>
            <a:prstDash val="solid"/>
            <a:round/>
            <a:headEnd len="med" w="med" type="none"/>
            <a:tailEnd len="med" w="med" type="none"/>
          </a:ln>
        </p:spPr>
      </p:sp>
      <p:sp>
        <p:nvSpPr>
          <p:cNvPr id="1167" name="Google Shape;1167;p47"/>
          <p:cNvSpPr/>
          <p:nvPr/>
        </p:nvSpPr>
        <p:spPr>
          <a:xfrm>
            <a:off x="796754" y="2564853"/>
            <a:ext cx="725225" cy="572690"/>
          </a:xfrm>
          <a:custGeom>
            <a:rect b="b" l="l" r="r" t="t"/>
            <a:pathLst>
              <a:path extrusionOk="0" h="17820" w="29009">
                <a:moveTo>
                  <a:pt x="27726" y="3969"/>
                </a:moveTo>
                <a:cubicBezTo>
                  <a:pt x="19755" y="-14"/>
                  <a:pt x="2203" y="-1421"/>
                  <a:pt x="1218" y="7436"/>
                </a:cubicBezTo>
                <a:cubicBezTo>
                  <a:pt x="177" y="16803"/>
                  <a:pt x="28012" y="22319"/>
                  <a:pt x="28950" y="12941"/>
                </a:cubicBezTo>
                <a:cubicBezTo>
                  <a:pt x="29897" y="3472"/>
                  <a:pt x="9604" y="-3929"/>
                  <a:pt x="2442" y="2338"/>
                </a:cubicBezTo>
                <a:cubicBezTo>
                  <a:pt x="12" y="4465"/>
                  <a:pt x="-776" y="9234"/>
                  <a:pt x="1015" y="11921"/>
                </a:cubicBezTo>
                <a:cubicBezTo>
                  <a:pt x="3549" y="15723"/>
                  <a:pt x="9087" y="17223"/>
                  <a:pt x="13657" y="17223"/>
                </a:cubicBezTo>
              </a:path>
            </a:pathLst>
          </a:custGeom>
          <a:noFill/>
          <a:ln cap="flat" cmpd="sng" w="19050">
            <a:solidFill>
              <a:schemeClr val="dk2"/>
            </a:solidFill>
            <a:prstDash val="solid"/>
            <a:round/>
            <a:headEnd len="med" w="med" type="none"/>
            <a:tailEnd len="med" w="med" type="none"/>
          </a:ln>
        </p:spPr>
      </p:sp>
      <p:sp>
        <p:nvSpPr>
          <p:cNvPr id="1168" name="Google Shape;1168;p47"/>
          <p:cNvSpPr/>
          <p:nvPr/>
        </p:nvSpPr>
        <p:spPr>
          <a:xfrm>
            <a:off x="809404" y="3708069"/>
            <a:ext cx="699925" cy="695600"/>
          </a:xfrm>
          <a:custGeom>
            <a:rect b="b" l="l" r="r" t="t"/>
            <a:pathLst>
              <a:path extrusionOk="0" h="27824" w="27997">
                <a:moveTo>
                  <a:pt x="21400" y="1892"/>
                </a:moveTo>
                <a:cubicBezTo>
                  <a:pt x="14797" y="2993"/>
                  <a:pt x="5934" y="1094"/>
                  <a:pt x="1825" y="6378"/>
                </a:cubicBezTo>
                <a:cubicBezTo>
                  <a:pt x="-1923" y="11197"/>
                  <a:pt x="611" y="20658"/>
                  <a:pt x="5495" y="24321"/>
                </a:cubicBezTo>
                <a:cubicBezTo>
                  <a:pt x="11044" y="28482"/>
                  <a:pt x="22725" y="29657"/>
                  <a:pt x="26293" y="23709"/>
                </a:cubicBezTo>
                <a:cubicBezTo>
                  <a:pt x="30151" y="17277"/>
                  <a:pt x="26933" y="6193"/>
                  <a:pt x="20788" y="1892"/>
                </a:cubicBezTo>
                <a:cubicBezTo>
                  <a:pt x="16482" y="-1121"/>
                  <a:pt x="8802" y="-398"/>
                  <a:pt x="5087" y="3319"/>
                </a:cubicBezTo>
                <a:cubicBezTo>
                  <a:pt x="378" y="8031"/>
                  <a:pt x="-1074" y="20320"/>
                  <a:pt x="4883" y="23302"/>
                </a:cubicBezTo>
              </a:path>
            </a:pathLst>
          </a:custGeom>
          <a:noFill/>
          <a:ln cap="flat" cmpd="sng" w="19050">
            <a:solidFill>
              <a:schemeClr val="dk2"/>
            </a:solidFill>
            <a:prstDash val="solid"/>
            <a:round/>
            <a:headEnd len="med" w="med" type="none"/>
            <a:tailEnd len="med" w="med" type="none"/>
          </a:ln>
        </p:spPr>
      </p:sp>
      <p:grpSp>
        <p:nvGrpSpPr>
          <p:cNvPr id="1169" name="Google Shape;1169;p47"/>
          <p:cNvGrpSpPr/>
          <p:nvPr/>
        </p:nvGrpSpPr>
        <p:grpSpPr>
          <a:xfrm rot="6156949">
            <a:off x="7114778" y="3297475"/>
            <a:ext cx="3086197" cy="2714348"/>
            <a:chOff x="6783141" y="-621410"/>
            <a:chExt cx="3086375" cy="2714505"/>
          </a:xfrm>
        </p:grpSpPr>
        <p:sp>
          <p:nvSpPr>
            <p:cNvPr id="1170" name="Google Shape;1170;p47"/>
            <p:cNvSpPr/>
            <p:nvPr/>
          </p:nvSpPr>
          <p:spPr>
            <a:xfrm rot="10800000">
              <a:off x="6783141" y="-618659"/>
              <a:ext cx="3059909" cy="2689841"/>
            </a:xfrm>
            <a:custGeom>
              <a:rect b="b" l="l" r="r" t="t"/>
              <a:pathLst>
                <a:path extrusionOk="0" h="1308925" w="1489007">
                  <a:moveTo>
                    <a:pt x="1209770" y="1308926"/>
                  </a:moveTo>
                  <a:lnTo>
                    <a:pt x="0" y="873919"/>
                  </a:lnTo>
                  <a:lnTo>
                    <a:pt x="117634" y="546830"/>
                  </a:lnTo>
                  <a:cubicBezTo>
                    <a:pt x="121063" y="546640"/>
                    <a:pt x="124587" y="546545"/>
                    <a:pt x="127445" y="547307"/>
                  </a:cubicBezTo>
                  <a:cubicBezTo>
                    <a:pt x="132112" y="540544"/>
                    <a:pt x="131636" y="533686"/>
                    <a:pt x="138398" y="528733"/>
                  </a:cubicBezTo>
                  <a:cubicBezTo>
                    <a:pt x="145732" y="523208"/>
                    <a:pt x="157067" y="521875"/>
                    <a:pt x="164211" y="516160"/>
                  </a:cubicBezTo>
                  <a:cubicBezTo>
                    <a:pt x="170974" y="510731"/>
                    <a:pt x="173641" y="500539"/>
                    <a:pt x="176308" y="490442"/>
                  </a:cubicBezTo>
                  <a:cubicBezTo>
                    <a:pt x="176974" y="487394"/>
                    <a:pt x="177832" y="484346"/>
                    <a:pt x="178689" y="481394"/>
                  </a:cubicBezTo>
                  <a:cubicBezTo>
                    <a:pt x="180022" y="476441"/>
                    <a:pt x="181832" y="471869"/>
                    <a:pt x="184309" y="468154"/>
                  </a:cubicBezTo>
                  <a:cubicBezTo>
                    <a:pt x="202882" y="475488"/>
                    <a:pt x="210788" y="436055"/>
                    <a:pt x="214884" y="424624"/>
                  </a:cubicBezTo>
                  <a:lnTo>
                    <a:pt x="226219" y="393192"/>
                  </a:lnTo>
                  <a:cubicBezTo>
                    <a:pt x="229076" y="385286"/>
                    <a:pt x="230600" y="375571"/>
                    <a:pt x="234887" y="368522"/>
                  </a:cubicBezTo>
                  <a:cubicBezTo>
                    <a:pt x="236125" y="366427"/>
                    <a:pt x="238411" y="367094"/>
                    <a:pt x="239554" y="365379"/>
                  </a:cubicBezTo>
                  <a:cubicBezTo>
                    <a:pt x="245554" y="356140"/>
                    <a:pt x="249746" y="347091"/>
                    <a:pt x="253651" y="337566"/>
                  </a:cubicBezTo>
                  <a:cubicBezTo>
                    <a:pt x="254889" y="334709"/>
                    <a:pt x="255937" y="331851"/>
                    <a:pt x="256985" y="328898"/>
                  </a:cubicBezTo>
                  <a:cubicBezTo>
                    <a:pt x="257461" y="327755"/>
                    <a:pt x="257842" y="326708"/>
                    <a:pt x="258223" y="325565"/>
                  </a:cubicBezTo>
                  <a:cubicBezTo>
                    <a:pt x="262128" y="314897"/>
                    <a:pt x="262319" y="319754"/>
                    <a:pt x="271939" y="320040"/>
                  </a:cubicBezTo>
                  <a:cubicBezTo>
                    <a:pt x="273939" y="320040"/>
                    <a:pt x="275463" y="319564"/>
                    <a:pt x="276987" y="318802"/>
                  </a:cubicBezTo>
                  <a:cubicBezTo>
                    <a:pt x="278416" y="318230"/>
                    <a:pt x="279845" y="317564"/>
                    <a:pt x="281369" y="317183"/>
                  </a:cubicBezTo>
                  <a:cubicBezTo>
                    <a:pt x="283845" y="316801"/>
                    <a:pt x="285464" y="317564"/>
                    <a:pt x="287179" y="317754"/>
                  </a:cubicBezTo>
                  <a:cubicBezTo>
                    <a:pt x="288417" y="317945"/>
                    <a:pt x="289750" y="317754"/>
                    <a:pt x="291655" y="316516"/>
                  </a:cubicBezTo>
                  <a:cubicBezTo>
                    <a:pt x="296799" y="312992"/>
                    <a:pt x="300609" y="302800"/>
                    <a:pt x="303562" y="297751"/>
                  </a:cubicBezTo>
                  <a:cubicBezTo>
                    <a:pt x="311277" y="299847"/>
                    <a:pt x="316992" y="298323"/>
                    <a:pt x="324803" y="300323"/>
                  </a:cubicBezTo>
                  <a:cubicBezTo>
                    <a:pt x="329660" y="293561"/>
                    <a:pt x="330232" y="283559"/>
                    <a:pt x="333661" y="275844"/>
                  </a:cubicBezTo>
                  <a:cubicBezTo>
                    <a:pt x="334899" y="273272"/>
                    <a:pt x="336423" y="270891"/>
                    <a:pt x="338709" y="269081"/>
                  </a:cubicBezTo>
                  <a:cubicBezTo>
                    <a:pt x="338995" y="268796"/>
                    <a:pt x="339471" y="268415"/>
                    <a:pt x="339947" y="268224"/>
                  </a:cubicBezTo>
                  <a:cubicBezTo>
                    <a:pt x="342233" y="266605"/>
                    <a:pt x="345377" y="265367"/>
                    <a:pt x="347853" y="264890"/>
                  </a:cubicBezTo>
                  <a:cubicBezTo>
                    <a:pt x="348996" y="264605"/>
                    <a:pt x="356521" y="265748"/>
                    <a:pt x="356806" y="265462"/>
                  </a:cubicBezTo>
                  <a:cubicBezTo>
                    <a:pt x="362236" y="261366"/>
                    <a:pt x="356806" y="241078"/>
                    <a:pt x="357473" y="234696"/>
                  </a:cubicBezTo>
                  <a:cubicBezTo>
                    <a:pt x="358330" y="226409"/>
                    <a:pt x="357092" y="220599"/>
                    <a:pt x="354806" y="212884"/>
                  </a:cubicBezTo>
                  <a:cubicBezTo>
                    <a:pt x="353949" y="210026"/>
                    <a:pt x="348424" y="201454"/>
                    <a:pt x="350330" y="198596"/>
                  </a:cubicBezTo>
                  <a:cubicBezTo>
                    <a:pt x="354139" y="193262"/>
                    <a:pt x="379952" y="203549"/>
                    <a:pt x="385096" y="204597"/>
                  </a:cubicBezTo>
                  <a:cubicBezTo>
                    <a:pt x="386239" y="204788"/>
                    <a:pt x="387191" y="204978"/>
                    <a:pt x="388334" y="205169"/>
                  </a:cubicBezTo>
                  <a:cubicBezTo>
                    <a:pt x="394525" y="206312"/>
                    <a:pt x="400717" y="207264"/>
                    <a:pt x="407003" y="208312"/>
                  </a:cubicBezTo>
                  <a:cubicBezTo>
                    <a:pt x="410051" y="208788"/>
                    <a:pt x="413290" y="209360"/>
                    <a:pt x="416338" y="209931"/>
                  </a:cubicBezTo>
                  <a:cubicBezTo>
                    <a:pt x="417481" y="210026"/>
                    <a:pt x="418433" y="210312"/>
                    <a:pt x="419576" y="210503"/>
                  </a:cubicBezTo>
                  <a:cubicBezTo>
                    <a:pt x="420433" y="209741"/>
                    <a:pt x="421100" y="208598"/>
                    <a:pt x="421291" y="207074"/>
                  </a:cubicBezTo>
                  <a:cubicBezTo>
                    <a:pt x="422148" y="204121"/>
                    <a:pt x="421767" y="199930"/>
                    <a:pt x="421291" y="195834"/>
                  </a:cubicBezTo>
                  <a:cubicBezTo>
                    <a:pt x="420814" y="191357"/>
                    <a:pt x="420338" y="186785"/>
                    <a:pt x="421005" y="183928"/>
                  </a:cubicBezTo>
                  <a:cubicBezTo>
                    <a:pt x="422624" y="177165"/>
                    <a:pt x="425958" y="171736"/>
                    <a:pt x="427387" y="164878"/>
                  </a:cubicBezTo>
                  <a:cubicBezTo>
                    <a:pt x="429196" y="155353"/>
                    <a:pt x="430435" y="141732"/>
                    <a:pt x="434816" y="131445"/>
                  </a:cubicBezTo>
                  <a:cubicBezTo>
                    <a:pt x="435864" y="128969"/>
                    <a:pt x="437197" y="126587"/>
                    <a:pt x="438626" y="124587"/>
                  </a:cubicBezTo>
                  <a:cubicBezTo>
                    <a:pt x="439007" y="124016"/>
                    <a:pt x="439388" y="123635"/>
                    <a:pt x="439769" y="123349"/>
                  </a:cubicBezTo>
                  <a:cubicBezTo>
                    <a:pt x="441388" y="121730"/>
                    <a:pt x="443103" y="121825"/>
                    <a:pt x="445198" y="120491"/>
                  </a:cubicBezTo>
                  <a:cubicBezTo>
                    <a:pt x="446627" y="119539"/>
                    <a:pt x="448056" y="118586"/>
                    <a:pt x="449389" y="117539"/>
                  </a:cubicBezTo>
                  <a:cubicBezTo>
                    <a:pt x="454247" y="114300"/>
                    <a:pt x="458819" y="110966"/>
                    <a:pt x="463487" y="107442"/>
                  </a:cubicBezTo>
                  <a:cubicBezTo>
                    <a:pt x="472821" y="100298"/>
                    <a:pt x="479679" y="93917"/>
                    <a:pt x="484441" y="83915"/>
                  </a:cubicBezTo>
                  <a:cubicBezTo>
                    <a:pt x="487680" y="77057"/>
                    <a:pt x="493966" y="70390"/>
                    <a:pt x="499396" y="64199"/>
                  </a:cubicBezTo>
                  <a:cubicBezTo>
                    <a:pt x="499967" y="63722"/>
                    <a:pt x="500348" y="63151"/>
                    <a:pt x="500824" y="62675"/>
                  </a:cubicBezTo>
                  <a:cubicBezTo>
                    <a:pt x="502920" y="60293"/>
                    <a:pt x="505111" y="58579"/>
                    <a:pt x="507302" y="57245"/>
                  </a:cubicBezTo>
                  <a:cubicBezTo>
                    <a:pt x="511493" y="54578"/>
                    <a:pt x="515874" y="52864"/>
                    <a:pt x="520065" y="49340"/>
                  </a:cubicBezTo>
                  <a:cubicBezTo>
                    <a:pt x="526352" y="44291"/>
                    <a:pt x="532447" y="40291"/>
                    <a:pt x="537686" y="34385"/>
                  </a:cubicBezTo>
                  <a:cubicBezTo>
                    <a:pt x="540353" y="31433"/>
                    <a:pt x="542449" y="26003"/>
                    <a:pt x="545306" y="23432"/>
                  </a:cubicBezTo>
                  <a:cubicBezTo>
                    <a:pt x="550640" y="18669"/>
                    <a:pt x="557784" y="20860"/>
                    <a:pt x="564166" y="22384"/>
                  </a:cubicBezTo>
                  <a:cubicBezTo>
                    <a:pt x="565499" y="22670"/>
                    <a:pt x="566928" y="22955"/>
                    <a:pt x="568071" y="23241"/>
                  </a:cubicBezTo>
                  <a:cubicBezTo>
                    <a:pt x="570166" y="20384"/>
                    <a:pt x="569309" y="16002"/>
                    <a:pt x="568071" y="11621"/>
                  </a:cubicBezTo>
                  <a:lnTo>
                    <a:pt x="572262" y="0"/>
                  </a:lnTo>
                  <a:lnTo>
                    <a:pt x="574643" y="857"/>
                  </a:lnTo>
                  <a:cubicBezTo>
                    <a:pt x="573500" y="3905"/>
                    <a:pt x="571976" y="6001"/>
                    <a:pt x="574167" y="9811"/>
                  </a:cubicBezTo>
                  <a:cubicBezTo>
                    <a:pt x="575024" y="11049"/>
                    <a:pt x="576167" y="12287"/>
                    <a:pt x="577310" y="13430"/>
                  </a:cubicBezTo>
                  <a:cubicBezTo>
                    <a:pt x="579691" y="15621"/>
                    <a:pt x="582549" y="17812"/>
                    <a:pt x="584454" y="20288"/>
                  </a:cubicBezTo>
                  <a:cubicBezTo>
                    <a:pt x="588836" y="26099"/>
                    <a:pt x="591312" y="26289"/>
                    <a:pt x="596741" y="29813"/>
                  </a:cubicBezTo>
                  <a:cubicBezTo>
                    <a:pt x="605219" y="35147"/>
                    <a:pt x="609314" y="48101"/>
                    <a:pt x="609505" y="58388"/>
                  </a:cubicBezTo>
                  <a:cubicBezTo>
                    <a:pt x="617506" y="62960"/>
                    <a:pt x="623506" y="67818"/>
                    <a:pt x="630936" y="73628"/>
                  </a:cubicBezTo>
                  <a:cubicBezTo>
                    <a:pt x="632365" y="74676"/>
                    <a:pt x="633698" y="75724"/>
                    <a:pt x="635127" y="76486"/>
                  </a:cubicBezTo>
                  <a:cubicBezTo>
                    <a:pt x="637889" y="78296"/>
                    <a:pt x="640652" y="79629"/>
                    <a:pt x="643414" y="80867"/>
                  </a:cubicBezTo>
                  <a:cubicBezTo>
                    <a:pt x="649986" y="83630"/>
                    <a:pt x="656844" y="85344"/>
                    <a:pt x="663988" y="87916"/>
                  </a:cubicBezTo>
                  <a:cubicBezTo>
                    <a:pt x="665036" y="86106"/>
                    <a:pt x="666464" y="85820"/>
                    <a:pt x="668369" y="87059"/>
                  </a:cubicBezTo>
                  <a:cubicBezTo>
                    <a:pt x="671989" y="90011"/>
                    <a:pt x="674561" y="93726"/>
                    <a:pt x="676180" y="98203"/>
                  </a:cubicBezTo>
                  <a:cubicBezTo>
                    <a:pt x="679323" y="104585"/>
                    <a:pt x="680466" y="110585"/>
                    <a:pt x="686657" y="114681"/>
                  </a:cubicBezTo>
                  <a:cubicBezTo>
                    <a:pt x="692468" y="118396"/>
                    <a:pt x="700754" y="120968"/>
                    <a:pt x="708850" y="123158"/>
                  </a:cubicBezTo>
                  <a:cubicBezTo>
                    <a:pt x="711898" y="123920"/>
                    <a:pt x="714947" y="124873"/>
                    <a:pt x="717804" y="125730"/>
                  </a:cubicBezTo>
                  <a:cubicBezTo>
                    <a:pt x="719899" y="126397"/>
                    <a:pt x="721900" y="126968"/>
                    <a:pt x="723710" y="127635"/>
                  </a:cubicBezTo>
                  <a:cubicBezTo>
                    <a:pt x="733425" y="131255"/>
                    <a:pt x="733520" y="130588"/>
                    <a:pt x="742093" y="129826"/>
                  </a:cubicBezTo>
                  <a:cubicBezTo>
                    <a:pt x="742950" y="129731"/>
                    <a:pt x="748379" y="129445"/>
                    <a:pt x="749141" y="129159"/>
                  </a:cubicBezTo>
                  <a:cubicBezTo>
                    <a:pt x="750856" y="127349"/>
                    <a:pt x="752951" y="126016"/>
                    <a:pt x="755332" y="125159"/>
                  </a:cubicBezTo>
                  <a:lnTo>
                    <a:pt x="769144" y="122968"/>
                  </a:lnTo>
                  <a:cubicBezTo>
                    <a:pt x="771620" y="122206"/>
                    <a:pt x="773621" y="120872"/>
                    <a:pt x="775430" y="118967"/>
                  </a:cubicBezTo>
                  <a:cubicBezTo>
                    <a:pt x="777049" y="119063"/>
                    <a:pt x="778764" y="119158"/>
                    <a:pt x="780383" y="119348"/>
                  </a:cubicBezTo>
                  <a:cubicBezTo>
                    <a:pt x="783241" y="118586"/>
                    <a:pt x="786289" y="117443"/>
                    <a:pt x="789146" y="116491"/>
                  </a:cubicBezTo>
                  <a:cubicBezTo>
                    <a:pt x="794766" y="114491"/>
                    <a:pt x="797243" y="112109"/>
                    <a:pt x="802386" y="113919"/>
                  </a:cubicBezTo>
                  <a:cubicBezTo>
                    <a:pt x="802862" y="114110"/>
                    <a:pt x="803338" y="114395"/>
                    <a:pt x="803815" y="114586"/>
                  </a:cubicBezTo>
                  <a:cubicBezTo>
                    <a:pt x="808482" y="116681"/>
                    <a:pt x="807720" y="117729"/>
                    <a:pt x="809911" y="120491"/>
                  </a:cubicBezTo>
                  <a:cubicBezTo>
                    <a:pt x="810197" y="120872"/>
                    <a:pt x="810387" y="121158"/>
                    <a:pt x="810673" y="121539"/>
                  </a:cubicBezTo>
                  <a:cubicBezTo>
                    <a:pt x="816673" y="128492"/>
                    <a:pt x="828485" y="126778"/>
                    <a:pt x="834485" y="133350"/>
                  </a:cubicBezTo>
                  <a:cubicBezTo>
                    <a:pt x="836771" y="135731"/>
                    <a:pt x="835914" y="138970"/>
                    <a:pt x="839057" y="141351"/>
                  </a:cubicBezTo>
                  <a:cubicBezTo>
                    <a:pt x="843439" y="144780"/>
                    <a:pt x="852202" y="146018"/>
                    <a:pt x="857536" y="147923"/>
                  </a:cubicBezTo>
                  <a:cubicBezTo>
                    <a:pt x="864489" y="150400"/>
                    <a:pt x="871347" y="152495"/>
                    <a:pt x="878205" y="154591"/>
                  </a:cubicBezTo>
                  <a:cubicBezTo>
                    <a:pt x="881158" y="155448"/>
                    <a:pt x="884206" y="156305"/>
                    <a:pt x="887254" y="157067"/>
                  </a:cubicBezTo>
                  <a:cubicBezTo>
                    <a:pt x="898970" y="160401"/>
                    <a:pt x="910780" y="163640"/>
                    <a:pt x="922591" y="167926"/>
                  </a:cubicBezTo>
                  <a:cubicBezTo>
                    <a:pt x="933926" y="172022"/>
                    <a:pt x="948309" y="174689"/>
                    <a:pt x="954596" y="186404"/>
                  </a:cubicBezTo>
                  <a:cubicBezTo>
                    <a:pt x="955262" y="187643"/>
                    <a:pt x="955548" y="188976"/>
                    <a:pt x="955834" y="190310"/>
                  </a:cubicBezTo>
                  <a:cubicBezTo>
                    <a:pt x="956310" y="192215"/>
                    <a:pt x="956881" y="193929"/>
                    <a:pt x="958691" y="195072"/>
                  </a:cubicBezTo>
                  <a:cubicBezTo>
                    <a:pt x="960025" y="195929"/>
                    <a:pt x="961739" y="196215"/>
                    <a:pt x="963549" y="196310"/>
                  </a:cubicBezTo>
                  <a:cubicBezTo>
                    <a:pt x="966883" y="196406"/>
                    <a:pt x="970597" y="195644"/>
                    <a:pt x="973455" y="196406"/>
                  </a:cubicBezTo>
                  <a:cubicBezTo>
                    <a:pt x="980599" y="198215"/>
                    <a:pt x="986695" y="203454"/>
                    <a:pt x="994505" y="201930"/>
                  </a:cubicBezTo>
                  <a:cubicBezTo>
                    <a:pt x="999744" y="200882"/>
                    <a:pt x="1003268" y="196691"/>
                    <a:pt x="1007936" y="194405"/>
                  </a:cubicBezTo>
                  <a:cubicBezTo>
                    <a:pt x="1022699" y="186785"/>
                    <a:pt x="1032034" y="189738"/>
                    <a:pt x="1044702" y="194405"/>
                  </a:cubicBezTo>
                  <a:cubicBezTo>
                    <a:pt x="1046893" y="195263"/>
                    <a:pt x="1049179" y="196120"/>
                    <a:pt x="1051465" y="196977"/>
                  </a:cubicBezTo>
                  <a:cubicBezTo>
                    <a:pt x="1052036" y="197168"/>
                    <a:pt x="1052703" y="197453"/>
                    <a:pt x="1053370" y="197739"/>
                  </a:cubicBezTo>
                  <a:cubicBezTo>
                    <a:pt x="1058894" y="200025"/>
                    <a:pt x="1066705" y="204407"/>
                    <a:pt x="1071944" y="204407"/>
                  </a:cubicBezTo>
                  <a:cubicBezTo>
                    <a:pt x="1074896" y="204407"/>
                    <a:pt x="1077468" y="202692"/>
                    <a:pt x="1079945" y="202597"/>
                  </a:cubicBezTo>
                  <a:cubicBezTo>
                    <a:pt x="1090803" y="202311"/>
                    <a:pt x="1109186" y="227933"/>
                    <a:pt x="1121093" y="218885"/>
                  </a:cubicBezTo>
                  <a:cubicBezTo>
                    <a:pt x="1125093" y="221456"/>
                    <a:pt x="1124426" y="224504"/>
                    <a:pt x="1123283" y="227648"/>
                  </a:cubicBezTo>
                  <a:lnTo>
                    <a:pt x="1122712" y="229267"/>
                  </a:lnTo>
                  <a:cubicBezTo>
                    <a:pt x="1122140" y="230886"/>
                    <a:pt x="1121664" y="232505"/>
                    <a:pt x="1121759" y="234029"/>
                  </a:cubicBezTo>
                  <a:cubicBezTo>
                    <a:pt x="1122140" y="236887"/>
                    <a:pt x="1124522" y="240411"/>
                    <a:pt x="1127284" y="243840"/>
                  </a:cubicBezTo>
                  <a:cubicBezTo>
                    <a:pt x="1130522" y="247555"/>
                    <a:pt x="1134332" y="251079"/>
                    <a:pt x="1136714" y="253174"/>
                  </a:cubicBezTo>
                  <a:cubicBezTo>
                    <a:pt x="1143476" y="258985"/>
                    <a:pt x="1145000" y="257556"/>
                    <a:pt x="1151858" y="258128"/>
                  </a:cubicBezTo>
                  <a:cubicBezTo>
                    <a:pt x="1157097" y="258509"/>
                    <a:pt x="1161955" y="260985"/>
                    <a:pt x="1167098" y="262795"/>
                  </a:cubicBezTo>
                  <a:cubicBezTo>
                    <a:pt x="1176242" y="266129"/>
                    <a:pt x="1185386" y="269558"/>
                    <a:pt x="1194625" y="272701"/>
                  </a:cubicBezTo>
                  <a:cubicBezTo>
                    <a:pt x="1195578" y="273082"/>
                    <a:pt x="1196435" y="273272"/>
                    <a:pt x="1197102" y="273463"/>
                  </a:cubicBezTo>
                  <a:cubicBezTo>
                    <a:pt x="1201007" y="274701"/>
                    <a:pt x="1202817" y="274701"/>
                    <a:pt x="1207103" y="273082"/>
                  </a:cubicBezTo>
                  <a:cubicBezTo>
                    <a:pt x="1207580" y="272891"/>
                    <a:pt x="1208056" y="272606"/>
                    <a:pt x="1208627" y="272415"/>
                  </a:cubicBezTo>
                  <a:cubicBezTo>
                    <a:pt x="1214152" y="270129"/>
                    <a:pt x="1213866" y="271272"/>
                    <a:pt x="1219295" y="271272"/>
                  </a:cubicBezTo>
                  <a:cubicBezTo>
                    <a:pt x="1225106" y="271177"/>
                    <a:pt x="1226630" y="270129"/>
                    <a:pt x="1232821" y="272510"/>
                  </a:cubicBezTo>
                  <a:cubicBezTo>
                    <a:pt x="1239869" y="275177"/>
                    <a:pt x="1248156" y="279845"/>
                    <a:pt x="1255681" y="280511"/>
                  </a:cubicBezTo>
                  <a:cubicBezTo>
                    <a:pt x="1264539" y="281369"/>
                    <a:pt x="1268444" y="275463"/>
                    <a:pt x="1277303" y="278130"/>
                  </a:cubicBezTo>
                  <a:cubicBezTo>
                    <a:pt x="1279684" y="278892"/>
                    <a:pt x="1282256" y="280035"/>
                    <a:pt x="1284732" y="281178"/>
                  </a:cubicBezTo>
                  <a:cubicBezTo>
                    <a:pt x="1287494" y="282321"/>
                    <a:pt x="1290161" y="283559"/>
                    <a:pt x="1292923" y="283940"/>
                  </a:cubicBezTo>
                  <a:cubicBezTo>
                    <a:pt x="1293114" y="283940"/>
                    <a:pt x="1293400" y="283940"/>
                    <a:pt x="1293590" y="283940"/>
                  </a:cubicBezTo>
                  <a:cubicBezTo>
                    <a:pt x="1298448" y="284512"/>
                    <a:pt x="1301210" y="282512"/>
                    <a:pt x="1305782" y="281273"/>
                  </a:cubicBezTo>
                  <a:cubicBezTo>
                    <a:pt x="1320832" y="277463"/>
                    <a:pt x="1337310" y="291846"/>
                    <a:pt x="1352360" y="294037"/>
                  </a:cubicBezTo>
                  <a:cubicBezTo>
                    <a:pt x="1353788" y="292703"/>
                    <a:pt x="1354931" y="290989"/>
                    <a:pt x="1355598" y="289179"/>
                  </a:cubicBezTo>
                  <a:cubicBezTo>
                    <a:pt x="1359980" y="289751"/>
                    <a:pt x="1359598" y="295085"/>
                    <a:pt x="1362361" y="297656"/>
                  </a:cubicBezTo>
                  <a:cubicBezTo>
                    <a:pt x="1363694" y="298895"/>
                    <a:pt x="1365885" y="299847"/>
                    <a:pt x="1368076" y="300609"/>
                  </a:cubicBezTo>
                  <a:cubicBezTo>
                    <a:pt x="1369409" y="301181"/>
                    <a:pt x="1370743" y="301752"/>
                    <a:pt x="1371695" y="302324"/>
                  </a:cubicBezTo>
                  <a:cubicBezTo>
                    <a:pt x="1373219" y="303181"/>
                    <a:pt x="1374743" y="304229"/>
                    <a:pt x="1376267" y="305276"/>
                  </a:cubicBezTo>
                  <a:cubicBezTo>
                    <a:pt x="1382839" y="310039"/>
                    <a:pt x="1388650" y="315849"/>
                    <a:pt x="1397032" y="317849"/>
                  </a:cubicBezTo>
                  <a:cubicBezTo>
                    <a:pt x="1406081" y="320040"/>
                    <a:pt x="1415320" y="316611"/>
                    <a:pt x="1424654" y="317849"/>
                  </a:cubicBezTo>
                  <a:cubicBezTo>
                    <a:pt x="1427416" y="318230"/>
                    <a:pt x="1429893" y="319754"/>
                    <a:pt x="1432465" y="320040"/>
                  </a:cubicBezTo>
                  <a:cubicBezTo>
                    <a:pt x="1434560" y="320231"/>
                    <a:pt x="1436941" y="319278"/>
                    <a:pt x="1438561" y="319373"/>
                  </a:cubicBezTo>
                  <a:cubicBezTo>
                    <a:pt x="1442371" y="319659"/>
                    <a:pt x="1446562" y="321088"/>
                    <a:pt x="1450562" y="322707"/>
                  </a:cubicBezTo>
                  <a:cubicBezTo>
                    <a:pt x="1453515" y="323850"/>
                    <a:pt x="1456468" y="325184"/>
                    <a:pt x="1459230" y="326136"/>
                  </a:cubicBezTo>
                  <a:lnTo>
                    <a:pt x="1459706" y="326326"/>
                  </a:lnTo>
                  <a:cubicBezTo>
                    <a:pt x="1466374" y="328708"/>
                    <a:pt x="1473041" y="330994"/>
                    <a:pt x="1479709" y="333566"/>
                  </a:cubicBezTo>
                  <a:cubicBezTo>
                    <a:pt x="1479709" y="334232"/>
                    <a:pt x="1479709" y="334899"/>
                    <a:pt x="1479042" y="335566"/>
                  </a:cubicBezTo>
                  <a:cubicBezTo>
                    <a:pt x="1475613" y="337090"/>
                    <a:pt x="1472565" y="339376"/>
                    <a:pt x="1469993" y="342233"/>
                  </a:cubicBezTo>
                  <a:cubicBezTo>
                    <a:pt x="1467422" y="345567"/>
                    <a:pt x="1462564" y="356330"/>
                    <a:pt x="1462373" y="360998"/>
                  </a:cubicBezTo>
                  <a:cubicBezTo>
                    <a:pt x="1461992" y="368046"/>
                    <a:pt x="1462754" y="365855"/>
                    <a:pt x="1467040" y="370523"/>
                  </a:cubicBezTo>
                  <a:cubicBezTo>
                    <a:pt x="1470089" y="373761"/>
                    <a:pt x="1472756" y="374904"/>
                    <a:pt x="1476089" y="377571"/>
                  </a:cubicBezTo>
                  <a:cubicBezTo>
                    <a:pt x="1482281" y="382619"/>
                    <a:pt x="1481519" y="379095"/>
                    <a:pt x="1483519" y="388715"/>
                  </a:cubicBezTo>
                  <a:cubicBezTo>
                    <a:pt x="1485233" y="396335"/>
                    <a:pt x="1485900" y="402336"/>
                    <a:pt x="1484566" y="408432"/>
                  </a:cubicBezTo>
                  <a:cubicBezTo>
                    <a:pt x="1483900" y="411290"/>
                    <a:pt x="1482852" y="414052"/>
                    <a:pt x="1481138" y="417100"/>
                  </a:cubicBezTo>
                  <a:cubicBezTo>
                    <a:pt x="1480566" y="418148"/>
                    <a:pt x="1479899" y="419291"/>
                    <a:pt x="1479137" y="420529"/>
                  </a:cubicBezTo>
                  <a:cubicBezTo>
                    <a:pt x="1476661" y="424434"/>
                    <a:pt x="1474470" y="421291"/>
                    <a:pt x="1474661" y="427958"/>
                  </a:cubicBezTo>
                  <a:cubicBezTo>
                    <a:pt x="1474946" y="435197"/>
                    <a:pt x="1481423" y="444818"/>
                    <a:pt x="1484376" y="451199"/>
                  </a:cubicBezTo>
                  <a:cubicBezTo>
                    <a:pt x="1487900" y="458629"/>
                    <a:pt x="1489329" y="462534"/>
                    <a:pt x="1488948" y="467487"/>
                  </a:cubicBezTo>
                  <a:cubicBezTo>
                    <a:pt x="1488662" y="470440"/>
                    <a:pt x="1487710" y="473678"/>
                    <a:pt x="1486281" y="478250"/>
                  </a:cubicBezTo>
                  <a:cubicBezTo>
                    <a:pt x="1484566" y="483680"/>
                    <a:pt x="1483709" y="490823"/>
                    <a:pt x="1482662" y="498158"/>
                  </a:cubicBezTo>
                  <a:cubicBezTo>
                    <a:pt x="1482185" y="501206"/>
                    <a:pt x="1481709" y="504444"/>
                    <a:pt x="1481042" y="507397"/>
                  </a:cubicBezTo>
                  <a:cubicBezTo>
                    <a:pt x="1479042" y="516731"/>
                    <a:pt x="1475708" y="525113"/>
                    <a:pt x="1468564" y="528828"/>
                  </a:cubicBezTo>
                  <a:cubicBezTo>
                    <a:pt x="1470089" y="529685"/>
                    <a:pt x="1472756" y="531209"/>
                    <a:pt x="1475327" y="532924"/>
                  </a:cubicBezTo>
                  <a:cubicBezTo>
                    <a:pt x="1478852" y="535210"/>
                    <a:pt x="1482281" y="537782"/>
                    <a:pt x="1483043" y="540163"/>
                  </a:cubicBezTo>
                  <a:cubicBezTo>
                    <a:pt x="1485614" y="548069"/>
                    <a:pt x="1474089" y="558356"/>
                    <a:pt x="1476280" y="566833"/>
                  </a:cubicBezTo>
                  <a:cubicBezTo>
                    <a:pt x="1477232" y="570833"/>
                    <a:pt x="1479423" y="569976"/>
                    <a:pt x="1479137" y="574929"/>
                  </a:cubicBezTo>
                  <a:cubicBezTo>
                    <a:pt x="1478947" y="577501"/>
                    <a:pt x="1476565" y="581216"/>
                    <a:pt x="1475708" y="583692"/>
                  </a:cubicBezTo>
                  <a:cubicBezTo>
                    <a:pt x="1475518" y="584264"/>
                    <a:pt x="1475137" y="584930"/>
                    <a:pt x="1474851" y="585692"/>
                  </a:cubicBezTo>
                  <a:cubicBezTo>
                    <a:pt x="1473708" y="588264"/>
                    <a:pt x="1472374" y="591312"/>
                    <a:pt x="1471231" y="594265"/>
                  </a:cubicBezTo>
                  <a:cubicBezTo>
                    <a:pt x="1470279" y="596837"/>
                    <a:pt x="1469612" y="599313"/>
                    <a:pt x="1469517" y="601504"/>
                  </a:cubicBezTo>
                  <a:cubicBezTo>
                    <a:pt x="1469136" y="610172"/>
                    <a:pt x="1481995" y="625697"/>
                    <a:pt x="1470660" y="630650"/>
                  </a:cubicBezTo>
                  <a:cubicBezTo>
                    <a:pt x="1468946" y="631317"/>
                    <a:pt x="1465516" y="628460"/>
                    <a:pt x="1463897" y="629222"/>
                  </a:cubicBezTo>
                  <a:cubicBezTo>
                    <a:pt x="1459516" y="631412"/>
                    <a:pt x="1457801" y="637699"/>
                    <a:pt x="1455039" y="641414"/>
                  </a:cubicBezTo>
                  <a:cubicBezTo>
                    <a:pt x="1448562" y="649986"/>
                    <a:pt x="1447514" y="649415"/>
                    <a:pt x="1437894" y="647414"/>
                  </a:cubicBezTo>
                  <a:cubicBezTo>
                    <a:pt x="1436465" y="650939"/>
                    <a:pt x="1433798" y="650843"/>
                    <a:pt x="1432179" y="653225"/>
                  </a:cubicBezTo>
                  <a:cubicBezTo>
                    <a:pt x="1431989" y="653415"/>
                    <a:pt x="1431893" y="653796"/>
                    <a:pt x="1431798" y="654082"/>
                  </a:cubicBezTo>
                  <a:cubicBezTo>
                    <a:pt x="1430750" y="655892"/>
                    <a:pt x="1430369" y="657987"/>
                    <a:pt x="1429226" y="659606"/>
                  </a:cubicBezTo>
                  <a:lnTo>
                    <a:pt x="1429226" y="659606"/>
                  </a:lnTo>
                  <a:cubicBezTo>
                    <a:pt x="1427131" y="662369"/>
                    <a:pt x="1425321" y="665036"/>
                    <a:pt x="1423416" y="667512"/>
                  </a:cubicBezTo>
                  <a:cubicBezTo>
                    <a:pt x="1420463" y="671608"/>
                    <a:pt x="1417320" y="675227"/>
                    <a:pt x="1413224" y="678275"/>
                  </a:cubicBezTo>
                  <a:cubicBezTo>
                    <a:pt x="1410843" y="680085"/>
                    <a:pt x="1408081" y="681800"/>
                    <a:pt x="1404842" y="683133"/>
                  </a:cubicBezTo>
                  <a:cubicBezTo>
                    <a:pt x="1395031" y="687419"/>
                    <a:pt x="1394174" y="688181"/>
                    <a:pt x="1393412" y="698659"/>
                  </a:cubicBezTo>
                  <a:cubicBezTo>
                    <a:pt x="1392841" y="708279"/>
                    <a:pt x="1393698" y="715042"/>
                    <a:pt x="1396746" y="724091"/>
                  </a:cubicBezTo>
                  <a:cubicBezTo>
                    <a:pt x="1396746" y="724091"/>
                    <a:pt x="1396746" y="724281"/>
                    <a:pt x="1396746" y="724376"/>
                  </a:cubicBezTo>
                  <a:cubicBezTo>
                    <a:pt x="1396746" y="724376"/>
                    <a:pt x="1396679" y="724376"/>
                    <a:pt x="1396556" y="724376"/>
                  </a:cubicBezTo>
                  <a:cubicBezTo>
                    <a:pt x="1391888" y="723995"/>
                    <a:pt x="1388936" y="720376"/>
                    <a:pt x="1384173" y="721709"/>
                  </a:cubicBezTo>
                  <a:cubicBezTo>
                    <a:pt x="1382649" y="722186"/>
                    <a:pt x="1378648" y="726472"/>
                    <a:pt x="1375220" y="730758"/>
                  </a:cubicBezTo>
                  <a:cubicBezTo>
                    <a:pt x="1372838" y="733520"/>
                    <a:pt x="1370743" y="736378"/>
                    <a:pt x="1369695" y="737997"/>
                  </a:cubicBezTo>
                  <a:lnTo>
                    <a:pt x="1369314" y="738569"/>
                  </a:lnTo>
                  <a:lnTo>
                    <a:pt x="1369314" y="738569"/>
                  </a:lnTo>
                  <a:cubicBezTo>
                    <a:pt x="1363599" y="748379"/>
                    <a:pt x="1361504" y="761714"/>
                    <a:pt x="1357503" y="772382"/>
                  </a:cubicBezTo>
                  <a:cubicBezTo>
                    <a:pt x="1355312" y="778097"/>
                    <a:pt x="1351502" y="784289"/>
                    <a:pt x="1353122" y="790575"/>
                  </a:cubicBezTo>
                  <a:cubicBezTo>
                    <a:pt x="1354455" y="796195"/>
                    <a:pt x="1358551" y="797909"/>
                    <a:pt x="1358074" y="804005"/>
                  </a:cubicBezTo>
                  <a:cubicBezTo>
                    <a:pt x="1357789" y="806958"/>
                    <a:pt x="1356360" y="810387"/>
                    <a:pt x="1354836" y="813816"/>
                  </a:cubicBezTo>
                  <a:cubicBezTo>
                    <a:pt x="1353693" y="816578"/>
                    <a:pt x="1352360" y="819150"/>
                    <a:pt x="1351502" y="821436"/>
                  </a:cubicBezTo>
                  <a:lnTo>
                    <a:pt x="1351121" y="822389"/>
                  </a:lnTo>
                  <a:cubicBezTo>
                    <a:pt x="1347788" y="831914"/>
                    <a:pt x="1347978" y="839915"/>
                    <a:pt x="1345882" y="849630"/>
                  </a:cubicBezTo>
                  <a:cubicBezTo>
                    <a:pt x="1347692" y="850487"/>
                    <a:pt x="1349312" y="851249"/>
                    <a:pt x="1350740" y="852011"/>
                  </a:cubicBezTo>
                  <a:cubicBezTo>
                    <a:pt x="1354169" y="853821"/>
                    <a:pt x="1356455" y="855821"/>
                    <a:pt x="1357503" y="860774"/>
                  </a:cubicBezTo>
                  <a:cubicBezTo>
                    <a:pt x="1357503" y="860965"/>
                    <a:pt x="1357503" y="861060"/>
                    <a:pt x="1357598" y="861346"/>
                  </a:cubicBezTo>
                  <a:cubicBezTo>
                    <a:pt x="1358646" y="866775"/>
                    <a:pt x="1355693" y="869537"/>
                    <a:pt x="1355789" y="874871"/>
                  </a:cubicBezTo>
                  <a:cubicBezTo>
                    <a:pt x="1355789" y="881158"/>
                    <a:pt x="1360551" y="887444"/>
                    <a:pt x="1360361" y="894493"/>
                  </a:cubicBezTo>
                  <a:cubicBezTo>
                    <a:pt x="1360265" y="897636"/>
                    <a:pt x="1359789" y="901827"/>
                    <a:pt x="1359027" y="905923"/>
                  </a:cubicBezTo>
                  <a:cubicBezTo>
                    <a:pt x="1358456" y="908971"/>
                    <a:pt x="1357789" y="911924"/>
                    <a:pt x="1357027" y="914210"/>
                  </a:cubicBezTo>
                  <a:lnTo>
                    <a:pt x="1356741" y="914972"/>
                  </a:lnTo>
                  <a:cubicBezTo>
                    <a:pt x="1354455" y="921449"/>
                    <a:pt x="1352931" y="919925"/>
                    <a:pt x="1348454" y="923735"/>
                  </a:cubicBezTo>
                  <a:cubicBezTo>
                    <a:pt x="1342263" y="929069"/>
                    <a:pt x="1343597" y="938498"/>
                    <a:pt x="1337786" y="943737"/>
                  </a:cubicBezTo>
                  <a:cubicBezTo>
                    <a:pt x="1331786" y="949166"/>
                    <a:pt x="1330452" y="945166"/>
                    <a:pt x="1327118" y="953738"/>
                  </a:cubicBezTo>
                  <a:cubicBezTo>
                    <a:pt x="1324547" y="960120"/>
                    <a:pt x="1319403" y="969454"/>
                    <a:pt x="1319689" y="976122"/>
                  </a:cubicBezTo>
                  <a:cubicBezTo>
                    <a:pt x="1325308" y="977646"/>
                    <a:pt x="1326452" y="980408"/>
                    <a:pt x="1327309" y="984790"/>
                  </a:cubicBezTo>
                  <a:cubicBezTo>
                    <a:pt x="1327404" y="985552"/>
                    <a:pt x="1327595" y="986409"/>
                    <a:pt x="1327785" y="987266"/>
                  </a:cubicBezTo>
                  <a:cubicBezTo>
                    <a:pt x="1328452" y="990695"/>
                    <a:pt x="1329976" y="993267"/>
                    <a:pt x="1331119" y="996125"/>
                  </a:cubicBezTo>
                  <a:cubicBezTo>
                    <a:pt x="1331405" y="996887"/>
                    <a:pt x="1331690" y="997839"/>
                    <a:pt x="1331976" y="998792"/>
                  </a:cubicBezTo>
                  <a:cubicBezTo>
                    <a:pt x="1333881" y="1007650"/>
                    <a:pt x="1326547" y="1022890"/>
                    <a:pt x="1318165" y="1026509"/>
                  </a:cubicBezTo>
                  <a:cubicBezTo>
                    <a:pt x="1320451" y="1030415"/>
                    <a:pt x="1317498" y="1036701"/>
                    <a:pt x="1314926" y="1040225"/>
                  </a:cubicBezTo>
                  <a:cubicBezTo>
                    <a:pt x="1307306" y="1038130"/>
                    <a:pt x="1301591" y="1039558"/>
                    <a:pt x="1293876" y="1037654"/>
                  </a:cubicBezTo>
                  <a:lnTo>
                    <a:pt x="1293686" y="1037654"/>
                  </a:lnTo>
                  <a:cubicBezTo>
                    <a:pt x="1289209" y="1044226"/>
                    <a:pt x="1287399" y="1052227"/>
                    <a:pt x="1285304" y="1060133"/>
                  </a:cubicBezTo>
                  <a:cubicBezTo>
                    <a:pt x="1284541" y="1063181"/>
                    <a:pt x="1283589" y="1066133"/>
                    <a:pt x="1282541" y="1068991"/>
                  </a:cubicBezTo>
                  <a:cubicBezTo>
                    <a:pt x="1281684" y="1070991"/>
                    <a:pt x="1280827" y="1072896"/>
                    <a:pt x="1279874" y="1074706"/>
                  </a:cubicBezTo>
                  <a:cubicBezTo>
                    <a:pt x="1277017" y="1079659"/>
                    <a:pt x="1277683" y="1078325"/>
                    <a:pt x="1273683" y="1081088"/>
                  </a:cubicBezTo>
                  <a:cubicBezTo>
                    <a:pt x="1272254" y="1082135"/>
                    <a:pt x="1269587" y="1082993"/>
                    <a:pt x="1267301" y="1084136"/>
                  </a:cubicBezTo>
                  <a:cubicBezTo>
                    <a:pt x="1265396" y="1084993"/>
                    <a:pt x="1263682" y="1086231"/>
                    <a:pt x="1263015" y="1087755"/>
                  </a:cubicBezTo>
                  <a:cubicBezTo>
                    <a:pt x="1262158" y="1089946"/>
                    <a:pt x="1262444" y="1092518"/>
                    <a:pt x="1263301" y="1095280"/>
                  </a:cubicBezTo>
                  <a:cubicBezTo>
                    <a:pt x="1264730" y="1099947"/>
                    <a:pt x="1267397" y="1104805"/>
                    <a:pt x="1267968" y="1108329"/>
                  </a:cubicBezTo>
                  <a:cubicBezTo>
                    <a:pt x="1267968" y="1108615"/>
                    <a:pt x="1267968" y="1108901"/>
                    <a:pt x="1268158" y="1109282"/>
                  </a:cubicBezTo>
                  <a:cubicBezTo>
                    <a:pt x="1269111" y="1115092"/>
                    <a:pt x="1268825" y="1115282"/>
                    <a:pt x="1267015" y="1121283"/>
                  </a:cubicBezTo>
                  <a:cubicBezTo>
                    <a:pt x="1265301" y="1126712"/>
                    <a:pt x="1263206" y="1131665"/>
                    <a:pt x="1262158" y="1137095"/>
                  </a:cubicBezTo>
                  <a:cubicBezTo>
                    <a:pt x="1261681" y="1139095"/>
                    <a:pt x="1263015" y="1140809"/>
                    <a:pt x="1263015" y="1142333"/>
                  </a:cubicBezTo>
                  <a:cubicBezTo>
                    <a:pt x="1263015" y="1143572"/>
                    <a:pt x="1262348" y="1144715"/>
                    <a:pt x="1259586" y="1145762"/>
                  </a:cubicBezTo>
                  <a:cubicBezTo>
                    <a:pt x="1259777" y="1147953"/>
                    <a:pt x="1260539" y="1149858"/>
                    <a:pt x="1261586" y="1151763"/>
                  </a:cubicBezTo>
                  <a:cubicBezTo>
                    <a:pt x="1264539" y="1157288"/>
                    <a:pt x="1269492" y="1162050"/>
                    <a:pt x="1268825" y="1169575"/>
                  </a:cubicBezTo>
                  <a:cubicBezTo>
                    <a:pt x="1268254" y="1174909"/>
                    <a:pt x="1264825" y="1183386"/>
                    <a:pt x="1261872" y="1187577"/>
                  </a:cubicBezTo>
                  <a:cubicBezTo>
                    <a:pt x="1259681" y="1187291"/>
                    <a:pt x="1257681" y="1186910"/>
                    <a:pt x="1255586" y="1186720"/>
                  </a:cubicBezTo>
                  <a:cubicBezTo>
                    <a:pt x="1254538" y="1190530"/>
                    <a:pt x="1256062" y="1193673"/>
                    <a:pt x="1255205" y="1197578"/>
                  </a:cubicBezTo>
                  <a:cubicBezTo>
                    <a:pt x="1254728" y="1200245"/>
                    <a:pt x="1251966" y="1202817"/>
                    <a:pt x="1252061" y="1205675"/>
                  </a:cubicBezTo>
                  <a:cubicBezTo>
                    <a:pt x="1252347" y="1216057"/>
                    <a:pt x="1268730" y="1221105"/>
                    <a:pt x="1270635" y="1229487"/>
                  </a:cubicBezTo>
                  <a:cubicBezTo>
                    <a:pt x="1261015" y="1230249"/>
                    <a:pt x="1258633" y="1224058"/>
                    <a:pt x="1255300" y="1230059"/>
                  </a:cubicBezTo>
                  <a:cubicBezTo>
                    <a:pt x="1254538" y="1231297"/>
                    <a:pt x="1253776" y="1233107"/>
                    <a:pt x="1253014" y="1235583"/>
                  </a:cubicBezTo>
                  <a:cubicBezTo>
                    <a:pt x="1252633" y="1236631"/>
                    <a:pt x="1252252" y="1237679"/>
                    <a:pt x="1251966" y="1238726"/>
                  </a:cubicBezTo>
                  <a:cubicBezTo>
                    <a:pt x="1249680" y="1245680"/>
                    <a:pt x="1247299" y="1253014"/>
                    <a:pt x="1244441" y="1259681"/>
                  </a:cubicBezTo>
                  <a:cubicBezTo>
                    <a:pt x="1242250" y="1264539"/>
                    <a:pt x="1238917" y="1267587"/>
                    <a:pt x="1236250" y="1272159"/>
                  </a:cubicBezTo>
                  <a:cubicBezTo>
                    <a:pt x="1233964" y="1276160"/>
                    <a:pt x="1233869" y="1282637"/>
                    <a:pt x="1231106" y="1285970"/>
                  </a:cubicBezTo>
                  <a:cubicBezTo>
                    <a:pt x="1224915" y="1293495"/>
                    <a:pt x="1219295" y="1287685"/>
                    <a:pt x="1211389" y="1287304"/>
                  </a:cubicBezTo>
                  <a:cubicBezTo>
                    <a:pt x="1210532" y="1294352"/>
                    <a:pt x="1217676" y="1295591"/>
                    <a:pt x="1212818" y="1304639"/>
                  </a:cubicBezTo>
                  <a:cubicBezTo>
                    <a:pt x="1212818" y="1304830"/>
                    <a:pt x="1212628" y="1304925"/>
                    <a:pt x="1212532" y="1305116"/>
                  </a:cubicBezTo>
                  <a:cubicBezTo>
                    <a:pt x="1211580" y="1306640"/>
                    <a:pt x="1210628" y="1307783"/>
                    <a:pt x="1209675" y="1308830"/>
                  </a:cubicBezTo>
                  <a:close/>
                </a:path>
              </a:pathLst>
            </a:custGeom>
            <a:solidFill>
              <a:schemeClr val="accent4"/>
            </a:solidFill>
            <a:ln>
              <a:noFill/>
            </a:ln>
            <a:effectLst>
              <a:outerShdw rotWithShape="0" algn="bl" dir="19140000" dist="47625">
                <a:srgbClr val="260D03">
                  <a:alpha val="14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71" name="Google Shape;1171;p47"/>
            <p:cNvGrpSpPr/>
            <p:nvPr/>
          </p:nvGrpSpPr>
          <p:grpSpPr>
            <a:xfrm rot="10800000">
              <a:off x="6784212" y="-617871"/>
              <a:ext cx="3059426" cy="2688663"/>
              <a:chOff x="9590772" y="632648"/>
              <a:chExt cx="1489424" cy="1308925"/>
            </a:xfrm>
          </p:grpSpPr>
          <p:grpSp>
            <p:nvGrpSpPr>
              <p:cNvPr id="1172" name="Google Shape;1172;p47"/>
              <p:cNvGrpSpPr/>
              <p:nvPr/>
            </p:nvGrpSpPr>
            <p:grpSpPr>
              <a:xfrm>
                <a:off x="9590772" y="689798"/>
                <a:ext cx="1484947" cy="1251775"/>
                <a:chOff x="9590772" y="689798"/>
                <a:chExt cx="1484947" cy="1251775"/>
              </a:xfrm>
            </p:grpSpPr>
            <p:sp>
              <p:nvSpPr>
                <p:cNvPr id="1173" name="Google Shape;1173;p47"/>
                <p:cNvSpPr/>
                <p:nvPr/>
              </p:nvSpPr>
              <p:spPr>
                <a:xfrm>
                  <a:off x="10090739" y="689798"/>
                  <a:ext cx="984980" cy="360045"/>
                </a:xfrm>
                <a:custGeom>
                  <a:rect b="b" l="l" r="r" t="t"/>
                  <a:pathLst>
                    <a:path extrusionOk="0" h="360045" w="984980">
                      <a:moveTo>
                        <a:pt x="981647" y="359950"/>
                      </a:moveTo>
                      <a:lnTo>
                        <a:pt x="0" y="6953"/>
                      </a:lnTo>
                      <a:cubicBezTo>
                        <a:pt x="571" y="6477"/>
                        <a:pt x="953" y="5906"/>
                        <a:pt x="1429" y="5429"/>
                      </a:cubicBezTo>
                      <a:cubicBezTo>
                        <a:pt x="3524" y="3048"/>
                        <a:pt x="5715" y="1333"/>
                        <a:pt x="7906" y="0"/>
                      </a:cubicBezTo>
                      <a:lnTo>
                        <a:pt x="984980" y="351377"/>
                      </a:lnTo>
                      <a:cubicBezTo>
                        <a:pt x="984313" y="354235"/>
                        <a:pt x="983266" y="356997"/>
                        <a:pt x="981551" y="360045"/>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 name="Google Shape;1174;p47"/>
                <p:cNvSpPr/>
                <p:nvPr/>
              </p:nvSpPr>
              <p:spPr>
                <a:xfrm>
                  <a:off x="10025874" y="755045"/>
                  <a:ext cx="1047940" cy="385095"/>
                </a:xfrm>
                <a:custGeom>
                  <a:rect b="b" l="l" r="r" t="t"/>
                  <a:pathLst>
                    <a:path extrusionOk="0" h="385095" w="1047940">
                      <a:moveTo>
                        <a:pt x="1046321" y="385096"/>
                      </a:moveTo>
                      <a:lnTo>
                        <a:pt x="0" y="8763"/>
                      </a:lnTo>
                      <a:lnTo>
                        <a:pt x="3143" y="0"/>
                      </a:lnTo>
                      <a:lnTo>
                        <a:pt x="1047940" y="375761"/>
                      </a:lnTo>
                      <a:cubicBezTo>
                        <a:pt x="1047464" y="378809"/>
                        <a:pt x="1046988" y="382048"/>
                        <a:pt x="1046321" y="38500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5" name="Google Shape;1175;p47"/>
                <p:cNvSpPr/>
                <p:nvPr/>
              </p:nvSpPr>
              <p:spPr>
                <a:xfrm>
                  <a:off x="9979583" y="835150"/>
                  <a:ext cx="1086421" cy="391858"/>
                </a:xfrm>
                <a:custGeom>
                  <a:rect b="b" l="l" r="r" t="t"/>
                  <a:pathLst>
                    <a:path extrusionOk="0" h="391858" w="1086421">
                      <a:moveTo>
                        <a:pt x="1082802" y="391859"/>
                      </a:moveTo>
                      <a:lnTo>
                        <a:pt x="0" y="2476"/>
                      </a:lnTo>
                      <a:cubicBezTo>
                        <a:pt x="6191" y="3619"/>
                        <a:pt x="12382" y="4572"/>
                        <a:pt x="18669" y="5620"/>
                      </a:cubicBezTo>
                      <a:lnTo>
                        <a:pt x="20669" y="0"/>
                      </a:lnTo>
                      <a:lnTo>
                        <a:pt x="1086422" y="383286"/>
                      </a:lnTo>
                      <a:cubicBezTo>
                        <a:pt x="1085279" y="385858"/>
                        <a:pt x="1083945" y="388906"/>
                        <a:pt x="1082802" y="39185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6" name="Google Shape;1176;p47"/>
                <p:cNvSpPr/>
                <p:nvPr/>
              </p:nvSpPr>
              <p:spPr>
                <a:xfrm>
                  <a:off x="9924909" y="900682"/>
                  <a:ext cx="1095470" cy="399478"/>
                </a:xfrm>
                <a:custGeom>
                  <a:rect b="b" l="l" r="r" t="t"/>
                  <a:pathLst>
                    <a:path extrusionOk="0" h="399478" w="1095470">
                      <a:moveTo>
                        <a:pt x="1089660" y="399479"/>
                      </a:moveTo>
                      <a:lnTo>
                        <a:pt x="0" y="7620"/>
                      </a:lnTo>
                      <a:cubicBezTo>
                        <a:pt x="1238" y="5048"/>
                        <a:pt x="2762" y="2667"/>
                        <a:pt x="5048" y="857"/>
                      </a:cubicBezTo>
                      <a:cubicBezTo>
                        <a:pt x="5334" y="572"/>
                        <a:pt x="5810" y="191"/>
                        <a:pt x="6287" y="0"/>
                      </a:cubicBezTo>
                      <a:lnTo>
                        <a:pt x="1095470" y="391668"/>
                      </a:lnTo>
                      <a:cubicBezTo>
                        <a:pt x="1093375" y="394430"/>
                        <a:pt x="1091565" y="397002"/>
                        <a:pt x="1089660" y="39947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7" name="Google Shape;1177;p47"/>
                <p:cNvSpPr/>
                <p:nvPr/>
              </p:nvSpPr>
              <p:spPr>
                <a:xfrm>
                  <a:off x="9844423" y="961452"/>
                  <a:ext cx="1121949" cy="409670"/>
                </a:xfrm>
                <a:custGeom>
                  <a:rect b="b" l="l" r="r" t="t"/>
                  <a:pathLst>
                    <a:path extrusionOk="0" h="409670" w="1121949">
                      <a:moveTo>
                        <a:pt x="1121950" y="401955"/>
                      </a:moveTo>
                      <a:lnTo>
                        <a:pt x="1067467" y="382334"/>
                      </a:lnTo>
                      <a:lnTo>
                        <a:pt x="1058704" y="379190"/>
                      </a:lnTo>
                      <a:lnTo>
                        <a:pt x="987362" y="353568"/>
                      </a:lnTo>
                      <a:lnTo>
                        <a:pt x="978598" y="350425"/>
                      </a:lnTo>
                      <a:lnTo>
                        <a:pt x="907351" y="324803"/>
                      </a:lnTo>
                      <a:lnTo>
                        <a:pt x="898588" y="321659"/>
                      </a:lnTo>
                      <a:lnTo>
                        <a:pt x="827246" y="296037"/>
                      </a:lnTo>
                      <a:lnTo>
                        <a:pt x="818483" y="292894"/>
                      </a:lnTo>
                      <a:lnTo>
                        <a:pt x="747236" y="267271"/>
                      </a:lnTo>
                      <a:lnTo>
                        <a:pt x="738473" y="264128"/>
                      </a:lnTo>
                      <a:lnTo>
                        <a:pt x="667131" y="238506"/>
                      </a:lnTo>
                      <a:lnTo>
                        <a:pt x="658368" y="235363"/>
                      </a:lnTo>
                      <a:lnTo>
                        <a:pt x="587121" y="209740"/>
                      </a:lnTo>
                      <a:lnTo>
                        <a:pt x="578358" y="206597"/>
                      </a:lnTo>
                      <a:lnTo>
                        <a:pt x="507016" y="180975"/>
                      </a:lnTo>
                      <a:lnTo>
                        <a:pt x="498253" y="177832"/>
                      </a:lnTo>
                      <a:lnTo>
                        <a:pt x="426910" y="152209"/>
                      </a:lnTo>
                      <a:lnTo>
                        <a:pt x="418147" y="149066"/>
                      </a:lnTo>
                      <a:lnTo>
                        <a:pt x="346900" y="123444"/>
                      </a:lnTo>
                      <a:lnTo>
                        <a:pt x="338138" y="120301"/>
                      </a:lnTo>
                      <a:lnTo>
                        <a:pt x="266795" y="94678"/>
                      </a:lnTo>
                      <a:lnTo>
                        <a:pt x="258032" y="91535"/>
                      </a:lnTo>
                      <a:lnTo>
                        <a:pt x="186785" y="65913"/>
                      </a:lnTo>
                      <a:lnTo>
                        <a:pt x="178022" y="62770"/>
                      </a:lnTo>
                      <a:lnTo>
                        <a:pt x="106680" y="37147"/>
                      </a:lnTo>
                      <a:lnTo>
                        <a:pt x="97917" y="34004"/>
                      </a:lnTo>
                      <a:lnTo>
                        <a:pt x="26670" y="8382"/>
                      </a:lnTo>
                      <a:lnTo>
                        <a:pt x="17907" y="5239"/>
                      </a:lnTo>
                      <a:lnTo>
                        <a:pt x="3334" y="0"/>
                      </a:lnTo>
                      <a:cubicBezTo>
                        <a:pt x="2286" y="2953"/>
                        <a:pt x="1238" y="5905"/>
                        <a:pt x="0" y="8668"/>
                      </a:cubicBezTo>
                      <a:lnTo>
                        <a:pt x="14764" y="14002"/>
                      </a:lnTo>
                      <a:lnTo>
                        <a:pt x="23527" y="17145"/>
                      </a:lnTo>
                      <a:lnTo>
                        <a:pt x="94774" y="42767"/>
                      </a:lnTo>
                      <a:lnTo>
                        <a:pt x="103537" y="45910"/>
                      </a:lnTo>
                      <a:lnTo>
                        <a:pt x="174879" y="71533"/>
                      </a:lnTo>
                      <a:lnTo>
                        <a:pt x="183642" y="74676"/>
                      </a:lnTo>
                      <a:lnTo>
                        <a:pt x="254889" y="100298"/>
                      </a:lnTo>
                      <a:lnTo>
                        <a:pt x="263652" y="103442"/>
                      </a:lnTo>
                      <a:lnTo>
                        <a:pt x="334994" y="129064"/>
                      </a:lnTo>
                      <a:lnTo>
                        <a:pt x="343757" y="132207"/>
                      </a:lnTo>
                      <a:lnTo>
                        <a:pt x="415004" y="157829"/>
                      </a:lnTo>
                      <a:lnTo>
                        <a:pt x="423767" y="160972"/>
                      </a:lnTo>
                      <a:lnTo>
                        <a:pt x="495109" y="186595"/>
                      </a:lnTo>
                      <a:lnTo>
                        <a:pt x="503872" y="189738"/>
                      </a:lnTo>
                      <a:lnTo>
                        <a:pt x="575215" y="215360"/>
                      </a:lnTo>
                      <a:lnTo>
                        <a:pt x="583978" y="218503"/>
                      </a:lnTo>
                      <a:lnTo>
                        <a:pt x="655225" y="244126"/>
                      </a:lnTo>
                      <a:lnTo>
                        <a:pt x="663988" y="247269"/>
                      </a:lnTo>
                      <a:lnTo>
                        <a:pt x="735330" y="272891"/>
                      </a:lnTo>
                      <a:lnTo>
                        <a:pt x="744093" y="276034"/>
                      </a:lnTo>
                      <a:lnTo>
                        <a:pt x="815340" y="301657"/>
                      </a:lnTo>
                      <a:lnTo>
                        <a:pt x="824103" y="304800"/>
                      </a:lnTo>
                      <a:lnTo>
                        <a:pt x="895445" y="330422"/>
                      </a:lnTo>
                      <a:lnTo>
                        <a:pt x="904208" y="333565"/>
                      </a:lnTo>
                      <a:lnTo>
                        <a:pt x="975455" y="359188"/>
                      </a:lnTo>
                      <a:lnTo>
                        <a:pt x="984218" y="362331"/>
                      </a:lnTo>
                      <a:lnTo>
                        <a:pt x="1055560" y="387953"/>
                      </a:lnTo>
                      <a:lnTo>
                        <a:pt x="1064323" y="391096"/>
                      </a:lnTo>
                      <a:lnTo>
                        <a:pt x="1115949" y="409670"/>
                      </a:lnTo>
                      <a:lnTo>
                        <a:pt x="1121855" y="40195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8" name="Google Shape;1178;p47"/>
                <p:cNvSpPr/>
                <p:nvPr/>
              </p:nvSpPr>
              <p:spPr>
                <a:xfrm>
                  <a:off x="9809371" y="1038794"/>
                  <a:ext cx="1136523" cy="416147"/>
                </a:xfrm>
                <a:custGeom>
                  <a:rect b="b" l="l" r="r" t="t"/>
                  <a:pathLst>
                    <a:path extrusionOk="0" h="416147" w="1136523">
                      <a:moveTo>
                        <a:pt x="1132904" y="416147"/>
                      </a:moveTo>
                      <a:lnTo>
                        <a:pt x="0" y="8763"/>
                      </a:lnTo>
                      <a:lnTo>
                        <a:pt x="3143" y="0"/>
                      </a:lnTo>
                      <a:lnTo>
                        <a:pt x="1136523" y="407575"/>
                      </a:lnTo>
                      <a:cubicBezTo>
                        <a:pt x="1135380" y="410337"/>
                        <a:pt x="1134047" y="412909"/>
                        <a:pt x="1133189" y="415195"/>
                      </a:cubicBezTo>
                      <a:lnTo>
                        <a:pt x="1132809" y="41614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9" name="Google Shape;1179;p47"/>
                <p:cNvSpPr/>
                <p:nvPr/>
              </p:nvSpPr>
              <p:spPr>
                <a:xfrm>
                  <a:off x="9767271" y="1113852"/>
                  <a:ext cx="1182909" cy="433578"/>
                </a:xfrm>
                <a:custGeom>
                  <a:rect b="b" l="l" r="r" t="t"/>
                  <a:pathLst>
                    <a:path extrusionOk="0" h="433578" w="1182909">
                      <a:moveTo>
                        <a:pt x="1180624" y="433578"/>
                      </a:moveTo>
                      <a:lnTo>
                        <a:pt x="0" y="9049"/>
                      </a:lnTo>
                      <a:cubicBezTo>
                        <a:pt x="667" y="6001"/>
                        <a:pt x="1524" y="2953"/>
                        <a:pt x="2381" y="0"/>
                      </a:cubicBezTo>
                      <a:lnTo>
                        <a:pt x="1182910" y="424529"/>
                      </a:lnTo>
                      <a:cubicBezTo>
                        <a:pt x="1182338" y="427577"/>
                        <a:pt x="1181672" y="430530"/>
                        <a:pt x="1180910" y="432816"/>
                      </a:cubicBezTo>
                      <a:lnTo>
                        <a:pt x="1180624" y="43357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0" name="Google Shape;1180;p47"/>
                <p:cNvSpPr/>
                <p:nvPr/>
              </p:nvSpPr>
              <p:spPr>
                <a:xfrm>
                  <a:off x="9704691" y="1181860"/>
                  <a:ext cx="1217675" cy="446722"/>
                </a:xfrm>
                <a:custGeom>
                  <a:rect b="b" l="l" r="r" t="t"/>
                  <a:pathLst>
                    <a:path extrusionOk="0" h="446722" w="1217675">
                      <a:moveTo>
                        <a:pt x="1217676" y="446722"/>
                      </a:moveTo>
                      <a:lnTo>
                        <a:pt x="0" y="8763"/>
                      </a:lnTo>
                      <a:lnTo>
                        <a:pt x="3143" y="0"/>
                      </a:lnTo>
                      <a:lnTo>
                        <a:pt x="1213866" y="435388"/>
                      </a:lnTo>
                      <a:cubicBezTo>
                        <a:pt x="1213961" y="436150"/>
                        <a:pt x="1214152" y="437007"/>
                        <a:pt x="1214342" y="437864"/>
                      </a:cubicBezTo>
                      <a:cubicBezTo>
                        <a:pt x="1215009" y="441293"/>
                        <a:pt x="1216533" y="443865"/>
                        <a:pt x="1217676" y="446722"/>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1" name="Google Shape;1181;p47"/>
                <p:cNvSpPr/>
                <p:nvPr/>
              </p:nvSpPr>
              <p:spPr>
                <a:xfrm rot="-4214982">
                  <a:off x="10271028" y="845490"/>
                  <a:ext cx="9322" cy="1271428"/>
                </a:xfrm>
                <a:custGeom>
                  <a:rect b="b" l="l" r="r" t="t"/>
                  <a:pathLst>
                    <a:path extrusionOk="0" h="1273016" w="9334">
                      <a:moveTo>
                        <a:pt x="0" y="0"/>
                      </a:moveTo>
                      <a:lnTo>
                        <a:pt x="9335" y="0"/>
                      </a:lnTo>
                      <a:lnTo>
                        <a:pt x="9335" y="1273016"/>
                      </a:lnTo>
                      <a:lnTo>
                        <a:pt x="0" y="1273016"/>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2" name="Google Shape;1182;p47"/>
                <p:cNvSpPr/>
                <p:nvPr/>
              </p:nvSpPr>
              <p:spPr>
                <a:xfrm>
                  <a:off x="9647065" y="1341975"/>
                  <a:ext cx="1207008" cy="442341"/>
                </a:xfrm>
                <a:custGeom>
                  <a:rect b="b" l="l" r="r" t="t"/>
                  <a:pathLst>
                    <a:path extrusionOk="0" h="442341" w="1207008">
                      <a:moveTo>
                        <a:pt x="1205579" y="442341"/>
                      </a:moveTo>
                      <a:lnTo>
                        <a:pt x="0" y="8763"/>
                      </a:lnTo>
                      <a:lnTo>
                        <a:pt x="3143" y="0"/>
                      </a:lnTo>
                      <a:lnTo>
                        <a:pt x="1207008" y="432911"/>
                      </a:lnTo>
                      <a:cubicBezTo>
                        <a:pt x="1207008" y="434150"/>
                        <a:pt x="1206341" y="435292"/>
                        <a:pt x="1203579" y="436340"/>
                      </a:cubicBezTo>
                      <a:cubicBezTo>
                        <a:pt x="1203770" y="438531"/>
                        <a:pt x="1204531" y="440436"/>
                        <a:pt x="1205579" y="44234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3" name="Google Shape;1183;p47"/>
                <p:cNvSpPr/>
                <p:nvPr/>
              </p:nvSpPr>
              <p:spPr>
                <a:xfrm>
                  <a:off x="9618204" y="1422081"/>
                  <a:ext cx="1228058" cy="449199"/>
                </a:xfrm>
                <a:custGeom>
                  <a:rect b="b" l="l" r="r" t="t"/>
                  <a:pathLst>
                    <a:path extrusionOk="0" h="449199" w="1228058">
                      <a:moveTo>
                        <a:pt x="1224820" y="449199"/>
                      </a:moveTo>
                      <a:lnTo>
                        <a:pt x="0" y="8763"/>
                      </a:lnTo>
                      <a:lnTo>
                        <a:pt x="3143" y="0"/>
                      </a:lnTo>
                      <a:lnTo>
                        <a:pt x="1228058" y="440531"/>
                      </a:lnTo>
                      <a:cubicBezTo>
                        <a:pt x="1227297" y="441769"/>
                        <a:pt x="1226534" y="443579"/>
                        <a:pt x="1225772" y="446056"/>
                      </a:cubicBezTo>
                      <a:cubicBezTo>
                        <a:pt x="1225391" y="447104"/>
                        <a:pt x="1225010" y="448151"/>
                        <a:pt x="1224725" y="44919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4" name="Google Shape;1184;p47"/>
                <p:cNvSpPr/>
                <p:nvPr/>
              </p:nvSpPr>
              <p:spPr>
                <a:xfrm>
                  <a:off x="9590772" y="1502376"/>
                  <a:ext cx="1212532" cy="439197"/>
                </a:xfrm>
                <a:custGeom>
                  <a:rect b="b" l="l" r="r" t="t"/>
                  <a:pathLst>
                    <a:path extrusionOk="0" h="439197" w="1212532">
                      <a:moveTo>
                        <a:pt x="1109377" y="402812"/>
                      </a:moveTo>
                      <a:lnTo>
                        <a:pt x="1038035" y="377190"/>
                      </a:lnTo>
                      <a:lnTo>
                        <a:pt x="1029176" y="374237"/>
                      </a:lnTo>
                      <a:lnTo>
                        <a:pt x="1029176" y="374047"/>
                      </a:lnTo>
                      <a:cubicBezTo>
                        <a:pt x="1029176" y="374047"/>
                        <a:pt x="958024" y="348425"/>
                        <a:pt x="958024" y="348425"/>
                      </a:cubicBezTo>
                      <a:lnTo>
                        <a:pt x="949166" y="345472"/>
                      </a:lnTo>
                      <a:lnTo>
                        <a:pt x="949166" y="345281"/>
                      </a:lnTo>
                      <a:cubicBezTo>
                        <a:pt x="949166" y="345281"/>
                        <a:pt x="877919" y="319659"/>
                        <a:pt x="877919" y="319659"/>
                      </a:cubicBezTo>
                      <a:lnTo>
                        <a:pt x="869061" y="316706"/>
                      </a:lnTo>
                      <a:lnTo>
                        <a:pt x="869061" y="316516"/>
                      </a:lnTo>
                      <a:cubicBezTo>
                        <a:pt x="869061" y="316516"/>
                        <a:pt x="797909" y="290894"/>
                        <a:pt x="797909" y="290894"/>
                      </a:cubicBezTo>
                      <a:lnTo>
                        <a:pt x="789051" y="287941"/>
                      </a:lnTo>
                      <a:lnTo>
                        <a:pt x="789051" y="287750"/>
                      </a:lnTo>
                      <a:cubicBezTo>
                        <a:pt x="789051" y="287750"/>
                        <a:pt x="717804" y="262128"/>
                        <a:pt x="717804" y="262128"/>
                      </a:cubicBezTo>
                      <a:lnTo>
                        <a:pt x="708946" y="259175"/>
                      </a:lnTo>
                      <a:lnTo>
                        <a:pt x="708946" y="258985"/>
                      </a:lnTo>
                      <a:cubicBezTo>
                        <a:pt x="708946" y="258985"/>
                        <a:pt x="637794" y="233363"/>
                        <a:pt x="637794" y="233363"/>
                      </a:cubicBezTo>
                      <a:lnTo>
                        <a:pt x="628936" y="230410"/>
                      </a:lnTo>
                      <a:lnTo>
                        <a:pt x="628936" y="230219"/>
                      </a:lnTo>
                      <a:cubicBezTo>
                        <a:pt x="628936" y="230219"/>
                        <a:pt x="557689" y="204597"/>
                        <a:pt x="557689" y="204597"/>
                      </a:cubicBezTo>
                      <a:lnTo>
                        <a:pt x="548830" y="201644"/>
                      </a:lnTo>
                      <a:lnTo>
                        <a:pt x="548830" y="201454"/>
                      </a:lnTo>
                      <a:cubicBezTo>
                        <a:pt x="548830" y="201454"/>
                        <a:pt x="477583" y="175832"/>
                        <a:pt x="477583" y="175832"/>
                      </a:cubicBezTo>
                      <a:lnTo>
                        <a:pt x="468725" y="172879"/>
                      </a:lnTo>
                      <a:lnTo>
                        <a:pt x="468725" y="172688"/>
                      </a:lnTo>
                      <a:cubicBezTo>
                        <a:pt x="468725" y="172688"/>
                        <a:pt x="397573" y="147066"/>
                        <a:pt x="397573" y="147066"/>
                      </a:cubicBezTo>
                      <a:lnTo>
                        <a:pt x="388715" y="144113"/>
                      </a:lnTo>
                      <a:lnTo>
                        <a:pt x="388715" y="143923"/>
                      </a:lnTo>
                      <a:cubicBezTo>
                        <a:pt x="388715" y="143923"/>
                        <a:pt x="317468" y="118300"/>
                        <a:pt x="317468" y="118300"/>
                      </a:cubicBezTo>
                      <a:lnTo>
                        <a:pt x="308610" y="115348"/>
                      </a:lnTo>
                      <a:lnTo>
                        <a:pt x="308610" y="115157"/>
                      </a:lnTo>
                      <a:cubicBezTo>
                        <a:pt x="308610" y="115157"/>
                        <a:pt x="237458" y="89535"/>
                        <a:pt x="237458" y="89535"/>
                      </a:cubicBezTo>
                      <a:lnTo>
                        <a:pt x="228600" y="86582"/>
                      </a:lnTo>
                      <a:lnTo>
                        <a:pt x="228600" y="86392"/>
                      </a:lnTo>
                      <a:cubicBezTo>
                        <a:pt x="228600" y="86392"/>
                        <a:pt x="157353" y="60770"/>
                        <a:pt x="157353" y="60770"/>
                      </a:cubicBezTo>
                      <a:lnTo>
                        <a:pt x="148495" y="57817"/>
                      </a:lnTo>
                      <a:lnTo>
                        <a:pt x="148495" y="57626"/>
                      </a:lnTo>
                      <a:cubicBezTo>
                        <a:pt x="148495" y="57626"/>
                        <a:pt x="77343" y="32004"/>
                        <a:pt x="77343" y="32004"/>
                      </a:cubicBezTo>
                      <a:lnTo>
                        <a:pt x="68485" y="29051"/>
                      </a:lnTo>
                      <a:lnTo>
                        <a:pt x="68485" y="28861"/>
                      </a:lnTo>
                      <a:cubicBezTo>
                        <a:pt x="68485" y="28861"/>
                        <a:pt x="0" y="4191"/>
                        <a:pt x="0" y="4191"/>
                      </a:cubicBezTo>
                      <a:lnTo>
                        <a:pt x="1524" y="0"/>
                      </a:lnTo>
                      <a:lnTo>
                        <a:pt x="1212532" y="435483"/>
                      </a:lnTo>
                      <a:cubicBezTo>
                        <a:pt x="1211580" y="437007"/>
                        <a:pt x="1210628" y="438150"/>
                        <a:pt x="1209675" y="439198"/>
                      </a:cubicBezTo>
                      <a:lnTo>
                        <a:pt x="1197864" y="434912"/>
                      </a:lnTo>
                      <a:lnTo>
                        <a:pt x="1189006" y="431959"/>
                      </a:lnTo>
                      <a:lnTo>
                        <a:pt x="1189006" y="431768"/>
                      </a:lnTo>
                      <a:cubicBezTo>
                        <a:pt x="1189006" y="431768"/>
                        <a:pt x="1117759" y="406146"/>
                        <a:pt x="1117759" y="406146"/>
                      </a:cubicBezTo>
                      <a:lnTo>
                        <a:pt x="1108900" y="403193"/>
                      </a:lnTo>
                      <a:lnTo>
                        <a:pt x="1108900" y="40300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85" name="Google Shape;1185;p47"/>
              <p:cNvGrpSpPr/>
              <p:nvPr/>
            </p:nvGrpSpPr>
            <p:grpSpPr>
              <a:xfrm>
                <a:off x="9659447" y="632648"/>
                <a:ext cx="1420749" cy="1304449"/>
                <a:chOff x="9659447" y="632648"/>
                <a:chExt cx="1420749" cy="1304449"/>
              </a:xfrm>
            </p:grpSpPr>
            <p:grpSp>
              <p:nvGrpSpPr>
                <p:cNvPr id="1186" name="Google Shape;1186;p47"/>
                <p:cNvGrpSpPr/>
                <p:nvPr/>
              </p:nvGrpSpPr>
              <p:grpSpPr>
                <a:xfrm>
                  <a:off x="10780064" y="1100040"/>
                  <a:ext cx="300132" cy="837057"/>
                  <a:chOff x="10780064" y="1100040"/>
                  <a:chExt cx="300132" cy="837057"/>
                </a:xfrm>
              </p:grpSpPr>
              <p:sp>
                <p:nvSpPr>
                  <p:cNvPr id="1187" name="Google Shape;1187;p47"/>
                  <p:cNvSpPr/>
                  <p:nvPr/>
                </p:nvSpPr>
                <p:spPr>
                  <a:xfrm>
                    <a:off x="11004378" y="1100040"/>
                    <a:ext cx="75818" cy="210883"/>
                  </a:xfrm>
                  <a:custGeom>
                    <a:rect b="b" l="l" r="r" t="t"/>
                    <a:pathLst>
                      <a:path extrusionOk="0" h="210883" w="75818">
                        <a:moveTo>
                          <a:pt x="10192" y="200120"/>
                        </a:moveTo>
                        <a:cubicBezTo>
                          <a:pt x="7239" y="204216"/>
                          <a:pt x="4096" y="207836"/>
                          <a:pt x="0" y="210884"/>
                        </a:cubicBezTo>
                        <a:lnTo>
                          <a:pt x="75819" y="0"/>
                        </a:lnTo>
                        <a:cubicBezTo>
                          <a:pt x="75533" y="2953"/>
                          <a:pt x="74581" y="6191"/>
                          <a:pt x="73152" y="10763"/>
                        </a:cubicBezTo>
                        <a:cubicBezTo>
                          <a:pt x="71438" y="16193"/>
                          <a:pt x="70580" y="23336"/>
                          <a:pt x="69532" y="30671"/>
                        </a:cubicBezTo>
                        <a:cubicBezTo>
                          <a:pt x="69056" y="33719"/>
                          <a:pt x="68580" y="36957"/>
                          <a:pt x="67913" y="39910"/>
                        </a:cubicBezTo>
                        <a:cubicBezTo>
                          <a:pt x="65913" y="49244"/>
                          <a:pt x="62579" y="57626"/>
                          <a:pt x="55436" y="61341"/>
                        </a:cubicBezTo>
                        <a:cubicBezTo>
                          <a:pt x="56959" y="62198"/>
                          <a:pt x="59626" y="63722"/>
                          <a:pt x="62198" y="65437"/>
                        </a:cubicBezTo>
                        <a:lnTo>
                          <a:pt x="16573" y="192310"/>
                        </a:lnTo>
                        <a:lnTo>
                          <a:pt x="16002" y="192119"/>
                        </a:lnTo>
                        <a:cubicBezTo>
                          <a:pt x="13906" y="194881"/>
                          <a:pt x="12097" y="197453"/>
                          <a:pt x="10192" y="199930"/>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8" name="Google Shape;1188;p47"/>
                  <p:cNvSpPr/>
                  <p:nvPr/>
                </p:nvSpPr>
                <p:spPr>
                  <a:xfrm>
                    <a:off x="10987613" y="1356834"/>
                    <a:ext cx="190" cy="285"/>
                  </a:xfrm>
                  <a:custGeom>
                    <a:rect b="b" l="l" r="r" t="t"/>
                    <a:pathLst>
                      <a:path extrusionOk="0" h="285" w="190">
                        <a:moveTo>
                          <a:pt x="190" y="0"/>
                        </a:moveTo>
                        <a:cubicBezTo>
                          <a:pt x="190" y="0"/>
                          <a:pt x="190" y="191"/>
                          <a:pt x="190" y="286"/>
                        </a:cubicBezTo>
                        <a:cubicBezTo>
                          <a:pt x="190" y="286"/>
                          <a:pt x="124" y="286"/>
                          <a:pt x="0" y="286"/>
                        </a:cubicBezTo>
                        <a:lnTo>
                          <a:pt x="0" y="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9" name="Google Shape;1189;p47"/>
                  <p:cNvSpPr/>
                  <p:nvPr/>
                </p:nvSpPr>
                <p:spPr>
                  <a:xfrm>
                    <a:off x="10858455" y="1484565"/>
                    <a:ext cx="90201" cy="232124"/>
                  </a:xfrm>
                  <a:custGeom>
                    <a:rect b="b" l="l" r="r" t="t"/>
                    <a:pathLst>
                      <a:path extrusionOk="0" h="232124" w="90201">
                        <a:moveTo>
                          <a:pt x="0" y="232124"/>
                        </a:moveTo>
                        <a:lnTo>
                          <a:pt x="83439" y="0"/>
                        </a:lnTo>
                        <a:cubicBezTo>
                          <a:pt x="86868" y="1810"/>
                          <a:pt x="89154" y="3810"/>
                          <a:pt x="90202" y="8763"/>
                        </a:cubicBezTo>
                        <a:lnTo>
                          <a:pt x="26575" y="185547"/>
                        </a:lnTo>
                        <a:lnTo>
                          <a:pt x="26384" y="185547"/>
                        </a:lnTo>
                        <a:cubicBezTo>
                          <a:pt x="21907" y="192119"/>
                          <a:pt x="20098" y="200120"/>
                          <a:pt x="18002" y="208026"/>
                        </a:cubicBezTo>
                        <a:lnTo>
                          <a:pt x="18479" y="208217"/>
                        </a:lnTo>
                        <a:lnTo>
                          <a:pt x="15335" y="216979"/>
                        </a:lnTo>
                        <a:lnTo>
                          <a:pt x="15335" y="216979"/>
                        </a:lnTo>
                        <a:cubicBezTo>
                          <a:pt x="14478" y="218884"/>
                          <a:pt x="13621" y="220885"/>
                          <a:pt x="12668" y="222695"/>
                        </a:cubicBezTo>
                        <a:cubicBezTo>
                          <a:pt x="9811" y="227647"/>
                          <a:pt x="10478" y="226314"/>
                          <a:pt x="6477" y="229076"/>
                        </a:cubicBezTo>
                        <a:cubicBezTo>
                          <a:pt x="5048" y="230124"/>
                          <a:pt x="2381" y="230981"/>
                          <a:pt x="95" y="232124"/>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0" name="Google Shape;1190;p47"/>
                  <p:cNvSpPr/>
                  <p:nvPr/>
                </p:nvSpPr>
                <p:spPr>
                  <a:xfrm>
                    <a:off x="10780064" y="1727738"/>
                    <a:ext cx="79152" cy="209359"/>
                  </a:xfrm>
                  <a:custGeom>
                    <a:rect b="b" l="l" r="r" t="t"/>
                    <a:pathLst>
                      <a:path extrusionOk="0" h="209359" w="79152">
                        <a:moveTo>
                          <a:pt x="95" y="206407"/>
                        </a:moveTo>
                        <a:lnTo>
                          <a:pt x="74295" y="0"/>
                        </a:lnTo>
                        <a:cubicBezTo>
                          <a:pt x="75724" y="4667"/>
                          <a:pt x="78391" y="9525"/>
                          <a:pt x="78962" y="13049"/>
                        </a:cubicBezTo>
                        <a:cubicBezTo>
                          <a:pt x="78962" y="13335"/>
                          <a:pt x="78962" y="13621"/>
                          <a:pt x="79153" y="14002"/>
                        </a:cubicBezTo>
                        <a:lnTo>
                          <a:pt x="8858" y="209359"/>
                        </a:lnTo>
                        <a:lnTo>
                          <a:pt x="0" y="20640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91" name="Google Shape;1191;p47"/>
                <p:cNvSpPr/>
                <p:nvPr/>
              </p:nvSpPr>
              <p:spPr>
                <a:xfrm>
                  <a:off x="10700149" y="955356"/>
                  <a:ext cx="350329" cy="953071"/>
                </a:xfrm>
                <a:custGeom>
                  <a:rect b="b" l="l" r="r" t="t"/>
                  <a:pathLst>
                    <a:path extrusionOk="0" h="953071" w="350329">
                      <a:moveTo>
                        <a:pt x="0" y="950023"/>
                      </a:moveTo>
                      <a:lnTo>
                        <a:pt x="341662" y="0"/>
                      </a:lnTo>
                      <a:cubicBezTo>
                        <a:pt x="344614" y="1143"/>
                        <a:pt x="347567" y="2476"/>
                        <a:pt x="350330" y="3429"/>
                      </a:cubicBezTo>
                      <a:lnTo>
                        <a:pt x="8858" y="953072"/>
                      </a:lnTo>
                      <a:lnTo>
                        <a:pt x="0" y="950119"/>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2" name="Google Shape;1192;p47"/>
                <p:cNvSpPr/>
                <p:nvPr/>
              </p:nvSpPr>
              <p:spPr>
                <a:xfrm>
                  <a:off x="10619948" y="933257"/>
                  <a:ext cx="347567" cy="946404"/>
                </a:xfrm>
                <a:custGeom>
                  <a:rect b="b" l="l" r="r" t="t"/>
                  <a:pathLst>
                    <a:path extrusionOk="0" h="946404" w="347567">
                      <a:moveTo>
                        <a:pt x="95" y="943356"/>
                      </a:moveTo>
                      <a:lnTo>
                        <a:pt x="339376" y="0"/>
                      </a:lnTo>
                      <a:cubicBezTo>
                        <a:pt x="340709" y="572"/>
                        <a:pt x="342043" y="1143"/>
                        <a:pt x="342995" y="1715"/>
                      </a:cubicBezTo>
                      <a:cubicBezTo>
                        <a:pt x="344519" y="2572"/>
                        <a:pt x="346043" y="3620"/>
                        <a:pt x="347567" y="4667"/>
                      </a:cubicBezTo>
                      <a:lnTo>
                        <a:pt x="8858" y="946404"/>
                      </a:lnTo>
                      <a:lnTo>
                        <a:pt x="0" y="94345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3" name="Google Shape;1193;p47"/>
                <p:cNvSpPr/>
                <p:nvPr/>
              </p:nvSpPr>
              <p:spPr>
                <a:xfrm>
                  <a:off x="10539938" y="913731"/>
                  <a:ext cx="344900" cy="937069"/>
                </a:xfrm>
                <a:custGeom>
                  <a:rect b="b" l="l" r="r" t="t"/>
                  <a:pathLst>
                    <a:path extrusionOk="0" h="937069" w="344900">
                      <a:moveTo>
                        <a:pt x="95" y="934117"/>
                      </a:moveTo>
                      <a:lnTo>
                        <a:pt x="336042" y="0"/>
                      </a:lnTo>
                      <a:cubicBezTo>
                        <a:pt x="338804" y="1143"/>
                        <a:pt x="341471" y="2381"/>
                        <a:pt x="344234" y="2762"/>
                      </a:cubicBezTo>
                      <a:cubicBezTo>
                        <a:pt x="344424" y="2762"/>
                        <a:pt x="344710" y="2762"/>
                        <a:pt x="344900" y="2762"/>
                      </a:cubicBezTo>
                      <a:lnTo>
                        <a:pt x="8858" y="937070"/>
                      </a:lnTo>
                      <a:lnTo>
                        <a:pt x="0" y="93411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4" name="Google Shape;1194;p47"/>
                <p:cNvSpPr/>
                <p:nvPr/>
              </p:nvSpPr>
              <p:spPr>
                <a:xfrm>
                  <a:off x="10459833" y="905540"/>
                  <a:ext cx="338423" cy="916400"/>
                </a:xfrm>
                <a:custGeom>
                  <a:rect b="b" l="l" r="r" t="t"/>
                  <a:pathLst>
                    <a:path extrusionOk="0" h="916400" w="338423">
                      <a:moveTo>
                        <a:pt x="95" y="913448"/>
                      </a:moveTo>
                      <a:lnTo>
                        <a:pt x="328422" y="381"/>
                      </a:lnTo>
                      <a:cubicBezTo>
                        <a:pt x="332327" y="1619"/>
                        <a:pt x="334137" y="1619"/>
                        <a:pt x="338423" y="0"/>
                      </a:cubicBezTo>
                      <a:lnTo>
                        <a:pt x="8858" y="916400"/>
                      </a:lnTo>
                      <a:lnTo>
                        <a:pt x="0" y="91344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5" name="Google Shape;1195;p47"/>
                <p:cNvSpPr/>
                <p:nvPr/>
              </p:nvSpPr>
              <p:spPr>
                <a:xfrm>
                  <a:off x="10379823" y="861725"/>
                  <a:ext cx="338613" cy="931449"/>
                </a:xfrm>
                <a:custGeom>
                  <a:rect b="b" l="l" r="r" t="t"/>
                  <a:pathLst>
                    <a:path extrusionOk="0" h="931449" w="338613">
                      <a:moveTo>
                        <a:pt x="95" y="928497"/>
                      </a:moveTo>
                      <a:lnTo>
                        <a:pt x="334042" y="0"/>
                      </a:lnTo>
                      <a:cubicBezTo>
                        <a:pt x="333470" y="1619"/>
                        <a:pt x="332994" y="3238"/>
                        <a:pt x="333089" y="4763"/>
                      </a:cubicBezTo>
                      <a:cubicBezTo>
                        <a:pt x="333470" y="7620"/>
                        <a:pt x="335852" y="11144"/>
                        <a:pt x="338614" y="14573"/>
                      </a:cubicBezTo>
                      <a:lnTo>
                        <a:pt x="8858" y="931450"/>
                      </a:lnTo>
                      <a:lnTo>
                        <a:pt x="0" y="92849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6" name="Google Shape;1196;p47"/>
                <p:cNvSpPr/>
                <p:nvPr/>
              </p:nvSpPr>
              <p:spPr>
                <a:xfrm>
                  <a:off x="10299908" y="826863"/>
                  <a:ext cx="344805" cy="937545"/>
                </a:xfrm>
                <a:custGeom>
                  <a:rect b="b" l="l" r="r" t="t"/>
                  <a:pathLst>
                    <a:path extrusionOk="0" h="937545" w="344805">
                      <a:moveTo>
                        <a:pt x="0" y="934593"/>
                      </a:moveTo>
                      <a:lnTo>
                        <a:pt x="336137" y="0"/>
                      </a:lnTo>
                      <a:cubicBezTo>
                        <a:pt x="338328" y="857"/>
                        <a:pt x="340614" y="1715"/>
                        <a:pt x="342900" y="2572"/>
                      </a:cubicBezTo>
                      <a:cubicBezTo>
                        <a:pt x="343472" y="2762"/>
                        <a:pt x="344138" y="3048"/>
                        <a:pt x="344805" y="3334"/>
                      </a:cubicBezTo>
                      <a:lnTo>
                        <a:pt x="8858" y="937546"/>
                      </a:lnTo>
                      <a:lnTo>
                        <a:pt x="0" y="93459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7" name="Google Shape;1197;p47"/>
                <p:cNvSpPr/>
                <p:nvPr/>
              </p:nvSpPr>
              <p:spPr>
                <a:xfrm>
                  <a:off x="10219803" y="822768"/>
                  <a:ext cx="334994" cy="912780"/>
                </a:xfrm>
                <a:custGeom>
                  <a:rect b="b" l="l" r="r" t="t"/>
                  <a:pathLst>
                    <a:path extrusionOk="0" h="912780" w="334994">
                      <a:moveTo>
                        <a:pt x="95" y="909923"/>
                      </a:moveTo>
                      <a:lnTo>
                        <a:pt x="327279" y="0"/>
                      </a:lnTo>
                      <a:cubicBezTo>
                        <a:pt x="327755" y="1905"/>
                        <a:pt x="328327" y="3619"/>
                        <a:pt x="330136" y="4763"/>
                      </a:cubicBezTo>
                      <a:cubicBezTo>
                        <a:pt x="331470" y="5620"/>
                        <a:pt x="333184" y="5905"/>
                        <a:pt x="334994" y="6001"/>
                      </a:cubicBezTo>
                      <a:lnTo>
                        <a:pt x="8858" y="912781"/>
                      </a:lnTo>
                      <a:lnTo>
                        <a:pt x="0" y="90982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8" name="Google Shape;1198;p47"/>
                <p:cNvSpPr/>
                <p:nvPr/>
              </p:nvSpPr>
              <p:spPr>
                <a:xfrm>
                  <a:off x="10139793" y="787239"/>
                  <a:ext cx="338708" cy="919734"/>
                </a:xfrm>
                <a:custGeom>
                  <a:rect b="b" l="l" r="r" t="t"/>
                  <a:pathLst>
                    <a:path extrusionOk="0" h="919734" w="338708">
                      <a:moveTo>
                        <a:pt x="0" y="916686"/>
                      </a:moveTo>
                      <a:lnTo>
                        <a:pt x="329660" y="0"/>
                      </a:lnTo>
                      <a:cubicBezTo>
                        <a:pt x="332613" y="857"/>
                        <a:pt x="335661" y="1715"/>
                        <a:pt x="338709" y="2477"/>
                      </a:cubicBezTo>
                      <a:lnTo>
                        <a:pt x="8858" y="919734"/>
                      </a:lnTo>
                      <a:lnTo>
                        <a:pt x="0" y="91678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9" name="Google Shape;1199;p47"/>
                <p:cNvSpPr/>
                <p:nvPr/>
              </p:nvSpPr>
              <p:spPr>
                <a:xfrm>
                  <a:off x="10059688" y="746568"/>
                  <a:ext cx="341471" cy="931544"/>
                </a:xfrm>
                <a:custGeom>
                  <a:rect b="b" l="l" r="r" t="t"/>
                  <a:pathLst>
                    <a:path extrusionOk="0" h="931544" w="341471">
                      <a:moveTo>
                        <a:pt x="0" y="928497"/>
                      </a:moveTo>
                      <a:lnTo>
                        <a:pt x="333946" y="0"/>
                      </a:lnTo>
                      <a:cubicBezTo>
                        <a:pt x="333946" y="0"/>
                        <a:pt x="334899" y="476"/>
                        <a:pt x="335375" y="667"/>
                      </a:cubicBezTo>
                      <a:cubicBezTo>
                        <a:pt x="340042" y="2762"/>
                        <a:pt x="339280" y="3810"/>
                        <a:pt x="341471" y="6572"/>
                      </a:cubicBezTo>
                      <a:lnTo>
                        <a:pt x="8858" y="931545"/>
                      </a:lnTo>
                      <a:lnTo>
                        <a:pt x="0" y="92859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0" name="Google Shape;1200;p47"/>
                <p:cNvSpPr/>
                <p:nvPr/>
              </p:nvSpPr>
              <p:spPr>
                <a:xfrm>
                  <a:off x="9979678" y="755712"/>
                  <a:ext cx="329279" cy="893635"/>
                </a:xfrm>
                <a:custGeom>
                  <a:rect b="b" l="l" r="r" t="t"/>
                  <a:pathLst>
                    <a:path extrusionOk="0" h="893635" w="329279">
                      <a:moveTo>
                        <a:pt x="0" y="890587"/>
                      </a:moveTo>
                      <a:lnTo>
                        <a:pt x="320326" y="0"/>
                      </a:lnTo>
                      <a:cubicBezTo>
                        <a:pt x="323374" y="762"/>
                        <a:pt x="326422" y="1715"/>
                        <a:pt x="329279" y="2572"/>
                      </a:cubicBezTo>
                      <a:lnTo>
                        <a:pt x="8858" y="893636"/>
                      </a:lnTo>
                      <a:lnTo>
                        <a:pt x="0" y="89068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 name="Google Shape;1201;p47"/>
                <p:cNvSpPr/>
                <p:nvPr/>
              </p:nvSpPr>
              <p:spPr>
                <a:xfrm>
                  <a:off x="9899573" y="709039"/>
                  <a:ext cx="335089" cy="911447"/>
                </a:xfrm>
                <a:custGeom>
                  <a:rect b="b" l="l" r="r" t="t"/>
                  <a:pathLst>
                    <a:path extrusionOk="0" h="911447" w="335089">
                      <a:moveTo>
                        <a:pt x="95" y="908494"/>
                      </a:moveTo>
                      <a:lnTo>
                        <a:pt x="326803" y="0"/>
                      </a:lnTo>
                      <a:cubicBezTo>
                        <a:pt x="329565" y="1810"/>
                        <a:pt x="332327" y="3143"/>
                        <a:pt x="335090" y="4381"/>
                      </a:cubicBezTo>
                      <a:lnTo>
                        <a:pt x="8858" y="911447"/>
                      </a:lnTo>
                      <a:lnTo>
                        <a:pt x="0" y="908494"/>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 name="Google Shape;1202;p47"/>
                <p:cNvSpPr/>
                <p:nvPr/>
              </p:nvSpPr>
              <p:spPr>
                <a:xfrm>
                  <a:off x="9819658" y="632648"/>
                  <a:ext cx="348995" cy="959167"/>
                </a:xfrm>
                <a:custGeom>
                  <a:rect b="b" l="l" r="r" t="t"/>
                  <a:pathLst>
                    <a:path extrusionOk="0" h="959167" w="348995">
                      <a:moveTo>
                        <a:pt x="0" y="956120"/>
                      </a:moveTo>
                      <a:lnTo>
                        <a:pt x="335852" y="22384"/>
                      </a:lnTo>
                      <a:cubicBezTo>
                        <a:pt x="337185" y="22670"/>
                        <a:pt x="338614" y="22955"/>
                        <a:pt x="339757" y="23241"/>
                      </a:cubicBezTo>
                      <a:cubicBezTo>
                        <a:pt x="341852" y="20383"/>
                        <a:pt x="340995" y="16002"/>
                        <a:pt x="339757" y="11621"/>
                      </a:cubicBezTo>
                      <a:lnTo>
                        <a:pt x="343948" y="0"/>
                      </a:lnTo>
                      <a:lnTo>
                        <a:pt x="346329" y="857"/>
                      </a:lnTo>
                      <a:cubicBezTo>
                        <a:pt x="345186" y="3905"/>
                        <a:pt x="343662" y="6001"/>
                        <a:pt x="345853" y="9811"/>
                      </a:cubicBezTo>
                      <a:cubicBezTo>
                        <a:pt x="346710" y="11049"/>
                        <a:pt x="347853" y="12287"/>
                        <a:pt x="348996" y="13430"/>
                      </a:cubicBezTo>
                      <a:lnTo>
                        <a:pt x="8858" y="959168"/>
                      </a:lnTo>
                      <a:lnTo>
                        <a:pt x="0" y="95621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03" name="Google Shape;1203;p47"/>
                <p:cNvGrpSpPr/>
                <p:nvPr/>
              </p:nvGrpSpPr>
              <p:grpSpPr>
                <a:xfrm>
                  <a:off x="9739553" y="749996"/>
                  <a:ext cx="301084" cy="812959"/>
                  <a:chOff x="9739553" y="749996"/>
                  <a:chExt cx="301084" cy="812959"/>
                </a:xfrm>
              </p:grpSpPr>
              <p:sp>
                <p:nvSpPr>
                  <p:cNvPr id="1204" name="Google Shape;1204;p47"/>
                  <p:cNvSpPr/>
                  <p:nvPr/>
                </p:nvSpPr>
                <p:spPr>
                  <a:xfrm>
                    <a:off x="10011924" y="749996"/>
                    <a:ext cx="28713" cy="78295"/>
                  </a:xfrm>
                  <a:custGeom>
                    <a:rect b="b" l="l" r="r" t="t"/>
                    <a:pathLst>
                      <a:path extrusionOk="0" h="78295" w="28713">
                        <a:moveTo>
                          <a:pt x="615" y="78296"/>
                        </a:moveTo>
                        <a:cubicBezTo>
                          <a:pt x="139" y="73819"/>
                          <a:pt x="-338" y="69247"/>
                          <a:pt x="329" y="66389"/>
                        </a:cubicBezTo>
                        <a:cubicBezTo>
                          <a:pt x="1948" y="59627"/>
                          <a:pt x="5282" y="54197"/>
                          <a:pt x="6711" y="47339"/>
                        </a:cubicBezTo>
                        <a:cubicBezTo>
                          <a:pt x="8520" y="37814"/>
                          <a:pt x="9759" y="24194"/>
                          <a:pt x="14140" y="13907"/>
                        </a:cubicBezTo>
                        <a:lnTo>
                          <a:pt x="13854" y="13907"/>
                        </a:lnTo>
                        <a:cubicBezTo>
                          <a:pt x="13854" y="13907"/>
                          <a:pt x="16998" y="5048"/>
                          <a:pt x="16998" y="5048"/>
                        </a:cubicBezTo>
                        <a:lnTo>
                          <a:pt x="19093" y="5810"/>
                        </a:lnTo>
                        <a:cubicBezTo>
                          <a:pt x="20712" y="4191"/>
                          <a:pt x="22427" y="4286"/>
                          <a:pt x="24523" y="2953"/>
                        </a:cubicBezTo>
                        <a:cubicBezTo>
                          <a:pt x="25951" y="2000"/>
                          <a:pt x="27380" y="1048"/>
                          <a:pt x="28714" y="0"/>
                        </a:cubicBezTo>
                        <a:lnTo>
                          <a:pt x="615" y="7820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5" name="Google Shape;1205;p47"/>
                  <p:cNvSpPr/>
                  <p:nvPr/>
                </p:nvSpPr>
                <p:spPr>
                  <a:xfrm>
                    <a:off x="9739553" y="835055"/>
                    <a:ext cx="269462" cy="727900"/>
                  </a:xfrm>
                  <a:custGeom>
                    <a:rect b="b" l="l" r="r" t="t"/>
                    <a:pathLst>
                      <a:path extrusionOk="0" h="727900" w="269462">
                        <a:moveTo>
                          <a:pt x="0" y="724853"/>
                        </a:moveTo>
                        <a:lnTo>
                          <a:pt x="260699" y="0"/>
                        </a:lnTo>
                        <a:lnTo>
                          <a:pt x="269462" y="3143"/>
                        </a:lnTo>
                        <a:lnTo>
                          <a:pt x="8858" y="727901"/>
                        </a:lnTo>
                        <a:lnTo>
                          <a:pt x="0" y="72485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06" name="Google Shape;1206;p47"/>
                <p:cNvSpPr/>
                <p:nvPr/>
              </p:nvSpPr>
              <p:spPr>
                <a:xfrm>
                  <a:off x="9659447" y="949440"/>
                  <a:ext cx="218884" cy="584654"/>
                </a:xfrm>
                <a:custGeom>
                  <a:rect b="b" l="l" r="r" t="t"/>
                  <a:pathLst>
                    <a:path extrusionOk="0" h="584654" w="218884">
                      <a:moveTo>
                        <a:pt x="95" y="581702"/>
                      </a:moveTo>
                      <a:lnTo>
                        <a:pt x="208693" y="1724"/>
                      </a:lnTo>
                      <a:cubicBezTo>
                        <a:pt x="210121" y="1153"/>
                        <a:pt x="211550" y="486"/>
                        <a:pt x="213074" y="105"/>
                      </a:cubicBezTo>
                      <a:cubicBezTo>
                        <a:pt x="215551" y="-276"/>
                        <a:pt x="217170" y="486"/>
                        <a:pt x="218885" y="677"/>
                      </a:cubicBezTo>
                      <a:lnTo>
                        <a:pt x="8858" y="584654"/>
                      </a:lnTo>
                      <a:lnTo>
                        <a:pt x="0" y="58170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207" name="Google Shape;1207;p47"/>
            <p:cNvSpPr/>
            <p:nvPr/>
          </p:nvSpPr>
          <p:spPr>
            <a:xfrm rot="10800000">
              <a:off x="6783141" y="-621410"/>
              <a:ext cx="3085593" cy="2714505"/>
            </a:xfrm>
            <a:custGeom>
              <a:rect b="b" l="l" r="r" t="t"/>
              <a:pathLst>
                <a:path extrusionOk="0" h="1320927" w="1501505">
                  <a:moveTo>
                    <a:pt x="1212247" y="1320927"/>
                  </a:moveTo>
                  <a:lnTo>
                    <a:pt x="0" y="884492"/>
                  </a:lnTo>
                  <a:lnTo>
                    <a:pt x="115824" y="562547"/>
                  </a:lnTo>
                  <a:cubicBezTo>
                    <a:pt x="119253" y="562356"/>
                    <a:pt x="113157" y="555879"/>
                    <a:pt x="116110" y="556641"/>
                  </a:cubicBezTo>
                  <a:cubicBezTo>
                    <a:pt x="120872" y="549783"/>
                    <a:pt x="120396" y="542830"/>
                    <a:pt x="127254" y="537686"/>
                  </a:cubicBezTo>
                  <a:cubicBezTo>
                    <a:pt x="134684" y="532067"/>
                    <a:pt x="146209" y="530733"/>
                    <a:pt x="153448" y="524923"/>
                  </a:cubicBezTo>
                  <a:cubicBezTo>
                    <a:pt x="160401" y="519398"/>
                    <a:pt x="163449" y="497681"/>
                    <a:pt x="166116" y="487394"/>
                  </a:cubicBezTo>
                  <a:cubicBezTo>
                    <a:pt x="166783" y="484346"/>
                    <a:pt x="167640" y="481203"/>
                    <a:pt x="168497" y="478250"/>
                  </a:cubicBezTo>
                  <a:cubicBezTo>
                    <a:pt x="169926" y="473202"/>
                    <a:pt x="171641" y="468535"/>
                    <a:pt x="174308" y="464725"/>
                  </a:cubicBezTo>
                  <a:cubicBezTo>
                    <a:pt x="193262" y="472250"/>
                    <a:pt x="200882" y="443389"/>
                    <a:pt x="205073" y="431768"/>
                  </a:cubicBezTo>
                  <a:lnTo>
                    <a:pt x="216599" y="399764"/>
                  </a:lnTo>
                  <a:cubicBezTo>
                    <a:pt x="219456" y="391763"/>
                    <a:pt x="214503" y="376238"/>
                    <a:pt x="218884" y="369094"/>
                  </a:cubicBezTo>
                  <a:cubicBezTo>
                    <a:pt x="220123" y="366903"/>
                    <a:pt x="222504" y="367665"/>
                    <a:pt x="223647" y="365855"/>
                  </a:cubicBezTo>
                  <a:cubicBezTo>
                    <a:pt x="229743" y="356521"/>
                    <a:pt x="234029" y="347282"/>
                    <a:pt x="237934" y="337566"/>
                  </a:cubicBezTo>
                  <a:cubicBezTo>
                    <a:pt x="239173" y="334709"/>
                    <a:pt x="240221" y="331756"/>
                    <a:pt x="241268" y="328708"/>
                  </a:cubicBezTo>
                  <a:cubicBezTo>
                    <a:pt x="241744" y="327565"/>
                    <a:pt x="242125" y="326517"/>
                    <a:pt x="242602" y="325374"/>
                  </a:cubicBezTo>
                  <a:cubicBezTo>
                    <a:pt x="246602" y="314516"/>
                    <a:pt x="253270" y="325088"/>
                    <a:pt x="263081" y="325374"/>
                  </a:cubicBezTo>
                  <a:cubicBezTo>
                    <a:pt x="265081" y="325374"/>
                    <a:pt x="266700" y="324898"/>
                    <a:pt x="268224" y="324136"/>
                  </a:cubicBezTo>
                  <a:cubicBezTo>
                    <a:pt x="269653" y="323564"/>
                    <a:pt x="271082" y="322898"/>
                    <a:pt x="272701" y="322517"/>
                  </a:cubicBezTo>
                  <a:cubicBezTo>
                    <a:pt x="275273" y="322136"/>
                    <a:pt x="276892" y="322898"/>
                    <a:pt x="278606" y="323088"/>
                  </a:cubicBezTo>
                  <a:cubicBezTo>
                    <a:pt x="279844" y="323279"/>
                    <a:pt x="281178" y="323088"/>
                    <a:pt x="283178" y="321850"/>
                  </a:cubicBezTo>
                  <a:cubicBezTo>
                    <a:pt x="288417" y="318325"/>
                    <a:pt x="284988" y="300323"/>
                    <a:pt x="287941" y="295180"/>
                  </a:cubicBezTo>
                  <a:cubicBezTo>
                    <a:pt x="295847" y="297275"/>
                    <a:pt x="301561" y="295751"/>
                    <a:pt x="309563" y="297847"/>
                  </a:cubicBezTo>
                  <a:cubicBezTo>
                    <a:pt x="314516" y="290989"/>
                    <a:pt x="315944" y="279368"/>
                    <a:pt x="319564" y="271463"/>
                  </a:cubicBezTo>
                  <a:cubicBezTo>
                    <a:pt x="320802" y="268796"/>
                    <a:pt x="322421" y="266414"/>
                    <a:pt x="324707" y="264509"/>
                  </a:cubicBezTo>
                  <a:cubicBezTo>
                    <a:pt x="324993" y="264223"/>
                    <a:pt x="325469" y="263842"/>
                    <a:pt x="325946" y="263652"/>
                  </a:cubicBezTo>
                  <a:cubicBezTo>
                    <a:pt x="328232" y="261938"/>
                    <a:pt x="337852" y="269843"/>
                    <a:pt x="340424" y="269367"/>
                  </a:cubicBezTo>
                  <a:cubicBezTo>
                    <a:pt x="341662" y="269081"/>
                    <a:pt x="342805" y="261080"/>
                    <a:pt x="343091" y="260794"/>
                  </a:cubicBezTo>
                  <a:cubicBezTo>
                    <a:pt x="348615" y="256604"/>
                    <a:pt x="349567" y="245078"/>
                    <a:pt x="350234" y="238601"/>
                  </a:cubicBezTo>
                  <a:cubicBezTo>
                    <a:pt x="351092" y="230124"/>
                    <a:pt x="349853" y="224314"/>
                    <a:pt x="347567" y="216408"/>
                  </a:cubicBezTo>
                  <a:cubicBezTo>
                    <a:pt x="346710" y="213455"/>
                    <a:pt x="341090" y="204692"/>
                    <a:pt x="342995" y="201930"/>
                  </a:cubicBezTo>
                  <a:cubicBezTo>
                    <a:pt x="346900" y="196501"/>
                    <a:pt x="373190" y="206978"/>
                    <a:pt x="378333" y="208026"/>
                  </a:cubicBezTo>
                  <a:cubicBezTo>
                    <a:pt x="379476" y="208217"/>
                    <a:pt x="380524" y="208407"/>
                    <a:pt x="381667" y="208598"/>
                  </a:cubicBezTo>
                  <a:cubicBezTo>
                    <a:pt x="387953" y="209741"/>
                    <a:pt x="394240" y="210693"/>
                    <a:pt x="400622" y="211836"/>
                  </a:cubicBezTo>
                  <a:cubicBezTo>
                    <a:pt x="403765" y="212312"/>
                    <a:pt x="407003" y="212884"/>
                    <a:pt x="410051" y="213551"/>
                  </a:cubicBezTo>
                  <a:cubicBezTo>
                    <a:pt x="411194" y="213646"/>
                    <a:pt x="412242" y="213931"/>
                    <a:pt x="413385" y="214122"/>
                  </a:cubicBezTo>
                  <a:cubicBezTo>
                    <a:pt x="414242" y="213360"/>
                    <a:pt x="414909" y="212122"/>
                    <a:pt x="415100" y="210598"/>
                  </a:cubicBezTo>
                  <a:cubicBezTo>
                    <a:pt x="415957" y="207550"/>
                    <a:pt x="415576" y="203359"/>
                    <a:pt x="415100" y="199168"/>
                  </a:cubicBezTo>
                  <a:cubicBezTo>
                    <a:pt x="414623" y="194596"/>
                    <a:pt x="414052" y="189929"/>
                    <a:pt x="414814" y="187071"/>
                  </a:cubicBezTo>
                  <a:cubicBezTo>
                    <a:pt x="416433" y="180213"/>
                    <a:pt x="419862" y="174689"/>
                    <a:pt x="421291" y="167640"/>
                  </a:cubicBezTo>
                  <a:cubicBezTo>
                    <a:pt x="423196" y="157925"/>
                    <a:pt x="424434" y="144113"/>
                    <a:pt x="428911" y="133636"/>
                  </a:cubicBezTo>
                  <a:cubicBezTo>
                    <a:pt x="429959" y="131064"/>
                    <a:pt x="431292" y="128683"/>
                    <a:pt x="432816" y="126682"/>
                  </a:cubicBezTo>
                  <a:cubicBezTo>
                    <a:pt x="433197" y="126111"/>
                    <a:pt x="433578" y="125730"/>
                    <a:pt x="433959" y="125349"/>
                  </a:cubicBezTo>
                  <a:cubicBezTo>
                    <a:pt x="435674" y="123730"/>
                    <a:pt x="437388" y="123730"/>
                    <a:pt x="439484" y="122396"/>
                  </a:cubicBezTo>
                  <a:cubicBezTo>
                    <a:pt x="440912" y="121444"/>
                    <a:pt x="442436" y="120396"/>
                    <a:pt x="443770" y="119444"/>
                  </a:cubicBezTo>
                  <a:cubicBezTo>
                    <a:pt x="448627" y="116205"/>
                    <a:pt x="453295" y="112681"/>
                    <a:pt x="458152" y="109252"/>
                  </a:cubicBezTo>
                  <a:cubicBezTo>
                    <a:pt x="467677" y="102013"/>
                    <a:pt x="474631" y="95441"/>
                    <a:pt x="479393" y="85344"/>
                  </a:cubicBezTo>
                  <a:cubicBezTo>
                    <a:pt x="482727" y="78391"/>
                    <a:pt x="489014" y="71628"/>
                    <a:pt x="494633" y="65246"/>
                  </a:cubicBezTo>
                  <a:cubicBezTo>
                    <a:pt x="495205" y="64770"/>
                    <a:pt x="495586" y="64199"/>
                    <a:pt x="496062" y="63627"/>
                  </a:cubicBezTo>
                  <a:cubicBezTo>
                    <a:pt x="498158" y="61151"/>
                    <a:pt x="500348" y="59436"/>
                    <a:pt x="502730" y="58103"/>
                  </a:cubicBezTo>
                  <a:cubicBezTo>
                    <a:pt x="507016" y="55435"/>
                    <a:pt x="511492" y="53626"/>
                    <a:pt x="515684" y="50102"/>
                  </a:cubicBezTo>
                  <a:cubicBezTo>
                    <a:pt x="522065" y="44958"/>
                    <a:pt x="528257" y="40862"/>
                    <a:pt x="533591" y="34957"/>
                  </a:cubicBezTo>
                  <a:cubicBezTo>
                    <a:pt x="536258" y="31909"/>
                    <a:pt x="538448" y="26479"/>
                    <a:pt x="541306" y="23813"/>
                  </a:cubicBezTo>
                  <a:cubicBezTo>
                    <a:pt x="546735" y="18955"/>
                    <a:pt x="554069" y="21146"/>
                    <a:pt x="560451" y="22765"/>
                  </a:cubicBezTo>
                  <a:cubicBezTo>
                    <a:pt x="561880" y="23051"/>
                    <a:pt x="563213" y="23336"/>
                    <a:pt x="564451" y="23622"/>
                  </a:cubicBezTo>
                  <a:cubicBezTo>
                    <a:pt x="566642" y="20669"/>
                    <a:pt x="565690" y="16193"/>
                    <a:pt x="564451" y="11811"/>
                  </a:cubicBezTo>
                  <a:lnTo>
                    <a:pt x="568738" y="0"/>
                  </a:lnTo>
                  <a:lnTo>
                    <a:pt x="571119" y="857"/>
                  </a:lnTo>
                  <a:cubicBezTo>
                    <a:pt x="569881" y="3905"/>
                    <a:pt x="568452" y="6096"/>
                    <a:pt x="570643" y="9906"/>
                  </a:cubicBezTo>
                  <a:cubicBezTo>
                    <a:pt x="571500" y="11240"/>
                    <a:pt x="572643" y="12478"/>
                    <a:pt x="573881" y="13526"/>
                  </a:cubicBezTo>
                  <a:cubicBezTo>
                    <a:pt x="576358" y="15716"/>
                    <a:pt x="579215" y="18002"/>
                    <a:pt x="581120" y="20479"/>
                  </a:cubicBezTo>
                  <a:cubicBezTo>
                    <a:pt x="585597" y="26384"/>
                    <a:pt x="588074" y="26575"/>
                    <a:pt x="593598" y="30194"/>
                  </a:cubicBezTo>
                  <a:cubicBezTo>
                    <a:pt x="602171" y="35624"/>
                    <a:pt x="606457" y="48768"/>
                    <a:pt x="606552" y="59246"/>
                  </a:cubicBezTo>
                  <a:cubicBezTo>
                    <a:pt x="614743" y="63913"/>
                    <a:pt x="620840" y="68771"/>
                    <a:pt x="628364" y="74676"/>
                  </a:cubicBezTo>
                  <a:cubicBezTo>
                    <a:pt x="629793" y="75819"/>
                    <a:pt x="631222" y="76772"/>
                    <a:pt x="632651" y="77629"/>
                  </a:cubicBezTo>
                  <a:cubicBezTo>
                    <a:pt x="635413" y="79439"/>
                    <a:pt x="638270" y="80867"/>
                    <a:pt x="641128" y="82105"/>
                  </a:cubicBezTo>
                  <a:cubicBezTo>
                    <a:pt x="647891" y="84963"/>
                    <a:pt x="654749" y="86678"/>
                    <a:pt x="662083" y="89249"/>
                  </a:cubicBezTo>
                  <a:cubicBezTo>
                    <a:pt x="663131" y="87440"/>
                    <a:pt x="664655" y="87154"/>
                    <a:pt x="666464" y="88392"/>
                  </a:cubicBezTo>
                  <a:cubicBezTo>
                    <a:pt x="670179" y="91440"/>
                    <a:pt x="672751" y="95155"/>
                    <a:pt x="674370" y="99727"/>
                  </a:cubicBezTo>
                  <a:cubicBezTo>
                    <a:pt x="677609" y="106204"/>
                    <a:pt x="678751" y="112395"/>
                    <a:pt x="685038" y="116491"/>
                  </a:cubicBezTo>
                  <a:cubicBezTo>
                    <a:pt x="690943" y="120301"/>
                    <a:pt x="699326" y="122873"/>
                    <a:pt x="707612" y="125063"/>
                  </a:cubicBezTo>
                  <a:cubicBezTo>
                    <a:pt x="710756" y="125921"/>
                    <a:pt x="713804" y="126778"/>
                    <a:pt x="716756" y="127635"/>
                  </a:cubicBezTo>
                  <a:cubicBezTo>
                    <a:pt x="718947" y="128302"/>
                    <a:pt x="720947" y="128969"/>
                    <a:pt x="722757" y="129635"/>
                  </a:cubicBezTo>
                  <a:cubicBezTo>
                    <a:pt x="732568" y="133255"/>
                    <a:pt x="732758" y="132588"/>
                    <a:pt x="741426" y="131826"/>
                  </a:cubicBezTo>
                  <a:cubicBezTo>
                    <a:pt x="742283" y="131731"/>
                    <a:pt x="747808" y="131445"/>
                    <a:pt x="748570" y="131159"/>
                  </a:cubicBezTo>
                  <a:cubicBezTo>
                    <a:pt x="750380" y="129254"/>
                    <a:pt x="752475" y="127921"/>
                    <a:pt x="754856" y="127064"/>
                  </a:cubicBezTo>
                  <a:lnTo>
                    <a:pt x="768953" y="124873"/>
                  </a:lnTo>
                  <a:cubicBezTo>
                    <a:pt x="771430" y="124111"/>
                    <a:pt x="773525" y="122682"/>
                    <a:pt x="775335" y="120872"/>
                  </a:cubicBezTo>
                  <a:cubicBezTo>
                    <a:pt x="777050" y="120968"/>
                    <a:pt x="778764" y="121063"/>
                    <a:pt x="780383" y="121253"/>
                  </a:cubicBezTo>
                  <a:cubicBezTo>
                    <a:pt x="783241" y="120491"/>
                    <a:pt x="786384" y="119253"/>
                    <a:pt x="789242" y="118301"/>
                  </a:cubicBezTo>
                  <a:cubicBezTo>
                    <a:pt x="794957" y="116205"/>
                    <a:pt x="797528" y="113824"/>
                    <a:pt x="802767" y="115729"/>
                  </a:cubicBezTo>
                  <a:cubicBezTo>
                    <a:pt x="803243" y="115919"/>
                    <a:pt x="803719" y="116205"/>
                    <a:pt x="804291" y="116396"/>
                  </a:cubicBezTo>
                  <a:cubicBezTo>
                    <a:pt x="809054" y="118491"/>
                    <a:pt x="808292" y="119634"/>
                    <a:pt x="810482" y="122396"/>
                  </a:cubicBezTo>
                  <a:cubicBezTo>
                    <a:pt x="810768" y="122777"/>
                    <a:pt x="810959" y="123063"/>
                    <a:pt x="811340" y="123539"/>
                  </a:cubicBezTo>
                  <a:cubicBezTo>
                    <a:pt x="817435" y="130588"/>
                    <a:pt x="829437" y="128873"/>
                    <a:pt x="835533" y="135541"/>
                  </a:cubicBezTo>
                  <a:cubicBezTo>
                    <a:pt x="837914" y="138017"/>
                    <a:pt x="836962" y="141256"/>
                    <a:pt x="840200" y="143637"/>
                  </a:cubicBezTo>
                  <a:cubicBezTo>
                    <a:pt x="844677" y="147161"/>
                    <a:pt x="853631" y="148304"/>
                    <a:pt x="859060" y="150304"/>
                  </a:cubicBezTo>
                  <a:cubicBezTo>
                    <a:pt x="866108" y="152876"/>
                    <a:pt x="873061" y="154972"/>
                    <a:pt x="880015" y="157067"/>
                  </a:cubicBezTo>
                  <a:cubicBezTo>
                    <a:pt x="883063" y="157925"/>
                    <a:pt x="886111" y="158782"/>
                    <a:pt x="889159" y="159544"/>
                  </a:cubicBezTo>
                  <a:cubicBezTo>
                    <a:pt x="901065" y="162973"/>
                    <a:pt x="913067" y="166211"/>
                    <a:pt x="925068" y="170593"/>
                  </a:cubicBezTo>
                  <a:cubicBezTo>
                    <a:pt x="936689" y="174784"/>
                    <a:pt x="951262" y="177451"/>
                    <a:pt x="957643" y="189357"/>
                  </a:cubicBezTo>
                  <a:cubicBezTo>
                    <a:pt x="958310" y="190595"/>
                    <a:pt x="958596" y="192024"/>
                    <a:pt x="958882" y="193358"/>
                  </a:cubicBezTo>
                  <a:cubicBezTo>
                    <a:pt x="959358" y="195263"/>
                    <a:pt x="959930" y="197072"/>
                    <a:pt x="961739" y="198215"/>
                  </a:cubicBezTo>
                  <a:cubicBezTo>
                    <a:pt x="963168" y="199073"/>
                    <a:pt x="964787" y="199454"/>
                    <a:pt x="966692" y="199454"/>
                  </a:cubicBezTo>
                  <a:cubicBezTo>
                    <a:pt x="970026" y="199549"/>
                    <a:pt x="973836" y="198787"/>
                    <a:pt x="976789" y="199549"/>
                  </a:cubicBezTo>
                  <a:cubicBezTo>
                    <a:pt x="984123" y="201359"/>
                    <a:pt x="990314" y="206693"/>
                    <a:pt x="998220" y="205169"/>
                  </a:cubicBezTo>
                  <a:cubicBezTo>
                    <a:pt x="1003554" y="204026"/>
                    <a:pt x="1007174" y="199835"/>
                    <a:pt x="1011841" y="197453"/>
                  </a:cubicBezTo>
                  <a:cubicBezTo>
                    <a:pt x="1026890" y="189738"/>
                    <a:pt x="1036415" y="192691"/>
                    <a:pt x="1049274" y="197453"/>
                  </a:cubicBezTo>
                  <a:cubicBezTo>
                    <a:pt x="1051465" y="198311"/>
                    <a:pt x="1053751" y="199168"/>
                    <a:pt x="1056227" y="200025"/>
                  </a:cubicBezTo>
                  <a:cubicBezTo>
                    <a:pt x="1056894" y="200216"/>
                    <a:pt x="1057466" y="200501"/>
                    <a:pt x="1058132" y="200787"/>
                  </a:cubicBezTo>
                  <a:cubicBezTo>
                    <a:pt x="1063752" y="203073"/>
                    <a:pt x="1071658" y="207550"/>
                    <a:pt x="1076992" y="207550"/>
                  </a:cubicBezTo>
                  <a:cubicBezTo>
                    <a:pt x="1079944" y="207550"/>
                    <a:pt x="1082611" y="205740"/>
                    <a:pt x="1085088" y="205740"/>
                  </a:cubicBezTo>
                  <a:cubicBezTo>
                    <a:pt x="1096137" y="205454"/>
                    <a:pt x="1114806" y="231553"/>
                    <a:pt x="1126903" y="222314"/>
                  </a:cubicBezTo>
                  <a:cubicBezTo>
                    <a:pt x="1130999" y="224885"/>
                    <a:pt x="1130236" y="228029"/>
                    <a:pt x="1129093" y="231267"/>
                  </a:cubicBezTo>
                  <a:lnTo>
                    <a:pt x="1128522" y="232886"/>
                  </a:lnTo>
                  <a:cubicBezTo>
                    <a:pt x="1127951" y="234601"/>
                    <a:pt x="1127379" y="236220"/>
                    <a:pt x="1127569" y="237744"/>
                  </a:cubicBezTo>
                  <a:cubicBezTo>
                    <a:pt x="1127951" y="240697"/>
                    <a:pt x="1130332" y="244316"/>
                    <a:pt x="1133189" y="247745"/>
                  </a:cubicBezTo>
                  <a:cubicBezTo>
                    <a:pt x="1136428" y="251555"/>
                    <a:pt x="1140333" y="255175"/>
                    <a:pt x="1142714" y="257175"/>
                  </a:cubicBezTo>
                  <a:cubicBezTo>
                    <a:pt x="1149572" y="263081"/>
                    <a:pt x="1151192" y="261652"/>
                    <a:pt x="1158050" y="262223"/>
                  </a:cubicBezTo>
                  <a:cubicBezTo>
                    <a:pt x="1163384" y="262604"/>
                    <a:pt x="1168336" y="265176"/>
                    <a:pt x="1173575" y="266986"/>
                  </a:cubicBezTo>
                  <a:cubicBezTo>
                    <a:pt x="1182910" y="270319"/>
                    <a:pt x="1192244" y="273844"/>
                    <a:pt x="1201579" y="277082"/>
                  </a:cubicBezTo>
                  <a:cubicBezTo>
                    <a:pt x="1202531" y="277463"/>
                    <a:pt x="1203389" y="277654"/>
                    <a:pt x="1204151" y="277844"/>
                  </a:cubicBezTo>
                  <a:cubicBezTo>
                    <a:pt x="1208151" y="279083"/>
                    <a:pt x="1209961" y="279083"/>
                    <a:pt x="1214342" y="277463"/>
                  </a:cubicBezTo>
                  <a:cubicBezTo>
                    <a:pt x="1214818" y="277273"/>
                    <a:pt x="1215295" y="276987"/>
                    <a:pt x="1215866" y="276796"/>
                  </a:cubicBezTo>
                  <a:cubicBezTo>
                    <a:pt x="1221486" y="274511"/>
                    <a:pt x="1221200" y="275558"/>
                    <a:pt x="1226725" y="275558"/>
                  </a:cubicBezTo>
                  <a:cubicBezTo>
                    <a:pt x="1232630" y="275463"/>
                    <a:pt x="1234154" y="274415"/>
                    <a:pt x="1240441" y="276796"/>
                  </a:cubicBezTo>
                  <a:cubicBezTo>
                    <a:pt x="1247585" y="279464"/>
                    <a:pt x="1256062" y="284226"/>
                    <a:pt x="1263777" y="284988"/>
                  </a:cubicBezTo>
                  <a:cubicBezTo>
                    <a:pt x="1272826" y="285845"/>
                    <a:pt x="1276826" y="279844"/>
                    <a:pt x="1285780" y="282512"/>
                  </a:cubicBezTo>
                  <a:cubicBezTo>
                    <a:pt x="1288256" y="283273"/>
                    <a:pt x="1290828" y="284417"/>
                    <a:pt x="1293305" y="285655"/>
                  </a:cubicBezTo>
                  <a:cubicBezTo>
                    <a:pt x="1296067" y="286893"/>
                    <a:pt x="1298829" y="288036"/>
                    <a:pt x="1301686" y="288417"/>
                  </a:cubicBezTo>
                  <a:cubicBezTo>
                    <a:pt x="1301877" y="288417"/>
                    <a:pt x="1302163" y="288417"/>
                    <a:pt x="1302353" y="288417"/>
                  </a:cubicBezTo>
                  <a:cubicBezTo>
                    <a:pt x="1307306" y="288989"/>
                    <a:pt x="1310068" y="286988"/>
                    <a:pt x="1314736" y="285750"/>
                  </a:cubicBezTo>
                  <a:cubicBezTo>
                    <a:pt x="1329976" y="281845"/>
                    <a:pt x="1346740" y="296513"/>
                    <a:pt x="1362170" y="298799"/>
                  </a:cubicBezTo>
                  <a:cubicBezTo>
                    <a:pt x="1363694" y="297466"/>
                    <a:pt x="1364742" y="295751"/>
                    <a:pt x="1365504" y="293846"/>
                  </a:cubicBezTo>
                  <a:cubicBezTo>
                    <a:pt x="1369981" y="294418"/>
                    <a:pt x="1369600" y="299847"/>
                    <a:pt x="1372362" y="302419"/>
                  </a:cubicBezTo>
                  <a:cubicBezTo>
                    <a:pt x="1373696" y="303752"/>
                    <a:pt x="1375982" y="304610"/>
                    <a:pt x="1378172" y="305371"/>
                  </a:cubicBezTo>
                  <a:cubicBezTo>
                    <a:pt x="1379601" y="305943"/>
                    <a:pt x="1380839" y="306515"/>
                    <a:pt x="1381887" y="307086"/>
                  </a:cubicBezTo>
                  <a:cubicBezTo>
                    <a:pt x="1383506" y="307943"/>
                    <a:pt x="1385030" y="308991"/>
                    <a:pt x="1386554" y="310039"/>
                  </a:cubicBezTo>
                  <a:cubicBezTo>
                    <a:pt x="1393222" y="314896"/>
                    <a:pt x="1399127" y="320802"/>
                    <a:pt x="1407700" y="322898"/>
                  </a:cubicBezTo>
                  <a:cubicBezTo>
                    <a:pt x="1416844" y="325088"/>
                    <a:pt x="1426369" y="321659"/>
                    <a:pt x="1435799" y="322898"/>
                  </a:cubicBezTo>
                  <a:cubicBezTo>
                    <a:pt x="1438561" y="323279"/>
                    <a:pt x="1441133" y="324803"/>
                    <a:pt x="1443704" y="325184"/>
                  </a:cubicBezTo>
                  <a:cubicBezTo>
                    <a:pt x="1445895" y="325374"/>
                    <a:pt x="1448181" y="324421"/>
                    <a:pt x="1449896" y="324517"/>
                  </a:cubicBezTo>
                  <a:cubicBezTo>
                    <a:pt x="1453801" y="324803"/>
                    <a:pt x="1457992" y="326231"/>
                    <a:pt x="1462088" y="327850"/>
                  </a:cubicBezTo>
                  <a:cubicBezTo>
                    <a:pt x="1465040" y="328994"/>
                    <a:pt x="1468088" y="330327"/>
                    <a:pt x="1470851" y="331280"/>
                  </a:cubicBezTo>
                  <a:lnTo>
                    <a:pt x="1471327" y="331470"/>
                  </a:lnTo>
                  <a:cubicBezTo>
                    <a:pt x="1478090" y="333946"/>
                    <a:pt x="1484852" y="336233"/>
                    <a:pt x="1491710" y="338804"/>
                  </a:cubicBezTo>
                  <a:cubicBezTo>
                    <a:pt x="1491710" y="339471"/>
                    <a:pt x="1491710" y="340138"/>
                    <a:pt x="1491043" y="340900"/>
                  </a:cubicBezTo>
                  <a:cubicBezTo>
                    <a:pt x="1487519" y="342424"/>
                    <a:pt x="1484471" y="344710"/>
                    <a:pt x="1481900" y="347663"/>
                  </a:cubicBezTo>
                  <a:cubicBezTo>
                    <a:pt x="1479233" y="350996"/>
                    <a:pt x="1474280" y="362045"/>
                    <a:pt x="1474089" y="366808"/>
                  </a:cubicBezTo>
                  <a:cubicBezTo>
                    <a:pt x="1473708" y="374047"/>
                    <a:pt x="1474470" y="371761"/>
                    <a:pt x="1478852" y="376428"/>
                  </a:cubicBezTo>
                  <a:cubicBezTo>
                    <a:pt x="1481995" y="379762"/>
                    <a:pt x="1484662" y="380810"/>
                    <a:pt x="1487996" y="383667"/>
                  </a:cubicBezTo>
                  <a:cubicBezTo>
                    <a:pt x="1494282" y="388811"/>
                    <a:pt x="1493520" y="385286"/>
                    <a:pt x="1495616" y="395002"/>
                  </a:cubicBezTo>
                  <a:cubicBezTo>
                    <a:pt x="1497330" y="402717"/>
                    <a:pt x="1498092" y="408813"/>
                    <a:pt x="1496663" y="415100"/>
                  </a:cubicBezTo>
                  <a:cubicBezTo>
                    <a:pt x="1495997" y="417957"/>
                    <a:pt x="1494949" y="420815"/>
                    <a:pt x="1493234" y="423863"/>
                  </a:cubicBezTo>
                  <a:cubicBezTo>
                    <a:pt x="1492663" y="424910"/>
                    <a:pt x="1491996" y="426148"/>
                    <a:pt x="1491139" y="427387"/>
                  </a:cubicBezTo>
                  <a:cubicBezTo>
                    <a:pt x="1488567" y="431387"/>
                    <a:pt x="1486376" y="428244"/>
                    <a:pt x="1486662" y="434912"/>
                  </a:cubicBezTo>
                  <a:cubicBezTo>
                    <a:pt x="1486948" y="442246"/>
                    <a:pt x="1493520" y="452057"/>
                    <a:pt x="1496568" y="458534"/>
                  </a:cubicBezTo>
                  <a:cubicBezTo>
                    <a:pt x="1500188" y="466058"/>
                    <a:pt x="1501521" y="470059"/>
                    <a:pt x="1501140" y="475107"/>
                  </a:cubicBezTo>
                  <a:cubicBezTo>
                    <a:pt x="1500854" y="478155"/>
                    <a:pt x="1499902" y="481394"/>
                    <a:pt x="1498378" y="486061"/>
                  </a:cubicBezTo>
                  <a:cubicBezTo>
                    <a:pt x="1496568" y="491585"/>
                    <a:pt x="1495806" y="498824"/>
                    <a:pt x="1494663" y="506349"/>
                  </a:cubicBezTo>
                  <a:cubicBezTo>
                    <a:pt x="1494187" y="509492"/>
                    <a:pt x="1493710" y="512731"/>
                    <a:pt x="1492949" y="515779"/>
                  </a:cubicBezTo>
                  <a:cubicBezTo>
                    <a:pt x="1490948" y="525304"/>
                    <a:pt x="1493520" y="533305"/>
                    <a:pt x="1486281" y="537020"/>
                  </a:cubicBezTo>
                  <a:cubicBezTo>
                    <a:pt x="1487900" y="537877"/>
                    <a:pt x="1490853" y="542735"/>
                    <a:pt x="1493425" y="544449"/>
                  </a:cubicBezTo>
                  <a:cubicBezTo>
                    <a:pt x="1497044" y="546735"/>
                    <a:pt x="1500473" y="549402"/>
                    <a:pt x="1501235" y="551783"/>
                  </a:cubicBezTo>
                  <a:cubicBezTo>
                    <a:pt x="1503902" y="559880"/>
                    <a:pt x="1485900" y="567595"/>
                    <a:pt x="1488091" y="576167"/>
                  </a:cubicBezTo>
                  <a:cubicBezTo>
                    <a:pt x="1489043" y="580263"/>
                    <a:pt x="1499426" y="579882"/>
                    <a:pt x="1499044" y="585026"/>
                  </a:cubicBezTo>
                  <a:cubicBezTo>
                    <a:pt x="1498854" y="587693"/>
                    <a:pt x="1496473" y="591407"/>
                    <a:pt x="1495520" y="593884"/>
                  </a:cubicBezTo>
                  <a:cubicBezTo>
                    <a:pt x="1495330" y="594551"/>
                    <a:pt x="1494949" y="595217"/>
                    <a:pt x="1494663" y="595884"/>
                  </a:cubicBezTo>
                  <a:cubicBezTo>
                    <a:pt x="1493520" y="598456"/>
                    <a:pt x="1492091" y="601599"/>
                    <a:pt x="1491043" y="604647"/>
                  </a:cubicBezTo>
                  <a:cubicBezTo>
                    <a:pt x="1490091" y="607219"/>
                    <a:pt x="1489424" y="609791"/>
                    <a:pt x="1489329" y="612077"/>
                  </a:cubicBezTo>
                  <a:cubicBezTo>
                    <a:pt x="1488948" y="620935"/>
                    <a:pt x="1486567" y="639032"/>
                    <a:pt x="1475137" y="643985"/>
                  </a:cubicBezTo>
                  <a:cubicBezTo>
                    <a:pt x="1473422" y="644652"/>
                    <a:pt x="1469898" y="641699"/>
                    <a:pt x="1468184" y="642461"/>
                  </a:cubicBezTo>
                  <a:cubicBezTo>
                    <a:pt x="1463802" y="644652"/>
                    <a:pt x="1461992" y="651129"/>
                    <a:pt x="1459230" y="654844"/>
                  </a:cubicBezTo>
                  <a:cubicBezTo>
                    <a:pt x="1452658" y="663512"/>
                    <a:pt x="1450562" y="665417"/>
                    <a:pt x="1440752" y="663321"/>
                  </a:cubicBezTo>
                  <a:cubicBezTo>
                    <a:pt x="1439227" y="666941"/>
                    <a:pt x="1436560" y="666845"/>
                    <a:pt x="1434941" y="669227"/>
                  </a:cubicBezTo>
                  <a:cubicBezTo>
                    <a:pt x="1434751" y="669417"/>
                    <a:pt x="1434656" y="669798"/>
                    <a:pt x="1434560" y="670084"/>
                  </a:cubicBezTo>
                  <a:cubicBezTo>
                    <a:pt x="1433513" y="671894"/>
                    <a:pt x="1433132" y="674084"/>
                    <a:pt x="1431989" y="675704"/>
                  </a:cubicBezTo>
                  <a:lnTo>
                    <a:pt x="1432369" y="675704"/>
                  </a:lnTo>
                  <a:cubicBezTo>
                    <a:pt x="1430274" y="678561"/>
                    <a:pt x="1428369" y="681228"/>
                    <a:pt x="1426464" y="683800"/>
                  </a:cubicBezTo>
                  <a:cubicBezTo>
                    <a:pt x="1423416" y="687991"/>
                    <a:pt x="1420273" y="691610"/>
                    <a:pt x="1416082" y="694754"/>
                  </a:cubicBezTo>
                  <a:cubicBezTo>
                    <a:pt x="1413701" y="696659"/>
                    <a:pt x="1410843" y="698278"/>
                    <a:pt x="1407509" y="699707"/>
                  </a:cubicBezTo>
                  <a:cubicBezTo>
                    <a:pt x="1397508" y="704088"/>
                    <a:pt x="1404652" y="699516"/>
                    <a:pt x="1403794" y="710184"/>
                  </a:cubicBezTo>
                  <a:cubicBezTo>
                    <a:pt x="1403223" y="719900"/>
                    <a:pt x="1404080" y="726853"/>
                    <a:pt x="1407128" y="735997"/>
                  </a:cubicBezTo>
                  <a:cubicBezTo>
                    <a:pt x="1407128" y="735997"/>
                    <a:pt x="1407128" y="736187"/>
                    <a:pt x="1407128" y="736283"/>
                  </a:cubicBezTo>
                  <a:cubicBezTo>
                    <a:pt x="1407128" y="736283"/>
                    <a:pt x="1406081" y="740759"/>
                    <a:pt x="1405985" y="740759"/>
                  </a:cubicBezTo>
                  <a:cubicBezTo>
                    <a:pt x="1401223" y="740378"/>
                    <a:pt x="1398175" y="736664"/>
                    <a:pt x="1393412" y="737997"/>
                  </a:cubicBezTo>
                  <a:cubicBezTo>
                    <a:pt x="1391888" y="738473"/>
                    <a:pt x="1382268" y="737711"/>
                    <a:pt x="1378839" y="742093"/>
                  </a:cubicBezTo>
                  <a:cubicBezTo>
                    <a:pt x="1376363" y="744950"/>
                    <a:pt x="1374267" y="747808"/>
                    <a:pt x="1373219" y="749427"/>
                  </a:cubicBezTo>
                  <a:lnTo>
                    <a:pt x="1372838" y="749999"/>
                  </a:lnTo>
                  <a:lnTo>
                    <a:pt x="1372838" y="749999"/>
                  </a:lnTo>
                  <a:cubicBezTo>
                    <a:pt x="1367028" y="760000"/>
                    <a:pt x="1364933" y="773525"/>
                    <a:pt x="1360837" y="784384"/>
                  </a:cubicBezTo>
                  <a:cubicBezTo>
                    <a:pt x="1358646" y="790194"/>
                    <a:pt x="1355027" y="792385"/>
                    <a:pt x="1356646" y="798767"/>
                  </a:cubicBezTo>
                  <a:cubicBezTo>
                    <a:pt x="1357979" y="804482"/>
                    <a:pt x="1362170" y="806196"/>
                    <a:pt x="1361694" y="812483"/>
                  </a:cubicBezTo>
                  <a:cubicBezTo>
                    <a:pt x="1361408" y="815531"/>
                    <a:pt x="1359980" y="818960"/>
                    <a:pt x="1358360" y="822484"/>
                  </a:cubicBezTo>
                  <a:cubicBezTo>
                    <a:pt x="1357122" y="825246"/>
                    <a:pt x="1355789" y="827913"/>
                    <a:pt x="1354931" y="830199"/>
                  </a:cubicBezTo>
                  <a:lnTo>
                    <a:pt x="1354550" y="831152"/>
                  </a:lnTo>
                  <a:cubicBezTo>
                    <a:pt x="1351121" y="840867"/>
                    <a:pt x="1351217" y="847820"/>
                    <a:pt x="1349121" y="857726"/>
                  </a:cubicBezTo>
                  <a:cubicBezTo>
                    <a:pt x="1350931" y="858584"/>
                    <a:pt x="1352645" y="859441"/>
                    <a:pt x="1354074" y="860108"/>
                  </a:cubicBezTo>
                  <a:cubicBezTo>
                    <a:pt x="1357503" y="861917"/>
                    <a:pt x="1361027" y="869347"/>
                    <a:pt x="1361027" y="869537"/>
                  </a:cubicBezTo>
                  <a:cubicBezTo>
                    <a:pt x="1362075" y="875062"/>
                    <a:pt x="1365314" y="883825"/>
                    <a:pt x="1365409" y="889254"/>
                  </a:cubicBezTo>
                  <a:cubicBezTo>
                    <a:pt x="1365409" y="895731"/>
                    <a:pt x="1370267" y="902018"/>
                    <a:pt x="1370076" y="909257"/>
                  </a:cubicBezTo>
                  <a:cubicBezTo>
                    <a:pt x="1369981" y="912400"/>
                    <a:pt x="1369505" y="916686"/>
                    <a:pt x="1368743" y="920877"/>
                  </a:cubicBezTo>
                  <a:cubicBezTo>
                    <a:pt x="1368171" y="924020"/>
                    <a:pt x="1367504" y="926973"/>
                    <a:pt x="1366742" y="929259"/>
                  </a:cubicBezTo>
                  <a:lnTo>
                    <a:pt x="1366457" y="930021"/>
                  </a:lnTo>
                  <a:cubicBezTo>
                    <a:pt x="1364075" y="936593"/>
                    <a:pt x="1362551" y="935069"/>
                    <a:pt x="1357979" y="938975"/>
                  </a:cubicBezTo>
                  <a:cubicBezTo>
                    <a:pt x="1351693" y="944404"/>
                    <a:pt x="1353122" y="954024"/>
                    <a:pt x="1347121" y="959263"/>
                  </a:cubicBezTo>
                  <a:cubicBezTo>
                    <a:pt x="1341025" y="964787"/>
                    <a:pt x="1339691" y="960692"/>
                    <a:pt x="1336262" y="969455"/>
                  </a:cubicBezTo>
                  <a:cubicBezTo>
                    <a:pt x="1333595" y="975932"/>
                    <a:pt x="1328452" y="985457"/>
                    <a:pt x="1328642" y="992219"/>
                  </a:cubicBezTo>
                  <a:cubicBezTo>
                    <a:pt x="1334357" y="993743"/>
                    <a:pt x="1335500" y="996601"/>
                    <a:pt x="1336453" y="1001078"/>
                  </a:cubicBezTo>
                  <a:cubicBezTo>
                    <a:pt x="1336548" y="1001840"/>
                    <a:pt x="1336739" y="1002697"/>
                    <a:pt x="1336929" y="1003554"/>
                  </a:cubicBezTo>
                  <a:cubicBezTo>
                    <a:pt x="1337596" y="1006983"/>
                    <a:pt x="1339120" y="1009650"/>
                    <a:pt x="1340358" y="1012508"/>
                  </a:cubicBezTo>
                  <a:cubicBezTo>
                    <a:pt x="1340644" y="1013365"/>
                    <a:pt x="1340930" y="1014222"/>
                    <a:pt x="1341215" y="1015175"/>
                  </a:cubicBezTo>
                  <a:cubicBezTo>
                    <a:pt x="1343216" y="1024223"/>
                    <a:pt x="1335691" y="1039749"/>
                    <a:pt x="1327118" y="1043368"/>
                  </a:cubicBezTo>
                  <a:cubicBezTo>
                    <a:pt x="1329404" y="1047274"/>
                    <a:pt x="1326356" y="1053751"/>
                    <a:pt x="1323785" y="1057370"/>
                  </a:cubicBezTo>
                  <a:cubicBezTo>
                    <a:pt x="1315974" y="1055275"/>
                    <a:pt x="1310259" y="1056704"/>
                    <a:pt x="1302449" y="1054703"/>
                  </a:cubicBezTo>
                  <a:cubicBezTo>
                    <a:pt x="1302449" y="1054703"/>
                    <a:pt x="1302382" y="1054703"/>
                    <a:pt x="1302258" y="1054703"/>
                  </a:cubicBezTo>
                  <a:cubicBezTo>
                    <a:pt x="1297686" y="1061466"/>
                    <a:pt x="1295876" y="1069562"/>
                    <a:pt x="1293685" y="1077659"/>
                  </a:cubicBezTo>
                  <a:cubicBezTo>
                    <a:pt x="1292828" y="1080802"/>
                    <a:pt x="1291971" y="1083755"/>
                    <a:pt x="1290828" y="1086707"/>
                  </a:cubicBezTo>
                  <a:cubicBezTo>
                    <a:pt x="1289971" y="1088708"/>
                    <a:pt x="1289114" y="1090708"/>
                    <a:pt x="1288161" y="1092613"/>
                  </a:cubicBezTo>
                  <a:cubicBezTo>
                    <a:pt x="1285208" y="1097661"/>
                    <a:pt x="1285875" y="1096328"/>
                    <a:pt x="1281875" y="1099090"/>
                  </a:cubicBezTo>
                  <a:cubicBezTo>
                    <a:pt x="1280351" y="1100138"/>
                    <a:pt x="1277684" y="1100995"/>
                    <a:pt x="1275302" y="1102138"/>
                  </a:cubicBezTo>
                  <a:cubicBezTo>
                    <a:pt x="1273397" y="1103090"/>
                    <a:pt x="1271588" y="1104233"/>
                    <a:pt x="1270921" y="1105853"/>
                  </a:cubicBezTo>
                  <a:cubicBezTo>
                    <a:pt x="1270064" y="1108043"/>
                    <a:pt x="1270254" y="1110615"/>
                    <a:pt x="1271207" y="1113473"/>
                  </a:cubicBezTo>
                  <a:cubicBezTo>
                    <a:pt x="1272635" y="1118235"/>
                    <a:pt x="1275302" y="1123188"/>
                    <a:pt x="1275969" y="1126712"/>
                  </a:cubicBezTo>
                  <a:cubicBezTo>
                    <a:pt x="1275969" y="1126998"/>
                    <a:pt x="1275969" y="1127379"/>
                    <a:pt x="1276160" y="1127665"/>
                  </a:cubicBezTo>
                  <a:cubicBezTo>
                    <a:pt x="1277112" y="1133570"/>
                    <a:pt x="1276922" y="1133761"/>
                    <a:pt x="1275017" y="1139952"/>
                  </a:cubicBezTo>
                  <a:cubicBezTo>
                    <a:pt x="1273207" y="1145477"/>
                    <a:pt x="1268159" y="1141857"/>
                    <a:pt x="1267111" y="1147477"/>
                  </a:cubicBezTo>
                  <a:cubicBezTo>
                    <a:pt x="1266635" y="1149572"/>
                    <a:pt x="1268921" y="1156240"/>
                    <a:pt x="1269016" y="1157859"/>
                  </a:cubicBezTo>
                  <a:cubicBezTo>
                    <a:pt x="1269016" y="1159097"/>
                    <a:pt x="1270349" y="1163765"/>
                    <a:pt x="1267492" y="1164908"/>
                  </a:cubicBezTo>
                  <a:cubicBezTo>
                    <a:pt x="1267682" y="1167098"/>
                    <a:pt x="1268540" y="1169099"/>
                    <a:pt x="1269492" y="1171004"/>
                  </a:cubicBezTo>
                  <a:cubicBezTo>
                    <a:pt x="1272540" y="1176623"/>
                    <a:pt x="1277493" y="1181386"/>
                    <a:pt x="1276826" y="1189101"/>
                  </a:cubicBezTo>
                  <a:cubicBezTo>
                    <a:pt x="1276255" y="1194530"/>
                    <a:pt x="1272826" y="1203103"/>
                    <a:pt x="1269683" y="1207484"/>
                  </a:cubicBezTo>
                  <a:cubicBezTo>
                    <a:pt x="1267492" y="1207199"/>
                    <a:pt x="1265396" y="1206818"/>
                    <a:pt x="1263301" y="1206627"/>
                  </a:cubicBezTo>
                  <a:cubicBezTo>
                    <a:pt x="1262253" y="1210437"/>
                    <a:pt x="1263777" y="1213771"/>
                    <a:pt x="1262920" y="1217676"/>
                  </a:cubicBezTo>
                  <a:cubicBezTo>
                    <a:pt x="1262443" y="1220438"/>
                    <a:pt x="1259967" y="1217962"/>
                    <a:pt x="1260158" y="1220819"/>
                  </a:cubicBezTo>
                  <a:cubicBezTo>
                    <a:pt x="1260443" y="1231392"/>
                    <a:pt x="1271968" y="1232726"/>
                    <a:pt x="1273874" y="1241203"/>
                  </a:cubicBezTo>
                  <a:cubicBezTo>
                    <a:pt x="1264158" y="1242060"/>
                    <a:pt x="1270540" y="1236917"/>
                    <a:pt x="1267111" y="1243013"/>
                  </a:cubicBezTo>
                  <a:cubicBezTo>
                    <a:pt x="1266349" y="1244251"/>
                    <a:pt x="1261586" y="1253681"/>
                    <a:pt x="1260729" y="1256252"/>
                  </a:cubicBezTo>
                  <a:cubicBezTo>
                    <a:pt x="1260348" y="1257300"/>
                    <a:pt x="1259967" y="1258348"/>
                    <a:pt x="1259681" y="1259491"/>
                  </a:cubicBezTo>
                  <a:cubicBezTo>
                    <a:pt x="1257300" y="1266635"/>
                    <a:pt x="1255014" y="1273969"/>
                    <a:pt x="1252061" y="1280732"/>
                  </a:cubicBezTo>
                  <a:cubicBezTo>
                    <a:pt x="1249871" y="1285685"/>
                    <a:pt x="1246442" y="1288733"/>
                    <a:pt x="1243775" y="1293400"/>
                  </a:cubicBezTo>
                  <a:cubicBezTo>
                    <a:pt x="1241393" y="1297496"/>
                    <a:pt x="1241393" y="1299305"/>
                    <a:pt x="1238536" y="1302734"/>
                  </a:cubicBezTo>
                  <a:cubicBezTo>
                    <a:pt x="1232249" y="1310450"/>
                    <a:pt x="1226534" y="1304449"/>
                    <a:pt x="1218438" y="1304068"/>
                  </a:cubicBezTo>
                  <a:cubicBezTo>
                    <a:pt x="1217581" y="1311212"/>
                    <a:pt x="1220152" y="1306735"/>
                    <a:pt x="1215295" y="1315974"/>
                  </a:cubicBezTo>
                  <a:cubicBezTo>
                    <a:pt x="1215295" y="1316165"/>
                    <a:pt x="1215104" y="1316260"/>
                    <a:pt x="1215009" y="1316450"/>
                  </a:cubicBezTo>
                  <a:cubicBezTo>
                    <a:pt x="1214057" y="1317974"/>
                    <a:pt x="1213104" y="1319213"/>
                    <a:pt x="1212152" y="13202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08" name="Google Shape;1208;p47"/>
            <p:cNvGrpSpPr/>
            <p:nvPr/>
          </p:nvGrpSpPr>
          <p:grpSpPr>
            <a:xfrm rot="10800000">
              <a:off x="6810091" y="-617871"/>
              <a:ext cx="3059426" cy="2688663"/>
              <a:chOff x="9590772" y="632648"/>
              <a:chExt cx="1489424" cy="1308925"/>
            </a:xfrm>
          </p:grpSpPr>
          <p:grpSp>
            <p:nvGrpSpPr>
              <p:cNvPr id="1209" name="Google Shape;1209;p47"/>
              <p:cNvGrpSpPr/>
              <p:nvPr/>
            </p:nvGrpSpPr>
            <p:grpSpPr>
              <a:xfrm>
                <a:off x="9590772" y="689798"/>
                <a:ext cx="1484947" cy="1251775"/>
                <a:chOff x="9590772" y="689798"/>
                <a:chExt cx="1484947" cy="1251775"/>
              </a:xfrm>
            </p:grpSpPr>
            <p:sp>
              <p:nvSpPr>
                <p:cNvPr id="1210" name="Google Shape;1210;p47"/>
                <p:cNvSpPr/>
                <p:nvPr/>
              </p:nvSpPr>
              <p:spPr>
                <a:xfrm>
                  <a:off x="10090739" y="689798"/>
                  <a:ext cx="984980" cy="360045"/>
                </a:xfrm>
                <a:custGeom>
                  <a:rect b="b" l="l" r="r" t="t"/>
                  <a:pathLst>
                    <a:path extrusionOk="0" h="360045" w="984980">
                      <a:moveTo>
                        <a:pt x="981647" y="359950"/>
                      </a:moveTo>
                      <a:lnTo>
                        <a:pt x="0" y="6953"/>
                      </a:lnTo>
                      <a:cubicBezTo>
                        <a:pt x="571" y="6477"/>
                        <a:pt x="953" y="5906"/>
                        <a:pt x="1429" y="5429"/>
                      </a:cubicBezTo>
                      <a:cubicBezTo>
                        <a:pt x="3524" y="3048"/>
                        <a:pt x="5715" y="1333"/>
                        <a:pt x="7906" y="0"/>
                      </a:cubicBezTo>
                      <a:lnTo>
                        <a:pt x="984980" y="351377"/>
                      </a:lnTo>
                      <a:cubicBezTo>
                        <a:pt x="984313" y="354235"/>
                        <a:pt x="983266" y="356997"/>
                        <a:pt x="981551" y="3600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1" name="Google Shape;1211;p47"/>
                <p:cNvSpPr/>
                <p:nvPr/>
              </p:nvSpPr>
              <p:spPr>
                <a:xfrm>
                  <a:off x="10025874" y="755045"/>
                  <a:ext cx="1047940" cy="385095"/>
                </a:xfrm>
                <a:custGeom>
                  <a:rect b="b" l="l" r="r" t="t"/>
                  <a:pathLst>
                    <a:path extrusionOk="0" h="385095" w="1047940">
                      <a:moveTo>
                        <a:pt x="1046321" y="385096"/>
                      </a:moveTo>
                      <a:lnTo>
                        <a:pt x="0" y="8763"/>
                      </a:lnTo>
                      <a:lnTo>
                        <a:pt x="3143" y="0"/>
                      </a:lnTo>
                      <a:lnTo>
                        <a:pt x="1047940" y="375761"/>
                      </a:lnTo>
                      <a:cubicBezTo>
                        <a:pt x="1047464" y="378809"/>
                        <a:pt x="1046988" y="382048"/>
                        <a:pt x="1046321" y="3850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2" name="Google Shape;1212;p47"/>
                <p:cNvSpPr/>
                <p:nvPr/>
              </p:nvSpPr>
              <p:spPr>
                <a:xfrm>
                  <a:off x="9979583" y="835150"/>
                  <a:ext cx="1086421" cy="391858"/>
                </a:xfrm>
                <a:custGeom>
                  <a:rect b="b" l="l" r="r" t="t"/>
                  <a:pathLst>
                    <a:path extrusionOk="0" h="391858" w="1086421">
                      <a:moveTo>
                        <a:pt x="1082802" y="391859"/>
                      </a:moveTo>
                      <a:lnTo>
                        <a:pt x="0" y="2476"/>
                      </a:lnTo>
                      <a:cubicBezTo>
                        <a:pt x="6191" y="3619"/>
                        <a:pt x="12382" y="4572"/>
                        <a:pt x="18669" y="5620"/>
                      </a:cubicBezTo>
                      <a:lnTo>
                        <a:pt x="20669" y="0"/>
                      </a:lnTo>
                      <a:lnTo>
                        <a:pt x="1086422" y="383286"/>
                      </a:lnTo>
                      <a:cubicBezTo>
                        <a:pt x="1085279" y="385858"/>
                        <a:pt x="1083945" y="388906"/>
                        <a:pt x="1082802" y="3918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3" name="Google Shape;1213;p47"/>
                <p:cNvSpPr/>
                <p:nvPr/>
              </p:nvSpPr>
              <p:spPr>
                <a:xfrm>
                  <a:off x="9924909" y="900682"/>
                  <a:ext cx="1095470" cy="399478"/>
                </a:xfrm>
                <a:custGeom>
                  <a:rect b="b" l="l" r="r" t="t"/>
                  <a:pathLst>
                    <a:path extrusionOk="0" h="399478" w="1095470">
                      <a:moveTo>
                        <a:pt x="1089660" y="399479"/>
                      </a:moveTo>
                      <a:lnTo>
                        <a:pt x="0" y="7620"/>
                      </a:lnTo>
                      <a:cubicBezTo>
                        <a:pt x="1238" y="5048"/>
                        <a:pt x="2762" y="2667"/>
                        <a:pt x="5048" y="857"/>
                      </a:cubicBezTo>
                      <a:cubicBezTo>
                        <a:pt x="5334" y="572"/>
                        <a:pt x="5810" y="191"/>
                        <a:pt x="6287" y="0"/>
                      </a:cubicBezTo>
                      <a:lnTo>
                        <a:pt x="1095470" y="391668"/>
                      </a:lnTo>
                      <a:cubicBezTo>
                        <a:pt x="1093375" y="394430"/>
                        <a:pt x="1091565" y="397002"/>
                        <a:pt x="1089660" y="3994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4" name="Google Shape;1214;p47"/>
                <p:cNvSpPr/>
                <p:nvPr/>
              </p:nvSpPr>
              <p:spPr>
                <a:xfrm>
                  <a:off x="9844423" y="961452"/>
                  <a:ext cx="1121949" cy="409670"/>
                </a:xfrm>
                <a:custGeom>
                  <a:rect b="b" l="l" r="r" t="t"/>
                  <a:pathLst>
                    <a:path extrusionOk="0" h="409670" w="1121949">
                      <a:moveTo>
                        <a:pt x="1121950" y="401955"/>
                      </a:moveTo>
                      <a:lnTo>
                        <a:pt x="1067467" y="382334"/>
                      </a:lnTo>
                      <a:lnTo>
                        <a:pt x="1058704" y="379190"/>
                      </a:lnTo>
                      <a:lnTo>
                        <a:pt x="987362" y="353568"/>
                      </a:lnTo>
                      <a:lnTo>
                        <a:pt x="978598" y="350425"/>
                      </a:lnTo>
                      <a:lnTo>
                        <a:pt x="907351" y="324803"/>
                      </a:lnTo>
                      <a:lnTo>
                        <a:pt x="898588" y="321659"/>
                      </a:lnTo>
                      <a:lnTo>
                        <a:pt x="827246" y="296037"/>
                      </a:lnTo>
                      <a:lnTo>
                        <a:pt x="818483" y="292894"/>
                      </a:lnTo>
                      <a:lnTo>
                        <a:pt x="747236" y="267271"/>
                      </a:lnTo>
                      <a:lnTo>
                        <a:pt x="738473" y="264128"/>
                      </a:lnTo>
                      <a:lnTo>
                        <a:pt x="667131" y="238506"/>
                      </a:lnTo>
                      <a:lnTo>
                        <a:pt x="658368" y="235363"/>
                      </a:lnTo>
                      <a:lnTo>
                        <a:pt x="587121" y="209740"/>
                      </a:lnTo>
                      <a:lnTo>
                        <a:pt x="578358" y="206597"/>
                      </a:lnTo>
                      <a:lnTo>
                        <a:pt x="507016" y="180975"/>
                      </a:lnTo>
                      <a:lnTo>
                        <a:pt x="498253" y="177832"/>
                      </a:lnTo>
                      <a:lnTo>
                        <a:pt x="426910" y="152209"/>
                      </a:lnTo>
                      <a:lnTo>
                        <a:pt x="418147" y="149066"/>
                      </a:lnTo>
                      <a:lnTo>
                        <a:pt x="346900" y="123444"/>
                      </a:lnTo>
                      <a:lnTo>
                        <a:pt x="338138" y="120301"/>
                      </a:lnTo>
                      <a:lnTo>
                        <a:pt x="266795" y="94678"/>
                      </a:lnTo>
                      <a:lnTo>
                        <a:pt x="258032" y="91535"/>
                      </a:lnTo>
                      <a:lnTo>
                        <a:pt x="186785" y="65913"/>
                      </a:lnTo>
                      <a:lnTo>
                        <a:pt x="178022" y="62770"/>
                      </a:lnTo>
                      <a:lnTo>
                        <a:pt x="106680" y="37147"/>
                      </a:lnTo>
                      <a:lnTo>
                        <a:pt x="97917" y="34004"/>
                      </a:lnTo>
                      <a:lnTo>
                        <a:pt x="26670" y="8382"/>
                      </a:lnTo>
                      <a:lnTo>
                        <a:pt x="17907" y="5239"/>
                      </a:lnTo>
                      <a:lnTo>
                        <a:pt x="3334" y="0"/>
                      </a:lnTo>
                      <a:cubicBezTo>
                        <a:pt x="2286" y="2953"/>
                        <a:pt x="1238" y="5905"/>
                        <a:pt x="0" y="8668"/>
                      </a:cubicBezTo>
                      <a:lnTo>
                        <a:pt x="14764" y="14002"/>
                      </a:lnTo>
                      <a:lnTo>
                        <a:pt x="23527" y="17145"/>
                      </a:lnTo>
                      <a:lnTo>
                        <a:pt x="94774" y="42767"/>
                      </a:lnTo>
                      <a:lnTo>
                        <a:pt x="103537" y="45910"/>
                      </a:lnTo>
                      <a:lnTo>
                        <a:pt x="174879" y="71533"/>
                      </a:lnTo>
                      <a:lnTo>
                        <a:pt x="183642" y="74676"/>
                      </a:lnTo>
                      <a:lnTo>
                        <a:pt x="254889" y="100298"/>
                      </a:lnTo>
                      <a:lnTo>
                        <a:pt x="263652" y="103442"/>
                      </a:lnTo>
                      <a:lnTo>
                        <a:pt x="334994" y="129064"/>
                      </a:lnTo>
                      <a:lnTo>
                        <a:pt x="343757" y="132207"/>
                      </a:lnTo>
                      <a:lnTo>
                        <a:pt x="415004" y="157829"/>
                      </a:lnTo>
                      <a:lnTo>
                        <a:pt x="423767" y="160972"/>
                      </a:lnTo>
                      <a:lnTo>
                        <a:pt x="495109" y="186595"/>
                      </a:lnTo>
                      <a:lnTo>
                        <a:pt x="503872" y="189738"/>
                      </a:lnTo>
                      <a:lnTo>
                        <a:pt x="575215" y="215360"/>
                      </a:lnTo>
                      <a:lnTo>
                        <a:pt x="583978" y="218503"/>
                      </a:lnTo>
                      <a:lnTo>
                        <a:pt x="655225" y="244126"/>
                      </a:lnTo>
                      <a:lnTo>
                        <a:pt x="663988" y="247269"/>
                      </a:lnTo>
                      <a:lnTo>
                        <a:pt x="735330" y="272891"/>
                      </a:lnTo>
                      <a:lnTo>
                        <a:pt x="744093" y="276034"/>
                      </a:lnTo>
                      <a:lnTo>
                        <a:pt x="815340" y="301657"/>
                      </a:lnTo>
                      <a:lnTo>
                        <a:pt x="824103" y="304800"/>
                      </a:lnTo>
                      <a:lnTo>
                        <a:pt x="895445" y="330422"/>
                      </a:lnTo>
                      <a:lnTo>
                        <a:pt x="904208" y="333565"/>
                      </a:lnTo>
                      <a:lnTo>
                        <a:pt x="975455" y="359188"/>
                      </a:lnTo>
                      <a:lnTo>
                        <a:pt x="984218" y="362331"/>
                      </a:lnTo>
                      <a:lnTo>
                        <a:pt x="1055560" y="387953"/>
                      </a:lnTo>
                      <a:lnTo>
                        <a:pt x="1064323" y="391096"/>
                      </a:lnTo>
                      <a:lnTo>
                        <a:pt x="1115949" y="409670"/>
                      </a:lnTo>
                      <a:lnTo>
                        <a:pt x="1121855" y="401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5" name="Google Shape;1215;p47"/>
                <p:cNvSpPr/>
                <p:nvPr/>
              </p:nvSpPr>
              <p:spPr>
                <a:xfrm>
                  <a:off x="9809371" y="1038794"/>
                  <a:ext cx="1136523" cy="416147"/>
                </a:xfrm>
                <a:custGeom>
                  <a:rect b="b" l="l" r="r" t="t"/>
                  <a:pathLst>
                    <a:path extrusionOk="0" h="416147" w="1136523">
                      <a:moveTo>
                        <a:pt x="1132904" y="416147"/>
                      </a:moveTo>
                      <a:lnTo>
                        <a:pt x="0" y="8763"/>
                      </a:lnTo>
                      <a:lnTo>
                        <a:pt x="3143" y="0"/>
                      </a:lnTo>
                      <a:lnTo>
                        <a:pt x="1136523" y="407575"/>
                      </a:lnTo>
                      <a:cubicBezTo>
                        <a:pt x="1135380" y="410337"/>
                        <a:pt x="1134047" y="412909"/>
                        <a:pt x="1133189" y="415195"/>
                      </a:cubicBezTo>
                      <a:lnTo>
                        <a:pt x="1132809" y="41614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6" name="Google Shape;1216;p47"/>
                <p:cNvSpPr/>
                <p:nvPr/>
              </p:nvSpPr>
              <p:spPr>
                <a:xfrm>
                  <a:off x="9767271" y="1113852"/>
                  <a:ext cx="1182909" cy="433578"/>
                </a:xfrm>
                <a:custGeom>
                  <a:rect b="b" l="l" r="r" t="t"/>
                  <a:pathLst>
                    <a:path extrusionOk="0" h="433578" w="1182909">
                      <a:moveTo>
                        <a:pt x="1180624" y="433578"/>
                      </a:moveTo>
                      <a:lnTo>
                        <a:pt x="0" y="9049"/>
                      </a:lnTo>
                      <a:cubicBezTo>
                        <a:pt x="667" y="6001"/>
                        <a:pt x="1524" y="2953"/>
                        <a:pt x="2381" y="0"/>
                      </a:cubicBezTo>
                      <a:lnTo>
                        <a:pt x="1182910" y="424529"/>
                      </a:lnTo>
                      <a:cubicBezTo>
                        <a:pt x="1182338" y="427577"/>
                        <a:pt x="1181672" y="430530"/>
                        <a:pt x="1180910" y="432816"/>
                      </a:cubicBezTo>
                      <a:lnTo>
                        <a:pt x="1180624" y="43357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7" name="Google Shape;1217;p47"/>
                <p:cNvSpPr/>
                <p:nvPr/>
              </p:nvSpPr>
              <p:spPr>
                <a:xfrm>
                  <a:off x="9704691" y="1181860"/>
                  <a:ext cx="1217675" cy="446722"/>
                </a:xfrm>
                <a:custGeom>
                  <a:rect b="b" l="l" r="r" t="t"/>
                  <a:pathLst>
                    <a:path extrusionOk="0" h="446722" w="1217675">
                      <a:moveTo>
                        <a:pt x="1217676" y="446722"/>
                      </a:moveTo>
                      <a:lnTo>
                        <a:pt x="0" y="8763"/>
                      </a:lnTo>
                      <a:lnTo>
                        <a:pt x="3143" y="0"/>
                      </a:lnTo>
                      <a:lnTo>
                        <a:pt x="1213866" y="435388"/>
                      </a:lnTo>
                      <a:cubicBezTo>
                        <a:pt x="1213961" y="436150"/>
                        <a:pt x="1214152" y="437007"/>
                        <a:pt x="1214342" y="437864"/>
                      </a:cubicBezTo>
                      <a:cubicBezTo>
                        <a:pt x="1215009" y="441293"/>
                        <a:pt x="1216533" y="443865"/>
                        <a:pt x="1217676" y="4467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8" name="Google Shape;1218;p47"/>
                <p:cNvSpPr/>
                <p:nvPr/>
              </p:nvSpPr>
              <p:spPr>
                <a:xfrm rot="-4214982">
                  <a:off x="10271028" y="845490"/>
                  <a:ext cx="9322" cy="1271428"/>
                </a:xfrm>
                <a:custGeom>
                  <a:rect b="b" l="l" r="r" t="t"/>
                  <a:pathLst>
                    <a:path extrusionOk="0" h="1273016" w="9334">
                      <a:moveTo>
                        <a:pt x="0" y="0"/>
                      </a:moveTo>
                      <a:lnTo>
                        <a:pt x="9335" y="0"/>
                      </a:lnTo>
                      <a:lnTo>
                        <a:pt x="9335" y="1273016"/>
                      </a:lnTo>
                      <a:lnTo>
                        <a:pt x="0" y="127301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9" name="Google Shape;1219;p47"/>
                <p:cNvSpPr/>
                <p:nvPr/>
              </p:nvSpPr>
              <p:spPr>
                <a:xfrm>
                  <a:off x="9647065" y="1341975"/>
                  <a:ext cx="1207008" cy="442341"/>
                </a:xfrm>
                <a:custGeom>
                  <a:rect b="b" l="l" r="r" t="t"/>
                  <a:pathLst>
                    <a:path extrusionOk="0" h="442341" w="1207008">
                      <a:moveTo>
                        <a:pt x="1205579" y="442341"/>
                      </a:moveTo>
                      <a:lnTo>
                        <a:pt x="0" y="8763"/>
                      </a:lnTo>
                      <a:lnTo>
                        <a:pt x="3143" y="0"/>
                      </a:lnTo>
                      <a:lnTo>
                        <a:pt x="1207008" y="432911"/>
                      </a:lnTo>
                      <a:cubicBezTo>
                        <a:pt x="1207008" y="434150"/>
                        <a:pt x="1206341" y="435292"/>
                        <a:pt x="1203579" y="436340"/>
                      </a:cubicBezTo>
                      <a:cubicBezTo>
                        <a:pt x="1203770" y="438531"/>
                        <a:pt x="1204531" y="440436"/>
                        <a:pt x="1205579" y="4423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0" name="Google Shape;1220;p47"/>
                <p:cNvSpPr/>
                <p:nvPr/>
              </p:nvSpPr>
              <p:spPr>
                <a:xfrm>
                  <a:off x="9618204" y="1422081"/>
                  <a:ext cx="1228058" cy="449199"/>
                </a:xfrm>
                <a:custGeom>
                  <a:rect b="b" l="l" r="r" t="t"/>
                  <a:pathLst>
                    <a:path extrusionOk="0" h="449199" w="1228058">
                      <a:moveTo>
                        <a:pt x="1224820" y="449199"/>
                      </a:moveTo>
                      <a:lnTo>
                        <a:pt x="0" y="8763"/>
                      </a:lnTo>
                      <a:lnTo>
                        <a:pt x="3143" y="0"/>
                      </a:lnTo>
                      <a:lnTo>
                        <a:pt x="1228058" y="440531"/>
                      </a:lnTo>
                      <a:cubicBezTo>
                        <a:pt x="1227297" y="441769"/>
                        <a:pt x="1226534" y="443579"/>
                        <a:pt x="1225772" y="446056"/>
                      </a:cubicBezTo>
                      <a:cubicBezTo>
                        <a:pt x="1225391" y="447104"/>
                        <a:pt x="1225010" y="448151"/>
                        <a:pt x="1224725" y="44919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1" name="Google Shape;1221;p47"/>
                <p:cNvSpPr/>
                <p:nvPr/>
              </p:nvSpPr>
              <p:spPr>
                <a:xfrm>
                  <a:off x="9590772" y="1502376"/>
                  <a:ext cx="1212532" cy="439197"/>
                </a:xfrm>
                <a:custGeom>
                  <a:rect b="b" l="l" r="r" t="t"/>
                  <a:pathLst>
                    <a:path extrusionOk="0" h="439197" w="1212532">
                      <a:moveTo>
                        <a:pt x="1109377" y="402812"/>
                      </a:moveTo>
                      <a:lnTo>
                        <a:pt x="1038035" y="377190"/>
                      </a:lnTo>
                      <a:lnTo>
                        <a:pt x="1029176" y="374237"/>
                      </a:lnTo>
                      <a:lnTo>
                        <a:pt x="1029176" y="374047"/>
                      </a:lnTo>
                      <a:cubicBezTo>
                        <a:pt x="1029176" y="374047"/>
                        <a:pt x="958024" y="348425"/>
                        <a:pt x="958024" y="348425"/>
                      </a:cubicBezTo>
                      <a:lnTo>
                        <a:pt x="949166" y="345472"/>
                      </a:lnTo>
                      <a:lnTo>
                        <a:pt x="949166" y="345281"/>
                      </a:lnTo>
                      <a:cubicBezTo>
                        <a:pt x="949166" y="345281"/>
                        <a:pt x="877919" y="319659"/>
                        <a:pt x="877919" y="319659"/>
                      </a:cubicBezTo>
                      <a:lnTo>
                        <a:pt x="869061" y="316706"/>
                      </a:lnTo>
                      <a:lnTo>
                        <a:pt x="869061" y="316516"/>
                      </a:lnTo>
                      <a:cubicBezTo>
                        <a:pt x="869061" y="316516"/>
                        <a:pt x="797909" y="290894"/>
                        <a:pt x="797909" y="290894"/>
                      </a:cubicBezTo>
                      <a:lnTo>
                        <a:pt x="789051" y="287941"/>
                      </a:lnTo>
                      <a:lnTo>
                        <a:pt x="789051" y="287750"/>
                      </a:lnTo>
                      <a:cubicBezTo>
                        <a:pt x="789051" y="287750"/>
                        <a:pt x="717804" y="262128"/>
                        <a:pt x="717804" y="262128"/>
                      </a:cubicBezTo>
                      <a:lnTo>
                        <a:pt x="708946" y="259175"/>
                      </a:lnTo>
                      <a:lnTo>
                        <a:pt x="708946" y="258985"/>
                      </a:lnTo>
                      <a:cubicBezTo>
                        <a:pt x="708946" y="258985"/>
                        <a:pt x="637794" y="233363"/>
                        <a:pt x="637794" y="233363"/>
                      </a:cubicBezTo>
                      <a:lnTo>
                        <a:pt x="628936" y="230410"/>
                      </a:lnTo>
                      <a:lnTo>
                        <a:pt x="628936" y="230219"/>
                      </a:lnTo>
                      <a:cubicBezTo>
                        <a:pt x="628936" y="230219"/>
                        <a:pt x="557689" y="204597"/>
                        <a:pt x="557689" y="204597"/>
                      </a:cubicBezTo>
                      <a:lnTo>
                        <a:pt x="548830" y="201644"/>
                      </a:lnTo>
                      <a:lnTo>
                        <a:pt x="548830" y="201454"/>
                      </a:lnTo>
                      <a:cubicBezTo>
                        <a:pt x="548830" y="201454"/>
                        <a:pt x="477583" y="175832"/>
                        <a:pt x="477583" y="175832"/>
                      </a:cubicBezTo>
                      <a:lnTo>
                        <a:pt x="468725" y="172879"/>
                      </a:lnTo>
                      <a:lnTo>
                        <a:pt x="468725" y="172688"/>
                      </a:lnTo>
                      <a:cubicBezTo>
                        <a:pt x="468725" y="172688"/>
                        <a:pt x="397573" y="147066"/>
                        <a:pt x="397573" y="147066"/>
                      </a:cubicBezTo>
                      <a:lnTo>
                        <a:pt x="388715" y="144113"/>
                      </a:lnTo>
                      <a:lnTo>
                        <a:pt x="388715" y="143923"/>
                      </a:lnTo>
                      <a:cubicBezTo>
                        <a:pt x="388715" y="143923"/>
                        <a:pt x="317468" y="118300"/>
                        <a:pt x="317468" y="118300"/>
                      </a:cubicBezTo>
                      <a:lnTo>
                        <a:pt x="308610" y="115348"/>
                      </a:lnTo>
                      <a:lnTo>
                        <a:pt x="308610" y="115157"/>
                      </a:lnTo>
                      <a:cubicBezTo>
                        <a:pt x="308610" y="115157"/>
                        <a:pt x="237458" y="89535"/>
                        <a:pt x="237458" y="89535"/>
                      </a:cubicBezTo>
                      <a:lnTo>
                        <a:pt x="228600" y="86582"/>
                      </a:lnTo>
                      <a:lnTo>
                        <a:pt x="228600" y="86392"/>
                      </a:lnTo>
                      <a:cubicBezTo>
                        <a:pt x="228600" y="86392"/>
                        <a:pt x="157353" y="60770"/>
                        <a:pt x="157353" y="60770"/>
                      </a:cubicBezTo>
                      <a:lnTo>
                        <a:pt x="148495" y="57817"/>
                      </a:lnTo>
                      <a:lnTo>
                        <a:pt x="148495" y="57626"/>
                      </a:lnTo>
                      <a:cubicBezTo>
                        <a:pt x="148495" y="57626"/>
                        <a:pt x="77343" y="32004"/>
                        <a:pt x="77343" y="32004"/>
                      </a:cubicBezTo>
                      <a:lnTo>
                        <a:pt x="68485" y="29051"/>
                      </a:lnTo>
                      <a:lnTo>
                        <a:pt x="68485" y="28861"/>
                      </a:lnTo>
                      <a:cubicBezTo>
                        <a:pt x="68485" y="28861"/>
                        <a:pt x="0" y="4191"/>
                        <a:pt x="0" y="4191"/>
                      </a:cubicBezTo>
                      <a:lnTo>
                        <a:pt x="1524" y="0"/>
                      </a:lnTo>
                      <a:lnTo>
                        <a:pt x="1212532" y="435483"/>
                      </a:lnTo>
                      <a:cubicBezTo>
                        <a:pt x="1211580" y="437007"/>
                        <a:pt x="1210628" y="438150"/>
                        <a:pt x="1209675" y="439198"/>
                      </a:cubicBezTo>
                      <a:lnTo>
                        <a:pt x="1197864" y="434912"/>
                      </a:lnTo>
                      <a:lnTo>
                        <a:pt x="1189006" y="431959"/>
                      </a:lnTo>
                      <a:lnTo>
                        <a:pt x="1189006" y="431768"/>
                      </a:lnTo>
                      <a:cubicBezTo>
                        <a:pt x="1189006" y="431768"/>
                        <a:pt x="1117759" y="406146"/>
                        <a:pt x="1117759" y="406146"/>
                      </a:cubicBezTo>
                      <a:lnTo>
                        <a:pt x="1108900" y="403193"/>
                      </a:lnTo>
                      <a:lnTo>
                        <a:pt x="1108900" y="40300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22" name="Google Shape;1222;p47"/>
              <p:cNvGrpSpPr/>
              <p:nvPr/>
            </p:nvGrpSpPr>
            <p:grpSpPr>
              <a:xfrm>
                <a:off x="9659447" y="632648"/>
                <a:ext cx="1420749" cy="1304449"/>
                <a:chOff x="9659447" y="632648"/>
                <a:chExt cx="1420749" cy="1304449"/>
              </a:xfrm>
            </p:grpSpPr>
            <p:grpSp>
              <p:nvGrpSpPr>
                <p:cNvPr id="1223" name="Google Shape;1223;p47"/>
                <p:cNvGrpSpPr/>
                <p:nvPr/>
              </p:nvGrpSpPr>
              <p:grpSpPr>
                <a:xfrm>
                  <a:off x="10780064" y="1100040"/>
                  <a:ext cx="300132" cy="837057"/>
                  <a:chOff x="10780064" y="1100040"/>
                  <a:chExt cx="300132" cy="837057"/>
                </a:xfrm>
              </p:grpSpPr>
              <p:sp>
                <p:nvSpPr>
                  <p:cNvPr id="1224" name="Google Shape;1224;p47"/>
                  <p:cNvSpPr/>
                  <p:nvPr/>
                </p:nvSpPr>
                <p:spPr>
                  <a:xfrm>
                    <a:off x="11004378" y="1100040"/>
                    <a:ext cx="75818" cy="210883"/>
                  </a:xfrm>
                  <a:custGeom>
                    <a:rect b="b" l="l" r="r" t="t"/>
                    <a:pathLst>
                      <a:path extrusionOk="0" h="210883" w="75818">
                        <a:moveTo>
                          <a:pt x="10192" y="200120"/>
                        </a:moveTo>
                        <a:cubicBezTo>
                          <a:pt x="7239" y="204216"/>
                          <a:pt x="4096" y="207836"/>
                          <a:pt x="0" y="210884"/>
                        </a:cubicBezTo>
                        <a:lnTo>
                          <a:pt x="75819" y="0"/>
                        </a:lnTo>
                        <a:cubicBezTo>
                          <a:pt x="75533" y="2953"/>
                          <a:pt x="74581" y="6191"/>
                          <a:pt x="73152" y="10763"/>
                        </a:cubicBezTo>
                        <a:cubicBezTo>
                          <a:pt x="71438" y="16193"/>
                          <a:pt x="70580" y="23336"/>
                          <a:pt x="69532" y="30671"/>
                        </a:cubicBezTo>
                        <a:cubicBezTo>
                          <a:pt x="69056" y="33719"/>
                          <a:pt x="68580" y="36957"/>
                          <a:pt x="67913" y="39910"/>
                        </a:cubicBezTo>
                        <a:cubicBezTo>
                          <a:pt x="65913" y="49244"/>
                          <a:pt x="62579" y="57626"/>
                          <a:pt x="55436" y="61341"/>
                        </a:cubicBezTo>
                        <a:cubicBezTo>
                          <a:pt x="56959" y="62198"/>
                          <a:pt x="59626" y="63722"/>
                          <a:pt x="62198" y="65437"/>
                        </a:cubicBezTo>
                        <a:lnTo>
                          <a:pt x="16573" y="192310"/>
                        </a:lnTo>
                        <a:lnTo>
                          <a:pt x="16002" y="192119"/>
                        </a:lnTo>
                        <a:cubicBezTo>
                          <a:pt x="13906" y="194881"/>
                          <a:pt x="12097" y="197453"/>
                          <a:pt x="10192" y="1999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5" name="Google Shape;1225;p47"/>
                  <p:cNvSpPr/>
                  <p:nvPr/>
                </p:nvSpPr>
                <p:spPr>
                  <a:xfrm>
                    <a:off x="10987613" y="1356834"/>
                    <a:ext cx="190" cy="285"/>
                  </a:xfrm>
                  <a:custGeom>
                    <a:rect b="b" l="l" r="r" t="t"/>
                    <a:pathLst>
                      <a:path extrusionOk="0" h="285" w="190">
                        <a:moveTo>
                          <a:pt x="190" y="0"/>
                        </a:moveTo>
                        <a:cubicBezTo>
                          <a:pt x="190" y="0"/>
                          <a:pt x="190" y="191"/>
                          <a:pt x="190" y="286"/>
                        </a:cubicBezTo>
                        <a:cubicBezTo>
                          <a:pt x="190" y="286"/>
                          <a:pt x="124" y="286"/>
                          <a:pt x="0" y="286"/>
                        </a:cubicBez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6" name="Google Shape;1226;p47"/>
                  <p:cNvSpPr/>
                  <p:nvPr/>
                </p:nvSpPr>
                <p:spPr>
                  <a:xfrm>
                    <a:off x="10858455" y="1484565"/>
                    <a:ext cx="90201" cy="232124"/>
                  </a:xfrm>
                  <a:custGeom>
                    <a:rect b="b" l="l" r="r" t="t"/>
                    <a:pathLst>
                      <a:path extrusionOk="0" h="232124" w="90201">
                        <a:moveTo>
                          <a:pt x="0" y="232124"/>
                        </a:moveTo>
                        <a:lnTo>
                          <a:pt x="83439" y="0"/>
                        </a:lnTo>
                        <a:cubicBezTo>
                          <a:pt x="86868" y="1810"/>
                          <a:pt x="89154" y="3810"/>
                          <a:pt x="90202" y="8763"/>
                        </a:cubicBezTo>
                        <a:lnTo>
                          <a:pt x="26575" y="185547"/>
                        </a:lnTo>
                        <a:lnTo>
                          <a:pt x="26384" y="185547"/>
                        </a:lnTo>
                        <a:cubicBezTo>
                          <a:pt x="21907" y="192119"/>
                          <a:pt x="20098" y="200120"/>
                          <a:pt x="18002" y="208026"/>
                        </a:cubicBezTo>
                        <a:lnTo>
                          <a:pt x="18479" y="208217"/>
                        </a:lnTo>
                        <a:lnTo>
                          <a:pt x="15335" y="216979"/>
                        </a:lnTo>
                        <a:lnTo>
                          <a:pt x="15335" y="216979"/>
                        </a:lnTo>
                        <a:cubicBezTo>
                          <a:pt x="14478" y="218884"/>
                          <a:pt x="13621" y="220885"/>
                          <a:pt x="12668" y="222695"/>
                        </a:cubicBezTo>
                        <a:cubicBezTo>
                          <a:pt x="9811" y="227647"/>
                          <a:pt x="10478" y="226314"/>
                          <a:pt x="6477" y="229076"/>
                        </a:cubicBezTo>
                        <a:cubicBezTo>
                          <a:pt x="5048" y="230124"/>
                          <a:pt x="2381" y="230981"/>
                          <a:pt x="95" y="2321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7" name="Google Shape;1227;p47"/>
                  <p:cNvSpPr/>
                  <p:nvPr/>
                </p:nvSpPr>
                <p:spPr>
                  <a:xfrm>
                    <a:off x="10780064" y="1727738"/>
                    <a:ext cx="79152" cy="209359"/>
                  </a:xfrm>
                  <a:custGeom>
                    <a:rect b="b" l="l" r="r" t="t"/>
                    <a:pathLst>
                      <a:path extrusionOk="0" h="209359" w="79152">
                        <a:moveTo>
                          <a:pt x="95" y="206407"/>
                        </a:moveTo>
                        <a:lnTo>
                          <a:pt x="74295" y="0"/>
                        </a:lnTo>
                        <a:cubicBezTo>
                          <a:pt x="75724" y="4667"/>
                          <a:pt x="78391" y="9525"/>
                          <a:pt x="78962" y="13049"/>
                        </a:cubicBezTo>
                        <a:cubicBezTo>
                          <a:pt x="78962" y="13335"/>
                          <a:pt x="78962" y="13621"/>
                          <a:pt x="79153" y="14002"/>
                        </a:cubicBezTo>
                        <a:lnTo>
                          <a:pt x="8858" y="209359"/>
                        </a:lnTo>
                        <a:lnTo>
                          <a:pt x="0" y="20640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28" name="Google Shape;1228;p47"/>
                <p:cNvSpPr/>
                <p:nvPr/>
              </p:nvSpPr>
              <p:spPr>
                <a:xfrm>
                  <a:off x="10700149" y="955356"/>
                  <a:ext cx="350329" cy="953071"/>
                </a:xfrm>
                <a:custGeom>
                  <a:rect b="b" l="l" r="r" t="t"/>
                  <a:pathLst>
                    <a:path extrusionOk="0" h="953071" w="350329">
                      <a:moveTo>
                        <a:pt x="0" y="950023"/>
                      </a:moveTo>
                      <a:lnTo>
                        <a:pt x="341662" y="0"/>
                      </a:lnTo>
                      <a:cubicBezTo>
                        <a:pt x="344614" y="1143"/>
                        <a:pt x="347567" y="2476"/>
                        <a:pt x="350330" y="3429"/>
                      </a:cubicBezTo>
                      <a:lnTo>
                        <a:pt x="8858" y="953072"/>
                      </a:lnTo>
                      <a:lnTo>
                        <a:pt x="0" y="95011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9" name="Google Shape;1229;p47"/>
                <p:cNvSpPr/>
                <p:nvPr/>
              </p:nvSpPr>
              <p:spPr>
                <a:xfrm>
                  <a:off x="10619948" y="933257"/>
                  <a:ext cx="347567" cy="946404"/>
                </a:xfrm>
                <a:custGeom>
                  <a:rect b="b" l="l" r="r" t="t"/>
                  <a:pathLst>
                    <a:path extrusionOk="0" h="946404" w="347567">
                      <a:moveTo>
                        <a:pt x="95" y="943356"/>
                      </a:moveTo>
                      <a:lnTo>
                        <a:pt x="339376" y="0"/>
                      </a:lnTo>
                      <a:cubicBezTo>
                        <a:pt x="340709" y="572"/>
                        <a:pt x="342043" y="1143"/>
                        <a:pt x="342995" y="1715"/>
                      </a:cubicBezTo>
                      <a:cubicBezTo>
                        <a:pt x="344519" y="2572"/>
                        <a:pt x="346043" y="3620"/>
                        <a:pt x="347567" y="4667"/>
                      </a:cubicBezTo>
                      <a:lnTo>
                        <a:pt x="8858" y="946404"/>
                      </a:lnTo>
                      <a:lnTo>
                        <a:pt x="0" y="94345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0" name="Google Shape;1230;p47"/>
                <p:cNvSpPr/>
                <p:nvPr/>
              </p:nvSpPr>
              <p:spPr>
                <a:xfrm>
                  <a:off x="10539938" y="913731"/>
                  <a:ext cx="344900" cy="937069"/>
                </a:xfrm>
                <a:custGeom>
                  <a:rect b="b" l="l" r="r" t="t"/>
                  <a:pathLst>
                    <a:path extrusionOk="0" h="937069" w="344900">
                      <a:moveTo>
                        <a:pt x="95" y="934117"/>
                      </a:moveTo>
                      <a:lnTo>
                        <a:pt x="336042" y="0"/>
                      </a:lnTo>
                      <a:cubicBezTo>
                        <a:pt x="338804" y="1143"/>
                        <a:pt x="341471" y="2381"/>
                        <a:pt x="344234" y="2762"/>
                      </a:cubicBezTo>
                      <a:cubicBezTo>
                        <a:pt x="344424" y="2762"/>
                        <a:pt x="344710" y="2762"/>
                        <a:pt x="344900" y="2762"/>
                      </a:cubicBezTo>
                      <a:lnTo>
                        <a:pt x="8858" y="937070"/>
                      </a:lnTo>
                      <a:lnTo>
                        <a:pt x="0" y="93411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1" name="Google Shape;1231;p47"/>
                <p:cNvSpPr/>
                <p:nvPr/>
              </p:nvSpPr>
              <p:spPr>
                <a:xfrm>
                  <a:off x="10459833" y="905540"/>
                  <a:ext cx="338423" cy="916400"/>
                </a:xfrm>
                <a:custGeom>
                  <a:rect b="b" l="l" r="r" t="t"/>
                  <a:pathLst>
                    <a:path extrusionOk="0" h="916400" w="338423">
                      <a:moveTo>
                        <a:pt x="95" y="913448"/>
                      </a:moveTo>
                      <a:lnTo>
                        <a:pt x="328422" y="381"/>
                      </a:lnTo>
                      <a:cubicBezTo>
                        <a:pt x="332327" y="1619"/>
                        <a:pt x="334137" y="1619"/>
                        <a:pt x="338423" y="0"/>
                      </a:cubicBezTo>
                      <a:lnTo>
                        <a:pt x="8858" y="916400"/>
                      </a:lnTo>
                      <a:lnTo>
                        <a:pt x="0" y="91344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2" name="Google Shape;1232;p47"/>
                <p:cNvSpPr/>
                <p:nvPr/>
              </p:nvSpPr>
              <p:spPr>
                <a:xfrm>
                  <a:off x="10379823" y="861725"/>
                  <a:ext cx="338613" cy="931449"/>
                </a:xfrm>
                <a:custGeom>
                  <a:rect b="b" l="l" r="r" t="t"/>
                  <a:pathLst>
                    <a:path extrusionOk="0" h="931449" w="338613">
                      <a:moveTo>
                        <a:pt x="95" y="928497"/>
                      </a:moveTo>
                      <a:lnTo>
                        <a:pt x="334042" y="0"/>
                      </a:lnTo>
                      <a:cubicBezTo>
                        <a:pt x="333470" y="1619"/>
                        <a:pt x="332994" y="3238"/>
                        <a:pt x="333089" y="4763"/>
                      </a:cubicBezTo>
                      <a:cubicBezTo>
                        <a:pt x="333470" y="7620"/>
                        <a:pt x="335852" y="11144"/>
                        <a:pt x="338614" y="14573"/>
                      </a:cubicBezTo>
                      <a:lnTo>
                        <a:pt x="8858" y="931450"/>
                      </a:lnTo>
                      <a:lnTo>
                        <a:pt x="0" y="92849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3" name="Google Shape;1233;p47"/>
                <p:cNvSpPr/>
                <p:nvPr/>
              </p:nvSpPr>
              <p:spPr>
                <a:xfrm>
                  <a:off x="10299908" y="826863"/>
                  <a:ext cx="344805" cy="937545"/>
                </a:xfrm>
                <a:custGeom>
                  <a:rect b="b" l="l" r="r" t="t"/>
                  <a:pathLst>
                    <a:path extrusionOk="0" h="937545" w="344805">
                      <a:moveTo>
                        <a:pt x="0" y="934593"/>
                      </a:moveTo>
                      <a:lnTo>
                        <a:pt x="336137" y="0"/>
                      </a:lnTo>
                      <a:cubicBezTo>
                        <a:pt x="338328" y="857"/>
                        <a:pt x="340614" y="1715"/>
                        <a:pt x="342900" y="2572"/>
                      </a:cubicBezTo>
                      <a:cubicBezTo>
                        <a:pt x="343472" y="2762"/>
                        <a:pt x="344138" y="3048"/>
                        <a:pt x="344805" y="3334"/>
                      </a:cubicBezTo>
                      <a:lnTo>
                        <a:pt x="8858" y="937546"/>
                      </a:lnTo>
                      <a:lnTo>
                        <a:pt x="0" y="93459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4" name="Google Shape;1234;p47"/>
                <p:cNvSpPr/>
                <p:nvPr/>
              </p:nvSpPr>
              <p:spPr>
                <a:xfrm>
                  <a:off x="10219803" y="822768"/>
                  <a:ext cx="334994" cy="912780"/>
                </a:xfrm>
                <a:custGeom>
                  <a:rect b="b" l="l" r="r" t="t"/>
                  <a:pathLst>
                    <a:path extrusionOk="0" h="912780" w="334994">
                      <a:moveTo>
                        <a:pt x="95" y="909923"/>
                      </a:moveTo>
                      <a:lnTo>
                        <a:pt x="327279" y="0"/>
                      </a:lnTo>
                      <a:cubicBezTo>
                        <a:pt x="327755" y="1905"/>
                        <a:pt x="328327" y="3619"/>
                        <a:pt x="330136" y="4763"/>
                      </a:cubicBezTo>
                      <a:cubicBezTo>
                        <a:pt x="331470" y="5620"/>
                        <a:pt x="333184" y="5905"/>
                        <a:pt x="334994" y="6001"/>
                      </a:cubicBezTo>
                      <a:lnTo>
                        <a:pt x="8858" y="912781"/>
                      </a:lnTo>
                      <a:lnTo>
                        <a:pt x="0" y="90982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5" name="Google Shape;1235;p47"/>
                <p:cNvSpPr/>
                <p:nvPr/>
              </p:nvSpPr>
              <p:spPr>
                <a:xfrm>
                  <a:off x="10139793" y="787239"/>
                  <a:ext cx="338708" cy="919734"/>
                </a:xfrm>
                <a:custGeom>
                  <a:rect b="b" l="l" r="r" t="t"/>
                  <a:pathLst>
                    <a:path extrusionOk="0" h="919734" w="338708">
                      <a:moveTo>
                        <a:pt x="0" y="916686"/>
                      </a:moveTo>
                      <a:lnTo>
                        <a:pt x="329660" y="0"/>
                      </a:lnTo>
                      <a:cubicBezTo>
                        <a:pt x="332613" y="857"/>
                        <a:pt x="335661" y="1715"/>
                        <a:pt x="338709" y="2477"/>
                      </a:cubicBezTo>
                      <a:lnTo>
                        <a:pt x="8858" y="919734"/>
                      </a:lnTo>
                      <a:lnTo>
                        <a:pt x="0" y="91678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6" name="Google Shape;1236;p47"/>
                <p:cNvSpPr/>
                <p:nvPr/>
              </p:nvSpPr>
              <p:spPr>
                <a:xfrm>
                  <a:off x="10059688" y="746568"/>
                  <a:ext cx="341471" cy="931544"/>
                </a:xfrm>
                <a:custGeom>
                  <a:rect b="b" l="l" r="r" t="t"/>
                  <a:pathLst>
                    <a:path extrusionOk="0" h="931544" w="341471">
                      <a:moveTo>
                        <a:pt x="0" y="928497"/>
                      </a:moveTo>
                      <a:lnTo>
                        <a:pt x="333946" y="0"/>
                      </a:lnTo>
                      <a:cubicBezTo>
                        <a:pt x="333946" y="0"/>
                        <a:pt x="334899" y="476"/>
                        <a:pt x="335375" y="667"/>
                      </a:cubicBezTo>
                      <a:cubicBezTo>
                        <a:pt x="340042" y="2762"/>
                        <a:pt x="339280" y="3810"/>
                        <a:pt x="341471" y="6572"/>
                      </a:cubicBezTo>
                      <a:lnTo>
                        <a:pt x="8858" y="931545"/>
                      </a:lnTo>
                      <a:lnTo>
                        <a:pt x="0" y="92859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7" name="Google Shape;1237;p47"/>
                <p:cNvSpPr/>
                <p:nvPr/>
              </p:nvSpPr>
              <p:spPr>
                <a:xfrm>
                  <a:off x="9979678" y="755712"/>
                  <a:ext cx="329279" cy="893635"/>
                </a:xfrm>
                <a:custGeom>
                  <a:rect b="b" l="l" r="r" t="t"/>
                  <a:pathLst>
                    <a:path extrusionOk="0" h="893635" w="329279">
                      <a:moveTo>
                        <a:pt x="0" y="890587"/>
                      </a:moveTo>
                      <a:lnTo>
                        <a:pt x="320326" y="0"/>
                      </a:lnTo>
                      <a:cubicBezTo>
                        <a:pt x="323374" y="762"/>
                        <a:pt x="326422" y="1715"/>
                        <a:pt x="329279" y="2572"/>
                      </a:cubicBezTo>
                      <a:lnTo>
                        <a:pt x="8858" y="893636"/>
                      </a:lnTo>
                      <a:lnTo>
                        <a:pt x="0" y="89068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8" name="Google Shape;1238;p47"/>
                <p:cNvSpPr/>
                <p:nvPr/>
              </p:nvSpPr>
              <p:spPr>
                <a:xfrm>
                  <a:off x="9899573" y="709039"/>
                  <a:ext cx="335089" cy="911447"/>
                </a:xfrm>
                <a:custGeom>
                  <a:rect b="b" l="l" r="r" t="t"/>
                  <a:pathLst>
                    <a:path extrusionOk="0" h="911447" w="335089">
                      <a:moveTo>
                        <a:pt x="95" y="908494"/>
                      </a:moveTo>
                      <a:lnTo>
                        <a:pt x="326803" y="0"/>
                      </a:lnTo>
                      <a:cubicBezTo>
                        <a:pt x="329565" y="1810"/>
                        <a:pt x="332327" y="3143"/>
                        <a:pt x="335090" y="4381"/>
                      </a:cubicBezTo>
                      <a:lnTo>
                        <a:pt x="8858" y="911447"/>
                      </a:lnTo>
                      <a:lnTo>
                        <a:pt x="0" y="90849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9" name="Google Shape;1239;p47"/>
                <p:cNvSpPr/>
                <p:nvPr/>
              </p:nvSpPr>
              <p:spPr>
                <a:xfrm>
                  <a:off x="9819658" y="632648"/>
                  <a:ext cx="348995" cy="959167"/>
                </a:xfrm>
                <a:custGeom>
                  <a:rect b="b" l="l" r="r" t="t"/>
                  <a:pathLst>
                    <a:path extrusionOk="0" h="959167" w="348995">
                      <a:moveTo>
                        <a:pt x="0" y="956120"/>
                      </a:moveTo>
                      <a:lnTo>
                        <a:pt x="335852" y="22384"/>
                      </a:lnTo>
                      <a:cubicBezTo>
                        <a:pt x="337185" y="22670"/>
                        <a:pt x="338614" y="22955"/>
                        <a:pt x="339757" y="23241"/>
                      </a:cubicBezTo>
                      <a:cubicBezTo>
                        <a:pt x="341852" y="20383"/>
                        <a:pt x="340995" y="16002"/>
                        <a:pt x="339757" y="11621"/>
                      </a:cubicBezTo>
                      <a:lnTo>
                        <a:pt x="343948" y="0"/>
                      </a:lnTo>
                      <a:lnTo>
                        <a:pt x="346329" y="857"/>
                      </a:lnTo>
                      <a:cubicBezTo>
                        <a:pt x="345186" y="3905"/>
                        <a:pt x="343662" y="6001"/>
                        <a:pt x="345853" y="9811"/>
                      </a:cubicBezTo>
                      <a:cubicBezTo>
                        <a:pt x="346710" y="11049"/>
                        <a:pt x="347853" y="12287"/>
                        <a:pt x="348996" y="13430"/>
                      </a:cubicBezTo>
                      <a:lnTo>
                        <a:pt x="8858" y="959168"/>
                      </a:lnTo>
                      <a:lnTo>
                        <a:pt x="0" y="95621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40" name="Google Shape;1240;p47"/>
                <p:cNvGrpSpPr/>
                <p:nvPr/>
              </p:nvGrpSpPr>
              <p:grpSpPr>
                <a:xfrm>
                  <a:off x="9739553" y="749996"/>
                  <a:ext cx="301084" cy="812959"/>
                  <a:chOff x="9739553" y="749996"/>
                  <a:chExt cx="301084" cy="812959"/>
                </a:xfrm>
              </p:grpSpPr>
              <p:sp>
                <p:nvSpPr>
                  <p:cNvPr id="1241" name="Google Shape;1241;p47"/>
                  <p:cNvSpPr/>
                  <p:nvPr/>
                </p:nvSpPr>
                <p:spPr>
                  <a:xfrm>
                    <a:off x="10011924" y="749996"/>
                    <a:ext cx="28713" cy="78295"/>
                  </a:xfrm>
                  <a:custGeom>
                    <a:rect b="b" l="l" r="r" t="t"/>
                    <a:pathLst>
                      <a:path extrusionOk="0" h="78295" w="28713">
                        <a:moveTo>
                          <a:pt x="615" y="78296"/>
                        </a:moveTo>
                        <a:cubicBezTo>
                          <a:pt x="139" y="73819"/>
                          <a:pt x="-338" y="69247"/>
                          <a:pt x="329" y="66389"/>
                        </a:cubicBezTo>
                        <a:cubicBezTo>
                          <a:pt x="1948" y="59627"/>
                          <a:pt x="5282" y="54197"/>
                          <a:pt x="6711" y="47339"/>
                        </a:cubicBezTo>
                        <a:cubicBezTo>
                          <a:pt x="8520" y="37814"/>
                          <a:pt x="9759" y="24194"/>
                          <a:pt x="14140" y="13907"/>
                        </a:cubicBezTo>
                        <a:lnTo>
                          <a:pt x="13854" y="13907"/>
                        </a:lnTo>
                        <a:cubicBezTo>
                          <a:pt x="13854" y="13907"/>
                          <a:pt x="16998" y="5048"/>
                          <a:pt x="16998" y="5048"/>
                        </a:cubicBezTo>
                        <a:lnTo>
                          <a:pt x="19093" y="5810"/>
                        </a:lnTo>
                        <a:cubicBezTo>
                          <a:pt x="20712" y="4191"/>
                          <a:pt x="22427" y="4286"/>
                          <a:pt x="24523" y="2953"/>
                        </a:cubicBezTo>
                        <a:cubicBezTo>
                          <a:pt x="25951" y="2000"/>
                          <a:pt x="27380" y="1048"/>
                          <a:pt x="28714" y="0"/>
                        </a:cubicBezTo>
                        <a:lnTo>
                          <a:pt x="615" y="7820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2" name="Google Shape;1242;p47"/>
                  <p:cNvSpPr/>
                  <p:nvPr/>
                </p:nvSpPr>
                <p:spPr>
                  <a:xfrm>
                    <a:off x="9739553" y="835055"/>
                    <a:ext cx="269462" cy="727900"/>
                  </a:xfrm>
                  <a:custGeom>
                    <a:rect b="b" l="l" r="r" t="t"/>
                    <a:pathLst>
                      <a:path extrusionOk="0" h="727900" w="269462">
                        <a:moveTo>
                          <a:pt x="0" y="724853"/>
                        </a:moveTo>
                        <a:lnTo>
                          <a:pt x="260699" y="0"/>
                        </a:lnTo>
                        <a:lnTo>
                          <a:pt x="269462" y="3143"/>
                        </a:lnTo>
                        <a:lnTo>
                          <a:pt x="8858" y="727901"/>
                        </a:lnTo>
                        <a:lnTo>
                          <a:pt x="0" y="72485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43" name="Google Shape;1243;p47"/>
                <p:cNvSpPr/>
                <p:nvPr/>
              </p:nvSpPr>
              <p:spPr>
                <a:xfrm>
                  <a:off x="9659447" y="949440"/>
                  <a:ext cx="218884" cy="584654"/>
                </a:xfrm>
                <a:custGeom>
                  <a:rect b="b" l="l" r="r" t="t"/>
                  <a:pathLst>
                    <a:path extrusionOk="0" h="584654" w="218884">
                      <a:moveTo>
                        <a:pt x="95" y="581702"/>
                      </a:moveTo>
                      <a:lnTo>
                        <a:pt x="208693" y="1724"/>
                      </a:lnTo>
                      <a:cubicBezTo>
                        <a:pt x="210121" y="1153"/>
                        <a:pt x="211550" y="486"/>
                        <a:pt x="213074" y="105"/>
                      </a:cubicBezTo>
                      <a:cubicBezTo>
                        <a:pt x="215551" y="-276"/>
                        <a:pt x="217170" y="486"/>
                        <a:pt x="218885" y="677"/>
                      </a:cubicBezTo>
                      <a:lnTo>
                        <a:pt x="8858" y="584654"/>
                      </a:lnTo>
                      <a:lnTo>
                        <a:pt x="0" y="58170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
        <p:nvSpPr>
          <p:cNvPr id="1244" name="Google Shape;1244;p47"/>
          <p:cNvSpPr/>
          <p:nvPr/>
        </p:nvSpPr>
        <p:spPr>
          <a:xfrm rot="9000608">
            <a:off x="8398736" y="2925258"/>
            <a:ext cx="596940" cy="374672"/>
          </a:xfrm>
          <a:custGeom>
            <a:rect b="b" l="l" r="r" t="t"/>
            <a:pathLst>
              <a:path extrusionOk="0" h="161447" w="257223">
                <a:moveTo>
                  <a:pt x="98991" y="112883"/>
                </a:moveTo>
                <a:cubicBezTo>
                  <a:pt x="131867" y="96905"/>
                  <a:pt x="163966" y="79300"/>
                  <a:pt x="195145" y="60281"/>
                </a:cubicBezTo>
                <a:cubicBezTo>
                  <a:pt x="200730" y="56888"/>
                  <a:pt x="205396" y="49464"/>
                  <a:pt x="204619" y="42677"/>
                </a:cubicBezTo>
                <a:cubicBezTo>
                  <a:pt x="203841" y="35890"/>
                  <a:pt x="197266" y="30870"/>
                  <a:pt x="190549" y="29668"/>
                </a:cubicBezTo>
                <a:cubicBezTo>
                  <a:pt x="183833" y="28466"/>
                  <a:pt x="176904" y="30304"/>
                  <a:pt x="170399" y="32425"/>
                </a:cubicBezTo>
                <a:cubicBezTo>
                  <a:pt x="147704" y="39708"/>
                  <a:pt x="129110" y="52505"/>
                  <a:pt x="108182" y="62402"/>
                </a:cubicBezTo>
                <a:cubicBezTo>
                  <a:pt x="85558" y="73078"/>
                  <a:pt x="63075" y="83330"/>
                  <a:pt x="41087" y="95349"/>
                </a:cubicBezTo>
                <a:cubicBezTo>
                  <a:pt x="31330" y="100652"/>
                  <a:pt x="21432" y="106166"/>
                  <a:pt x="13514" y="113944"/>
                </a:cubicBezTo>
                <a:cubicBezTo>
                  <a:pt x="5595" y="121721"/>
                  <a:pt x="-273" y="132326"/>
                  <a:pt x="10" y="143426"/>
                </a:cubicBezTo>
                <a:cubicBezTo>
                  <a:pt x="81" y="146608"/>
                  <a:pt x="717" y="149860"/>
                  <a:pt x="2414" y="152546"/>
                </a:cubicBezTo>
                <a:cubicBezTo>
                  <a:pt x="5807" y="157990"/>
                  <a:pt x="12665" y="160111"/>
                  <a:pt x="18958" y="160889"/>
                </a:cubicBezTo>
                <a:cubicBezTo>
                  <a:pt x="44976" y="164141"/>
                  <a:pt x="70287" y="152617"/>
                  <a:pt x="93971" y="141305"/>
                </a:cubicBezTo>
                <a:cubicBezTo>
                  <a:pt x="120484" y="128649"/>
                  <a:pt x="239616" y="77462"/>
                  <a:pt x="248595" y="67493"/>
                </a:cubicBezTo>
                <a:cubicBezTo>
                  <a:pt x="256301" y="58938"/>
                  <a:pt x="257998" y="47909"/>
                  <a:pt x="256937" y="36809"/>
                </a:cubicBezTo>
                <a:cubicBezTo>
                  <a:pt x="256089" y="28395"/>
                  <a:pt x="253756" y="19911"/>
                  <a:pt x="248877" y="12982"/>
                </a:cubicBezTo>
                <a:cubicBezTo>
                  <a:pt x="234596" y="-7379"/>
                  <a:pt x="210133" y="256"/>
                  <a:pt x="191185" y="8670"/>
                </a:cubicBezTo>
                <a:cubicBezTo>
                  <a:pt x="148411" y="27547"/>
                  <a:pt x="105637" y="46424"/>
                  <a:pt x="62792" y="65231"/>
                </a:cubicBezTo>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45" name="Google Shape;1245;p47"/>
          <p:cNvGrpSpPr/>
          <p:nvPr/>
        </p:nvGrpSpPr>
        <p:grpSpPr>
          <a:xfrm>
            <a:off x="8010477" y="3888937"/>
            <a:ext cx="1038873" cy="695622"/>
            <a:chOff x="7622209" y="4048649"/>
            <a:chExt cx="986584" cy="660610"/>
          </a:xfrm>
        </p:grpSpPr>
        <p:grpSp>
          <p:nvGrpSpPr>
            <p:cNvPr id="1246" name="Google Shape;1246;p47"/>
            <p:cNvGrpSpPr/>
            <p:nvPr/>
          </p:nvGrpSpPr>
          <p:grpSpPr>
            <a:xfrm>
              <a:off x="7622209" y="4048649"/>
              <a:ext cx="831873" cy="660610"/>
              <a:chOff x="1278598" y="73336"/>
              <a:chExt cx="592291" cy="470319"/>
            </a:xfrm>
          </p:grpSpPr>
          <p:grpSp>
            <p:nvGrpSpPr>
              <p:cNvPr id="1247" name="Google Shape;1247;p47"/>
              <p:cNvGrpSpPr/>
              <p:nvPr/>
            </p:nvGrpSpPr>
            <p:grpSpPr>
              <a:xfrm>
                <a:off x="1278598" y="73336"/>
                <a:ext cx="592291" cy="470319"/>
                <a:chOff x="1278598" y="73336"/>
                <a:chExt cx="592291" cy="470319"/>
              </a:xfrm>
            </p:grpSpPr>
            <p:sp>
              <p:nvSpPr>
                <p:cNvPr id="1248" name="Google Shape;1248;p47"/>
                <p:cNvSpPr/>
                <p:nvPr/>
              </p:nvSpPr>
              <p:spPr>
                <a:xfrm>
                  <a:off x="1404520" y="490256"/>
                  <a:ext cx="5671" cy="34214"/>
                </a:xfrm>
                <a:custGeom>
                  <a:rect b="b" l="l" r="r" t="t"/>
                  <a:pathLst>
                    <a:path extrusionOk="0" h="34214" w="5671">
                      <a:moveTo>
                        <a:pt x="2799" y="1257"/>
                      </a:moveTo>
                      <a:cubicBezTo>
                        <a:pt x="4284" y="11791"/>
                        <a:pt x="2446" y="22609"/>
                        <a:pt x="42" y="32860"/>
                      </a:cubicBezTo>
                      <a:cubicBezTo>
                        <a:pt x="-311" y="34274"/>
                        <a:pt x="1668" y="34769"/>
                        <a:pt x="2163" y="33426"/>
                      </a:cubicBezTo>
                      <a:cubicBezTo>
                        <a:pt x="6334" y="22891"/>
                        <a:pt x="6264" y="11721"/>
                        <a:pt x="4638" y="691"/>
                      </a:cubicBezTo>
                      <a:cubicBezTo>
                        <a:pt x="4496" y="-511"/>
                        <a:pt x="2587" y="-16"/>
                        <a:pt x="2799" y="1186"/>
                      </a:cubicBezTo>
                      <a:lnTo>
                        <a:pt x="2799" y="118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9" name="Google Shape;1249;p47"/>
                <p:cNvSpPr/>
                <p:nvPr/>
              </p:nvSpPr>
              <p:spPr>
                <a:xfrm>
                  <a:off x="1427529" y="491926"/>
                  <a:ext cx="6500" cy="51729"/>
                </a:xfrm>
                <a:custGeom>
                  <a:rect b="b" l="l" r="r" t="t"/>
                  <a:pathLst>
                    <a:path extrusionOk="0" h="51729" w="6500">
                      <a:moveTo>
                        <a:pt x="2838" y="719"/>
                      </a:moveTo>
                      <a:cubicBezTo>
                        <a:pt x="1636" y="4325"/>
                        <a:pt x="2414" y="8567"/>
                        <a:pt x="2343" y="12314"/>
                      </a:cubicBezTo>
                      <a:cubicBezTo>
                        <a:pt x="2343" y="16556"/>
                        <a:pt x="2131" y="20869"/>
                        <a:pt x="1919" y="25111"/>
                      </a:cubicBezTo>
                      <a:cubicBezTo>
                        <a:pt x="1566" y="33453"/>
                        <a:pt x="788" y="41796"/>
                        <a:pt x="10" y="50068"/>
                      </a:cubicBezTo>
                      <a:cubicBezTo>
                        <a:pt x="-202" y="51977"/>
                        <a:pt x="2980" y="52401"/>
                        <a:pt x="3404" y="50492"/>
                      </a:cubicBezTo>
                      <a:cubicBezTo>
                        <a:pt x="5242" y="42008"/>
                        <a:pt x="6232" y="33736"/>
                        <a:pt x="6444" y="25040"/>
                      </a:cubicBezTo>
                      <a:cubicBezTo>
                        <a:pt x="6585" y="20798"/>
                        <a:pt x="6444" y="16485"/>
                        <a:pt x="6232" y="12243"/>
                      </a:cubicBezTo>
                      <a:cubicBezTo>
                        <a:pt x="6020" y="8354"/>
                        <a:pt x="6232" y="3971"/>
                        <a:pt x="4535" y="436"/>
                      </a:cubicBezTo>
                      <a:cubicBezTo>
                        <a:pt x="4181" y="-271"/>
                        <a:pt x="3121" y="-59"/>
                        <a:pt x="2838" y="648"/>
                      </a:cubicBezTo>
                      <a:lnTo>
                        <a:pt x="2838" y="64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50" name="Google Shape;1250;p47"/>
                <p:cNvGrpSpPr/>
                <p:nvPr/>
              </p:nvGrpSpPr>
              <p:grpSpPr>
                <a:xfrm>
                  <a:off x="1278598" y="73336"/>
                  <a:ext cx="592291" cy="395001"/>
                  <a:chOff x="1278598" y="73336"/>
                  <a:chExt cx="592291" cy="395001"/>
                </a:xfrm>
              </p:grpSpPr>
              <p:sp>
                <p:nvSpPr>
                  <p:cNvPr id="1251" name="Google Shape;1251;p47"/>
                  <p:cNvSpPr/>
                  <p:nvPr/>
                </p:nvSpPr>
                <p:spPr>
                  <a:xfrm>
                    <a:off x="1371923" y="73336"/>
                    <a:ext cx="328479" cy="260877"/>
                  </a:xfrm>
                  <a:custGeom>
                    <a:rect b="b" l="l" r="r" t="t"/>
                    <a:pathLst>
                      <a:path extrusionOk="0" h="260877" w="328479">
                        <a:moveTo>
                          <a:pt x="328311" y="73933"/>
                        </a:moveTo>
                        <a:cubicBezTo>
                          <a:pt x="293950" y="16666"/>
                          <a:pt x="221481" y="-9706"/>
                          <a:pt x="157285" y="3232"/>
                        </a:cubicBezTo>
                        <a:cubicBezTo>
                          <a:pt x="88917" y="16948"/>
                          <a:pt x="33982" y="70116"/>
                          <a:pt x="11923" y="135373"/>
                        </a:cubicBezTo>
                        <a:cubicBezTo>
                          <a:pt x="5277" y="155027"/>
                          <a:pt x="1530" y="175601"/>
                          <a:pt x="399" y="196317"/>
                        </a:cubicBezTo>
                        <a:cubicBezTo>
                          <a:pt x="-732" y="217032"/>
                          <a:pt x="399" y="238808"/>
                          <a:pt x="5631" y="259029"/>
                        </a:cubicBezTo>
                        <a:cubicBezTo>
                          <a:pt x="6479" y="262281"/>
                          <a:pt x="11075" y="260867"/>
                          <a:pt x="10509" y="257685"/>
                        </a:cubicBezTo>
                        <a:cubicBezTo>
                          <a:pt x="7469" y="239727"/>
                          <a:pt x="5136" y="222052"/>
                          <a:pt x="5490" y="203811"/>
                        </a:cubicBezTo>
                        <a:cubicBezTo>
                          <a:pt x="5843" y="185570"/>
                          <a:pt x="8318" y="167754"/>
                          <a:pt x="12913" y="150291"/>
                        </a:cubicBezTo>
                        <a:cubicBezTo>
                          <a:pt x="21680" y="117132"/>
                          <a:pt x="38507" y="86377"/>
                          <a:pt x="62616" y="61844"/>
                        </a:cubicBezTo>
                        <a:cubicBezTo>
                          <a:pt x="108430" y="15181"/>
                          <a:pt x="176798" y="-6383"/>
                          <a:pt x="240146" y="13625"/>
                        </a:cubicBezTo>
                        <a:cubicBezTo>
                          <a:pt x="274507" y="24513"/>
                          <a:pt x="304908" y="46077"/>
                          <a:pt x="325836" y="75489"/>
                        </a:cubicBezTo>
                        <a:cubicBezTo>
                          <a:pt x="326896" y="76974"/>
                          <a:pt x="329230" y="75630"/>
                          <a:pt x="328240" y="74075"/>
                        </a:cubicBezTo>
                        <a:lnTo>
                          <a:pt x="328240" y="7407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2" name="Google Shape;1252;p47"/>
                  <p:cNvSpPr/>
                  <p:nvPr/>
                </p:nvSpPr>
                <p:spPr>
                  <a:xfrm>
                    <a:off x="1379055" y="146943"/>
                    <a:ext cx="320952" cy="185711"/>
                  </a:xfrm>
                  <a:custGeom>
                    <a:rect b="b" l="l" r="r" t="t"/>
                    <a:pathLst>
                      <a:path extrusionOk="0" h="185711" w="320952">
                        <a:moveTo>
                          <a:pt x="974" y="185705"/>
                        </a:moveTo>
                        <a:cubicBezTo>
                          <a:pt x="48980" y="179271"/>
                          <a:pt x="95642" y="163151"/>
                          <a:pt x="138982" y="141729"/>
                        </a:cubicBezTo>
                        <a:cubicBezTo>
                          <a:pt x="182322" y="120306"/>
                          <a:pt x="224177" y="92379"/>
                          <a:pt x="261436" y="60352"/>
                        </a:cubicBezTo>
                        <a:cubicBezTo>
                          <a:pt x="282435" y="42323"/>
                          <a:pt x="302867" y="23021"/>
                          <a:pt x="320684" y="1811"/>
                        </a:cubicBezTo>
                        <a:cubicBezTo>
                          <a:pt x="321532" y="821"/>
                          <a:pt x="320189" y="-663"/>
                          <a:pt x="319199" y="326"/>
                        </a:cubicBezTo>
                        <a:cubicBezTo>
                          <a:pt x="302302" y="17648"/>
                          <a:pt x="285404" y="34829"/>
                          <a:pt x="267092" y="50807"/>
                        </a:cubicBezTo>
                        <a:cubicBezTo>
                          <a:pt x="248781" y="66785"/>
                          <a:pt x="229055" y="82057"/>
                          <a:pt x="208764" y="95914"/>
                        </a:cubicBezTo>
                        <a:cubicBezTo>
                          <a:pt x="168464" y="123346"/>
                          <a:pt x="125125" y="145900"/>
                          <a:pt x="79169" y="162232"/>
                        </a:cubicBezTo>
                        <a:cubicBezTo>
                          <a:pt x="53575" y="171352"/>
                          <a:pt x="27204" y="178210"/>
                          <a:pt x="691" y="183725"/>
                        </a:cubicBezTo>
                        <a:cubicBezTo>
                          <a:pt x="-370" y="183937"/>
                          <a:pt x="-157" y="185846"/>
                          <a:pt x="974" y="185705"/>
                        </a:cubicBezTo>
                        <a:lnTo>
                          <a:pt x="974" y="18570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3" name="Google Shape;1253;p47"/>
                  <p:cNvSpPr/>
                  <p:nvPr/>
                </p:nvSpPr>
                <p:spPr>
                  <a:xfrm>
                    <a:off x="1278598" y="101349"/>
                    <a:ext cx="592291" cy="366988"/>
                  </a:xfrm>
                  <a:custGeom>
                    <a:rect b="b" l="l" r="r" t="t"/>
                    <a:pathLst>
                      <a:path extrusionOk="0" h="366988" w="592291">
                        <a:moveTo>
                          <a:pt x="97966" y="220976"/>
                        </a:moveTo>
                        <a:cubicBezTo>
                          <a:pt x="80927" y="226491"/>
                          <a:pt x="65161" y="235541"/>
                          <a:pt x="50597" y="245934"/>
                        </a:cubicBezTo>
                        <a:cubicBezTo>
                          <a:pt x="36032" y="256327"/>
                          <a:pt x="22599" y="267992"/>
                          <a:pt x="11994" y="282133"/>
                        </a:cubicBezTo>
                        <a:cubicBezTo>
                          <a:pt x="1389" y="296273"/>
                          <a:pt x="-4550" y="313524"/>
                          <a:pt x="4287" y="329926"/>
                        </a:cubicBezTo>
                        <a:cubicBezTo>
                          <a:pt x="11923" y="344137"/>
                          <a:pt x="27265" y="353399"/>
                          <a:pt x="42112" y="358560"/>
                        </a:cubicBezTo>
                        <a:cubicBezTo>
                          <a:pt x="82553" y="372630"/>
                          <a:pt x="127802" y="367186"/>
                          <a:pt x="168243" y="356086"/>
                        </a:cubicBezTo>
                        <a:cubicBezTo>
                          <a:pt x="208684" y="344986"/>
                          <a:pt x="244954" y="331058"/>
                          <a:pt x="281860" y="314938"/>
                        </a:cubicBezTo>
                        <a:cubicBezTo>
                          <a:pt x="346268" y="286799"/>
                          <a:pt x="408980" y="253145"/>
                          <a:pt x="467096" y="213482"/>
                        </a:cubicBezTo>
                        <a:cubicBezTo>
                          <a:pt x="491205" y="197008"/>
                          <a:pt x="514537" y="178838"/>
                          <a:pt x="535747" y="158759"/>
                        </a:cubicBezTo>
                        <a:cubicBezTo>
                          <a:pt x="560634" y="135216"/>
                          <a:pt x="581703" y="107006"/>
                          <a:pt x="588914" y="72857"/>
                        </a:cubicBezTo>
                        <a:cubicBezTo>
                          <a:pt x="591954" y="58293"/>
                          <a:pt x="594924" y="40335"/>
                          <a:pt x="588349" y="26407"/>
                        </a:cubicBezTo>
                        <a:cubicBezTo>
                          <a:pt x="581137" y="11065"/>
                          <a:pt x="564876" y="3005"/>
                          <a:pt x="548827" y="884"/>
                        </a:cubicBezTo>
                        <a:cubicBezTo>
                          <a:pt x="530445" y="-1520"/>
                          <a:pt x="511002" y="1237"/>
                          <a:pt x="493256" y="6045"/>
                        </a:cubicBezTo>
                        <a:cubicBezTo>
                          <a:pt x="475510" y="10853"/>
                          <a:pt x="458117" y="18700"/>
                          <a:pt x="442210" y="28528"/>
                        </a:cubicBezTo>
                        <a:cubicBezTo>
                          <a:pt x="434079" y="33548"/>
                          <a:pt x="426302" y="39133"/>
                          <a:pt x="418737" y="45001"/>
                        </a:cubicBezTo>
                        <a:cubicBezTo>
                          <a:pt x="416545" y="46698"/>
                          <a:pt x="419444" y="50516"/>
                          <a:pt x="421706" y="48890"/>
                        </a:cubicBezTo>
                        <a:cubicBezTo>
                          <a:pt x="451189" y="26831"/>
                          <a:pt x="484772" y="10004"/>
                          <a:pt x="521819" y="6469"/>
                        </a:cubicBezTo>
                        <a:cubicBezTo>
                          <a:pt x="538929" y="4843"/>
                          <a:pt x="559078" y="4772"/>
                          <a:pt x="573007" y="16367"/>
                        </a:cubicBezTo>
                        <a:cubicBezTo>
                          <a:pt x="578804" y="21175"/>
                          <a:pt x="583470" y="27255"/>
                          <a:pt x="585309" y="34679"/>
                        </a:cubicBezTo>
                        <a:cubicBezTo>
                          <a:pt x="587147" y="42103"/>
                          <a:pt x="586440" y="49880"/>
                          <a:pt x="585591" y="57374"/>
                        </a:cubicBezTo>
                        <a:cubicBezTo>
                          <a:pt x="581986" y="91240"/>
                          <a:pt x="565229" y="120227"/>
                          <a:pt x="542039" y="144548"/>
                        </a:cubicBezTo>
                        <a:cubicBezTo>
                          <a:pt x="522031" y="165547"/>
                          <a:pt x="498912" y="184070"/>
                          <a:pt x="475298" y="200897"/>
                        </a:cubicBezTo>
                        <a:cubicBezTo>
                          <a:pt x="424464" y="237237"/>
                          <a:pt x="369175" y="267851"/>
                          <a:pt x="312827" y="294717"/>
                        </a:cubicBezTo>
                        <a:cubicBezTo>
                          <a:pt x="278112" y="311261"/>
                          <a:pt x="242550" y="326179"/>
                          <a:pt x="206068" y="338623"/>
                        </a:cubicBezTo>
                        <a:cubicBezTo>
                          <a:pt x="169586" y="351066"/>
                          <a:pt x="128650" y="363015"/>
                          <a:pt x="88280" y="361671"/>
                        </a:cubicBezTo>
                        <a:cubicBezTo>
                          <a:pt x="69332" y="361035"/>
                          <a:pt x="49253" y="357995"/>
                          <a:pt x="32214" y="349228"/>
                        </a:cubicBezTo>
                        <a:cubicBezTo>
                          <a:pt x="17862" y="341804"/>
                          <a:pt x="3651" y="328866"/>
                          <a:pt x="4217" y="311403"/>
                        </a:cubicBezTo>
                        <a:cubicBezTo>
                          <a:pt x="4782" y="293940"/>
                          <a:pt x="19700" y="277820"/>
                          <a:pt x="32073" y="266225"/>
                        </a:cubicBezTo>
                        <a:cubicBezTo>
                          <a:pt x="45223" y="253852"/>
                          <a:pt x="60070" y="242964"/>
                          <a:pt x="75837" y="234127"/>
                        </a:cubicBezTo>
                        <a:cubicBezTo>
                          <a:pt x="83119" y="230026"/>
                          <a:pt x="90613" y="226137"/>
                          <a:pt x="98461" y="223097"/>
                        </a:cubicBezTo>
                        <a:cubicBezTo>
                          <a:pt x="99592" y="222673"/>
                          <a:pt x="99168" y="220835"/>
                          <a:pt x="97966" y="221259"/>
                        </a:cubicBezTo>
                        <a:lnTo>
                          <a:pt x="97966" y="221259"/>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4" name="Google Shape;1254;p47"/>
                  <p:cNvSpPr/>
                  <p:nvPr/>
                </p:nvSpPr>
                <p:spPr>
                  <a:xfrm>
                    <a:off x="1295576" y="377701"/>
                    <a:ext cx="41678" cy="70460"/>
                  </a:xfrm>
                  <a:custGeom>
                    <a:rect b="b" l="l" r="r" t="t"/>
                    <a:pathLst>
                      <a:path extrusionOk="0" h="70460" w="41678">
                        <a:moveTo>
                          <a:pt x="742" y="1892"/>
                        </a:moveTo>
                        <a:cubicBezTo>
                          <a:pt x="19125" y="-583"/>
                          <a:pt x="36517" y="14547"/>
                          <a:pt x="37366" y="32788"/>
                        </a:cubicBezTo>
                        <a:cubicBezTo>
                          <a:pt x="37790" y="41697"/>
                          <a:pt x="34679" y="50464"/>
                          <a:pt x="28386" y="56827"/>
                        </a:cubicBezTo>
                        <a:cubicBezTo>
                          <a:pt x="25417" y="59796"/>
                          <a:pt x="21953" y="62200"/>
                          <a:pt x="18064" y="63826"/>
                        </a:cubicBezTo>
                        <a:cubicBezTo>
                          <a:pt x="13893" y="65664"/>
                          <a:pt x="9368" y="65876"/>
                          <a:pt x="5126" y="67361"/>
                        </a:cubicBezTo>
                        <a:cubicBezTo>
                          <a:pt x="3995" y="67785"/>
                          <a:pt x="3924" y="69341"/>
                          <a:pt x="5126" y="69765"/>
                        </a:cubicBezTo>
                        <a:cubicBezTo>
                          <a:pt x="13963" y="72664"/>
                          <a:pt x="25346" y="65947"/>
                          <a:pt x="31427" y="59938"/>
                        </a:cubicBezTo>
                        <a:cubicBezTo>
                          <a:pt x="38567" y="52797"/>
                          <a:pt x="42244" y="42899"/>
                          <a:pt x="41608" y="32859"/>
                        </a:cubicBezTo>
                        <a:cubicBezTo>
                          <a:pt x="40971" y="22819"/>
                          <a:pt x="36376" y="13416"/>
                          <a:pt x="28386" y="7195"/>
                        </a:cubicBezTo>
                        <a:cubicBezTo>
                          <a:pt x="20397" y="973"/>
                          <a:pt x="10782" y="-936"/>
                          <a:pt x="742" y="407"/>
                        </a:cubicBezTo>
                        <a:cubicBezTo>
                          <a:pt x="-247" y="549"/>
                          <a:pt x="-247" y="2104"/>
                          <a:pt x="742" y="1963"/>
                        </a:cubicBezTo>
                        <a:lnTo>
                          <a:pt x="742" y="196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5" name="Google Shape;1255;p47"/>
                  <p:cNvSpPr/>
                  <p:nvPr/>
                </p:nvSpPr>
                <p:spPr>
                  <a:xfrm>
                    <a:off x="1636591" y="243102"/>
                    <a:ext cx="163493" cy="127347"/>
                  </a:xfrm>
                  <a:custGeom>
                    <a:rect b="b" l="l" r="r" t="t"/>
                    <a:pathLst>
                      <a:path extrusionOk="0" h="127347" w="163493">
                        <a:moveTo>
                          <a:pt x="162977" y="5412"/>
                        </a:moveTo>
                        <a:cubicBezTo>
                          <a:pt x="134909" y="-8163"/>
                          <a:pt x="104154" y="6260"/>
                          <a:pt x="80186" y="21603"/>
                        </a:cubicBezTo>
                        <a:cubicBezTo>
                          <a:pt x="56219" y="36945"/>
                          <a:pt x="30766" y="57872"/>
                          <a:pt x="13586" y="82193"/>
                        </a:cubicBezTo>
                        <a:cubicBezTo>
                          <a:pt x="5173" y="94142"/>
                          <a:pt x="-3382" y="111181"/>
                          <a:pt x="1355" y="126099"/>
                        </a:cubicBezTo>
                        <a:cubicBezTo>
                          <a:pt x="1920" y="127937"/>
                          <a:pt x="4890" y="127725"/>
                          <a:pt x="4819" y="125604"/>
                        </a:cubicBezTo>
                        <a:cubicBezTo>
                          <a:pt x="4607" y="118675"/>
                          <a:pt x="4536" y="112312"/>
                          <a:pt x="6516" y="105595"/>
                        </a:cubicBezTo>
                        <a:cubicBezTo>
                          <a:pt x="8496" y="98879"/>
                          <a:pt x="11819" y="92728"/>
                          <a:pt x="15707" y="86930"/>
                        </a:cubicBezTo>
                        <a:cubicBezTo>
                          <a:pt x="23484" y="75265"/>
                          <a:pt x="33594" y="65084"/>
                          <a:pt x="43846" y="55539"/>
                        </a:cubicBezTo>
                        <a:cubicBezTo>
                          <a:pt x="54098" y="45994"/>
                          <a:pt x="65056" y="37228"/>
                          <a:pt x="76651" y="29309"/>
                        </a:cubicBezTo>
                        <a:cubicBezTo>
                          <a:pt x="88246" y="21390"/>
                          <a:pt x="100690" y="13684"/>
                          <a:pt x="114123" y="8806"/>
                        </a:cubicBezTo>
                        <a:cubicBezTo>
                          <a:pt x="129677" y="3150"/>
                          <a:pt x="146504" y="1523"/>
                          <a:pt x="162341" y="6967"/>
                        </a:cubicBezTo>
                        <a:cubicBezTo>
                          <a:pt x="163331" y="7321"/>
                          <a:pt x="163967" y="5766"/>
                          <a:pt x="163048" y="5271"/>
                        </a:cubicBezTo>
                        <a:lnTo>
                          <a:pt x="163048" y="527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6" name="Google Shape;1256;p47"/>
                  <p:cNvSpPr/>
                  <p:nvPr/>
                </p:nvSpPr>
                <p:spPr>
                  <a:xfrm>
                    <a:off x="1629476" y="424159"/>
                    <a:ext cx="14226" cy="29895"/>
                  </a:xfrm>
                  <a:custGeom>
                    <a:rect b="b" l="l" r="r" t="t"/>
                    <a:pathLst>
                      <a:path extrusionOk="0" h="29895" w="14226">
                        <a:moveTo>
                          <a:pt x="56" y="1108"/>
                        </a:moveTo>
                        <a:cubicBezTo>
                          <a:pt x="1965" y="5845"/>
                          <a:pt x="3874" y="10652"/>
                          <a:pt x="5783" y="15389"/>
                        </a:cubicBezTo>
                        <a:cubicBezTo>
                          <a:pt x="6702" y="17793"/>
                          <a:pt x="7692" y="20197"/>
                          <a:pt x="8611" y="22530"/>
                        </a:cubicBezTo>
                        <a:cubicBezTo>
                          <a:pt x="9530" y="24863"/>
                          <a:pt x="10449" y="27338"/>
                          <a:pt x="11863" y="29317"/>
                        </a:cubicBezTo>
                        <a:cubicBezTo>
                          <a:pt x="12712" y="30449"/>
                          <a:pt x="14479" y="29812"/>
                          <a:pt x="14196" y="28328"/>
                        </a:cubicBezTo>
                        <a:cubicBezTo>
                          <a:pt x="13701" y="25924"/>
                          <a:pt x="12429" y="23520"/>
                          <a:pt x="11439" y="21328"/>
                        </a:cubicBezTo>
                        <a:cubicBezTo>
                          <a:pt x="10449" y="19136"/>
                          <a:pt x="9247" y="16662"/>
                          <a:pt x="8116" y="14329"/>
                        </a:cubicBezTo>
                        <a:cubicBezTo>
                          <a:pt x="5924" y="9662"/>
                          <a:pt x="3733" y="5067"/>
                          <a:pt x="1541" y="401"/>
                        </a:cubicBezTo>
                        <a:cubicBezTo>
                          <a:pt x="1117" y="-448"/>
                          <a:pt x="-297" y="189"/>
                          <a:pt x="56" y="1037"/>
                        </a:cubicBezTo>
                        <a:lnTo>
                          <a:pt x="56" y="103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7" name="Google Shape;1257;p47"/>
                  <p:cNvSpPr/>
                  <p:nvPr/>
                </p:nvSpPr>
                <p:spPr>
                  <a:xfrm>
                    <a:off x="1647566" y="403172"/>
                    <a:ext cx="37121" cy="57295"/>
                  </a:xfrm>
                  <a:custGeom>
                    <a:rect b="b" l="l" r="r" t="t"/>
                    <a:pathLst>
                      <a:path extrusionOk="0" h="57295" w="37121">
                        <a:moveTo>
                          <a:pt x="278" y="1662"/>
                        </a:moveTo>
                        <a:cubicBezTo>
                          <a:pt x="7065" y="10216"/>
                          <a:pt x="13075" y="19195"/>
                          <a:pt x="18589" y="28599"/>
                        </a:cubicBezTo>
                        <a:cubicBezTo>
                          <a:pt x="21276" y="33194"/>
                          <a:pt x="23821" y="37861"/>
                          <a:pt x="26296" y="42527"/>
                        </a:cubicBezTo>
                        <a:cubicBezTo>
                          <a:pt x="28770" y="47193"/>
                          <a:pt x="30750" y="52354"/>
                          <a:pt x="33861" y="56526"/>
                        </a:cubicBezTo>
                        <a:cubicBezTo>
                          <a:pt x="34992" y="58010"/>
                          <a:pt x="37608" y="57233"/>
                          <a:pt x="37042" y="55182"/>
                        </a:cubicBezTo>
                        <a:cubicBezTo>
                          <a:pt x="35699" y="50163"/>
                          <a:pt x="32659" y="45355"/>
                          <a:pt x="30043" y="40901"/>
                        </a:cubicBezTo>
                        <a:cubicBezTo>
                          <a:pt x="27144" y="36022"/>
                          <a:pt x="24175" y="31215"/>
                          <a:pt x="20993" y="26548"/>
                        </a:cubicBezTo>
                        <a:cubicBezTo>
                          <a:pt x="14913" y="17499"/>
                          <a:pt x="8267" y="8873"/>
                          <a:pt x="1480" y="318"/>
                        </a:cubicBezTo>
                        <a:cubicBezTo>
                          <a:pt x="773" y="-601"/>
                          <a:pt x="-500" y="672"/>
                          <a:pt x="207" y="1591"/>
                        </a:cubicBezTo>
                        <a:lnTo>
                          <a:pt x="207" y="159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8" name="Google Shape;1258;p47"/>
                  <p:cNvSpPr/>
                  <p:nvPr/>
                </p:nvSpPr>
                <p:spPr>
                  <a:xfrm>
                    <a:off x="1801103" y="309812"/>
                    <a:ext cx="21628" cy="19791"/>
                  </a:xfrm>
                  <a:custGeom>
                    <a:rect b="b" l="l" r="r" t="t"/>
                    <a:pathLst>
                      <a:path extrusionOk="0" h="19791" w="21628">
                        <a:moveTo>
                          <a:pt x="375" y="1837"/>
                        </a:moveTo>
                        <a:cubicBezTo>
                          <a:pt x="2213" y="2827"/>
                          <a:pt x="3980" y="3958"/>
                          <a:pt x="5677" y="5160"/>
                        </a:cubicBezTo>
                        <a:cubicBezTo>
                          <a:pt x="7374" y="6362"/>
                          <a:pt x="8859" y="7918"/>
                          <a:pt x="10343" y="9402"/>
                        </a:cubicBezTo>
                        <a:cubicBezTo>
                          <a:pt x="11828" y="10887"/>
                          <a:pt x="13101" y="12301"/>
                          <a:pt x="14373" y="13927"/>
                        </a:cubicBezTo>
                        <a:cubicBezTo>
                          <a:pt x="15717" y="15695"/>
                          <a:pt x="16848" y="17604"/>
                          <a:pt x="18262" y="19230"/>
                        </a:cubicBezTo>
                        <a:cubicBezTo>
                          <a:pt x="19464" y="20644"/>
                          <a:pt x="22221" y="19159"/>
                          <a:pt x="21514" y="17321"/>
                        </a:cubicBezTo>
                        <a:cubicBezTo>
                          <a:pt x="19817" y="13150"/>
                          <a:pt x="16282" y="9544"/>
                          <a:pt x="12818" y="6716"/>
                        </a:cubicBezTo>
                        <a:cubicBezTo>
                          <a:pt x="9354" y="3888"/>
                          <a:pt x="5324" y="1696"/>
                          <a:pt x="1152" y="70"/>
                        </a:cubicBezTo>
                        <a:cubicBezTo>
                          <a:pt x="163" y="-354"/>
                          <a:pt x="-474" y="1272"/>
                          <a:pt x="445" y="1767"/>
                        </a:cubicBezTo>
                        <a:lnTo>
                          <a:pt x="445" y="176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9" name="Google Shape;1259;p47"/>
                  <p:cNvSpPr/>
                  <p:nvPr/>
                </p:nvSpPr>
                <p:spPr>
                  <a:xfrm>
                    <a:off x="1817910" y="291570"/>
                    <a:ext cx="50143" cy="41687"/>
                  </a:xfrm>
                  <a:custGeom>
                    <a:rect b="b" l="l" r="r" t="t"/>
                    <a:pathLst>
                      <a:path extrusionOk="0" h="41687" w="50143">
                        <a:moveTo>
                          <a:pt x="253" y="1414"/>
                        </a:moveTo>
                        <a:cubicBezTo>
                          <a:pt x="15736" y="14989"/>
                          <a:pt x="30796" y="29058"/>
                          <a:pt x="47340" y="41360"/>
                        </a:cubicBezTo>
                        <a:cubicBezTo>
                          <a:pt x="49037" y="42633"/>
                          <a:pt x="51158" y="39876"/>
                          <a:pt x="49602" y="38462"/>
                        </a:cubicBezTo>
                        <a:cubicBezTo>
                          <a:pt x="34331" y="24604"/>
                          <a:pt x="17575" y="12656"/>
                          <a:pt x="1243" y="142"/>
                        </a:cubicBezTo>
                        <a:cubicBezTo>
                          <a:pt x="465" y="-424"/>
                          <a:pt x="-454" y="849"/>
                          <a:pt x="253" y="1414"/>
                        </a:cubicBezTo>
                        <a:lnTo>
                          <a:pt x="253" y="141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60" name="Google Shape;1260;p47"/>
                <p:cNvSpPr/>
                <p:nvPr/>
              </p:nvSpPr>
              <p:spPr>
                <a:xfrm>
                  <a:off x="1427721" y="149440"/>
                  <a:ext cx="304806" cy="191378"/>
                </a:xfrm>
                <a:custGeom>
                  <a:rect b="b" l="l" r="r" t="t"/>
                  <a:pathLst>
                    <a:path extrusionOk="0" h="191378" w="304806">
                      <a:moveTo>
                        <a:pt x="303550" y="162"/>
                      </a:moveTo>
                      <a:cubicBezTo>
                        <a:pt x="240980" y="70015"/>
                        <a:pt x="162784" y="125586"/>
                        <a:pt x="76600" y="162421"/>
                      </a:cubicBezTo>
                      <a:cubicBezTo>
                        <a:pt x="51925" y="172956"/>
                        <a:pt x="26543" y="181935"/>
                        <a:pt x="738" y="189288"/>
                      </a:cubicBezTo>
                      <a:cubicBezTo>
                        <a:pt x="-535" y="189641"/>
                        <a:pt x="-40" y="191692"/>
                        <a:pt x="1303" y="191338"/>
                      </a:cubicBezTo>
                      <a:cubicBezTo>
                        <a:pt x="92013" y="166310"/>
                        <a:pt x="176642" y="120354"/>
                        <a:pt x="247413" y="58349"/>
                      </a:cubicBezTo>
                      <a:cubicBezTo>
                        <a:pt x="267705" y="40603"/>
                        <a:pt x="286794" y="21514"/>
                        <a:pt x="304611" y="1294"/>
                      </a:cubicBezTo>
                      <a:cubicBezTo>
                        <a:pt x="305247" y="587"/>
                        <a:pt x="304186" y="-474"/>
                        <a:pt x="303550" y="233"/>
                      </a:cubicBezTo>
                      <a:lnTo>
                        <a:pt x="303550" y="23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61" name="Google Shape;1261;p47"/>
              <p:cNvSpPr/>
              <p:nvPr/>
            </p:nvSpPr>
            <p:spPr>
              <a:xfrm>
                <a:off x="1403170" y="134712"/>
                <a:ext cx="74922" cy="114980"/>
              </a:xfrm>
              <a:custGeom>
                <a:rect b="b" l="l" r="r" t="t"/>
                <a:pathLst>
                  <a:path extrusionOk="0" h="114980" w="74922">
                    <a:moveTo>
                      <a:pt x="35258" y="100298"/>
                    </a:moveTo>
                    <a:cubicBezTo>
                      <a:pt x="48620" y="82552"/>
                      <a:pt x="59438" y="63039"/>
                      <a:pt x="67497" y="42394"/>
                    </a:cubicBezTo>
                    <a:cubicBezTo>
                      <a:pt x="71103" y="33203"/>
                      <a:pt x="76476" y="22244"/>
                      <a:pt x="74497" y="12134"/>
                    </a:cubicBezTo>
                    <a:cubicBezTo>
                      <a:pt x="73012" y="4427"/>
                      <a:pt x="66790" y="-1299"/>
                      <a:pt x="58730" y="256"/>
                    </a:cubicBezTo>
                    <a:cubicBezTo>
                      <a:pt x="54630" y="1034"/>
                      <a:pt x="50034" y="2377"/>
                      <a:pt x="46287" y="4215"/>
                    </a:cubicBezTo>
                    <a:cubicBezTo>
                      <a:pt x="42116" y="6195"/>
                      <a:pt x="38651" y="9871"/>
                      <a:pt x="35470" y="13124"/>
                    </a:cubicBezTo>
                    <a:cubicBezTo>
                      <a:pt x="27905" y="20689"/>
                      <a:pt x="21259" y="29314"/>
                      <a:pt x="15956" y="38647"/>
                    </a:cubicBezTo>
                    <a:cubicBezTo>
                      <a:pt x="10654" y="47979"/>
                      <a:pt x="6341" y="58160"/>
                      <a:pt x="3654" y="68695"/>
                    </a:cubicBezTo>
                    <a:cubicBezTo>
                      <a:pt x="1251" y="77815"/>
                      <a:pt x="-729" y="87996"/>
                      <a:pt x="261" y="97541"/>
                    </a:cubicBezTo>
                    <a:cubicBezTo>
                      <a:pt x="1038" y="105035"/>
                      <a:pt x="4503" y="113236"/>
                      <a:pt x="12775" y="114721"/>
                    </a:cubicBezTo>
                    <a:cubicBezTo>
                      <a:pt x="22744" y="116559"/>
                      <a:pt x="30874" y="108287"/>
                      <a:pt x="35682" y="100652"/>
                    </a:cubicBezTo>
                    <a:cubicBezTo>
                      <a:pt x="36530" y="99308"/>
                      <a:pt x="34480" y="97682"/>
                      <a:pt x="33420" y="98884"/>
                    </a:cubicBezTo>
                    <a:cubicBezTo>
                      <a:pt x="28117" y="105176"/>
                      <a:pt x="20905" y="114650"/>
                      <a:pt x="11431" y="110903"/>
                    </a:cubicBezTo>
                    <a:cubicBezTo>
                      <a:pt x="4291" y="108075"/>
                      <a:pt x="3159" y="98884"/>
                      <a:pt x="3301" y="92238"/>
                    </a:cubicBezTo>
                    <a:cubicBezTo>
                      <a:pt x="3654" y="74704"/>
                      <a:pt x="9523" y="56888"/>
                      <a:pt x="18007" y="41687"/>
                    </a:cubicBezTo>
                    <a:cubicBezTo>
                      <a:pt x="22461" y="33627"/>
                      <a:pt x="27905" y="26133"/>
                      <a:pt x="34056" y="19275"/>
                    </a:cubicBezTo>
                    <a:cubicBezTo>
                      <a:pt x="36601" y="16447"/>
                      <a:pt x="39288" y="13760"/>
                      <a:pt x="42116" y="11215"/>
                    </a:cubicBezTo>
                    <a:cubicBezTo>
                      <a:pt x="45792" y="7892"/>
                      <a:pt x="49469" y="6336"/>
                      <a:pt x="54135" y="4922"/>
                    </a:cubicBezTo>
                    <a:cubicBezTo>
                      <a:pt x="58801" y="3508"/>
                      <a:pt x="63680" y="1741"/>
                      <a:pt x="67710" y="5559"/>
                    </a:cubicBezTo>
                    <a:cubicBezTo>
                      <a:pt x="71245" y="8952"/>
                      <a:pt x="72093" y="14184"/>
                      <a:pt x="71669" y="18921"/>
                    </a:cubicBezTo>
                    <a:cubicBezTo>
                      <a:pt x="70750" y="28183"/>
                      <a:pt x="66154" y="37728"/>
                      <a:pt x="62690" y="46282"/>
                    </a:cubicBezTo>
                    <a:cubicBezTo>
                      <a:pt x="55125" y="65018"/>
                      <a:pt x="45156" y="82835"/>
                      <a:pt x="33632" y="99379"/>
                    </a:cubicBezTo>
                    <a:cubicBezTo>
                      <a:pt x="32925" y="100439"/>
                      <a:pt x="34551" y="101359"/>
                      <a:pt x="35328" y="100369"/>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2" name="Google Shape;1262;p47"/>
              <p:cNvSpPr/>
              <p:nvPr/>
            </p:nvSpPr>
            <p:spPr>
              <a:xfrm>
                <a:off x="1815932" y="102719"/>
                <a:ext cx="49743" cy="55222"/>
              </a:xfrm>
              <a:custGeom>
                <a:rect b="b" l="l" r="r" t="t"/>
                <a:pathLst>
                  <a:path extrusionOk="0" h="55222" w="49743">
                    <a:moveTo>
                      <a:pt x="19411" y="9"/>
                    </a:moveTo>
                    <a:cubicBezTo>
                      <a:pt x="5483" y="2271"/>
                      <a:pt x="-2153" y="16341"/>
                      <a:pt x="534" y="29703"/>
                    </a:cubicBezTo>
                    <a:cubicBezTo>
                      <a:pt x="3503" y="44268"/>
                      <a:pt x="16936" y="53600"/>
                      <a:pt x="31077" y="55085"/>
                    </a:cubicBezTo>
                    <a:cubicBezTo>
                      <a:pt x="37935" y="55792"/>
                      <a:pt x="49317" y="53954"/>
                      <a:pt x="49742" y="45187"/>
                    </a:cubicBezTo>
                    <a:cubicBezTo>
                      <a:pt x="49812" y="43702"/>
                      <a:pt x="47762" y="43348"/>
                      <a:pt x="47055" y="44480"/>
                    </a:cubicBezTo>
                    <a:cubicBezTo>
                      <a:pt x="44651" y="48156"/>
                      <a:pt x="41752" y="50348"/>
                      <a:pt x="37228" y="50772"/>
                    </a:cubicBezTo>
                    <a:cubicBezTo>
                      <a:pt x="33339" y="51126"/>
                      <a:pt x="29309" y="50631"/>
                      <a:pt x="25562" y="49641"/>
                    </a:cubicBezTo>
                    <a:cubicBezTo>
                      <a:pt x="18492" y="47732"/>
                      <a:pt x="11917" y="43490"/>
                      <a:pt x="7957" y="37197"/>
                    </a:cubicBezTo>
                    <a:cubicBezTo>
                      <a:pt x="3998" y="30905"/>
                      <a:pt x="2584" y="23340"/>
                      <a:pt x="4917" y="16341"/>
                    </a:cubicBezTo>
                    <a:cubicBezTo>
                      <a:pt x="7250" y="9341"/>
                      <a:pt x="12906" y="3827"/>
                      <a:pt x="19764" y="1847"/>
                    </a:cubicBezTo>
                    <a:cubicBezTo>
                      <a:pt x="20966" y="1493"/>
                      <a:pt x="20401" y="-133"/>
                      <a:pt x="19269" y="9"/>
                    </a:cubicBezTo>
                    <a:lnTo>
                      <a:pt x="19269" y="9"/>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63" name="Google Shape;1263;p47"/>
            <p:cNvSpPr/>
            <p:nvPr/>
          </p:nvSpPr>
          <p:spPr>
            <a:xfrm>
              <a:off x="8018172" y="4124988"/>
              <a:ext cx="53296" cy="55259"/>
            </a:xfrm>
            <a:custGeom>
              <a:rect b="b" l="l" r="r" t="t"/>
              <a:pathLst>
                <a:path extrusionOk="0" h="39330" w="37933">
                  <a:moveTo>
                    <a:pt x="9163" y="3463"/>
                  </a:moveTo>
                  <a:cubicBezTo>
                    <a:pt x="5487" y="6645"/>
                    <a:pt x="3224" y="11170"/>
                    <a:pt x="1669" y="15765"/>
                  </a:cubicBezTo>
                  <a:cubicBezTo>
                    <a:pt x="184" y="20149"/>
                    <a:pt x="-806" y="25027"/>
                    <a:pt x="891" y="29410"/>
                  </a:cubicBezTo>
                  <a:cubicBezTo>
                    <a:pt x="2305" y="33158"/>
                    <a:pt x="5628" y="35986"/>
                    <a:pt x="9305" y="37612"/>
                  </a:cubicBezTo>
                  <a:cubicBezTo>
                    <a:pt x="15950" y="40510"/>
                    <a:pt x="24152" y="39733"/>
                    <a:pt x="29949" y="35349"/>
                  </a:cubicBezTo>
                  <a:cubicBezTo>
                    <a:pt x="35747" y="31037"/>
                    <a:pt x="38928" y="23330"/>
                    <a:pt x="37656" y="16189"/>
                  </a:cubicBezTo>
                  <a:cubicBezTo>
                    <a:pt x="35535" y="4099"/>
                    <a:pt x="19627" y="-5374"/>
                    <a:pt x="9234" y="34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4" name="Google Shape;1264;p47"/>
            <p:cNvSpPr/>
            <p:nvPr/>
          </p:nvSpPr>
          <p:spPr>
            <a:xfrm>
              <a:off x="7884133" y="4436000"/>
              <a:ext cx="86659" cy="77425"/>
            </a:xfrm>
            <a:custGeom>
              <a:rect b="b" l="l" r="r" t="t"/>
              <a:pathLst>
                <a:path extrusionOk="0" h="55107" w="61679">
                  <a:moveTo>
                    <a:pt x="14947" y="4815"/>
                  </a:moveTo>
                  <a:cubicBezTo>
                    <a:pt x="8937" y="9199"/>
                    <a:pt x="5332" y="15562"/>
                    <a:pt x="2716" y="22066"/>
                  </a:cubicBezTo>
                  <a:cubicBezTo>
                    <a:pt x="312" y="28217"/>
                    <a:pt x="-1314" y="35075"/>
                    <a:pt x="1443" y="41156"/>
                  </a:cubicBezTo>
                  <a:cubicBezTo>
                    <a:pt x="3776" y="46387"/>
                    <a:pt x="9149" y="50347"/>
                    <a:pt x="15088" y="52680"/>
                  </a:cubicBezTo>
                  <a:cubicBezTo>
                    <a:pt x="25906" y="56780"/>
                    <a:pt x="39197" y="55649"/>
                    <a:pt x="48671" y="49569"/>
                  </a:cubicBezTo>
                  <a:cubicBezTo>
                    <a:pt x="58145" y="43489"/>
                    <a:pt x="63236" y="32742"/>
                    <a:pt x="61256" y="22703"/>
                  </a:cubicBezTo>
                  <a:cubicBezTo>
                    <a:pt x="57792" y="5734"/>
                    <a:pt x="31915" y="-7557"/>
                    <a:pt x="14947" y="488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5" name="Google Shape;1265;p47"/>
            <p:cNvSpPr/>
            <p:nvPr/>
          </p:nvSpPr>
          <p:spPr>
            <a:xfrm>
              <a:off x="8568264" y="4318234"/>
              <a:ext cx="40529" cy="40529"/>
            </a:xfrm>
            <a:custGeom>
              <a:rect b="b" l="l" r="r" t="t"/>
              <a:pathLst>
                <a:path extrusionOk="0" h="28846" w="28846">
                  <a:moveTo>
                    <a:pt x="28846" y="14423"/>
                  </a:moveTo>
                  <a:cubicBezTo>
                    <a:pt x="28846" y="22342"/>
                    <a:pt x="22412" y="28846"/>
                    <a:pt x="14423" y="28846"/>
                  </a:cubicBezTo>
                  <a:cubicBezTo>
                    <a:pt x="6434" y="28846"/>
                    <a:pt x="0" y="22412"/>
                    <a:pt x="0" y="14423"/>
                  </a:cubicBezTo>
                  <a:cubicBezTo>
                    <a:pt x="0" y="6434"/>
                    <a:pt x="6434" y="0"/>
                    <a:pt x="14423" y="0"/>
                  </a:cubicBezTo>
                  <a:cubicBezTo>
                    <a:pt x="22412" y="0"/>
                    <a:pt x="28846" y="6434"/>
                    <a:pt x="28846" y="14423"/>
                  </a:cubicBezTo>
                  <a:close/>
                </a:path>
              </a:pathLst>
            </a:custGeom>
            <a:solidFill>
              <a:schemeClr val="dk1"/>
            </a:solid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66" name="Google Shape;1266;p47"/>
          <p:cNvGrpSpPr/>
          <p:nvPr/>
        </p:nvGrpSpPr>
        <p:grpSpPr>
          <a:xfrm>
            <a:off x="951593" y="1561556"/>
            <a:ext cx="415546" cy="355053"/>
            <a:chOff x="866243" y="2291587"/>
            <a:chExt cx="415546" cy="355053"/>
          </a:xfrm>
        </p:grpSpPr>
        <p:sp>
          <p:nvSpPr>
            <p:cNvPr id="1267" name="Google Shape;1267;p47"/>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7"/>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7"/>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7"/>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7"/>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 name="Google Shape;1272;p47"/>
          <p:cNvGrpSpPr/>
          <p:nvPr/>
        </p:nvGrpSpPr>
        <p:grpSpPr>
          <a:xfrm>
            <a:off x="977124" y="2668750"/>
            <a:ext cx="364484" cy="364897"/>
            <a:chOff x="865862" y="3207306"/>
            <a:chExt cx="364484" cy="364897"/>
          </a:xfrm>
        </p:grpSpPr>
        <p:sp>
          <p:nvSpPr>
            <p:cNvPr id="1273" name="Google Shape;1273;p47"/>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7"/>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7"/>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7"/>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7"/>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7"/>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7"/>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7"/>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7"/>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7"/>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7"/>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7"/>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7"/>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7"/>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47"/>
          <p:cNvGrpSpPr/>
          <p:nvPr/>
        </p:nvGrpSpPr>
        <p:grpSpPr>
          <a:xfrm>
            <a:off x="992049" y="3888917"/>
            <a:ext cx="334634" cy="333904"/>
            <a:chOff x="7429366" y="3223183"/>
            <a:chExt cx="334634" cy="333904"/>
          </a:xfrm>
        </p:grpSpPr>
        <p:sp>
          <p:nvSpPr>
            <p:cNvPr id="1288" name="Google Shape;1288;p47"/>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7"/>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3" name="Shape 1293"/>
        <p:cNvGrpSpPr/>
        <p:nvPr/>
      </p:nvGrpSpPr>
      <p:grpSpPr>
        <a:xfrm>
          <a:off x="0" y="0"/>
          <a:ext cx="0" cy="0"/>
          <a:chOff x="0" y="0"/>
          <a:chExt cx="0" cy="0"/>
        </a:xfrm>
      </p:grpSpPr>
      <p:sp>
        <p:nvSpPr>
          <p:cNvPr id="1294" name="Google Shape;1294;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Why </a:t>
            </a:r>
            <a:r>
              <a:rPr lang="en"/>
              <a:t>were </a:t>
            </a:r>
            <a:r>
              <a:rPr lang="en"/>
              <a:t>they important?</a:t>
            </a:r>
            <a:endParaRPr/>
          </a:p>
        </p:txBody>
      </p:sp>
      <p:sp>
        <p:nvSpPr>
          <p:cNvPr id="1295" name="Google Shape;1295;p48"/>
          <p:cNvSpPr txBox="1"/>
          <p:nvPr>
            <p:ph idx="1" type="subTitle"/>
          </p:nvPr>
        </p:nvSpPr>
        <p:spPr>
          <a:xfrm>
            <a:off x="2108161" y="1928025"/>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296" name="Google Shape;1296;p48"/>
          <p:cNvSpPr txBox="1"/>
          <p:nvPr>
            <p:ph idx="2" type="subTitle"/>
          </p:nvPr>
        </p:nvSpPr>
        <p:spPr>
          <a:xfrm>
            <a:off x="5057639" y="1928025"/>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1297" name="Google Shape;1297;p48"/>
          <p:cNvSpPr txBox="1"/>
          <p:nvPr>
            <p:ph idx="3" type="subTitle"/>
          </p:nvPr>
        </p:nvSpPr>
        <p:spPr>
          <a:xfrm>
            <a:off x="2108161" y="3361500"/>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298" name="Google Shape;1298;p48"/>
          <p:cNvSpPr txBox="1"/>
          <p:nvPr>
            <p:ph idx="4" type="subTitle"/>
          </p:nvPr>
        </p:nvSpPr>
        <p:spPr>
          <a:xfrm>
            <a:off x="5057639" y="3361500"/>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1299" name="Google Shape;1299;p48"/>
          <p:cNvSpPr txBox="1"/>
          <p:nvPr>
            <p:ph idx="5" type="subTitle"/>
          </p:nvPr>
        </p:nvSpPr>
        <p:spPr>
          <a:xfrm>
            <a:off x="2108161" y="1627125"/>
            <a:ext cx="19782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300" name="Google Shape;1300;p48"/>
          <p:cNvSpPr txBox="1"/>
          <p:nvPr>
            <p:ph idx="6" type="subTitle"/>
          </p:nvPr>
        </p:nvSpPr>
        <p:spPr>
          <a:xfrm>
            <a:off x="2108161" y="3060600"/>
            <a:ext cx="19782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301" name="Google Shape;1301;p48"/>
          <p:cNvSpPr txBox="1"/>
          <p:nvPr>
            <p:ph idx="7" type="subTitle"/>
          </p:nvPr>
        </p:nvSpPr>
        <p:spPr>
          <a:xfrm>
            <a:off x="5057636" y="1627125"/>
            <a:ext cx="19782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302" name="Google Shape;1302;p48"/>
          <p:cNvSpPr txBox="1"/>
          <p:nvPr>
            <p:ph idx="8" type="subTitle"/>
          </p:nvPr>
        </p:nvSpPr>
        <p:spPr>
          <a:xfrm>
            <a:off x="5057636" y="3060600"/>
            <a:ext cx="19782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grpSp>
        <p:nvGrpSpPr>
          <p:cNvPr id="1303" name="Google Shape;1303;p48"/>
          <p:cNvGrpSpPr/>
          <p:nvPr/>
        </p:nvGrpSpPr>
        <p:grpSpPr>
          <a:xfrm flipH="1" rot="10800000">
            <a:off x="862027" y="3390974"/>
            <a:ext cx="725404" cy="1506876"/>
            <a:chOff x="270716" y="5"/>
            <a:chExt cx="671235" cy="1394352"/>
          </a:xfrm>
        </p:grpSpPr>
        <p:sp>
          <p:nvSpPr>
            <p:cNvPr id="1304" name="Google Shape;1304;p48"/>
            <p:cNvSpPr/>
            <p:nvPr/>
          </p:nvSpPr>
          <p:spPr>
            <a:xfrm flipH="1" rot="10800000">
              <a:off x="496537" y="5"/>
              <a:ext cx="312153" cy="1338179"/>
            </a:xfrm>
            <a:custGeom>
              <a:rect b="b" l="l" r="r" t="t"/>
              <a:pathLst>
                <a:path extrusionOk="0" h="303270" w="70743">
                  <a:moveTo>
                    <a:pt x="19770" y="302065"/>
                  </a:moveTo>
                  <a:cubicBezTo>
                    <a:pt x="13266" y="281278"/>
                    <a:pt x="9165" y="259078"/>
                    <a:pt x="6549" y="237514"/>
                  </a:cubicBezTo>
                  <a:cubicBezTo>
                    <a:pt x="3933" y="215950"/>
                    <a:pt x="3226" y="194457"/>
                    <a:pt x="4640" y="172964"/>
                  </a:cubicBezTo>
                  <a:cubicBezTo>
                    <a:pt x="7186" y="133160"/>
                    <a:pt x="17437" y="93991"/>
                    <a:pt x="34900" y="58146"/>
                  </a:cubicBezTo>
                  <a:cubicBezTo>
                    <a:pt x="44657" y="38208"/>
                    <a:pt x="56818" y="19543"/>
                    <a:pt x="70463" y="2009"/>
                  </a:cubicBezTo>
                  <a:cubicBezTo>
                    <a:pt x="71382" y="878"/>
                    <a:pt x="69827" y="-748"/>
                    <a:pt x="68837" y="383"/>
                  </a:cubicBezTo>
                  <a:cubicBezTo>
                    <a:pt x="14043" y="61257"/>
                    <a:pt x="-6743" y="149138"/>
                    <a:pt x="1883" y="229313"/>
                  </a:cubicBezTo>
                  <a:cubicBezTo>
                    <a:pt x="3226" y="241615"/>
                    <a:pt x="5135" y="253776"/>
                    <a:pt x="7681" y="265865"/>
                  </a:cubicBezTo>
                  <a:cubicBezTo>
                    <a:pt x="10226" y="277955"/>
                    <a:pt x="14185" y="290399"/>
                    <a:pt x="18003" y="302630"/>
                  </a:cubicBezTo>
                  <a:cubicBezTo>
                    <a:pt x="18357" y="303761"/>
                    <a:pt x="20124" y="303266"/>
                    <a:pt x="19770" y="302135"/>
                  </a:cubicBezTo>
                  <a:lnTo>
                    <a:pt x="19770" y="30213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05" name="Google Shape;1305;p48"/>
            <p:cNvGrpSpPr/>
            <p:nvPr/>
          </p:nvGrpSpPr>
          <p:grpSpPr>
            <a:xfrm flipH="1" rot="10800000">
              <a:off x="639820" y="1094942"/>
              <a:ext cx="218003" cy="299415"/>
              <a:chOff x="7134178" y="6147896"/>
              <a:chExt cx="49417" cy="67870"/>
            </a:xfrm>
          </p:grpSpPr>
          <p:sp>
            <p:nvSpPr>
              <p:cNvPr id="1306" name="Google Shape;1306;p48"/>
              <p:cNvSpPr/>
              <p:nvPr/>
            </p:nvSpPr>
            <p:spPr>
              <a:xfrm>
                <a:off x="7135517" y="6149717"/>
                <a:ext cx="46309" cy="64761"/>
              </a:xfrm>
              <a:custGeom>
                <a:rect b="b" l="l" r="r" t="t"/>
                <a:pathLst>
                  <a:path extrusionOk="0" h="64761" w="46309">
                    <a:moveTo>
                      <a:pt x="636" y="61156"/>
                    </a:moveTo>
                    <a:cubicBezTo>
                      <a:pt x="565" y="45743"/>
                      <a:pt x="7282" y="30472"/>
                      <a:pt x="18665" y="20079"/>
                    </a:cubicBezTo>
                    <a:cubicBezTo>
                      <a:pt x="22129" y="16898"/>
                      <a:pt x="25947" y="14211"/>
                      <a:pt x="29836" y="11524"/>
                    </a:cubicBezTo>
                    <a:lnTo>
                      <a:pt x="46309" y="0"/>
                    </a:lnTo>
                    <a:cubicBezTo>
                      <a:pt x="44612" y="27927"/>
                      <a:pt x="31815" y="55854"/>
                      <a:pt x="0" y="64762"/>
                    </a:cubicBez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7" name="Google Shape;1307;p48"/>
              <p:cNvSpPr/>
              <p:nvPr/>
            </p:nvSpPr>
            <p:spPr>
              <a:xfrm>
                <a:off x="7134178" y="6147896"/>
                <a:ext cx="49417" cy="67870"/>
              </a:xfrm>
              <a:custGeom>
                <a:rect b="b" l="l" r="r" t="t"/>
                <a:pathLst>
                  <a:path extrusionOk="0" h="67870" w="49417">
                    <a:moveTo>
                      <a:pt x="2612" y="63189"/>
                    </a:moveTo>
                    <a:cubicBezTo>
                      <a:pt x="3813" y="57391"/>
                      <a:pt x="4591" y="51453"/>
                      <a:pt x="6571" y="45867"/>
                    </a:cubicBezTo>
                    <a:cubicBezTo>
                      <a:pt x="8621" y="39858"/>
                      <a:pt x="11732" y="34131"/>
                      <a:pt x="15691" y="29252"/>
                    </a:cubicBezTo>
                    <a:cubicBezTo>
                      <a:pt x="19650" y="24374"/>
                      <a:pt x="24882" y="20132"/>
                      <a:pt x="30185" y="16385"/>
                    </a:cubicBezTo>
                    <a:cubicBezTo>
                      <a:pt x="36336" y="12072"/>
                      <a:pt x="42487" y="7759"/>
                      <a:pt x="48567" y="3446"/>
                    </a:cubicBezTo>
                    <a:lnTo>
                      <a:pt x="45881" y="1891"/>
                    </a:lnTo>
                    <a:cubicBezTo>
                      <a:pt x="45032" y="15395"/>
                      <a:pt x="41638" y="28969"/>
                      <a:pt x="34285" y="40494"/>
                    </a:cubicBezTo>
                    <a:cubicBezTo>
                      <a:pt x="30609" y="46291"/>
                      <a:pt x="25872" y="51453"/>
                      <a:pt x="20357" y="55553"/>
                    </a:cubicBezTo>
                    <a:cubicBezTo>
                      <a:pt x="14277" y="60078"/>
                      <a:pt x="7419" y="62270"/>
                      <a:pt x="632" y="65522"/>
                    </a:cubicBezTo>
                    <a:cubicBezTo>
                      <a:pt x="-499" y="66017"/>
                      <a:pt x="-4" y="68067"/>
                      <a:pt x="1268" y="67855"/>
                    </a:cubicBezTo>
                    <a:cubicBezTo>
                      <a:pt x="8692" y="67007"/>
                      <a:pt x="16115" y="62906"/>
                      <a:pt x="22054" y="58523"/>
                    </a:cubicBezTo>
                    <a:cubicBezTo>
                      <a:pt x="27993" y="54139"/>
                      <a:pt x="32801" y="48978"/>
                      <a:pt x="36831" y="42898"/>
                    </a:cubicBezTo>
                    <a:cubicBezTo>
                      <a:pt x="44820" y="30737"/>
                      <a:pt x="48496" y="16243"/>
                      <a:pt x="49416" y="1820"/>
                    </a:cubicBezTo>
                    <a:cubicBezTo>
                      <a:pt x="49486" y="548"/>
                      <a:pt x="47789" y="-513"/>
                      <a:pt x="46729" y="265"/>
                    </a:cubicBezTo>
                    <a:cubicBezTo>
                      <a:pt x="40083" y="4861"/>
                      <a:pt x="33437" y="9456"/>
                      <a:pt x="26862" y="14193"/>
                    </a:cubicBezTo>
                    <a:cubicBezTo>
                      <a:pt x="21347" y="18152"/>
                      <a:pt x="16257" y="22394"/>
                      <a:pt x="12156" y="27768"/>
                    </a:cubicBezTo>
                    <a:cubicBezTo>
                      <a:pt x="4803" y="37312"/>
                      <a:pt x="-1136" y="50958"/>
                      <a:pt x="1268" y="63189"/>
                    </a:cubicBezTo>
                    <a:cubicBezTo>
                      <a:pt x="1409" y="63825"/>
                      <a:pt x="2399" y="63825"/>
                      <a:pt x="2541" y="63189"/>
                    </a:cubicBezTo>
                    <a:lnTo>
                      <a:pt x="2541" y="6318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08" name="Google Shape;1308;p48"/>
            <p:cNvSpPr/>
            <p:nvPr/>
          </p:nvSpPr>
          <p:spPr>
            <a:xfrm flipH="1" rot="10800000">
              <a:off x="459838" y="911234"/>
              <a:ext cx="130570" cy="344510"/>
            </a:xfrm>
            <a:custGeom>
              <a:rect b="b" l="l" r="r" t="t"/>
              <a:pathLst>
                <a:path extrusionOk="0" h="78076" w="29591">
                  <a:moveTo>
                    <a:pt x="26109" y="76505"/>
                  </a:moveTo>
                  <a:cubicBezTo>
                    <a:pt x="15575" y="69718"/>
                    <a:pt x="9070" y="58406"/>
                    <a:pt x="5959" y="46528"/>
                  </a:cubicBezTo>
                  <a:cubicBezTo>
                    <a:pt x="2142" y="31822"/>
                    <a:pt x="3626" y="16551"/>
                    <a:pt x="3626" y="1491"/>
                  </a:cubicBezTo>
                  <a:lnTo>
                    <a:pt x="657" y="2269"/>
                  </a:lnTo>
                  <a:cubicBezTo>
                    <a:pt x="4546" y="7713"/>
                    <a:pt x="9212" y="12450"/>
                    <a:pt x="13383" y="17611"/>
                  </a:cubicBezTo>
                  <a:cubicBezTo>
                    <a:pt x="17979" y="23338"/>
                    <a:pt x="21443" y="29631"/>
                    <a:pt x="23493" y="36701"/>
                  </a:cubicBezTo>
                  <a:cubicBezTo>
                    <a:pt x="25402" y="43347"/>
                    <a:pt x="26180" y="50275"/>
                    <a:pt x="26109" y="57133"/>
                  </a:cubicBezTo>
                  <a:cubicBezTo>
                    <a:pt x="26039" y="63991"/>
                    <a:pt x="24483" y="70496"/>
                    <a:pt x="24766" y="77142"/>
                  </a:cubicBezTo>
                  <a:cubicBezTo>
                    <a:pt x="24766" y="77990"/>
                    <a:pt x="26039" y="78485"/>
                    <a:pt x="26463" y="77637"/>
                  </a:cubicBezTo>
                  <a:cubicBezTo>
                    <a:pt x="29149" y="71627"/>
                    <a:pt x="29432" y="64274"/>
                    <a:pt x="29574" y="57770"/>
                  </a:cubicBezTo>
                  <a:cubicBezTo>
                    <a:pt x="29715" y="50770"/>
                    <a:pt x="29008" y="43700"/>
                    <a:pt x="27099" y="36983"/>
                  </a:cubicBezTo>
                  <a:cubicBezTo>
                    <a:pt x="25190" y="30267"/>
                    <a:pt x="22291" y="24257"/>
                    <a:pt x="18191" y="18813"/>
                  </a:cubicBezTo>
                  <a:cubicBezTo>
                    <a:pt x="13524" y="12521"/>
                    <a:pt x="7868" y="7077"/>
                    <a:pt x="3343" y="714"/>
                  </a:cubicBezTo>
                  <a:cubicBezTo>
                    <a:pt x="2495" y="-488"/>
                    <a:pt x="374" y="-135"/>
                    <a:pt x="374" y="1491"/>
                  </a:cubicBezTo>
                  <a:cubicBezTo>
                    <a:pt x="374" y="17541"/>
                    <a:pt x="-1535" y="34014"/>
                    <a:pt x="3273" y="49568"/>
                  </a:cubicBezTo>
                  <a:cubicBezTo>
                    <a:pt x="6949" y="61658"/>
                    <a:pt x="13807" y="72051"/>
                    <a:pt x="25261" y="77849"/>
                  </a:cubicBezTo>
                  <a:cubicBezTo>
                    <a:pt x="26180" y="78344"/>
                    <a:pt x="26958" y="77000"/>
                    <a:pt x="26039" y="76435"/>
                  </a:cubicBezTo>
                  <a:lnTo>
                    <a:pt x="26039" y="7643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9" name="Google Shape;1309;p48"/>
            <p:cNvSpPr/>
            <p:nvPr/>
          </p:nvSpPr>
          <p:spPr>
            <a:xfrm flipH="1" rot="10800000">
              <a:off x="562224" y="881273"/>
              <a:ext cx="379727" cy="185462"/>
            </a:xfrm>
            <a:custGeom>
              <a:rect b="b" l="l" r="r" t="t"/>
              <a:pathLst>
                <a:path extrusionOk="0" h="42031" w="86057">
                  <a:moveTo>
                    <a:pt x="2548" y="38611"/>
                  </a:moveTo>
                  <a:cubicBezTo>
                    <a:pt x="10749" y="26945"/>
                    <a:pt x="19869" y="15633"/>
                    <a:pt x="33939" y="10966"/>
                  </a:cubicBezTo>
                  <a:cubicBezTo>
                    <a:pt x="41858" y="8350"/>
                    <a:pt x="50200" y="7431"/>
                    <a:pt x="58472" y="6512"/>
                  </a:cubicBezTo>
                  <a:cubicBezTo>
                    <a:pt x="66744" y="5593"/>
                    <a:pt x="75652" y="4674"/>
                    <a:pt x="84207" y="3755"/>
                  </a:cubicBezTo>
                  <a:lnTo>
                    <a:pt x="82581" y="927"/>
                  </a:lnTo>
                  <a:cubicBezTo>
                    <a:pt x="74380" y="15562"/>
                    <a:pt x="61300" y="28076"/>
                    <a:pt x="44827" y="32813"/>
                  </a:cubicBezTo>
                  <a:cubicBezTo>
                    <a:pt x="31393" y="36631"/>
                    <a:pt x="16122" y="39035"/>
                    <a:pt x="2194" y="36489"/>
                  </a:cubicBezTo>
                  <a:cubicBezTo>
                    <a:pt x="-68" y="36065"/>
                    <a:pt x="-917" y="39105"/>
                    <a:pt x="1275" y="39883"/>
                  </a:cubicBezTo>
                  <a:cubicBezTo>
                    <a:pt x="8770" y="42570"/>
                    <a:pt x="16829" y="42287"/>
                    <a:pt x="24677" y="41438"/>
                  </a:cubicBezTo>
                  <a:cubicBezTo>
                    <a:pt x="32525" y="40590"/>
                    <a:pt x="39666" y="39317"/>
                    <a:pt x="46877" y="37126"/>
                  </a:cubicBezTo>
                  <a:cubicBezTo>
                    <a:pt x="64552" y="31823"/>
                    <a:pt x="77067" y="18461"/>
                    <a:pt x="85833" y="2835"/>
                  </a:cubicBezTo>
                  <a:cubicBezTo>
                    <a:pt x="86470" y="1704"/>
                    <a:pt x="85692" y="-134"/>
                    <a:pt x="84207" y="8"/>
                  </a:cubicBezTo>
                  <a:cubicBezTo>
                    <a:pt x="74875" y="998"/>
                    <a:pt x="65471" y="1917"/>
                    <a:pt x="56139" y="3048"/>
                  </a:cubicBezTo>
                  <a:cubicBezTo>
                    <a:pt x="47443" y="4108"/>
                    <a:pt x="38464" y="5098"/>
                    <a:pt x="30333" y="8421"/>
                  </a:cubicBezTo>
                  <a:cubicBezTo>
                    <a:pt x="16546" y="14077"/>
                    <a:pt x="8345" y="25319"/>
                    <a:pt x="992" y="37691"/>
                  </a:cubicBezTo>
                  <a:cubicBezTo>
                    <a:pt x="356" y="38752"/>
                    <a:pt x="1911" y="39529"/>
                    <a:pt x="2548" y="38611"/>
                  </a:cubicBezTo>
                  <a:lnTo>
                    <a:pt x="2548" y="3861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0" name="Google Shape;1310;p48"/>
            <p:cNvSpPr/>
            <p:nvPr/>
          </p:nvSpPr>
          <p:spPr>
            <a:xfrm flipH="1" rot="10800000">
              <a:off x="348504" y="663846"/>
              <a:ext cx="172613" cy="323604"/>
            </a:xfrm>
            <a:custGeom>
              <a:rect b="b" l="l" r="r" t="t"/>
              <a:pathLst>
                <a:path extrusionOk="0" h="73338" w="39119">
                  <a:moveTo>
                    <a:pt x="37702" y="71685"/>
                  </a:moveTo>
                  <a:cubicBezTo>
                    <a:pt x="25965" y="66665"/>
                    <a:pt x="17623" y="56414"/>
                    <a:pt x="12603" y="44960"/>
                  </a:cubicBezTo>
                  <a:cubicBezTo>
                    <a:pt x="6523" y="31103"/>
                    <a:pt x="5533" y="15902"/>
                    <a:pt x="3058" y="1197"/>
                  </a:cubicBezTo>
                  <a:lnTo>
                    <a:pt x="372" y="2752"/>
                  </a:lnTo>
                  <a:cubicBezTo>
                    <a:pt x="5533" y="7842"/>
                    <a:pt x="11472" y="12084"/>
                    <a:pt x="16774" y="17034"/>
                  </a:cubicBezTo>
                  <a:cubicBezTo>
                    <a:pt x="22077" y="21982"/>
                    <a:pt x="25965" y="27356"/>
                    <a:pt x="28864" y="33648"/>
                  </a:cubicBezTo>
                  <a:cubicBezTo>
                    <a:pt x="31621" y="39587"/>
                    <a:pt x="33389" y="46021"/>
                    <a:pt x="34450" y="52525"/>
                  </a:cubicBezTo>
                  <a:cubicBezTo>
                    <a:pt x="35510" y="59030"/>
                    <a:pt x="35086" y="66100"/>
                    <a:pt x="36429" y="72675"/>
                  </a:cubicBezTo>
                  <a:cubicBezTo>
                    <a:pt x="36641" y="73594"/>
                    <a:pt x="37985" y="73524"/>
                    <a:pt x="38197" y="72675"/>
                  </a:cubicBezTo>
                  <a:cubicBezTo>
                    <a:pt x="39894" y="66383"/>
                    <a:pt x="38904" y="59100"/>
                    <a:pt x="37985" y="52737"/>
                  </a:cubicBezTo>
                  <a:cubicBezTo>
                    <a:pt x="36995" y="45879"/>
                    <a:pt x="35227" y="39233"/>
                    <a:pt x="32329" y="32941"/>
                  </a:cubicBezTo>
                  <a:cubicBezTo>
                    <a:pt x="29430" y="26649"/>
                    <a:pt x="25683" y="21205"/>
                    <a:pt x="20875" y="16468"/>
                  </a:cubicBezTo>
                  <a:cubicBezTo>
                    <a:pt x="15077" y="10812"/>
                    <a:pt x="8432" y="6216"/>
                    <a:pt x="2705" y="489"/>
                  </a:cubicBezTo>
                  <a:cubicBezTo>
                    <a:pt x="1503" y="-713"/>
                    <a:pt x="-194" y="489"/>
                    <a:pt x="18" y="2045"/>
                  </a:cubicBezTo>
                  <a:cubicBezTo>
                    <a:pt x="2563" y="17528"/>
                    <a:pt x="3482" y="33719"/>
                    <a:pt x="10411" y="48142"/>
                  </a:cubicBezTo>
                  <a:cubicBezTo>
                    <a:pt x="15997" y="59808"/>
                    <a:pt x="24622" y="69211"/>
                    <a:pt x="37136" y="73170"/>
                  </a:cubicBezTo>
                  <a:cubicBezTo>
                    <a:pt x="37985" y="73453"/>
                    <a:pt x="38621" y="72039"/>
                    <a:pt x="37773" y="71685"/>
                  </a:cubicBezTo>
                  <a:lnTo>
                    <a:pt x="37773" y="716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1" name="Google Shape;1311;p48"/>
            <p:cNvSpPr/>
            <p:nvPr/>
          </p:nvSpPr>
          <p:spPr>
            <a:xfrm flipH="1" rot="10800000">
              <a:off x="270716" y="214512"/>
              <a:ext cx="258511" cy="260086"/>
            </a:xfrm>
            <a:custGeom>
              <a:rect b="b" l="l" r="r" t="t"/>
              <a:pathLst>
                <a:path extrusionOk="0" h="58943" w="58586">
                  <a:moveTo>
                    <a:pt x="57667" y="57314"/>
                  </a:moveTo>
                  <a:cubicBezTo>
                    <a:pt x="44164" y="56465"/>
                    <a:pt x="32498" y="48971"/>
                    <a:pt x="23943" y="38932"/>
                  </a:cubicBezTo>
                  <a:cubicBezTo>
                    <a:pt x="14469" y="27832"/>
                    <a:pt x="9379" y="13833"/>
                    <a:pt x="3016" y="895"/>
                  </a:cubicBezTo>
                  <a:lnTo>
                    <a:pt x="824" y="3086"/>
                  </a:lnTo>
                  <a:cubicBezTo>
                    <a:pt x="7752" y="6409"/>
                    <a:pt x="15176" y="8460"/>
                    <a:pt x="22105" y="11641"/>
                  </a:cubicBezTo>
                  <a:cubicBezTo>
                    <a:pt x="28397" y="14540"/>
                    <a:pt x="33983" y="18499"/>
                    <a:pt x="38719" y="23661"/>
                  </a:cubicBezTo>
                  <a:cubicBezTo>
                    <a:pt x="43457" y="28822"/>
                    <a:pt x="46779" y="34336"/>
                    <a:pt x="49608" y="40275"/>
                  </a:cubicBezTo>
                  <a:cubicBezTo>
                    <a:pt x="52435" y="46214"/>
                    <a:pt x="53920" y="52719"/>
                    <a:pt x="56890" y="58516"/>
                  </a:cubicBezTo>
                  <a:cubicBezTo>
                    <a:pt x="57314" y="59294"/>
                    <a:pt x="58586" y="58940"/>
                    <a:pt x="58586" y="58021"/>
                  </a:cubicBezTo>
                  <a:cubicBezTo>
                    <a:pt x="58445" y="51446"/>
                    <a:pt x="55546" y="44729"/>
                    <a:pt x="52789" y="38861"/>
                  </a:cubicBezTo>
                  <a:cubicBezTo>
                    <a:pt x="49890" y="32639"/>
                    <a:pt x="46285" y="26842"/>
                    <a:pt x="41689" y="21751"/>
                  </a:cubicBezTo>
                  <a:cubicBezTo>
                    <a:pt x="37093" y="16661"/>
                    <a:pt x="31649" y="12560"/>
                    <a:pt x="25498" y="9591"/>
                  </a:cubicBezTo>
                  <a:cubicBezTo>
                    <a:pt x="18004" y="5985"/>
                    <a:pt x="9874" y="3864"/>
                    <a:pt x="2379" y="188"/>
                  </a:cubicBezTo>
                  <a:cubicBezTo>
                    <a:pt x="895" y="-520"/>
                    <a:pt x="-520" y="895"/>
                    <a:pt x="188" y="2379"/>
                  </a:cubicBezTo>
                  <a:cubicBezTo>
                    <a:pt x="6904" y="16095"/>
                    <a:pt x="12207" y="30943"/>
                    <a:pt x="22600" y="42467"/>
                  </a:cubicBezTo>
                  <a:cubicBezTo>
                    <a:pt x="26983" y="47345"/>
                    <a:pt x="32215" y="51587"/>
                    <a:pt x="38013" y="54557"/>
                  </a:cubicBezTo>
                  <a:cubicBezTo>
                    <a:pt x="44305" y="57809"/>
                    <a:pt x="50668" y="59011"/>
                    <a:pt x="57667" y="58799"/>
                  </a:cubicBezTo>
                  <a:cubicBezTo>
                    <a:pt x="58728" y="58799"/>
                    <a:pt x="58657" y="57244"/>
                    <a:pt x="57667" y="57173"/>
                  </a:cubicBezTo>
                  <a:lnTo>
                    <a:pt x="57667" y="5717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2" name="Google Shape;1312;p48"/>
            <p:cNvSpPr/>
            <p:nvPr/>
          </p:nvSpPr>
          <p:spPr>
            <a:xfrm flipH="1" rot="10800000">
              <a:off x="291512" y="437493"/>
              <a:ext cx="214302" cy="296295"/>
            </a:xfrm>
            <a:custGeom>
              <a:rect b="b" l="l" r="r" t="t"/>
              <a:pathLst>
                <a:path extrusionOk="0" h="67149" w="48567">
                  <a:moveTo>
                    <a:pt x="47721" y="65444"/>
                  </a:moveTo>
                  <a:cubicBezTo>
                    <a:pt x="35208" y="62262"/>
                    <a:pt x="25380" y="53071"/>
                    <a:pt x="18805" y="42395"/>
                  </a:cubicBezTo>
                  <a:cubicBezTo>
                    <a:pt x="10957" y="29740"/>
                    <a:pt x="7776" y="15175"/>
                    <a:pt x="3180" y="1176"/>
                  </a:cubicBezTo>
                  <a:lnTo>
                    <a:pt x="847" y="3015"/>
                  </a:lnTo>
                  <a:cubicBezTo>
                    <a:pt x="6644" y="7328"/>
                    <a:pt x="13149" y="10509"/>
                    <a:pt x="19088" y="14610"/>
                  </a:cubicBezTo>
                  <a:cubicBezTo>
                    <a:pt x="25027" y="18711"/>
                    <a:pt x="29905" y="23660"/>
                    <a:pt x="33723" y="29669"/>
                  </a:cubicBezTo>
                  <a:cubicBezTo>
                    <a:pt x="37258" y="35184"/>
                    <a:pt x="39874" y="41193"/>
                    <a:pt x="41854" y="47415"/>
                  </a:cubicBezTo>
                  <a:cubicBezTo>
                    <a:pt x="43833" y="53637"/>
                    <a:pt x="44399" y="60354"/>
                    <a:pt x="46661" y="66504"/>
                  </a:cubicBezTo>
                  <a:cubicBezTo>
                    <a:pt x="47015" y="67494"/>
                    <a:pt x="48358" y="67282"/>
                    <a:pt x="48429" y="66292"/>
                  </a:cubicBezTo>
                  <a:cubicBezTo>
                    <a:pt x="49135" y="59646"/>
                    <a:pt x="47015" y="52364"/>
                    <a:pt x="45035" y="46072"/>
                  </a:cubicBezTo>
                  <a:cubicBezTo>
                    <a:pt x="43055" y="39779"/>
                    <a:pt x="40227" y="33275"/>
                    <a:pt x="36409" y="27548"/>
                  </a:cubicBezTo>
                  <a:cubicBezTo>
                    <a:pt x="32592" y="21821"/>
                    <a:pt x="28279" y="17367"/>
                    <a:pt x="22976" y="13479"/>
                  </a:cubicBezTo>
                  <a:cubicBezTo>
                    <a:pt x="16401" y="8671"/>
                    <a:pt x="8977" y="5136"/>
                    <a:pt x="2402" y="258"/>
                  </a:cubicBezTo>
                  <a:cubicBezTo>
                    <a:pt x="1271" y="-591"/>
                    <a:pt x="-355" y="823"/>
                    <a:pt x="69" y="2096"/>
                  </a:cubicBezTo>
                  <a:cubicBezTo>
                    <a:pt x="4877" y="16872"/>
                    <a:pt x="8129" y="32709"/>
                    <a:pt x="16896" y="45789"/>
                  </a:cubicBezTo>
                  <a:cubicBezTo>
                    <a:pt x="24178" y="56677"/>
                    <a:pt x="34147" y="65020"/>
                    <a:pt x="47368" y="67070"/>
                  </a:cubicBezTo>
                  <a:cubicBezTo>
                    <a:pt x="48358" y="67211"/>
                    <a:pt x="48782" y="65797"/>
                    <a:pt x="47792" y="65515"/>
                  </a:cubicBezTo>
                  <a:lnTo>
                    <a:pt x="47792" y="6551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3" name="Google Shape;1313;p48"/>
            <p:cNvSpPr/>
            <p:nvPr/>
          </p:nvSpPr>
          <p:spPr>
            <a:xfrm flipH="1" rot="10800000">
              <a:off x="510923" y="654851"/>
              <a:ext cx="316919" cy="214977"/>
            </a:xfrm>
            <a:custGeom>
              <a:rect b="b" l="l" r="r" t="t"/>
              <a:pathLst>
                <a:path extrusionOk="0" h="48720" w="71823">
                  <a:moveTo>
                    <a:pt x="2581" y="47003"/>
                  </a:moveTo>
                  <a:cubicBezTo>
                    <a:pt x="8237" y="35408"/>
                    <a:pt x="14600" y="23954"/>
                    <a:pt x="26478" y="17733"/>
                  </a:cubicBezTo>
                  <a:cubicBezTo>
                    <a:pt x="33195" y="14198"/>
                    <a:pt x="40689" y="12077"/>
                    <a:pt x="47971" y="10026"/>
                  </a:cubicBezTo>
                  <a:cubicBezTo>
                    <a:pt x="55253" y="7976"/>
                    <a:pt x="62959" y="5855"/>
                    <a:pt x="70525" y="3733"/>
                  </a:cubicBezTo>
                  <a:lnTo>
                    <a:pt x="68191" y="1401"/>
                  </a:lnTo>
                  <a:cubicBezTo>
                    <a:pt x="63101" y="15682"/>
                    <a:pt x="53062" y="28691"/>
                    <a:pt x="39062" y="35266"/>
                  </a:cubicBezTo>
                  <a:cubicBezTo>
                    <a:pt x="27680" y="40640"/>
                    <a:pt x="14459" y="44882"/>
                    <a:pt x="1733" y="44740"/>
                  </a:cubicBezTo>
                  <a:cubicBezTo>
                    <a:pt x="-176" y="44740"/>
                    <a:pt x="-742" y="47851"/>
                    <a:pt x="1238" y="48205"/>
                  </a:cubicBezTo>
                  <a:cubicBezTo>
                    <a:pt x="8237" y="49477"/>
                    <a:pt x="15166" y="48205"/>
                    <a:pt x="21953" y="46437"/>
                  </a:cubicBezTo>
                  <a:cubicBezTo>
                    <a:pt x="28740" y="44670"/>
                    <a:pt x="35457" y="42195"/>
                    <a:pt x="41749" y="39155"/>
                  </a:cubicBezTo>
                  <a:cubicBezTo>
                    <a:pt x="48042" y="36115"/>
                    <a:pt x="53910" y="31378"/>
                    <a:pt x="58718" y="26004"/>
                  </a:cubicBezTo>
                  <a:cubicBezTo>
                    <a:pt x="64939" y="19076"/>
                    <a:pt x="68615" y="11016"/>
                    <a:pt x="71726" y="2390"/>
                  </a:cubicBezTo>
                  <a:cubicBezTo>
                    <a:pt x="72221" y="1047"/>
                    <a:pt x="70737" y="-296"/>
                    <a:pt x="69394" y="57"/>
                  </a:cubicBezTo>
                  <a:cubicBezTo>
                    <a:pt x="61263" y="2320"/>
                    <a:pt x="53062" y="4511"/>
                    <a:pt x="44931" y="6915"/>
                  </a:cubicBezTo>
                  <a:cubicBezTo>
                    <a:pt x="37437" y="9107"/>
                    <a:pt x="29589" y="11299"/>
                    <a:pt x="22872" y="15399"/>
                  </a:cubicBezTo>
                  <a:cubicBezTo>
                    <a:pt x="17004" y="19005"/>
                    <a:pt x="12196" y="24025"/>
                    <a:pt x="8378" y="29681"/>
                  </a:cubicBezTo>
                  <a:cubicBezTo>
                    <a:pt x="4914" y="34842"/>
                    <a:pt x="2934" y="40498"/>
                    <a:pt x="743" y="46225"/>
                  </a:cubicBezTo>
                  <a:cubicBezTo>
                    <a:pt x="389" y="47215"/>
                    <a:pt x="1944" y="47851"/>
                    <a:pt x="2439" y="46932"/>
                  </a:cubicBezTo>
                  <a:lnTo>
                    <a:pt x="2439" y="4693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4" name="Google Shape;1314;p48"/>
            <p:cNvSpPr/>
            <p:nvPr/>
          </p:nvSpPr>
          <p:spPr>
            <a:xfrm flipH="1" rot="10800000">
              <a:off x="532328" y="155080"/>
              <a:ext cx="189336" cy="300244"/>
            </a:xfrm>
            <a:custGeom>
              <a:rect b="b" l="l" r="r" t="t"/>
              <a:pathLst>
                <a:path extrusionOk="0" h="68044" w="42909">
                  <a:moveTo>
                    <a:pt x="3244" y="66308"/>
                  </a:moveTo>
                  <a:cubicBezTo>
                    <a:pt x="2749" y="54289"/>
                    <a:pt x="2466" y="41562"/>
                    <a:pt x="9678" y="31311"/>
                  </a:cubicBezTo>
                  <a:cubicBezTo>
                    <a:pt x="13495" y="25867"/>
                    <a:pt x="18869" y="21554"/>
                    <a:pt x="23889" y="17312"/>
                  </a:cubicBezTo>
                  <a:cubicBezTo>
                    <a:pt x="29545" y="12504"/>
                    <a:pt x="35413" y="7838"/>
                    <a:pt x="41140" y="3172"/>
                  </a:cubicBezTo>
                  <a:lnTo>
                    <a:pt x="38029" y="2324"/>
                  </a:lnTo>
                  <a:cubicBezTo>
                    <a:pt x="40079" y="15969"/>
                    <a:pt x="38453" y="31876"/>
                    <a:pt x="29474" y="42977"/>
                  </a:cubicBezTo>
                  <a:cubicBezTo>
                    <a:pt x="22262" y="51885"/>
                    <a:pt x="12718" y="60581"/>
                    <a:pt x="1830" y="64611"/>
                  </a:cubicBezTo>
                  <a:cubicBezTo>
                    <a:pt x="-291" y="65389"/>
                    <a:pt x="557" y="68429"/>
                    <a:pt x="2749" y="68005"/>
                  </a:cubicBezTo>
                  <a:cubicBezTo>
                    <a:pt x="9395" y="66874"/>
                    <a:pt x="14980" y="63056"/>
                    <a:pt x="20141" y="58884"/>
                  </a:cubicBezTo>
                  <a:cubicBezTo>
                    <a:pt x="25302" y="54713"/>
                    <a:pt x="29686" y="50329"/>
                    <a:pt x="33645" y="45310"/>
                  </a:cubicBezTo>
                  <a:cubicBezTo>
                    <a:pt x="37605" y="40290"/>
                    <a:pt x="40079" y="34139"/>
                    <a:pt x="41564" y="27846"/>
                  </a:cubicBezTo>
                  <a:cubicBezTo>
                    <a:pt x="43685" y="18938"/>
                    <a:pt x="42978" y="10242"/>
                    <a:pt x="41635" y="1334"/>
                  </a:cubicBezTo>
                  <a:cubicBezTo>
                    <a:pt x="41422" y="-222"/>
                    <a:pt x="39443" y="-292"/>
                    <a:pt x="38524" y="485"/>
                  </a:cubicBezTo>
                  <a:cubicBezTo>
                    <a:pt x="32443" y="5434"/>
                    <a:pt x="26292" y="10313"/>
                    <a:pt x="20354" y="15403"/>
                  </a:cubicBezTo>
                  <a:cubicBezTo>
                    <a:pt x="14980" y="19999"/>
                    <a:pt x="9324" y="24736"/>
                    <a:pt x="5577" y="30816"/>
                  </a:cubicBezTo>
                  <a:cubicBezTo>
                    <a:pt x="2183" y="36331"/>
                    <a:pt x="699" y="42764"/>
                    <a:pt x="133" y="49198"/>
                  </a:cubicBezTo>
                  <a:cubicBezTo>
                    <a:pt x="-362" y="55137"/>
                    <a:pt x="628" y="60723"/>
                    <a:pt x="1406" y="66520"/>
                  </a:cubicBezTo>
                  <a:cubicBezTo>
                    <a:pt x="1547" y="67510"/>
                    <a:pt x="3244" y="67298"/>
                    <a:pt x="3173" y="66308"/>
                  </a:cubicBezTo>
                  <a:lnTo>
                    <a:pt x="3173" y="6630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5" name="Google Shape;1315;p48"/>
            <p:cNvSpPr/>
            <p:nvPr/>
          </p:nvSpPr>
          <p:spPr>
            <a:xfrm flipH="1" rot="10800000">
              <a:off x="504839" y="436699"/>
              <a:ext cx="288785" cy="249986"/>
            </a:xfrm>
            <a:custGeom>
              <a:rect b="b" l="l" r="r" t="t"/>
              <a:pathLst>
                <a:path extrusionOk="0" h="56654" w="65447">
                  <a:moveTo>
                    <a:pt x="2616" y="55050"/>
                  </a:moveTo>
                  <a:cubicBezTo>
                    <a:pt x="6788" y="42537"/>
                    <a:pt x="11807" y="30235"/>
                    <a:pt x="23190" y="22528"/>
                  </a:cubicBezTo>
                  <a:cubicBezTo>
                    <a:pt x="29200" y="18427"/>
                    <a:pt x="35987" y="15529"/>
                    <a:pt x="42563" y="12630"/>
                  </a:cubicBezTo>
                  <a:cubicBezTo>
                    <a:pt x="49845" y="9449"/>
                    <a:pt x="57197" y="6408"/>
                    <a:pt x="64551" y="3297"/>
                  </a:cubicBezTo>
                  <a:lnTo>
                    <a:pt x="61793" y="1176"/>
                  </a:lnTo>
                  <a:cubicBezTo>
                    <a:pt x="60803" y="5560"/>
                    <a:pt x="59884" y="9943"/>
                    <a:pt x="57905" y="14044"/>
                  </a:cubicBezTo>
                  <a:cubicBezTo>
                    <a:pt x="56137" y="17791"/>
                    <a:pt x="53945" y="21326"/>
                    <a:pt x="51612" y="24649"/>
                  </a:cubicBezTo>
                  <a:cubicBezTo>
                    <a:pt x="47865" y="30093"/>
                    <a:pt x="43270" y="34901"/>
                    <a:pt x="37755" y="38507"/>
                  </a:cubicBezTo>
                  <a:cubicBezTo>
                    <a:pt x="27079" y="45364"/>
                    <a:pt x="14494" y="51515"/>
                    <a:pt x="1697" y="53071"/>
                  </a:cubicBezTo>
                  <a:cubicBezTo>
                    <a:pt x="-494" y="53354"/>
                    <a:pt x="-636" y="56464"/>
                    <a:pt x="1697" y="56606"/>
                  </a:cubicBezTo>
                  <a:cubicBezTo>
                    <a:pt x="8909" y="57030"/>
                    <a:pt x="15696" y="54626"/>
                    <a:pt x="22271" y="51940"/>
                  </a:cubicBezTo>
                  <a:cubicBezTo>
                    <a:pt x="28847" y="49253"/>
                    <a:pt x="34856" y="46142"/>
                    <a:pt x="40654" y="42324"/>
                  </a:cubicBezTo>
                  <a:cubicBezTo>
                    <a:pt x="46451" y="38507"/>
                    <a:pt x="51330" y="33275"/>
                    <a:pt x="55360" y="27548"/>
                  </a:cubicBezTo>
                  <a:cubicBezTo>
                    <a:pt x="60732" y="19841"/>
                    <a:pt x="63419" y="11357"/>
                    <a:pt x="65399" y="2308"/>
                  </a:cubicBezTo>
                  <a:cubicBezTo>
                    <a:pt x="65752" y="611"/>
                    <a:pt x="64126" y="-450"/>
                    <a:pt x="62642" y="187"/>
                  </a:cubicBezTo>
                  <a:cubicBezTo>
                    <a:pt x="54935" y="3439"/>
                    <a:pt x="47229" y="6620"/>
                    <a:pt x="39593" y="10014"/>
                  </a:cubicBezTo>
                  <a:cubicBezTo>
                    <a:pt x="32594" y="13125"/>
                    <a:pt x="25312" y="16236"/>
                    <a:pt x="19160" y="20972"/>
                  </a:cubicBezTo>
                  <a:cubicBezTo>
                    <a:pt x="13575" y="25356"/>
                    <a:pt x="9262" y="31153"/>
                    <a:pt x="6151" y="37517"/>
                  </a:cubicBezTo>
                  <a:cubicBezTo>
                    <a:pt x="3394" y="43032"/>
                    <a:pt x="2263" y="48758"/>
                    <a:pt x="849" y="54697"/>
                  </a:cubicBezTo>
                  <a:cubicBezTo>
                    <a:pt x="566" y="55828"/>
                    <a:pt x="2263" y="56323"/>
                    <a:pt x="2616" y="55192"/>
                  </a:cubicBezTo>
                  <a:lnTo>
                    <a:pt x="2616" y="5519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6" name="Google Shape;1316;p48"/>
            <p:cNvSpPr/>
            <p:nvPr/>
          </p:nvSpPr>
          <p:spPr>
            <a:xfrm flipH="1" rot="10800000">
              <a:off x="343824" y="300922"/>
              <a:ext cx="74765" cy="87226"/>
            </a:xfrm>
            <a:custGeom>
              <a:rect b="b" l="l" r="r" t="t"/>
              <a:pathLst>
                <a:path extrusionOk="0" h="19768" w="16944">
                  <a:moveTo>
                    <a:pt x="89" y="1307"/>
                  </a:moveTo>
                  <a:cubicBezTo>
                    <a:pt x="796" y="3146"/>
                    <a:pt x="1574" y="4984"/>
                    <a:pt x="2564" y="6751"/>
                  </a:cubicBezTo>
                  <a:cubicBezTo>
                    <a:pt x="3553" y="8519"/>
                    <a:pt x="4826" y="10074"/>
                    <a:pt x="6099" y="11629"/>
                  </a:cubicBezTo>
                  <a:cubicBezTo>
                    <a:pt x="8573" y="14670"/>
                    <a:pt x="11402" y="17922"/>
                    <a:pt x="14937" y="19619"/>
                  </a:cubicBezTo>
                  <a:cubicBezTo>
                    <a:pt x="16138" y="20184"/>
                    <a:pt x="17411" y="19053"/>
                    <a:pt x="16775" y="17781"/>
                  </a:cubicBezTo>
                  <a:cubicBezTo>
                    <a:pt x="15007" y="14387"/>
                    <a:pt x="11826" y="11842"/>
                    <a:pt x="9210" y="9084"/>
                  </a:cubicBezTo>
                  <a:cubicBezTo>
                    <a:pt x="7937" y="7741"/>
                    <a:pt x="6806" y="6327"/>
                    <a:pt x="5533" y="4913"/>
                  </a:cubicBezTo>
                  <a:cubicBezTo>
                    <a:pt x="4261" y="3499"/>
                    <a:pt x="2988" y="2085"/>
                    <a:pt x="1928" y="459"/>
                  </a:cubicBezTo>
                  <a:cubicBezTo>
                    <a:pt x="1291" y="-460"/>
                    <a:pt x="-406" y="105"/>
                    <a:pt x="89" y="1236"/>
                  </a:cubicBezTo>
                  <a:lnTo>
                    <a:pt x="89" y="123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7" name="Google Shape;1317;p48"/>
            <p:cNvSpPr/>
            <p:nvPr/>
          </p:nvSpPr>
          <p:spPr>
            <a:xfrm flipH="1" rot="10800000">
              <a:off x="345266" y="566168"/>
              <a:ext cx="72934" cy="90633"/>
            </a:xfrm>
            <a:custGeom>
              <a:rect b="b" l="l" r="r" t="t"/>
              <a:pathLst>
                <a:path extrusionOk="0" h="20540" w="16529">
                  <a:moveTo>
                    <a:pt x="186" y="1471"/>
                  </a:moveTo>
                  <a:cubicBezTo>
                    <a:pt x="752" y="2250"/>
                    <a:pt x="1388" y="3027"/>
                    <a:pt x="1883" y="3805"/>
                  </a:cubicBezTo>
                  <a:cubicBezTo>
                    <a:pt x="2378" y="4582"/>
                    <a:pt x="2802" y="5360"/>
                    <a:pt x="3297" y="6138"/>
                  </a:cubicBezTo>
                  <a:cubicBezTo>
                    <a:pt x="4428" y="7693"/>
                    <a:pt x="5489" y="9320"/>
                    <a:pt x="6549" y="10875"/>
                  </a:cubicBezTo>
                  <a:cubicBezTo>
                    <a:pt x="7610" y="12430"/>
                    <a:pt x="8670" y="13915"/>
                    <a:pt x="9802" y="15471"/>
                  </a:cubicBezTo>
                  <a:cubicBezTo>
                    <a:pt x="11004" y="17097"/>
                    <a:pt x="12276" y="18511"/>
                    <a:pt x="13690" y="19995"/>
                  </a:cubicBezTo>
                  <a:cubicBezTo>
                    <a:pt x="15104" y="21480"/>
                    <a:pt x="17225" y="19642"/>
                    <a:pt x="16306" y="17945"/>
                  </a:cubicBezTo>
                  <a:cubicBezTo>
                    <a:pt x="15387" y="16248"/>
                    <a:pt x="14397" y="14551"/>
                    <a:pt x="13195" y="12996"/>
                  </a:cubicBezTo>
                  <a:cubicBezTo>
                    <a:pt x="11993" y="11441"/>
                    <a:pt x="10791" y="10026"/>
                    <a:pt x="9519" y="8542"/>
                  </a:cubicBezTo>
                  <a:cubicBezTo>
                    <a:pt x="8246" y="7057"/>
                    <a:pt x="7044" y="5785"/>
                    <a:pt x="5772" y="4370"/>
                  </a:cubicBezTo>
                  <a:cubicBezTo>
                    <a:pt x="4499" y="2956"/>
                    <a:pt x="3014" y="1684"/>
                    <a:pt x="1671" y="270"/>
                  </a:cubicBezTo>
                  <a:cubicBezTo>
                    <a:pt x="964" y="-508"/>
                    <a:pt x="-521" y="552"/>
                    <a:pt x="186" y="1471"/>
                  </a:cubicBezTo>
                  <a:lnTo>
                    <a:pt x="186" y="147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8" name="Google Shape;1318;p48"/>
            <p:cNvSpPr/>
            <p:nvPr/>
          </p:nvSpPr>
          <p:spPr>
            <a:xfrm flipH="1" rot="10800000">
              <a:off x="404486" y="778925"/>
              <a:ext cx="38693" cy="71963"/>
            </a:xfrm>
            <a:custGeom>
              <a:rect b="b" l="l" r="r" t="t"/>
              <a:pathLst>
                <a:path extrusionOk="0" h="16309" w="8769">
                  <a:moveTo>
                    <a:pt x="196" y="1420"/>
                  </a:moveTo>
                  <a:cubicBezTo>
                    <a:pt x="973" y="3895"/>
                    <a:pt x="1892" y="6299"/>
                    <a:pt x="2812" y="8702"/>
                  </a:cubicBezTo>
                  <a:cubicBezTo>
                    <a:pt x="3731" y="11106"/>
                    <a:pt x="4791" y="13581"/>
                    <a:pt x="6417" y="15702"/>
                  </a:cubicBezTo>
                  <a:cubicBezTo>
                    <a:pt x="6771" y="16197"/>
                    <a:pt x="7407" y="16480"/>
                    <a:pt x="7973" y="16197"/>
                  </a:cubicBezTo>
                  <a:cubicBezTo>
                    <a:pt x="8538" y="15985"/>
                    <a:pt x="8963" y="15278"/>
                    <a:pt x="8680" y="14712"/>
                  </a:cubicBezTo>
                  <a:cubicBezTo>
                    <a:pt x="7761" y="12308"/>
                    <a:pt x="6488" y="10046"/>
                    <a:pt x="5357" y="7713"/>
                  </a:cubicBezTo>
                  <a:cubicBezTo>
                    <a:pt x="4226" y="5380"/>
                    <a:pt x="3236" y="3117"/>
                    <a:pt x="2317" y="784"/>
                  </a:cubicBezTo>
                  <a:cubicBezTo>
                    <a:pt x="1822" y="-559"/>
                    <a:pt x="-370" y="-64"/>
                    <a:pt x="54" y="1420"/>
                  </a:cubicBezTo>
                  <a:lnTo>
                    <a:pt x="54" y="142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9" name="Google Shape;1319;p48"/>
            <p:cNvSpPr/>
            <p:nvPr/>
          </p:nvSpPr>
          <p:spPr>
            <a:xfrm flipH="1" rot="10800000">
              <a:off x="495081" y="1015120"/>
              <a:ext cx="44147" cy="125580"/>
            </a:xfrm>
            <a:custGeom>
              <a:rect b="b" l="l" r="r" t="t"/>
              <a:pathLst>
                <a:path extrusionOk="0" h="28460" w="10005">
                  <a:moveTo>
                    <a:pt x="21" y="1361"/>
                  </a:moveTo>
                  <a:cubicBezTo>
                    <a:pt x="92" y="6451"/>
                    <a:pt x="-332" y="11613"/>
                    <a:pt x="799" y="16632"/>
                  </a:cubicBezTo>
                  <a:cubicBezTo>
                    <a:pt x="1718" y="20804"/>
                    <a:pt x="3627" y="26036"/>
                    <a:pt x="7587" y="28227"/>
                  </a:cubicBezTo>
                  <a:cubicBezTo>
                    <a:pt x="9071" y="29076"/>
                    <a:pt x="10485" y="27450"/>
                    <a:pt x="9849" y="25965"/>
                  </a:cubicBezTo>
                  <a:cubicBezTo>
                    <a:pt x="8930" y="24056"/>
                    <a:pt x="7657" y="22359"/>
                    <a:pt x="6738" y="20450"/>
                  </a:cubicBezTo>
                  <a:cubicBezTo>
                    <a:pt x="5890" y="18683"/>
                    <a:pt x="5183" y="16915"/>
                    <a:pt x="4688" y="15006"/>
                  </a:cubicBezTo>
                  <a:cubicBezTo>
                    <a:pt x="3486" y="10552"/>
                    <a:pt x="2779" y="5886"/>
                    <a:pt x="2567" y="1219"/>
                  </a:cubicBezTo>
                  <a:cubicBezTo>
                    <a:pt x="2567" y="-406"/>
                    <a:pt x="21" y="-406"/>
                    <a:pt x="21" y="1219"/>
                  </a:cubicBezTo>
                  <a:lnTo>
                    <a:pt x="21" y="121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0" name="Google Shape;1320;p48"/>
            <p:cNvSpPr/>
            <p:nvPr/>
          </p:nvSpPr>
          <p:spPr>
            <a:xfrm flipH="1" rot="10800000">
              <a:off x="693462" y="1173605"/>
              <a:ext cx="55236" cy="87332"/>
            </a:xfrm>
            <a:custGeom>
              <a:rect b="b" l="l" r="r" t="t"/>
              <a:pathLst>
                <a:path extrusionOk="0" h="19792" w="12518">
                  <a:moveTo>
                    <a:pt x="10764" y="266"/>
                  </a:moveTo>
                  <a:cubicBezTo>
                    <a:pt x="8148" y="2811"/>
                    <a:pt x="5532" y="5356"/>
                    <a:pt x="3341" y="8396"/>
                  </a:cubicBezTo>
                  <a:cubicBezTo>
                    <a:pt x="2280" y="9881"/>
                    <a:pt x="1290" y="11507"/>
                    <a:pt x="654" y="13204"/>
                  </a:cubicBezTo>
                  <a:cubicBezTo>
                    <a:pt x="-194" y="15183"/>
                    <a:pt x="-265" y="17093"/>
                    <a:pt x="724" y="19072"/>
                  </a:cubicBezTo>
                  <a:cubicBezTo>
                    <a:pt x="1432" y="20415"/>
                    <a:pt x="3411" y="19708"/>
                    <a:pt x="3482" y="18365"/>
                  </a:cubicBezTo>
                  <a:cubicBezTo>
                    <a:pt x="3765" y="11861"/>
                    <a:pt x="8289" y="6487"/>
                    <a:pt x="12249" y="1751"/>
                  </a:cubicBezTo>
                  <a:cubicBezTo>
                    <a:pt x="13097" y="761"/>
                    <a:pt x="11754" y="-653"/>
                    <a:pt x="10835" y="336"/>
                  </a:cubicBezTo>
                  <a:lnTo>
                    <a:pt x="10835" y="33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1" name="Google Shape;1321;p48"/>
            <p:cNvSpPr/>
            <p:nvPr/>
          </p:nvSpPr>
          <p:spPr>
            <a:xfrm flipH="1" rot="10800000">
              <a:off x="770368" y="980515"/>
              <a:ext cx="106257" cy="41270"/>
            </a:xfrm>
            <a:custGeom>
              <a:rect b="b" l="l" r="r" t="t"/>
              <a:pathLst>
                <a:path extrusionOk="0" h="9353" w="24081">
                  <a:moveTo>
                    <a:pt x="22955" y="71"/>
                  </a:moveTo>
                  <a:cubicBezTo>
                    <a:pt x="20834" y="-71"/>
                    <a:pt x="18854" y="0"/>
                    <a:pt x="16734" y="283"/>
                  </a:cubicBezTo>
                  <a:cubicBezTo>
                    <a:pt x="14824" y="566"/>
                    <a:pt x="12915" y="990"/>
                    <a:pt x="11078" y="1555"/>
                  </a:cubicBezTo>
                  <a:cubicBezTo>
                    <a:pt x="7330" y="2687"/>
                    <a:pt x="3088" y="4171"/>
                    <a:pt x="402" y="7070"/>
                  </a:cubicBezTo>
                  <a:cubicBezTo>
                    <a:pt x="-588" y="8130"/>
                    <a:pt x="402" y="9544"/>
                    <a:pt x="1745" y="9333"/>
                  </a:cubicBezTo>
                  <a:cubicBezTo>
                    <a:pt x="3654" y="8979"/>
                    <a:pt x="5351" y="8201"/>
                    <a:pt x="7189" y="7494"/>
                  </a:cubicBezTo>
                  <a:cubicBezTo>
                    <a:pt x="9027" y="6787"/>
                    <a:pt x="10653" y="6151"/>
                    <a:pt x="12421" y="5514"/>
                  </a:cubicBezTo>
                  <a:cubicBezTo>
                    <a:pt x="14188" y="4878"/>
                    <a:pt x="15956" y="4383"/>
                    <a:pt x="17794" y="3818"/>
                  </a:cubicBezTo>
                  <a:cubicBezTo>
                    <a:pt x="19632" y="3252"/>
                    <a:pt x="21470" y="2687"/>
                    <a:pt x="23309" y="2121"/>
                  </a:cubicBezTo>
                  <a:cubicBezTo>
                    <a:pt x="24510" y="1768"/>
                    <a:pt x="24228" y="71"/>
                    <a:pt x="23026" y="0"/>
                  </a:cubicBezTo>
                  <a:lnTo>
                    <a:pt x="23026"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2" name="Google Shape;1322;p48"/>
            <p:cNvSpPr/>
            <p:nvPr/>
          </p:nvSpPr>
          <p:spPr>
            <a:xfrm flipH="1" rot="10800000">
              <a:off x="665957" y="757618"/>
              <a:ext cx="86503" cy="49923"/>
            </a:xfrm>
            <a:custGeom>
              <a:rect b="b" l="l" r="r" t="t"/>
              <a:pathLst>
                <a:path extrusionOk="0" h="11314" w="19604">
                  <a:moveTo>
                    <a:pt x="18484" y="7"/>
                  </a:moveTo>
                  <a:cubicBezTo>
                    <a:pt x="11626" y="856"/>
                    <a:pt x="4909" y="3613"/>
                    <a:pt x="384" y="8987"/>
                  </a:cubicBezTo>
                  <a:cubicBezTo>
                    <a:pt x="-40" y="9481"/>
                    <a:pt x="-181" y="10188"/>
                    <a:pt x="314" y="10754"/>
                  </a:cubicBezTo>
                  <a:cubicBezTo>
                    <a:pt x="667" y="11249"/>
                    <a:pt x="1516" y="11532"/>
                    <a:pt x="2081" y="11108"/>
                  </a:cubicBezTo>
                  <a:cubicBezTo>
                    <a:pt x="7172" y="7289"/>
                    <a:pt x="12686" y="3825"/>
                    <a:pt x="18838" y="2128"/>
                  </a:cubicBezTo>
                  <a:cubicBezTo>
                    <a:pt x="19969" y="1775"/>
                    <a:pt x="19827" y="-134"/>
                    <a:pt x="18555" y="7"/>
                  </a:cubicBezTo>
                  <a:lnTo>
                    <a:pt x="18555" y="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3" name="Google Shape;1323;p48"/>
            <p:cNvSpPr/>
            <p:nvPr/>
          </p:nvSpPr>
          <p:spPr>
            <a:xfrm flipH="1" rot="10800000">
              <a:off x="617659" y="548709"/>
              <a:ext cx="107475" cy="84199"/>
            </a:xfrm>
            <a:custGeom>
              <a:rect b="b" l="l" r="r" t="t"/>
              <a:pathLst>
                <a:path extrusionOk="0" h="19082" w="24357">
                  <a:moveTo>
                    <a:pt x="22716" y="85"/>
                  </a:moveTo>
                  <a:cubicBezTo>
                    <a:pt x="18262" y="1782"/>
                    <a:pt x="14019" y="3974"/>
                    <a:pt x="10060" y="6731"/>
                  </a:cubicBezTo>
                  <a:cubicBezTo>
                    <a:pt x="8081" y="8075"/>
                    <a:pt x="6242" y="9630"/>
                    <a:pt x="4475" y="11186"/>
                  </a:cubicBezTo>
                  <a:cubicBezTo>
                    <a:pt x="2566" y="12953"/>
                    <a:pt x="1011" y="14791"/>
                    <a:pt x="91" y="17195"/>
                  </a:cubicBezTo>
                  <a:cubicBezTo>
                    <a:pt x="-404" y="18468"/>
                    <a:pt x="1222" y="19528"/>
                    <a:pt x="2283" y="18892"/>
                  </a:cubicBezTo>
                  <a:cubicBezTo>
                    <a:pt x="4263" y="17690"/>
                    <a:pt x="5818" y="16064"/>
                    <a:pt x="7444" y="14438"/>
                  </a:cubicBezTo>
                  <a:cubicBezTo>
                    <a:pt x="9070" y="12812"/>
                    <a:pt x="10697" y="11327"/>
                    <a:pt x="12464" y="9842"/>
                  </a:cubicBezTo>
                  <a:cubicBezTo>
                    <a:pt x="15928" y="6944"/>
                    <a:pt x="19675" y="4540"/>
                    <a:pt x="23705" y="2560"/>
                  </a:cubicBezTo>
                  <a:cubicBezTo>
                    <a:pt x="25049" y="1924"/>
                    <a:pt x="24130" y="-480"/>
                    <a:pt x="22645" y="85"/>
                  </a:cubicBezTo>
                  <a:lnTo>
                    <a:pt x="22645" y="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4" name="Google Shape;1324;p48"/>
            <p:cNvSpPr/>
            <p:nvPr/>
          </p:nvSpPr>
          <p:spPr>
            <a:xfrm flipH="1" rot="10800000">
              <a:off x="618180" y="273262"/>
              <a:ext cx="57932" cy="104885"/>
            </a:xfrm>
            <a:custGeom>
              <a:rect b="b" l="l" r="r" t="t"/>
              <a:pathLst>
                <a:path extrusionOk="0" h="23770" w="13129">
                  <a:moveTo>
                    <a:pt x="11003" y="738"/>
                  </a:moveTo>
                  <a:cubicBezTo>
                    <a:pt x="10295" y="2647"/>
                    <a:pt x="9306" y="4343"/>
                    <a:pt x="8387" y="6111"/>
                  </a:cubicBezTo>
                  <a:cubicBezTo>
                    <a:pt x="7468" y="7808"/>
                    <a:pt x="6690" y="9575"/>
                    <a:pt x="5771" y="11272"/>
                  </a:cubicBezTo>
                  <a:cubicBezTo>
                    <a:pt x="4003" y="14736"/>
                    <a:pt x="1953" y="18059"/>
                    <a:pt x="185" y="21524"/>
                  </a:cubicBezTo>
                  <a:cubicBezTo>
                    <a:pt x="-592" y="23079"/>
                    <a:pt x="1246" y="24493"/>
                    <a:pt x="2589" y="23362"/>
                  </a:cubicBezTo>
                  <a:cubicBezTo>
                    <a:pt x="5700" y="20675"/>
                    <a:pt x="7821" y="16787"/>
                    <a:pt x="9376" y="12969"/>
                  </a:cubicBezTo>
                  <a:cubicBezTo>
                    <a:pt x="10154" y="11130"/>
                    <a:pt x="10861" y="9292"/>
                    <a:pt x="11356" y="7383"/>
                  </a:cubicBezTo>
                  <a:cubicBezTo>
                    <a:pt x="11922" y="5333"/>
                    <a:pt x="12346" y="3283"/>
                    <a:pt x="13053" y="1303"/>
                  </a:cubicBezTo>
                  <a:cubicBezTo>
                    <a:pt x="13548" y="-40"/>
                    <a:pt x="11498" y="-535"/>
                    <a:pt x="11003" y="738"/>
                  </a:cubicBezTo>
                  <a:lnTo>
                    <a:pt x="11003" y="7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25" name="Google Shape;1325;p48"/>
          <p:cNvSpPr/>
          <p:nvPr/>
        </p:nvSpPr>
        <p:spPr>
          <a:xfrm flipH="1" rot="-1868562">
            <a:off x="6866513" y="3767077"/>
            <a:ext cx="3128501" cy="1673858"/>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9" name="Shape 1329"/>
        <p:cNvGrpSpPr/>
        <p:nvPr/>
      </p:nvGrpSpPr>
      <p:grpSpPr>
        <a:xfrm>
          <a:off x="0" y="0"/>
          <a:ext cx="0" cy="0"/>
          <a:chOff x="0" y="0"/>
          <a:chExt cx="0" cy="0"/>
        </a:xfrm>
      </p:grpSpPr>
      <p:sp>
        <p:nvSpPr>
          <p:cNvPr id="1330" name="Google Shape;1330;p49"/>
          <p:cNvSpPr txBox="1"/>
          <p:nvPr>
            <p:ph idx="2" type="subTitle"/>
          </p:nvPr>
        </p:nvSpPr>
        <p:spPr>
          <a:xfrm>
            <a:off x="3582450" y="1928019"/>
            <a:ext cx="1975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1331" name="Google Shape;1331;p49"/>
          <p:cNvSpPr txBox="1"/>
          <p:nvPr>
            <p:ph idx="5" type="subTitle"/>
          </p:nvPr>
        </p:nvSpPr>
        <p:spPr>
          <a:xfrm>
            <a:off x="6052295" y="1928019"/>
            <a:ext cx="1975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332" name="Google Shape;1332;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Goals of the year</a:t>
            </a:r>
            <a:endParaRPr/>
          </a:p>
        </p:txBody>
      </p:sp>
      <p:sp>
        <p:nvSpPr>
          <p:cNvPr id="1333" name="Google Shape;1333;p49"/>
          <p:cNvSpPr txBox="1"/>
          <p:nvPr>
            <p:ph idx="1" type="subTitle"/>
          </p:nvPr>
        </p:nvSpPr>
        <p:spPr>
          <a:xfrm>
            <a:off x="1112605" y="1928019"/>
            <a:ext cx="1975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334" name="Google Shape;1334;p49"/>
          <p:cNvSpPr txBox="1"/>
          <p:nvPr>
            <p:ph idx="3" type="subTitle"/>
          </p:nvPr>
        </p:nvSpPr>
        <p:spPr>
          <a:xfrm>
            <a:off x="1112605" y="3361507"/>
            <a:ext cx="1975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a:t>
            </a:r>
            <a:endParaRPr/>
          </a:p>
        </p:txBody>
      </p:sp>
      <p:sp>
        <p:nvSpPr>
          <p:cNvPr id="1335" name="Google Shape;1335;p49"/>
          <p:cNvSpPr txBox="1"/>
          <p:nvPr>
            <p:ph idx="4" type="subTitle"/>
          </p:nvPr>
        </p:nvSpPr>
        <p:spPr>
          <a:xfrm>
            <a:off x="3582450" y="3361507"/>
            <a:ext cx="1975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1336" name="Google Shape;1336;p49"/>
          <p:cNvSpPr txBox="1"/>
          <p:nvPr>
            <p:ph idx="6" type="subTitle"/>
          </p:nvPr>
        </p:nvSpPr>
        <p:spPr>
          <a:xfrm>
            <a:off x="6052295" y="3361507"/>
            <a:ext cx="1975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337" name="Google Shape;1337;p49"/>
          <p:cNvSpPr txBox="1"/>
          <p:nvPr>
            <p:ph idx="7" type="subTitle"/>
          </p:nvPr>
        </p:nvSpPr>
        <p:spPr>
          <a:xfrm>
            <a:off x="1111105" y="1631075"/>
            <a:ext cx="19782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338" name="Google Shape;1338;p49"/>
          <p:cNvSpPr txBox="1"/>
          <p:nvPr>
            <p:ph idx="8" type="subTitle"/>
          </p:nvPr>
        </p:nvSpPr>
        <p:spPr>
          <a:xfrm>
            <a:off x="3580950" y="1631075"/>
            <a:ext cx="19782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339" name="Google Shape;1339;p49"/>
          <p:cNvSpPr txBox="1"/>
          <p:nvPr>
            <p:ph idx="9" type="subTitle"/>
          </p:nvPr>
        </p:nvSpPr>
        <p:spPr>
          <a:xfrm>
            <a:off x="6050795" y="1631075"/>
            <a:ext cx="19782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340" name="Google Shape;1340;p49"/>
          <p:cNvSpPr txBox="1"/>
          <p:nvPr>
            <p:ph idx="13" type="subTitle"/>
          </p:nvPr>
        </p:nvSpPr>
        <p:spPr>
          <a:xfrm>
            <a:off x="1111105" y="3060600"/>
            <a:ext cx="19782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341" name="Google Shape;1341;p49"/>
          <p:cNvSpPr txBox="1"/>
          <p:nvPr>
            <p:ph idx="14" type="subTitle"/>
          </p:nvPr>
        </p:nvSpPr>
        <p:spPr>
          <a:xfrm>
            <a:off x="3580950" y="3060600"/>
            <a:ext cx="19782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342" name="Google Shape;1342;p49"/>
          <p:cNvSpPr txBox="1"/>
          <p:nvPr>
            <p:ph idx="15" type="subTitle"/>
          </p:nvPr>
        </p:nvSpPr>
        <p:spPr>
          <a:xfrm>
            <a:off x="6050795" y="3060600"/>
            <a:ext cx="19782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1343" name="Google Shape;1343;p49"/>
          <p:cNvGrpSpPr/>
          <p:nvPr/>
        </p:nvGrpSpPr>
        <p:grpSpPr>
          <a:xfrm>
            <a:off x="8255692" y="4035850"/>
            <a:ext cx="467749" cy="568157"/>
            <a:chOff x="8255692" y="4035850"/>
            <a:chExt cx="467749" cy="568157"/>
          </a:xfrm>
        </p:grpSpPr>
        <p:grpSp>
          <p:nvGrpSpPr>
            <p:cNvPr id="1344" name="Google Shape;1344;p49"/>
            <p:cNvGrpSpPr/>
            <p:nvPr/>
          </p:nvGrpSpPr>
          <p:grpSpPr>
            <a:xfrm rot="-1017025">
              <a:off x="8301160" y="4222117"/>
              <a:ext cx="263454" cy="351115"/>
              <a:chOff x="9780795" y="4925780"/>
              <a:chExt cx="401928" cy="535743"/>
            </a:xfrm>
          </p:grpSpPr>
          <p:sp>
            <p:nvSpPr>
              <p:cNvPr id="1345" name="Google Shape;1345;p49"/>
              <p:cNvSpPr/>
              <p:nvPr/>
            </p:nvSpPr>
            <p:spPr>
              <a:xfrm>
                <a:off x="9780795" y="4925780"/>
                <a:ext cx="401928" cy="535743"/>
              </a:xfrm>
              <a:custGeom>
                <a:rect b="b" l="l" r="r" t="t"/>
                <a:pathLst>
                  <a:path extrusionOk="0" h="159804" w="119889">
                    <a:moveTo>
                      <a:pt x="67437" y="159804"/>
                    </a:moveTo>
                    <a:cubicBezTo>
                      <a:pt x="57610" y="143755"/>
                      <a:pt x="46934" y="128696"/>
                      <a:pt x="38875" y="117949"/>
                    </a:cubicBezTo>
                    <a:cubicBezTo>
                      <a:pt x="29188" y="105082"/>
                      <a:pt x="19502" y="92780"/>
                      <a:pt x="10876" y="76943"/>
                    </a:cubicBezTo>
                    <a:cubicBezTo>
                      <a:pt x="3170" y="62803"/>
                      <a:pt x="-4819" y="33179"/>
                      <a:pt x="3594" y="17554"/>
                    </a:cubicBezTo>
                    <a:cubicBezTo>
                      <a:pt x="21623" y="-15817"/>
                      <a:pt x="51742" y="15928"/>
                      <a:pt x="61003" y="34946"/>
                    </a:cubicBezTo>
                    <a:cubicBezTo>
                      <a:pt x="67366" y="16352"/>
                      <a:pt x="74507" y="657"/>
                      <a:pt x="90486" y="20"/>
                    </a:cubicBezTo>
                    <a:cubicBezTo>
                      <a:pt x="112686" y="-828"/>
                      <a:pt x="118201" y="25402"/>
                      <a:pt x="119615" y="41663"/>
                    </a:cubicBezTo>
                    <a:cubicBezTo>
                      <a:pt x="122018" y="69731"/>
                      <a:pt x="108232" y="90164"/>
                      <a:pt x="96001" y="114485"/>
                    </a:cubicBezTo>
                    <a:cubicBezTo>
                      <a:pt x="88577" y="129120"/>
                      <a:pt x="79668" y="143260"/>
                      <a:pt x="67508" y="159734"/>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6" name="Google Shape;1346;p49"/>
              <p:cNvSpPr/>
              <p:nvPr/>
            </p:nvSpPr>
            <p:spPr>
              <a:xfrm>
                <a:off x="9890699" y="5089812"/>
                <a:ext cx="203839" cy="264559"/>
              </a:xfrm>
              <a:custGeom>
                <a:rect b="b" l="l" r="r" t="t"/>
                <a:pathLst>
                  <a:path extrusionOk="0" h="78914" w="60802">
                    <a:moveTo>
                      <a:pt x="34224" y="78844"/>
                    </a:moveTo>
                    <a:cubicBezTo>
                      <a:pt x="29204" y="70713"/>
                      <a:pt x="23831" y="63077"/>
                      <a:pt x="19730" y="57633"/>
                    </a:cubicBezTo>
                    <a:cubicBezTo>
                      <a:pt x="14852" y="51058"/>
                      <a:pt x="9903" y="44907"/>
                      <a:pt x="5519" y="36847"/>
                    </a:cubicBezTo>
                    <a:cubicBezTo>
                      <a:pt x="1631" y="29706"/>
                      <a:pt x="-2470" y="14647"/>
                      <a:pt x="1843" y="6728"/>
                    </a:cubicBezTo>
                    <a:cubicBezTo>
                      <a:pt x="10964" y="-10240"/>
                      <a:pt x="27013" y="9839"/>
                      <a:pt x="31679" y="19455"/>
                    </a:cubicBezTo>
                    <a:cubicBezTo>
                      <a:pt x="34931" y="10052"/>
                      <a:pt x="37123" y="295"/>
                      <a:pt x="45253" y="12"/>
                    </a:cubicBezTo>
                    <a:cubicBezTo>
                      <a:pt x="56495" y="-412"/>
                      <a:pt x="59960" y="10758"/>
                      <a:pt x="60667" y="19030"/>
                    </a:cubicBezTo>
                    <a:cubicBezTo>
                      <a:pt x="61868" y="33241"/>
                      <a:pt x="54869" y="43635"/>
                      <a:pt x="48718" y="55936"/>
                    </a:cubicBezTo>
                    <a:cubicBezTo>
                      <a:pt x="44971" y="63360"/>
                      <a:pt x="40446" y="70501"/>
                      <a:pt x="34295" y="78914"/>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47" name="Google Shape;1347;p49"/>
            <p:cNvSpPr/>
            <p:nvPr/>
          </p:nvSpPr>
          <p:spPr>
            <a:xfrm rot="392077">
              <a:off x="8580442" y="4042887"/>
              <a:ext cx="133568" cy="173356"/>
            </a:xfrm>
            <a:custGeom>
              <a:rect b="b" l="l" r="r" t="t"/>
              <a:pathLst>
                <a:path extrusionOk="0" h="78914" w="60802">
                  <a:moveTo>
                    <a:pt x="34224" y="78844"/>
                  </a:moveTo>
                  <a:cubicBezTo>
                    <a:pt x="29204" y="70713"/>
                    <a:pt x="23831" y="63077"/>
                    <a:pt x="19730" y="57633"/>
                  </a:cubicBezTo>
                  <a:cubicBezTo>
                    <a:pt x="14852" y="51058"/>
                    <a:pt x="9903" y="44907"/>
                    <a:pt x="5519" y="36847"/>
                  </a:cubicBezTo>
                  <a:cubicBezTo>
                    <a:pt x="1631" y="29706"/>
                    <a:pt x="-2470" y="14647"/>
                    <a:pt x="1843" y="6728"/>
                  </a:cubicBezTo>
                  <a:cubicBezTo>
                    <a:pt x="10964" y="-10240"/>
                    <a:pt x="27013" y="9839"/>
                    <a:pt x="31679" y="19455"/>
                  </a:cubicBezTo>
                  <a:cubicBezTo>
                    <a:pt x="34931" y="10052"/>
                    <a:pt x="37123" y="295"/>
                    <a:pt x="45253" y="12"/>
                  </a:cubicBezTo>
                  <a:cubicBezTo>
                    <a:pt x="56495" y="-412"/>
                    <a:pt x="59960" y="10758"/>
                    <a:pt x="60667" y="19030"/>
                  </a:cubicBezTo>
                  <a:cubicBezTo>
                    <a:pt x="61868" y="33241"/>
                    <a:pt x="54869" y="43635"/>
                    <a:pt x="48718" y="55936"/>
                  </a:cubicBezTo>
                  <a:cubicBezTo>
                    <a:pt x="44971" y="63360"/>
                    <a:pt x="40446" y="70501"/>
                    <a:pt x="34295" y="78914"/>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48" name="Google Shape;1348;p49"/>
          <p:cNvGrpSpPr/>
          <p:nvPr/>
        </p:nvGrpSpPr>
        <p:grpSpPr>
          <a:xfrm>
            <a:off x="537637" y="643077"/>
            <a:ext cx="448970" cy="542629"/>
            <a:chOff x="2594860" y="4963366"/>
            <a:chExt cx="112094" cy="135488"/>
          </a:xfrm>
        </p:grpSpPr>
        <p:sp>
          <p:nvSpPr>
            <p:cNvPr id="1349" name="Google Shape;1349;p49"/>
            <p:cNvSpPr/>
            <p:nvPr/>
          </p:nvSpPr>
          <p:spPr>
            <a:xfrm>
              <a:off x="2594860" y="4963366"/>
              <a:ext cx="112094" cy="135488"/>
            </a:xfrm>
            <a:custGeom>
              <a:rect b="b" l="l" r="r" t="t"/>
              <a:pathLst>
                <a:path extrusionOk="0" h="135488" w="112094">
                  <a:moveTo>
                    <a:pt x="110742" y="72880"/>
                  </a:moveTo>
                  <a:cubicBezTo>
                    <a:pt x="110389" y="72102"/>
                    <a:pt x="109894" y="71324"/>
                    <a:pt x="109328" y="70617"/>
                  </a:cubicBezTo>
                  <a:cubicBezTo>
                    <a:pt x="105298" y="65456"/>
                    <a:pt x="94552" y="65244"/>
                    <a:pt x="88542" y="64678"/>
                  </a:cubicBezTo>
                  <a:cubicBezTo>
                    <a:pt x="85078" y="64395"/>
                    <a:pt x="81613" y="64254"/>
                    <a:pt x="78220" y="64395"/>
                  </a:cubicBezTo>
                  <a:cubicBezTo>
                    <a:pt x="75250" y="64537"/>
                    <a:pt x="71291" y="65527"/>
                    <a:pt x="68463" y="64183"/>
                  </a:cubicBezTo>
                  <a:cubicBezTo>
                    <a:pt x="68180" y="64042"/>
                    <a:pt x="67897" y="63830"/>
                    <a:pt x="67756" y="63547"/>
                  </a:cubicBezTo>
                  <a:cubicBezTo>
                    <a:pt x="67685" y="63194"/>
                    <a:pt x="67756" y="62840"/>
                    <a:pt x="67968" y="62557"/>
                  </a:cubicBezTo>
                  <a:cubicBezTo>
                    <a:pt x="74826" y="49760"/>
                    <a:pt x="80623" y="35337"/>
                    <a:pt x="82532" y="20914"/>
                  </a:cubicBezTo>
                  <a:cubicBezTo>
                    <a:pt x="83169" y="16177"/>
                    <a:pt x="83239" y="11087"/>
                    <a:pt x="81189" y="6774"/>
                  </a:cubicBezTo>
                  <a:cubicBezTo>
                    <a:pt x="79139" y="2461"/>
                    <a:pt x="74260" y="-861"/>
                    <a:pt x="69594" y="199"/>
                  </a:cubicBezTo>
                  <a:cubicBezTo>
                    <a:pt x="67332" y="694"/>
                    <a:pt x="65423" y="2108"/>
                    <a:pt x="63726" y="3663"/>
                  </a:cubicBezTo>
                  <a:cubicBezTo>
                    <a:pt x="55383" y="11087"/>
                    <a:pt x="50576" y="21763"/>
                    <a:pt x="48384" y="32651"/>
                  </a:cubicBezTo>
                  <a:cubicBezTo>
                    <a:pt x="46192" y="43539"/>
                    <a:pt x="46334" y="54780"/>
                    <a:pt x="46475" y="65880"/>
                  </a:cubicBezTo>
                  <a:cubicBezTo>
                    <a:pt x="41455" y="57537"/>
                    <a:pt x="36082" y="48841"/>
                    <a:pt x="27598" y="44104"/>
                  </a:cubicBezTo>
                  <a:cubicBezTo>
                    <a:pt x="19114" y="39367"/>
                    <a:pt x="6529" y="40428"/>
                    <a:pt x="1792" y="48841"/>
                  </a:cubicBezTo>
                  <a:cubicBezTo>
                    <a:pt x="-3157" y="57608"/>
                    <a:pt x="2852" y="69132"/>
                    <a:pt x="11195" y="74718"/>
                  </a:cubicBezTo>
                  <a:cubicBezTo>
                    <a:pt x="18831" y="79879"/>
                    <a:pt x="28517" y="82000"/>
                    <a:pt x="37637" y="80586"/>
                  </a:cubicBezTo>
                  <a:cubicBezTo>
                    <a:pt x="27386" y="86030"/>
                    <a:pt x="18689" y="94302"/>
                    <a:pt x="12751" y="104271"/>
                  </a:cubicBezTo>
                  <a:cubicBezTo>
                    <a:pt x="9852" y="109079"/>
                    <a:pt x="7801" y="115866"/>
                    <a:pt x="11690" y="119896"/>
                  </a:cubicBezTo>
                  <a:cubicBezTo>
                    <a:pt x="15366" y="123714"/>
                    <a:pt x="21729" y="122512"/>
                    <a:pt x="26466" y="120249"/>
                  </a:cubicBezTo>
                  <a:cubicBezTo>
                    <a:pt x="37001" y="115300"/>
                    <a:pt x="45697" y="106675"/>
                    <a:pt x="50788" y="96282"/>
                  </a:cubicBezTo>
                  <a:cubicBezTo>
                    <a:pt x="48525" y="104554"/>
                    <a:pt x="46263" y="113320"/>
                    <a:pt x="48454" y="121663"/>
                  </a:cubicBezTo>
                  <a:cubicBezTo>
                    <a:pt x="50646" y="129935"/>
                    <a:pt x="59060" y="137288"/>
                    <a:pt x="67332" y="135097"/>
                  </a:cubicBezTo>
                  <a:cubicBezTo>
                    <a:pt x="75604" y="132905"/>
                    <a:pt x="79280" y="122724"/>
                    <a:pt x="78290" y="114240"/>
                  </a:cubicBezTo>
                  <a:cubicBezTo>
                    <a:pt x="77795" y="110069"/>
                    <a:pt x="76523" y="106109"/>
                    <a:pt x="75179" y="102150"/>
                  </a:cubicBezTo>
                  <a:cubicBezTo>
                    <a:pt x="73978" y="98756"/>
                    <a:pt x="70867" y="94302"/>
                    <a:pt x="71857" y="90626"/>
                  </a:cubicBezTo>
                  <a:cubicBezTo>
                    <a:pt x="78432" y="91898"/>
                    <a:pt x="84088" y="95504"/>
                    <a:pt x="91158" y="95787"/>
                  </a:cubicBezTo>
                  <a:cubicBezTo>
                    <a:pt x="97804" y="95999"/>
                    <a:pt x="104874" y="93737"/>
                    <a:pt x="109045" y="88504"/>
                  </a:cubicBezTo>
                  <a:cubicBezTo>
                    <a:pt x="112368" y="84262"/>
                    <a:pt x="113075" y="77829"/>
                    <a:pt x="110671" y="72880"/>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0" name="Google Shape;1350;p49"/>
            <p:cNvSpPr/>
            <p:nvPr/>
          </p:nvSpPr>
          <p:spPr>
            <a:xfrm>
              <a:off x="2644927" y="5037589"/>
              <a:ext cx="7701" cy="8928"/>
            </a:xfrm>
            <a:custGeom>
              <a:rect b="b" l="l" r="r" t="t"/>
              <a:pathLst>
                <a:path extrusionOk="0" h="8928" w="7701">
                  <a:moveTo>
                    <a:pt x="6518" y="3606"/>
                  </a:moveTo>
                  <a:lnTo>
                    <a:pt x="6518" y="3606"/>
                  </a:lnTo>
                  <a:cubicBezTo>
                    <a:pt x="6518" y="3606"/>
                    <a:pt x="6660" y="3818"/>
                    <a:pt x="6660" y="3959"/>
                  </a:cubicBezTo>
                  <a:cubicBezTo>
                    <a:pt x="6660" y="3959"/>
                    <a:pt x="6660" y="3888"/>
                    <a:pt x="6660" y="3818"/>
                  </a:cubicBezTo>
                  <a:lnTo>
                    <a:pt x="6660" y="4737"/>
                  </a:lnTo>
                  <a:lnTo>
                    <a:pt x="6660" y="4737"/>
                  </a:lnTo>
                  <a:cubicBezTo>
                    <a:pt x="6730" y="4313"/>
                    <a:pt x="6730" y="3959"/>
                    <a:pt x="6589" y="3535"/>
                  </a:cubicBezTo>
                  <a:cubicBezTo>
                    <a:pt x="6447" y="3181"/>
                    <a:pt x="6165" y="2828"/>
                    <a:pt x="5811" y="2687"/>
                  </a:cubicBezTo>
                  <a:cubicBezTo>
                    <a:pt x="5104" y="2333"/>
                    <a:pt x="4326" y="2192"/>
                    <a:pt x="3549" y="2404"/>
                  </a:cubicBezTo>
                  <a:cubicBezTo>
                    <a:pt x="2630" y="2687"/>
                    <a:pt x="1993" y="3394"/>
                    <a:pt x="1710" y="4242"/>
                  </a:cubicBezTo>
                  <a:cubicBezTo>
                    <a:pt x="1428" y="5090"/>
                    <a:pt x="1710" y="6151"/>
                    <a:pt x="2347" y="6858"/>
                  </a:cubicBezTo>
                  <a:cubicBezTo>
                    <a:pt x="2842" y="7424"/>
                    <a:pt x="3619" y="7706"/>
                    <a:pt x="4397" y="7706"/>
                  </a:cubicBezTo>
                  <a:cubicBezTo>
                    <a:pt x="5175" y="7706"/>
                    <a:pt x="5953" y="7424"/>
                    <a:pt x="6518" y="6858"/>
                  </a:cubicBezTo>
                  <a:cubicBezTo>
                    <a:pt x="6730" y="6646"/>
                    <a:pt x="6942" y="6363"/>
                    <a:pt x="7084" y="6080"/>
                  </a:cubicBezTo>
                  <a:cubicBezTo>
                    <a:pt x="7367" y="5585"/>
                    <a:pt x="7437" y="5161"/>
                    <a:pt x="7508" y="4595"/>
                  </a:cubicBezTo>
                  <a:cubicBezTo>
                    <a:pt x="7508" y="4242"/>
                    <a:pt x="7508" y="3888"/>
                    <a:pt x="7367" y="3535"/>
                  </a:cubicBezTo>
                  <a:cubicBezTo>
                    <a:pt x="7225" y="3181"/>
                    <a:pt x="7154" y="2828"/>
                    <a:pt x="6942" y="2545"/>
                  </a:cubicBezTo>
                  <a:cubicBezTo>
                    <a:pt x="6447" y="1626"/>
                    <a:pt x="5528" y="989"/>
                    <a:pt x="4468" y="989"/>
                  </a:cubicBezTo>
                  <a:cubicBezTo>
                    <a:pt x="3761" y="989"/>
                    <a:pt x="3054" y="1273"/>
                    <a:pt x="2488" y="1697"/>
                  </a:cubicBezTo>
                  <a:cubicBezTo>
                    <a:pt x="1923" y="2121"/>
                    <a:pt x="1428" y="2545"/>
                    <a:pt x="1145" y="3181"/>
                  </a:cubicBezTo>
                  <a:cubicBezTo>
                    <a:pt x="1004" y="3464"/>
                    <a:pt x="862" y="3818"/>
                    <a:pt x="791" y="4100"/>
                  </a:cubicBezTo>
                  <a:cubicBezTo>
                    <a:pt x="650" y="4666"/>
                    <a:pt x="650" y="5090"/>
                    <a:pt x="791" y="5727"/>
                  </a:cubicBezTo>
                  <a:cubicBezTo>
                    <a:pt x="933" y="6363"/>
                    <a:pt x="1286" y="6999"/>
                    <a:pt x="1710" y="7424"/>
                  </a:cubicBezTo>
                  <a:cubicBezTo>
                    <a:pt x="2347" y="7989"/>
                    <a:pt x="3125" y="8343"/>
                    <a:pt x="3973" y="8413"/>
                  </a:cubicBezTo>
                  <a:cubicBezTo>
                    <a:pt x="4821" y="8484"/>
                    <a:pt x="5670" y="8060"/>
                    <a:pt x="6235" y="7494"/>
                  </a:cubicBezTo>
                  <a:cubicBezTo>
                    <a:pt x="7296" y="6504"/>
                    <a:pt x="7508" y="4878"/>
                    <a:pt x="7154" y="3535"/>
                  </a:cubicBezTo>
                  <a:cubicBezTo>
                    <a:pt x="7013" y="2899"/>
                    <a:pt x="6589" y="2192"/>
                    <a:pt x="6094" y="1768"/>
                  </a:cubicBezTo>
                  <a:cubicBezTo>
                    <a:pt x="5458" y="1202"/>
                    <a:pt x="4680" y="848"/>
                    <a:pt x="3761" y="848"/>
                  </a:cubicBezTo>
                  <a:cubicBezTo>
                    <a:pt x="3407" y="848"/>
                    <a:pt x="3054" y="848"/>
                    <a:pt x="2771" y="989"/>
                  </a:cubicBezTo>
                  <a:cubicBezTo>
                    <a:pt x="2488" y="1131"/>
                    <a:pt x="2135" y="1202"/>
                    <a:pt x="1781" y="1343"/>
                  </a:cubicBezTo>
                  <a:cubicBezTo>
                    <a:pt x="1216" y="1697"/>
                    <a:pt x="650" y="2192"/>
                    <a:pt x="438" y="2828"/>
                  </a:cubicBezTo>
                  <a:cubicBezTo>
                    <a:pt x="155" y="3464"/>
                    <a:pt x="-57" y="4171"/>
                    <a:pt x="14" y="4878"/>
                  </a:cubicBezTo>
                  <a:cubicBezTo>
                    <a:pt x="14" y="5232"/>
                    <a:pt x="14" y="5585"/>
                    <a:pt x="226" y="5868"/>
                  </a:cubicBezTo>
                  <a:cubicBezTo>
                    <a:pt x="438" y="6434"/>
                    <a:pt x="650" y="6716"/>
                    <a:pt x="1004" y="7211"/>
                  </a:cubicBezTo>
                  <a:cubicBezTo>
                    <a:pt x="1145" y="7424"/>
                    <a:pt x="1357" y="7565"/>
                    <a:pt x="1569" y="7706"/>
                  </a:cubicBezTo>
                  <a:cubicBezTo>
                    <a:pt x="1781" y="7848"/>
                    <a:pt x="1993" y="8060"/>
                    <a:pt x="2276" y="8130"/>
                  </a:cubicBezTo>
                  <a:cubicBezTo>
                    <a:pt x="2559" y="8272"/>
                    <a:pt x="2912" y="8413"/>
                    <a:pt x="3266" y="8484"/>
                  </a:cubicBezTo>
                  <a:cubicBezTo>
                    <a:pt x="3619" y="8555"/>
                    <a:pt x="3973" y="8625"/>
                    <a:pt x="4326" y="8625"/>
                  </a:cubicBezTo>
                  <a:cubicBezTo>
                    <a:pt x="5175" y="8625"/>
                    <a:pt x="6094" y="8272"/>
                    <a:pt x="6730" y="7635"/>
                  </a:cubicBezTo>
                  <a:cubicBezTo>
                    <a:pt x="7225" y="7070"/>
                    <a:pt x="7579" y="6363"/>
                    <a:pt x="7649" y="5585"/>
                  </a:cubicBezTo>
                  <a:cubicBezTo>
                    <a:pt x="7791" y="4383"/>
                    <a:pt x="7649" y="3181"/>
                    <a:pt x="7154" y="2050"/>
                  </a:cubicBezTo>
                  <a:cubicBezTo>
                    <a:pt x="6872" y="1414"/>
                    <a:pt x="6306" y="919"/>
                    <a:pt x="5740" y="565"/>
                  </a:cubicBezTo>
                  <a:cubicBezTo>
                    <a:pt x="5175" y="212"/>
                    <a:pt x="4468" y="0"/>
                    <a:pt x="3761" y="0"/>
                  </a:cubicBezTo>
                  <a:cubicBezTo>
                    <a:pt x="2912" y="0"/>
                    <a:pt x="2135" y="424"/>
                    <a:pt x="1498" y="989"/>
                  </a:cubicBezTo>
                  <a:cubicBezTo>
                    <a:pt x="1074" y="1414"/>
                    <a:pt x="791" y="1909"/>
                    <a:pt x="509" y="2474"/>
                  </a:cubicBezTo>
                  <a:cubicBezTo>
                    <a:pt x="84" y="3535"/>
                    <a:pt x="-57" y="4737"/>
                    <a:pt x="296" y="5868"/>
                  </a:cubicBezTo>
                  <a:cubicBezTo>
                    <a:pt x="509" y="6575"/>
                    <a:pt x="791" y="7070"/>
                    <a:pt x="1286" y="7635"/>
                  </a:cubicBezTo>
                  <a:cubicBezTo>
                    <a:pt x="1781" y="8201"/>
                    <a:pt x="2276" y="8484"/>
                    <a:pt x="2912" y="8696"/>
                  </a:cubicBezTo>
                  <a:cubicBezTo>
                    <a:pt x="3054" y="8696"/>
                    <a:pt x="3195" y="8838"/>
                    <a:pt x="3407" y="8838"/>
                  </a:cubicBezTo>
                  <a:cubicBezTo>
                    <a:pt x="3761" y="8838"/>
                    <a:pt x="4044" y="8979"/>
                    <a:pt x="4397" y="8908"/>
                  </a:cubicBezTo>
                  <a:cubicBezTo>
                    <a:pt x="5033" y="8908"/>
                    <a:pt x="5670" y="8767"/>
                    <a:pt x="6165" y="8413"/>
                  </a:cubicBezTo>
                  <a:cubicBezTo>
                    <a:pt x="7225" y="7777"/>
                    <a:pt x="7791" y="6363"/>
                    <a:pt x="7437" y="5161"/>
                  </a:cubicBezTo>
                  <a:cubicBezTo>
                    <a:pt x="7225" y="4525"/>
                    <a:pt x="6730" y="3959"/>
                    <a:pt x="6023" y="3818"/>
                  </a:cubicBezTo>
                  <a:cubicBezTo>
                    <a:pt x="5599" y="3747"/>
                    <a:pt x="5175" y="3818"/>
                    <a:pt x="4821" y="4171"/>
                  </a:cubicBezTo>
                  <a:cubicBezTo>
                    <a:pt x="4468" y="4525"/>
                    <a:pt x="4397" y="4949"/>
                    <a:pt x="4468" y="5373"/>
                  </a:cubicBezTo>
                  <a:cubicBezTo>
                    <a:pt x="4468" y="5373"/>
                    <a:pt x="4468" y="5373"/>
                    <a:pt x="4468" y="5444"/>
                  </a:cubicBezTo>
                  <a:lnTo>
                    <a:pt x="4468" y="5090"/>
                  </a:lnTo>
                  <a:cubicBezTo>
                    <a:pt x="4468" y="5090"/>
                    <a:pt x="4468" y="5373"/>
                    <a:pt x="4468" y="5514"/>
                  </a:cubicBezTo>
                  <a:lnTo>
                    <a:pt x="4468" y="5090"/>
                  </a:lnTo>
                  <a:cubicBezTo>
                    <a:pt x="4468" y="5090"/>
                    <a:pt x="4468" y="5232"/>
                    <a:pt x="4468" y="5303"/>
                  </a:cubicBezTo>
                  <a:lnTo>
                    <a:pt x="4609" y="4949"/>
                  </a:lnTo>
                  <a:cubicBezTo>
                    <a:pt x="4609" y="4949"/>
                    <a:pt x="4539" y="5161"/>
                    <a:pt x="4468" y="5232"/>
                  </a:cubicBezTo>
                  <a:lnTo>
                    <a:pt x="4751" y="4878"/>
                  </a:lnTo>
                  <a:cubicBezTo>
                    <a:pt x="4751" y="4878"/>
                    <a:pt x="4609" y="5090"/>
                    <a:pt x="4468" y="5161"/>
                  </a:cubicBezTo>
                  <a:lnTo>
                    <a:pt x="4821" y="4878"/>
                  </a:lnTo>
                  <a:cubicBezTo>
                    <a:pt x="4821" y="4878"/>
                    <a:pt x="4680" y="4949"/>
                    <a:pt x="4609" y="5019"/>
                  </a:cubicBezTo>
                  <a:lnTo>
                    <a:pt x="5033" y="4808"/>
                  </a:lnTo>
                  <a:cubicBezTo>
                    <a:pt x="5033" y="4808"/>
                    <a:pt x="4539" y="4949"/>
                    <a:pt x="4326" y="5019"/>
                  </a:cubicBezTo>
                  <a:lnTo>
                    <a:pt x="4821" y="5019"/>
                  </a:lnTo>
                  <a:cubicBezTo>
                    <a:pt x="4821" y="5019"/>
                    <a:pt x="4468" y="5019"/>
                    <a:pt x="4326" y="4949"/>
                  </a:cubicBezTo>
                  <a:lnTo>
                    <a:pt x="4821" y="4949"/>
                  </a:lnTo>
                  <a:cubicBezTo>
                    <a:pt x="4821" y="4949"/>
                    <a:pt x="4468" y="4949"/>
                    <a:pt x="4256" y="4878"/>
                  </a:cubicBezTo>
                  <a:lnTo>
                    <a:pt x="4751" y="5090"/>
                  </a:lnTo>
                  <a:cubicBezTo>
                    <a:pt x="4751" y="5090"/>
                    <a:pt x="4397" y="4949"/>
                    <a:pt x="4256" y="4808"/>
                  </a:cubicBezTo>
                  <a:lnTo>
                    <a:pt x="4680" y="5161"/>
                  </a:lnTo>
                  <a:cubicBezTo>
                    <a:pt x="4680" y="5161"/>
                    <a:pt x="4397" y="4878"/>
                    <a:pt x="4256" y="4666"/>
                  </a:cubicBezTo>
                  <a:lnTo>
                    <a:pt x="4609" y="5090"/>
                  </a:lnTo>
                  <a:cubicBezTo>
                    <a:pt x="4609" y="5090"/>
                    <a:pt x="4397" y="4737"/>
                    <a:pt x="4256" y="4525"/>
                  </a:cubicBezTo>
                  <a:lnTo>
                    <a:pt x="4468" y="5019"/>
                  </a:lnTo>
                  <a:cubicBezTo>
                    <a:pt x="4468" y="5019"/>
                    <a:pt x="4326" y="4595"/>
                    <a:pt x="4326" y="4383"/>
                  </a:cubicBezTo>
                  <a:lnTo>
                    <a:pt x="4326" y="4949"/>
                  </a:lnTo>
                  <a:cubicBezTo>
                    <a:pt x="4326" y="4949"/>
                    <a:pt x="4326" y="4383"/>
                    <a:pt x="4397" y="4100"/>
                  </a:cubicBezTo>
                  <a:lnTo>
                    <a:pt x="4397" y="4666"/>
                  </a:lnTo>
                  <a:cubicBezTo>
                    <a:pt x="4397" y="4666"/>
                    <a:pt x="4397" y="4171"/>
                    <a:pt x="4539" y="3959"/>
                  </a:cubicBezTo>
                  <a:lnTo>
                    <a:pt x="4326" y="4454"/>
                  </a:lnTo>
                  <a:cubicBezTo>
                    <a:pt x="4326" y="4454"/>
                    <a:pt x="4539" y="4100"/>
                    <a:pt x="4680" y="3888"/>
                  </a:cubicBezTo>
                  <a:lnTo>
                    <a:pt x="4326" y="4313"/>
                  </a:lnTo>
                  <a:cubicBezTo>
                    <a:pt x="4326" y="4313"/>
                    <a:pt x="4539" y="4100"/>
                    <a:pt x="4609" y="4030"/>
                  </a:cubicBezTo>
                  <a:lnTo>
                    <a:pt x="4185" y="4383"/>
                  </a:lnTo>
                  <a:cubicBezTo>
                    <a:pt x="4185" y="4383"/>
                    <a:pt x="4397" y="4242"/>
                    <a:pt x="4468" y="4171"/>
                  </a:cubicBezTo>
                  <a:lnTo>
                    <a:pt x="3973" y="4383"/>
                  </a:lnTo>
                  <a:cubicBezTo>
                    <a:pt x="3973" y="4383"/>
                    <a:pt x="4185" y="4383"/>
                    <a:pt x="4256" y="4313"/>
                  </a:cubicBezTo>
                  <a:lnTo>
                    <a:pt x="3690" y="4313"/>
                  </a:lnTo>
                  <a:cubicBezTo>
                    <a:pt x="3690" y="4313"/>
                    <a:pt x="3902" y="4313"/>
                    <a:pt x="4044" y="4383"/>
                  </a:cubicBezTo>
                  <a:lnTo>
                    <a:pt x="3478" y="4383"/>
                  </a:lnTo>
                  <a:cubicBezTo>
                    <a:pt x="3478" y="4383"/>
                    <a:pt x="3690" y="4383"/>
                    <a:pt x="3761" y="4383"/>
                  </a:cubicBezTo>
                  <a:lnTo>
                    <a:pt x="3266" y="4171"/>
                  </a:lnTo>
                  <a:cubicBezTo>
                    <a:pt x="3266" y="4171"/>
                    <a:pt x="3478" y="4313"/>
                    <a:pt x="3619" y="4383"/>
                  </a:cubicBezTo>
                  <a:lnTo>
                    <a:pt x="3195" y="4030"/>
                  </a:lnTo>
                  <a:cubicBezTo>
                    <a:pt x="3195" y="4030"/>
                    <a:pt x="3407" y="4242"/>
                    <a:pt x="3549" y="4383"/>
                  </a:cubicBezTo>
                  <a:lnTo>
                    <a:pt x="3195" y="3959"/>
                  </a:lnTo>
                  <a:cubicBezTo>
                    <a:pt x="3195" y="3959"/>
                    <a:pt x="3337" y="4242"/>
                    <a:pt x="3407" y="4383"/>
                  </a:cubicBezTo>
                  <a:lnTo>
                    <a:pt x="3195" y="3888"/>
                  </a:lnTo>
                  <a:cubicBezTo>
                    <a:pt x="3195" y="3888"/>
                    <a:pt x="3337" y="4383"/>
                    <a:pt x="3407" y="4595"/>
                  </a:cubicBezTo>
                  <a:lnTo>
                    <a:pt x="3407" y="4030"/>
                  </a:lnTo>
                  <a:cubicBezTo>
                    <a:pt x="3407" y="4454"/>
                    <a:pt x="3407" y="4878"/>
                    <a:pt x="3407" y="5303"/>
                  </a:cubicBezTo>
                  <a:lnTo>
                    <a:pt x="3407" y="4737"/>
                  </a:lnTo>
                  <a:cubicBezTo>
                    <a:pt x="3407" y="4737"/>
                    <a:pt x="3407" y="5090"/>
                    <a:pt x="3407" y="5232"/>
                  </a:cubicBezTo>
                  <a:lnTo>
                    <a:pt x="3619" y="4737"/>
                  </a:lnTo>
                  <a:cubicBezTo>
                    <a:pt x="3619" y="4737"/>
                    <a:pt x="3549" y="4949"/>
                    <a:pt x="3478" y="5019"/>
                  </a:cubicBezTo>
                  <a:lnTo>
                    <a:pt x="3832" y="4595"/>
                  </a:lnTo>
                  <a:cubicBezTo>
                    <a:pt x="3832" y="4595"/>
                    <a:pt x="3690" y="4737"/>
                    <a:pt x="3690" y="4737"/>
                  </a:cubicBezTo>
                  <a:lnTo>
                    <a:pt x="4114" y="4383"/>
                  </a:lnTo>
                  <a:cubicBezTo>
                    <a:pt x="4114" y="4383"/>
                    <a:pt x="3973" y="4454"/>
                    <a:pt x="3902" y="4525"/>
                  </a:cubicBezTo>
                  <a:lnTo>
                    <a:pt x="4397" y="4313"/>
                  </a:lnTo>
                  <a:cubicBezTo>
                    <a:pt x="4397" y="4313"/>
                    <a:pt x="4185" y="4313"/>
                    <a:pt x="4044" y="4383"/>
                  </a:cubicBezTo>
                  <a:lnTo>
                    <a:pt x="4609" y="4383"/>
                  </a:lnTo>
                  <a:cubicBezTo>
                    <a:pt x="4609" y="4383"/>
                    <a:pt x="4256" y="4383"/>
                    <a:pt x="4114" y="4313"/>
                  </a:cubicBezTo>
                  <a:lnTo>
                    <a:pt x="4680" y="4313"/>
                  </a:lnTo>
                  <a:cubicBezTo>
                    <a:pt x="4680" y="4313"/>
                    <a:pt x="4326" y="4313"/>
                    <a:pt x="4185" y="4313"/>
                  </a:cubicBezTo>
                  <a:lnTo>
                    <a:pt x="4751" y="4525"/>
                  </a:lnTo>
                  <a:cubicBezTo>
                    <a:pt x="4751" y="4525"/>
                    <a:pt x="4468" y="4383"/>
                    <a:pt x="4326" y="4242"/>
                  </a:cubicBezTo>
                  <a:lnTo>
                    <a:pt x="4751" y="4595"/>
                  </a:lnTo>
                  <a:cubicBezTo>
                    <a:pt x="4751" y="4595"/>
                    <a:pt x="4539" y="4383"/>
                    <a:pt x="4397" y="4242"/>
                  </a:cubicBezTo>
                  <a:lnTo>
                    <a:pt x="4751" y="4666"/>
                  </a:lnTo>
                  <a:cubicBezTo>
                    <a:pt x="4751" y="4666"/>
                    <a:pt x="4609" y="4383"/>
                    <a:pt x="4539" y="4242"/>
                  </a:cubicBezTo>
                  <a:lnTo>
                    <a:pt x="4751" y="4808"/>
                  </a:lnTo>
                  <a:cubicBezTo>
                    <a:pt x="4751" y="4808"/>
                    <a:pt x="4680" y="4525"/>
                    <a:pt x="4609" y="4383"/>
                  </a:cubicBezTo>
                  <a:lnTo>
                    <a:pt x="4609" y="4949"/>
                  </a:lnTo>
                  <a:cubicBezTo>
                    <a:pt x="4609" y="4949"/>
                    <a:pt x="4609" y="4666"/>
                    <a:pt x="4680" y="4525"/>
                  </a:cubicBezTo>
                  <a:lnTo>
                    <a:pt x="4680" y="5090"/>
                  </a:lnTo>
                  <a:cubicBezTo>
                    <a:pt x="4680" y="5090"/>
                    <a:pt x="4680" y="4808"/>
                    <a:pt x="4680" y="4666"/>
                  </a:cubicBezTo>
                  <a:lnTo>
                    <a:pt x="4468" y="5232"/>
                  </a:lnTo>
                  <a:cubicBezTo>
                    <a:pt x="4468" y="5232"/>
                    <a:pt x="4609" y="5019"/>
                    <a:pt x="4680" y="4878"/>
                  </a:cubicBezTo>
                  <a:lnTo>
                    <a:pt x="4326" y="5303"/>
                  </a:lnTo>
                  <a:cubicBezTo>
                    <a:pt x="4326" y="5303"/>
                    <a:pt x="4468" y="5161"/>
                    <a:pt x="4539" y="5090"/>
                  </a:cubicBezTo>
                  <a:lnTo>
                    <a:pt x="4114" y="5444"/>
                  </a:lnTo>
                  <a:cubicBezTo>
                    <a:pt x="4114" y="5444"/>
                    <a:pt x="4326" y="5303"/>
                    <a:pt x="4397" y="5232"/>
                  </a:cubicBezTo>
                  <a:lnTo>
                    <a:pt x="3832" y="5444"/>
                  </a:lnTo>
                  <a:cubicBezTo>
                    <a:pt x="3832" y="5444"/>
                    <a:pt x="4044" y="5373"/>
                    <a:pt x="4185" y="5373"/>
                  </a:cubicBezTo>
                  <a:lnTo>
                    <a:pt x="3549" y="5373"/>
                  </a:lnTo>
                  <a:cubicBezTo>
                    <a:pt x="3549" y="5373"/>
                    <a:pt x="3832" y="5373"/>
                    <a:pt x="3973" y="5444"/>
                  </a:cubicBezTo>
                  <a:lnTo>
                    <a:pt x="3337" y="5444"/>
                  </a:lnTo>
                  <a:cubicBezTo>
                    <a:pt x="3337" y="5444"/>
                    <a:pt x="3549" y="5444"/>
                    <a:pt x="3690" y="5444"/>
                  </a:cubicBezTo>
                  <a:lnTo>
                    <a:pt x="3125" y="5232"/>
                  </a:lnTo>
                  <a:cubicBezTo>
                    <a:pt x="3125" y="5232"/>
                    <a:pt x="3266" y="5303"/>
                    <a:pt x="3407" y="5373"/>
                  </a:cubicBezTo>
                  <a:lnTo>
                    <a:pt x="2912" y="5019"/>
                  </a:lnTo>
                  <a:cubicBezTo>
                    <a:pt x="2912" y="5019"/>
                    <a:pt x="3054" y="5161"/>
                    <a:pt x="3125" y="5232"/>
                  </a:cubicBezTo>
                  <a:lnTo>
                    <a:pt x="2771" y="4737"/>
                  </a:lnTo>
                  <a:cubicBezTo>
                    <a:pt x="2771" y="4737"/>
                    <a:pt x="2912" y="4949"/>
                    <a:pt x="2912" y="5019"/>
                  </a:cubicBezTo>
                  <a:lnTo>
                    <a:pt x="2700" y="4454"/>
                  </a:lnTo>
                  <a:cubicBezTo>
                    <a:pt x="2700" y="4454"/>
                    <a:pt x="2842" y="4808"/>
                    <a:pt x="2842" y="4949"/>
                  </a:cubicBezTo>
                  <a:lnTo>
                    <a:pt x="2842" y="4313"/>
                  </a:lnTo>
                  <a:cubicBezTo>
                    <a:pt x="2842" y="4313"/>
                    <a:pt x="2842" y="4808"/>
                    <a:pt x="2771" y="5019"/>
                  </a:cubicBezTo>
                  <a:lnTo>
                    <a:pt x="2771" y="4383"/>
                  </a:lnTo>
                  <a:cubicBezTo>
                    <a:pt x="2771" y="4383"/>
                    <a:pt x="2771" y="4666"/>
                    <a:pt x="2771" y="4808"/>
                  </a:cubicBezTo>
                  <a:lnTo>
                    <a:pt x="2983" y="4242"/>
                  </a:lnTo>
                  <a:cubicBezTo>
                    <a:pt x="2983" y="4242"/>
                    <a:pt x="2842" y="4454"/>
                    <a:pt x="2771" y="4525"/>
                  </a:cubicBezTo>
                  <a:lnTo>
                    <a:pt x="3125" y="4030"/>
                  </a:lnTo>
                  <a:cubicBezTo>
                    <a:pt x="3125" y="4030"/>
                    <a:pt x="2983" y="4171"/>
                    <a:pt x="2983" y="4171"/>
                  </a:cubicBezTo>
                  <a:lnTo>
                    <a:pt x="3478" y="3818"/>
                  </a:lnTo>
                  <a:cubicBezTo>
                    <a:pt x="3478" y="3818"/>
                    <a:pt x="3407" y="3818"/>
                    <a:pt x="3337" y="3888"/>
                  </a:cubicBezTo>
                  <a:lnTo>
                    <a:pt x="3902" y="3676"/>
                  </a:lnTo>
                  <a:cubicBezTo>
                    <a:pt x="3902" y="3676"/>
                    <a:pt x="3761" y="3676"/>
                    <a:pt x="3690" y="3676"/>
                  </a:cubicBezTo>
                  <a:lnTo>
                    <a:pt x="4326" y="3676"/>
                  </a:lnTo>
                  <a:cubicBezTo>
                    <a:pt x="4326" y="3676"/>
                    <a:pt x="4185" y="3606"/>
                    <a:pt x="4044" y="3606"/>
                  </a:cubicBezTo>
                  <a:lnTo>
                    <a:pt x="4680" y="3606"/>
                  </a:lnTo>
                  <a:cubicBezTo>
                    <a:pt x="4680" y="3606"/>
                    <a:pt x="4539" y="3606"/>
                    <a:pt x="4397" y="3606"/>
                  </a:cubicBezTo>
                  <a:lnTo>
                    <a:pt x="4963" y="3818"/>
                  </a:lnTo>
                  <a:cubicBezTo>
                    <a:pt x="4963" y="3818"/>
                    <a:pt x="4821" y="3747"/>
                    <a:pt x="4751" y="3676"/>
                  </a:cubicBezTo>
                  <a:lnTo>
                    <a:pt x="5175" y="4030"/>
                  </a:lnTo>
                  <a:cubicBezTo>
                    <a:pt x="5175" y="4030"/>
                    <a:pt x="5033" y="3888"/>
                    <a:pt x="4963" y="3818"/>
                  </a:cubicBezTo>
                  <a:lnTo>
                    <a:pt x="5316" y="4242"/>
                  </a:lnTo>
                  <a:cubicBezTo>
                    <a:pt x="5316" y="4242"/>
                    <a:pt x="5175" y="4030"/>
                    <a:pt x="5175" y="3959"/>
                  </a:cubicBezTo>
                  <a:lnTo>
                    <a:pt x="5387" y="4525"/>
                  </a:lnTo>
                  <a:cubicBezTo>
                    <a:pt x="5387" y="4525"/>
                    <a:pt x="5387" y="4313"/>
                    <a:pt x="5316" y="4242"/>
                  </a:cubicBezTo>
                  <a:lnTo>
                    <a:pt x="5316" y="4808"/>
                  </a:lnTo>
                  <a:cubicBezTo>
                    <a:pt x="5316" y="4808"/>
                    <a:pt x="5387" y="4595"/>
                    <a:pt x="5387" y="4525"/>
                  </a:cubicBezTo>
                  <a:lnTo>
                    <a:pt x="5387" y="5090"/>
                  </a:lnTo>
                  <a:cubicBezTo>
                    <a:pt x="5387" y="5090"/>
                    <a:pt x="5387" y="4808"/>
                    <a:pt x="5387" y="4666"/>
                  </a:cubicBezTo>
                  <a:lnTo>
                    <a:pt x="5175" y="5232"/>
                  </a:lnTo>
                  <a:cubicBezTo>
                    <a:pt x="5175" y="5232"/>
                    <a:pt x="5316" y="4949"/>
                    <a:pt x="5387" y="4878"/>
                  </a:cubicBezTo>
                  <a:lnTo>
                    <a:pt x="5033" y="5303"/>
                  </a:lnTo>
                  <a:cubicBezTo>
                    <a:pt x="5033" y="5303"/>
                    <a:pt x="5316" y="5019"/>
                    <a:pt x="5458" y="4878"/>
                  </a:cubicBezTo>
                  <a:lnTo>
                    <a:pt x="5033" y="5232"/>
                  </a:lnTo>
                  <a:cubicBezTo>
                    <a:pt x="5033" y="5232"/>
                    <a:pt x="5387" y="5019"/>
                    <a:pt x="5528" y="4949"/>
                  </a:cubicBezTo>
                  <a:lnTo>
                    <a:pt x="5033" y="5161"/>
                  </a:lnTo>
                  <a:cubicBezTo>
                    <a:pt x="5033" y="5161"/>
                    <a:pt x="5104" y="5161"/>
                    <a:pt x="5175" y="5161"/>
                  </a:cubicBezTo>
                  <a:lnTo>
                    <a:pt x="4609" y="5161"/>
                  </a:lnTo>
                  <a:cubicBezTo>
                    <a:pt x="4609" y="5161"/>
                    <a:pt x="4680" y="5161"/>
                    <a:pt x="4751" y="5232"/>
                  </a:cubicBezTo>
                  <a:lnTo>
                    <a:pt x="4185" y="5232"/>
                  </a:lnTo>
                  <a:cubicBezTo>
                    <a:pt x="4185" y="5232"/>
                    <a:pt x="4256" y="5232"/>
                    <a:pt x="4326" y="5232"/>
                  </a:cubicBezTo>
                  <a:lnTo>
                    <a:pt x="3832" y="5019"/>
                  </a:lnTo>
                  <a:cubicBezTo>
                    <a:pt x="3832" y="5019"/>
                    <a:pt x="3902" y="5019"/>
                    <a:pt x="3973" y="5019"/>
                  </a:cubicBezTo>
                  <a:lnTo>
                    <a:pt x="3549" y="4666"/>
                  </a:lnTo>
                  <a:cubicBezTo>
                    <a:pt x="3549" y="4666"/>
                    <a:pt x="3690" y="4808"/>
                    <a:pt x="3761" y="4878"/>
                  </a:cubicBezTo>
                  <a:lnTo>
                    <a:pt x="3407" y="4454"/>
                  </a:lnTo>
                  <a:cubicBezTo>
                    <a:pt x="3407" y="4454"/>
                    <a:pt x="3549" y="4737"/>
                    <a:pt x="3619" y="4878"/>
                  </a:cubicBezTo>
                  <a:lnTo>
                    <a:pt x="3407" y="4383"/>
                  </a:lnTo>
                  <a:cubicBezTo>
                    <a:pt x="3407" y="4383"/>
                    <a:pt x="3478" y="4666"/>
                    <a:pt x="3549" y="4878"/>
                  </a:cubicBezTo>
                  <a:lnTo>
                    <a:pt x="3549" y="4313"/>
                  </a:lnTo>
                  <a:cubicBezTo>
                    <a:pt x="3549" y="4313"/>
                    <a:pt x="3549" y="4595"/>
                    <a:pt x="3478" y="4808"/>
                  </a:cubicBezTo>
                  <a:lnTo>
                    <a:pt x="3478" y="4242"/>
                  </a:lnTo>
                  <a:cubicBezTo>
                    <a:pt x="3478" y="4242"/>
                    <a:pt x="3478" y="4454"/>
                    <a:pt x="3478" y="4595"/>
                  </a:cubicBezTo>
                  <a:lnTo>
                    <a:pt x="3690" y="4100"/>
                  </a:lnTo>
                  <a:cubicBezTo>
                    <a:pt x="3690" y="4100"/>
                    <a:pt x="3690" y="4242"/>
                    <a:pt x="3549" y="4313"/>
                  </a:cubicBezTo>
                  <a:lnTo>
                    <a:pt x="3902" y="3888"/>
                  </a:lnTo>
                  <a:cubicBezTo>
                    <a:pt x="3902" y="3888"/>
                    <a:pt x="3832" y="3959"/>
                    <a:pt x="3761" y="4030"/>
                  </a:cubicBezTo>
                  <a:lnTo>
                    <a:pt x="4185" y="3676"/>
                  </a:lnTo>
                  <a:cubicBezTo>
                    <a:pt x="4185" y="3676"/>
                    <a:pt x="4044" y="3747"/>
                    <a:pt x="3973" y="3818"/>
                  </a:cubicBezTo>
                  <a:lnTo>
                    <a:pt x="4468" y="3606"/>
                  </a:lnTo>
                  <a:cubicBezTo>
                    <a:pt x="4468" y="3606"/>
                    <a:pt x="4326" y="3606"/>
                    <a:pt x="4185" y="3676"/>
                  </a:cubicBezTo>
                  <a:lnTo>
                    <a:pt x="4751" y="3676"/>
                  </a:lnTo>
                  <a:cubicBezTo>
                    <a:pt x="4751" y="3676"/>
                    <a:pt x="4609" y="3676"/>
                    <a:pt x="4468" y="3606"/>
                  </a:cubicBezTo>
                  <a:lnTo>
                    <a:pt x="5033" y="3606"/>
                  </a:lnTo>
                  <a:cubicBezTo>
                    <a:pt x="5033" y="3606"/>
                    <a:pt x="4892" y="3606"/>
                    <a:pt x="4821" y="3606"/>
                  </a:cubicBezTo>
                  <a:lnTo>
                    <a:pt x="5316" y="3818"/>
                  </a:lnTo>
                  <a:cubicBezTo>
                    <a:pt x="5316" y="3818"/>
                    <a:pt x="5246" y="3818"/>
                    <a:pt x="5175" y="3747"/>
                  </a:cubicBezTo>
                  <a:lnTo>
                    <a:pt x="5599" y="4030"/>
                  </a:lnTo>
                  <a:cubicBezTo>
                    <a:pt x="5599" y="4030"/>
                    <a:pt x="5528" y="4030"/>
                    <a:pt x="5458" y="3888"/>
                  </a:cubicBezTo>
                  <a:lnTo>
                    <a:pt x="5740" y="4313"/>
                  </a:lnTo>
                  <a:cubicBezTo>
                    <a:pt x="5740" y="4313"/>
                    <a:pt x="5740" y="4242"/>
                    <a:pt x="5670" y="4171"/>
                  </a:cubicBezTo>
                  <a:lnTo>
                    <a:pt x="5882" y="4666"/>
                  </a:lnTo>
                  <a:cubicBezTo>
                    <a:pt x="5882" y="4666"/>
                    <a:pt x="5882" y="4525"/>
                    <a:pt x="5882" y="4525"/>
                  </a:cubicBezTo>
                  <a:lnTo>
                    <a:pt x="5882" y="5019"/>
                  </a:lnTo>
                  <a:cubicBezTo>
                    <a:pt x="5882" y="5019"/>
                    <a:pt x="5882" y="4878"/>
                    <a:pt x="5882" y="4808"/>
                  </a:cubicBezTo>
                  <a:lnTo>
                    <a:pt x="5882" y="5303"/>
                  </a:lnTo>
                  <a:cubicBezTo>
                    <a:pt x="5882" y="5303"/>
                    <a:pt x="5882" y="5161"/>
                    <a:pt x="5882" y="5090"/>
                  </a:cubicBezTo>
                  <a:lnTo>
                    <a:pt x="5670" y="5585"/>
                  </a:lnTo>
                  <a:cubicBezTo>
                    <a:pt x="5670" y="5585"/>
                    <a:pt x="5670" y="5514"/>
                    <a:pt x="5740" y="5444"/>
                  </a:cubicBezTo>
                  <a:lnTo>
                    <a:pt x="5458" y="5798"/>
                  </a:lnTo>
                  <a:cubicBezTo>
                    <a:pt x="5458" y="5798"/>
                    <a:pt x="5528" y="5727"/>
                    <a:pt x="5599" y="5656"/>
                  </a:cubicBezTo>
                  <a:lnTo>
                    <a:pt x="5246" y="5939"/>
                  </a:lnTo>
                  <a:cubicBezTo>
                    <a:pt x="5246" y="5939"/>
                    <a:pt x="5387" y="5868"/>
                    <a:pt x="5458" y="5798"/>
                  </a:cubicBezTo>
                  <a:lnTo>
                    <a:pt x="5033" y="6009"/>
                  </a:lnTo>
                  <a:cubicBezTo>
                    <a:pt x="5033" y="6009"/>
                    <a:pt x="5175" y="6009"/>
                    <a:pt x="5246" y="6009"/>
                  </a:cubicBezTo>
                  <a:lnTo>
                    <a:pt x="4751" y="6009"/>
                  </a:lnTo>
                  <a:cubicBezTo>
                    <a:pt x="4751" y="6009"/>
                    <a:pt x="4892" y="6009"/>
                    <a:pt x="5033" y="6009"/>
                  </a:cubicBezTo>
                  <a:lnTo>
                    <a:pt x="4539" y="6009"/>
                  </a:lnTo>
                  <a:cubicBezTo>
                    <a:pt x="4539" y="6009"/>
                    <a:pt x="4680" y="6009"/>
                    <a:pt x="4821" y="6009"/>
                  </a:cubicBezTo>
                  <a:cubicBezTo>
                    <a:pt x="5387" y="6222"/>
                    <a:pt x="6165" y="6009"/>
                    <a:pt x="6589" y="5514"/>
                  </a:cubicBezTo>
                  <a:lnTo>
                    <a:pt x="6589" y="5514"/>
                  </a:lnTo>
                  <a:cubicBezTo>
                    <a:pt x="6589" y="5514"/>
                    <a:pt x="6094" y="5798"/>
                    <a:pt x="5811" y="5939"/>
                  </a:cubicBezTo>
                  <a:cubicBezTo>
                    <a:pt x="6023" y="5939"/>
                    <a:pt x="6235" y="5798"/>
                    <a:pt x="6377" y="5656"/>
                  </a:cubicBezTo>
                  <a:cubicBezTo>
                    <a:pt x="6730" y="5444"/>
                    <a:pt x="7013" y="5161"/>
                    <a:pt x="7084" y="4737"/>
                  </a:cubicBezTo>
                  <a:cubicBezTo>
                    <a:pt x="7154" y="4313"/>
                    <a:pt x="7084" y="3888"/>
                    <a:pt x="6942" y="3535"/>
                  </a:cubicBezTo>
                  <a:lnTo>
                    <a:pt x="6942" y="3535"/>
                  </a:lnTo>
                  <a:close/>
                </a:path>
              </a:pathLst>
            </a:custGeom>
            <a:solidFill>
              <a:srgbClr val="000000"/>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4" name="Shape 1354"/>
        <p:cNvGrpSpPr/>
        <p:nvPr/>
      </p:nvGrpSpPr>
      <p:grpSpPr>
        <a:xfrm>
          <a:off x="0" y="0"/>
          <a:ext cx="0" cy="0"/>
          <a:chOff x="0" y="0"/>
          <a:chExt cx="0" cy="0"/>
        </a:xfrm>
      </p:grpSpPr>
      <p:sp>
        <p:nvSpPr>
          <p:cNvPr id="1355" name="Google Shape;1355;p50"/>
          <p:cNvSpPr txBox="1"/>
          <p:nvPr>
            <p:ph type="title"/>
          </p:nvPr>
        </p:nvSpPr>
        <p:spPr>
          <a:xfrm>
            <a:off x="2455200" y="1566150"/>
            <a:ext cx="4233600" cy="201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
        <p:nvSpPr>
          <p:cNvPr id="1356" name="Google Shape;1356;p50"/>
          <p:cNvSpPr/>
          <p:nvPr/>
        </p:nvSpPr>
        <p:spPr>
          <a:xfrm rot="3229223">
            <a:off x="6582779" y="2742194"/>
            <a:ext cx="2823808" cy="3796058"/>
          </a:xfrm>
          <a:custGeom>
            <a:rect b="b" l="l" r="r" t="t"/>
            <a:pathLst>
              <a:path extrusionOk="0" h="2286616" w="1700966">
                <a:moveTo>
                  <a:pt x="1700967" y="1750199"/>
                </a:moveTo>
                <a:cubicBezTo>
                  <a:pt x="1691980" y="1731661"/>
                  <a:pt x="1684213" y="1712809"/>
                  <a:pt x="1685654" y="1691640"/>
                </a:cubicBezTo>
                <a:cubicBezTo>
                  <a:pt x="1691666" y="1653279"/>
                  <a:pt x="1680769" y="1613854"/>
                  <a:pt x="1688097" y="1575994"/>
                </a:cubicBezTo>
                <a:cubicBezTo>
                  <a:pt x="1696990" y="1544428"/>
                  <a:pt x="1702721" y="1513457"/>
                  <a:pt x="1690445" y="1480545"/>
                </a:cubicBezTo>
                <a:cubicBezTo>
                  <a:pt x="1677669" y="1453395"/>
                  <a:pt x="1668775" y="1424398"/>
                  <a:pt x="1650644" y="1399815"/>
                </a:cubicBezTo>
                <a:cubicBezTo>
                  <a:pt x="1646761" y="1379304"/>
                  <a:pt x="1661259" y="1358041"/>
                  <a:pt x="1657815" y="1335870"/>
                </a:cubicBezTo>
                <a:cubicBezTo>
                  <a:pt x="1654464" y="1306340"/>
                  <a:pt x="1684464" y="1288835"/>
                  <a:pt x="1672314" y="1260400"/>
                </a:cubicBezTo>
                <a:cubicBezTo>
                  <a:pt x="1640717" y="1189848"/>
                  <a:pt x="1665831" y="1198052"/>
                  <a:pt x="1653055" y="1148167"/>
                </a:cubicBezTo>
                <a:cubicBezTo>
                  <a:pt x="1643817" y="1137583"/>
                  <a:pt x="1650769" y="1123585"/>
                  <a:pt x="1640185" y="1115443"/>
                </a:cubicBezTo>
                <a:cubicBezTo>
                  <a:pt x="1638243" y="1113971"/>
                  <a:pt x="1640811" y="1110527"/>
                  <a:pt x="1642909" y="1108929"/>
                </a:cubicBezTo>
                <a:cubicBezTo>
                  <a:pt x="1649485" y="1103888"/>
                  <a:pt x="1648953" y="1096247"/>
                  <a:pt x="1650988" y="1089326"/>
                </a:cubicBezTo>
                <a:cubicBezTo>
                  <a:pt x="1655341" y="1074546"/>
                  <a:pt x="1646197" y="1057040"/>
                  <a:pt x="1660195" y="1044170"/>
                </a:cubicBezTo>
                <a:cubicBezTo>
                  <a:pt x="1661134" y="1043324"/>
                  <a:pt x="1660664" y="1039911"/>
                  <a:pt x="1659756" y="1038283"/>
                </a:cubicBezTo>
                <a:cubicBezTo>
                  <a:pt x="1633827" y="966289"/>
                  <a:pt x="1609026" y="892417"/>
                  <a:pt x="1593212" y="817511"/>
                </a:cubicBezTo>
                <a:cubicBezTo>
                  <a:pt x="1592178" y="803169"/>
                  <a:pt x="1582909" y="787919"/>
                  <a:pt x="1588734" y="775048"/>
                </a:cubicBezTo>
                <a:cubicBezTo>
                  <a:pt x="1603483" y="731364"/>
                  <a:pt x="1591302" y="687209"/>
                  <a:pt x="1598191" y="642398"/>
                </a:cubicBezTo>
                <a:cubicBezTo>
                  <a:pt x="1600258" y="628963"/>
                  <a:pt x="1583034" y="619788"/>
                  <a:pt x="1592679" y="605947"/>
                </a:cubicBezTo>
                <a:cubicBezTo>
                  <a:pt x="1602231" y="583400"/>
                  <a:pt x="1591552" y="562231"/>
                  <a:pt x="1590393" y="539841"/>
                </a:cubicBezTo>
                <a:cubicBezTo>
                  <a:pt x="1596469" y="512753"/>
                  <a:pt x="1580279" y="507649"/>
                  <a:pt x="1577241" y="487576"/>
                </a:cubicBezTo>
                <a:cubicBezTo>
                  <a:pt x="1586573" y="461083"/>
                  <a:pt x="1563306" y="442106"/>
                  <a:pt x="1564151" y="415864"/>
                </a:cubicBezTo>
                <a:cubicBezTo>
                  <a:pt x="1561490" y="399393"/>
                  <a:pt x="1567095" y="380604"/>
                  <a:pt x="1554318" y="366731"/>
                </a:cubicBezTo>
                <a:cubicBezTo>
                  <a:pt x="1532492" y="348005"/>
                  <a:pt x="1556260" y="315468"/>
                  <a:pt x="1531521" y="301063"/>
                </a:cubicBezTo>
                <a:cubicBezTo>
                  <a:pt x="1526354" y="298589"/>
                  <a:pt x="1529360" y="292984"/>
                  <a:pt x="1528953" y="288506"/>
                </a:cubicBezTo>
                <a:cubicBezTo>
                  <a:pt x="1534433" y="230448"/>
                  <a:pt x="1509757" y="257191"/>
                  <a:pt x="1519997" y="209592"/>
                </a:cubicBezTo>
                <a:cubicBezTo>
                  <a:pt x="1511323" y="187264"/>
                  <a:pt x="1523912" y="163559"/>
                  <a:pt x="1516271" y="141482"/>
                </a:cubicBezTo>
                <a:cubicBezTo>
                  <a:pt x="1495853" y="100490"/>
                  <a:pt x="1502774" y="37610"/>
                  <a:pt x="1463004" y="9739"/>
                </a:cubicBezTo>
                <a:cubicBezTo>
                  <a:pt x="1439267" y="-1190"/>
                  <a:pt x="1413933" y="9833"/>
                  <a:pt x="1389319" y="2161"/>
                </a:cubicBezTo>
                <a:cubicBezTo>
                  <a:pt x="1381960" y="-188"/>
                  <a:pt x="1371094" y="-1722"/>
                  <a:pt x="1364361" y="3570"/>
                </a:cubicBezTo>
                <a:cubicBezTo>
                  <a:pt x="1323245" y="27902"/>
                  <a:pt x="1274049" y="5418"/>
                  <a:pt x="1230583" y="19603"/>
                </a:cubicBezTo>
                <a:cubicBezTo>
                  <a:pt x="1217963" y="32975"/>
                  <a:pt x="1155020" y="38111"/>
                  <a:pt x="1138079" y="30658"/>
                </a:cubicBezTo>
                <a:cubicBezTo>
                  <a:pt x="1119885" y="25992"/>
                  <a:pt x="1106137" y="52829"/>
                  <a:pt x="1084530" y="46315"/>
                </a:cubicBezTo>
                <a:cubicBezTo>
                  <a:pt x="1058319" y="37516"/>
                  <a:pt x="1052432" y="73090"/>
                  <a:pt x="1031420" y="72025"/>
                </a:cubicBezTo>
                <a:cubicBezTo>
                  <a:pt x="1006681" y="74499"/>
                  <a:pt x="981910" y="68204"/>
                  <a:pt x="958142" y="78758"/>
                </a:cubicBezTo>
                <a:cubicBezTo>
                  <a:pt x="941170" y="68017"/>
                  <a:pt x="917464" y="67077"/>
                  <a:pt x="902276" y="51420"/>
                </a:cubicBezTo>
                <a:cubicBezTo>
                  <a:pt x="878383" y="46754"/>
                  <a:pt x="851421" y="50261"/>
                  <a:pt x="829594" y="35292"/>
                </a:cubicBezTo>
                <a:cubicBezTo>
                  <a:pt x="827465" y="33820"/>
                  <a:pt x="822642" y="33664"/>
                  <a:pt x="820544" y="35073"/>
                </a:cubicBezTo>
                <a:cubicBezTo>
                  <a:pt x="809897" y="42244"/>
                  <a:pt x="792298" y="34760"/>
                  <a:pt x="786097" y="51670"/>
                </a:cubicBezTo>
                <a:cubicBezTo>
                  <a:pt x="785346" y="53706"/>
                  <a:pt x="779646" y="54238"/>
                  <a:pt x="776139" y="54927"/>
                </a:cubicBezTo>
                <a:cubicBezTo>
                  <a:pt x="742068" y="63695"/>
                  <a:pt x="698415" y="104812"/>
                  <a:pt x="661933" y="88371"/>
                </a:cubicBezTo>
                <a:cubicBezTo>
                  <a:pt x="651161" y="77630"/>
                  <a:pt x="643958" y="83330"/>
                  <a:pt x="635785" y="90877"/>
                </a:cubicBezTo>
                <a:cubicBezTo>
                  <a:pt x="631651" y="94697"/>
                  <a:pt x="630274" y="101586"/>
                  <a:pt x="621161" y="99551"/>
                </a:cubicBezTo>
                <a:cubicBezTo>
                  <a:pt x="569460" y="86085"/>
                  <a:pt x="516036" y="81388"/>
                  <a:pt x="462456" y="88966"/>
                </a:cubicBezTo>
                <a:cubicBezTo>
                  <a:pt x="436903" y="87213"/>
                  <a:pt x="415922" y="98924"/>
                  <a:pt x="392655" y="104780"/>
                </a:cubicBezTo>
                <a:cubicBezTo>
                  <a:pt x="382540" y="103465"/>
                  <a:pt x="372050" y="99739"/>
                  <a:pt x="364753" y="111231"/>
                </a:cubicBezTo>
                <a:cubicBezTo>
                  <a:pt x="347812" y="112797"/>
                  <a:pt x="342394" y="93069"/>
                  <a:pt x="334628" y="119592"/>
                </a:cubicBezTo>
                <a:cubicBezTo>
                  <a:pt x="326517" y="114018"/>
                  <a:pt x="318908" y="107411"/>
                  <a:pt x="309012" y="117275"/>
                </a:cubicBezTo>
                <a:cubicBezTo>
                  <a:pt x="295860" y="130396"/>
                  <a:pt x="280672" y="139728"/>
                  <a:pt x="260756" y="136565"/>
                </a:cubicBezTo>
                <a:cubicBezTo>
                  <a:pt x="238867" y="147275"/>
                  <a:pt x="217134" y="160239"/>
                  <a:pt x="191236" y="154070"/>
                </a:cubicBezTo>
                <a:cubicBezTo>
                  <a:pt x="162520" y="151377"/>
                  <a:pt x="143136" y="171983"/>
                  <a:pt x="116362" y="170511"/>
                </a:cubicBezTo>
                <a:cubicBezTo>
                  <a:pt x="100986" y="170417"/>
                  <a:pt x="83450" y="166064"/>
                  <a:pt x="74838" y="185699"/>
                </a:cubicBezTo>
                <a:cubicBezTo>
                  <a:pt x="40047" y="195970"/>
                  <a:pt x="49786" y="211346"/>
                  <a:pt x="25799" y="223277"/>
                </a:cubicBezTo>
                <a:cubicBezTo>
                  <a:pt x="18941" y="233141"/>
                  <a:pt x="18127" y="247828"/>
                  <a:pt x="7135" y="256314"/>
                </a:cubicBezTo>
                <a:cubicBezTo>
                  <a:pt x="308" y="263830"/>
                  <a:pt x="-3387" y="273381"/>
                  <a:pt x="4254" y="284529"/>
                </a:cubicBezTo>
                <a:cubicBezTo>
                  <a:pt x="13054" y="297337"/>
                  <a:pt x="2876" y="316157"/>
                  <a:pt x="16436" y="328151"/>
                </a:cubicBezTo>
                <a:cubicBezTo>
                  <a:pt x="6603" y="350009"/>
                  <a:pt x="19097" y="369330"/>
                  <a:pt x="24390" y="389059"/>
                </a:cubicBezTo>
                <a:cubicBezTo>
                  <a:pt x="29212" y="407002"/>
                  <a:pt x="24014" y="428547"/>
                  <a:pt x="41863" y="442388"/>
                </a:cubicBezTo>
                <a:cubicBezTo>
                  <a:pt x="34442" y="464935"/>
                  <a:pt x="41018" y="489267"/>
                  <a:pt x="34912" y="512283"/>
                </a:cubicBezTo>
                <a:cubicBezTo>
                  <a:pt x="34003" y="514475"/>
                  <a:pt x="35381" y="516668"/>
                  <a:pt x="37448" y="517388"/>
                </a:cubicBezTo>
                <a:cubicBezTo>
                  <a:pt x="62062" y="527409"/>
                  <a:pt x="41300" y="553557"/>
                  <a:pt x="46122" y="571907"/>
                </a:cubicBezTo>
                <a:cubicBezTo>
                  <a:pt x="48220" y="584715"/>
                  <a:pt x="48346" y="595801"/>
                  <a:pt x="35945" y="603473"/>
                </a:cubicBezTo>
                <a:cubicBezTo>
                  <a:pt x="29651" y="612398"/>
                  <a:pt x="41926" y="627241"/>
                  <a:pt x="27208" y="635039"/>
                </a:cubicBezTo>
                <a:cubicBezTo>
                  <a:pt x="22793" y="638859"/>
                  <a:pt x="22761" y="645592"/>
                  <a:pt x="24202" y="651291"/>
                </a:cubicBezTo>
                <a:cubicBezTo>
                  <a:pt x="28930" y="670080"/>
                  <a:pt x="18189" y="686364"/>
                  <a:pt x="15527" y="703932"/>
                </a:cubicBezTo>
                <a:cubicBezTo>
                  <a:pt x="8701" y="735904"/>
                  <a:pt x="26832" y="753754"/>
                  <a:pt x="42803" y="776113"/>
                </a:cubicBezTo>
                <a:cubicBezTo>
                  <a:pt x="47845" y="793900"/>
                  <a:pt x="72677" y="786384"/>
                  <a:pt x="74807" y="805674"/>
                </a:cubicBezTo>
                <a:cubicBezTo>
                  <a:pt x="81101" y="830946"/>
                  <a:pt x="77124" y="858847"/>
                  <a:pt x="93815" y="881551"/>
                </a:cubicBezTo>
                <a:cubicBezTo>
                  <a:pt x="95099" y="883304"/>
                  <a:pt x="93095" y="884119"/>
                  <a:pt x="91717" y="884651"/>
                </a:cubicBezTo>
                <a:cubicBezTo>
                  <a:pt x="85955" y="886937"/>
                  <a:pt x="86863" y="888972"/>
                  <a:pt x="91623" y="891603"/>
                </a:cubicBezTo>
                <a:cubicBezTo>
                  <a:pt x="133773" y="944056"/>
                  <a:pt x="33534" y="971582"/>
                  <a:pt x="75684" y="1034274"/>
                </a:cubicBezTo>
                <a:cubicBezTo>
                  <a:pt x="83262" y="1047677"/>
                  <a:pt x="97667" y="1057949"/>
                  <a:pt x="98043" y="1075485"/>
                </a:cubicBezTo>
                <a:cubicBezTo>
                  <a:pt x="98137" y="1080276"/>
                  <a:pt x="103679" y="1080715"/>
                  <a:pt x="106435" y="1083220"/>
                </a:cubicBezTo>
                <a:cubicBezTo>
                  <a:pt x="128512" y="1097343"/>
                  <a:pt x="109473" y="1117917"/>
                  <a:pt x="113043" y="1137270"/>
                </a:cubicBezTo>
                <a:cubicBezTo>
                  <a:pt x="113700" y="1141528"/>
                  <a:pt x="113356" y="1146852"/>
                  <a:pt x="109786" y="1148825"/>
                </a:cubicBezTo>
                <a:cubicBezTo>
                  <a:pt x="85266" y="1160317"/>
                  <a:pt x="110099" y="1189628"/>
                  <a:pt x="97322" y="1197019"/>
                </a:cubicBezTo>
                <a:cubicBezTo>
                  <a:pt x="81320" y="1201340"/>
                  <a:pt x="98826" y="1219816"/>
                  <a:pt x="93815" y="1231309"/>
                </a:cubicBezTo>
                <a:cubicBezTo>
                  <a:pt x="93721" y="1240390"/>
                  <a:pt x="93032" y="1248939"/>
                  <a:pt x="102082" y="1256486"/>
                </a:cubicBezTo>
                <a:cubicBezTo>
                  <a:pt x="121310" y="1271893"/>
                  <a:pt x="111947" y="1305494"/>
                  <a:pt x="139974" y="1312571"/>
                </a:cubicBezTo>
                <a:cubicBezTo>
                  <a:pt x="151184" y="1316266"/>
                  <a:pt x="151529" y="1325818"/>
                  <a:pt x="141665" y="1333302"/>
                </a:cubicBezTo>
                <a:cubicBezTo>
                  <a:pt x="136466" y="1337216"/>
                  <a:pt x="138189" y="1341882"/>
                  <a:pt x="139535" y="1345985"/>
                </a:cubicBezTo>
                <a:cubicBezTo>
                  <a:pt x="147990" y="1371726"/>
                  <a:pt x="139473" y="1397467"/>
                  <a:pt x="138157" y="1422894"/>
                </a:cubicBezTo>
                <a:cubicBezTo>
                  <a:pt x="139880" y="1442216"/>
                  <a:pt x="125850" y="1469992"/>
                  <a:pt x="136028" y="1485869"/>
                </a:cubicBezTo>
                <a:cubicBezTo>
                  <a:pt x="158857" y="1492414"/>
                  <a:pt x="121498" y="1510702"/>
                  <a:pt x="122719" y="1564407"/>
                </a:cubicBezTo>
                <a:cubicBezTo>
                  <a:pt x="102489" y="1620900"/>
                  <a:pt x="170161" y="1641505"/>
                  <a:pt x="157385" y="1676828"/>
                </a:cubicBezTo>
                <a:cubicBezTo>
                  <a:pt x="151153" y="1696651"/>
                  <a:pt x="179023" y="1713623"/>
                  <a:pt x="163616" y="1735669"/>
                </a:cubicBezTo>
                <a:cubicBezTo>
                  <a:pt x="162207" y="1757308"/>
                  <a:pt x="179994" y="1778508"/>
                  <a:pt x="175485" y="1802464"/>
                </a:cubicBezTo>
                <a:cubicBezTo>
                  <a:pt x="168752" y="1813487"/>
                  <a:pt x="196403" y="1839698"/>
                  <a:pt x="173168" y="1835596"/>
                </a:cubicBezTo>
                <a:cubicBezTo>
                  <a:pt x="168188" y="1834437"/>
                  <a:pt x="166748" y="1837882"/>
                  <a:pt x="165934" y="1841702"/>
                </a:cubicBezTo>
                <a:cubicBezTo>
                  <a:pt x="165276" y="1844771"/>
                  <a:pt x="164337" y="1848717"/>
                  <a:pt x="168408" y="1849625"/>
                </a:cubicBezTo>
                <a:cubicBezTo>
                  <a:pt x="197092" y="1855136"/>
                  <a:pt x="133523" y="1898727"/>
                  <a:pt x="144671" y="1919927"/>
                </a:cubicBezTo>
                <a:cubicBezTo>
                  <a:pt x="145203" y="1922370"/>
                  <a:pt x="142541" y="1924123"/>
                  <a:pt x="140381" y="1925877"/>
                </a:cubicBezTo>
                <a:cubicBezTo>
                  <a:pt x="128011" y="1936461"/>
                  <a:pt x="130235" y="1977296"/>
                  <a:pt x="145360" y="1984374"/>
                </a:cubicBezTo>
                <a:cubicBezTo>
                  <a:pt x="162239" y="1977954"/>
                  <a:pt x="161988" y="1992390"/>
                  <a:pt x="165996" y="2001378"/>
                </a:cubicBezTo>
                <a:cubicBezTo>
                  <a:pt x="171007" y="2012369"/>
                  <a:pt x="186007" y="2012776"/>
                  <a:pt x="187698" y="2026492"/>
                </a:cubicBezTo>
                <a:cubicBezTo>
                  <a:pt x="191643" y="2043058"/>
                  <a:pt x="211528" y="2050448"/>
                  <a:pt x="203762" y="2069425"/>
                </a:cubicBezTo>
                <a:cubicBezTo>
                  <a:pt x="193554" y="2088997"/>
                  <a:pt x="208522" y="2108256"/>
                  <a:pt x="204608" y="2127264"/>
                </a:cubicBezTo>
                <a:cubicBezTo>
                  <a:pt x="195934" y="2151940"/>
                  <a:pt x="237363" y="2158579"/>
                  <a:pt x="228125" y="2183725"/>
                </a:cubicBezTo>
                <a:cubicBezTo>
                  <a:pt x="218512" y="2210468"/>
                  <a:pt x="241121" y="2230573"/>
                  <a:pt x="245223" y="2255875"/>
                </a:cubicBezTo>
                <a:cubicBezTo>
                  <a:pt x="252457" y="2285750"/>
                  <a:pt x="290223" y="2267587"/>
                  <a:pt x="309106" y="2258600"/>
                </a:cubicBezTo>
                <a:cubicBezTo>
                  <a:pt x="328897" y="2245197"/>
                  <a:pt x="321601" y="2264706"/>
                  <a:pt x="331778" y="2272723"/>
                </a:cubicBezTo>
                <a:cubicBezTo>
                  <a:pt x="340077" y="2247044"/>
                  <a:pt x="367008" y="2266522"/>
                  <a:pt x="383323" y="2252462"/>
                </a:cubicBezTo>
                <a:cubicBezTo>
                  <a:pt x="402143" y="2241627"/>
                  <a:pt x="422623" y="2249487"/>
                  <a:pt x="441757" y="2247295"/>
                </a:cubicBezTo>
                <a:cubicBezTo>
                  <a:pt x="467560" y="2233015"/>
                  <a:pt x="472039" y="2293516"/>
                  <a:pt x="481934" y="2279205"/>
                </a:cubicBezTo>
                <a:cubicBezTo>
                  <a:pt x="489043" y="2272253"/>
                  <a:pt x="494178" y="2275510"/>
                  <a:pt x="498625" y="2281648"/>
                </a:cubicBezTo>
                <a:cubicBezTo>
                  <a:pt x="516005" y="2298933"/>
                  <a:pt x="500159" y="2265082"/>
                  <a:pt x="565764" y="2271251"/>
                </a:cubicBezTo>
                <a:cubicBezTo>
                  <a:pt x="596140" y="2267399"/>
                  <a:pt x="678875" y="2222493"/>
                  <a:pt x="696286" y="2252650"/>
                </a:cubicBezTo>
                <a:cubicBezTo>
                  <a:pt x="702236" y="2265051"/>
                  <a:pt x="706902" y="2277733"/>
                  <a:pt x="724344" y="2267086"/>
                </a:cubicBezTo>
                <a:cubicBezTo>
                  <a:pt x="753436" y="2280113"/>
                  <a:pt x="771035" y="2254873"/>
                  <a:pt x="796056" y="2247639"/>
                </a:cubicBezTo>
                <a:cubicBezTo>
                  <a:pt x="808895" y="2250614"/>
                  <a:pt x="813122" y="2235176"/>
                  <a:pt x="824521" y="2235270"/>
                </a:cubicBezTo>
                <a:cubicBezTo>
                  <a:pt x="848884" y="2237274"/>
                  <a:pt x="873153" y="2252712"/>
                  <a:pt x="898111" y="2235489"/>
                </a:cubicBezTo>
                <a:cubicBezTo>
                  <a:pt x="900084" y="2234111"/>
                  <a:pt x="911452" y="2231731"/>
                  <a:pt x="916274" y="2239404"/>
                </a:cubicBezTo>
                <a:cubicBezTo>
                  <a:pt x="938414" y="2251115"/>
                  <a:pt x="961587" y="2224153"/>
                  <a:pt x="985136" y="2232232"/>
                </a:cubicBezTo>
                <a:cubicBezTo>
                  <a:pt x="1004645" y="2236491"/>
                  <a:pt x="1020647" y="2214696"/>
                  <a:pt x="1040689" y="2233047"/>
                </a:cubicBezTo>
                <a:cubicBezTo>
                  <a:pt x="1093361" y="2202702"/>
                  <a:pt x="1153548" y="2227097"/>
                  <a:pt x="1208412" y="2215134"/>
                </a:cubicBezTo>
                <a:cubicBezTo>
                  <a:pt x="1230333" y="2206711"/>
                  <a:pt x="1252723" y="2197379"/>
                  <a:pt x="1277337" y="2204800"/>
                </a:cubicBezTo>
                <a:cubicBezTo>
                  <a:pt x="1282128" y="2206241"/>
                  <a:pt x="1286763" y="2205301"/>
                  <a:pt x="1290270" y="2201450"/>
                </a:cubicBezTo>
                <a:cubicBezTo>
                  <a:pt x="1301731" y="2185792"/>
                  <a:pt x="1327128" y="2197692"/>
                  <a:pt x="1333954" y="2178089"/>
                </a:cubicBezTo>
                <a:cubicBezTo>
                  <a:pt x="1343599" y="2165719"/>
                  <a:pt x="1359915" y="2193934"/>
                  <a:pt x="1375353" y="2181596"/>
                </a:cubicBezTo>
                <a:cubicBezTo>
                  <a:pt x="1415123" y="2161554"/>
                  <a:pt x="1406981" y="2204425"/>
                  <a:pt x="1423077" y="2180938"/>
                </a:cubicBezTo>
                <a:cubicBezTo>
                  <a:pt x="1452701" y="2214602"/>
                  <a:pt x="1538223" y="2211627"/>
                  <a:pt x="1552252" y="2161085"/>
                </a:cubicBezTo>
                <a:cubicBezTo>
                  <a:pt x="1553849" y="2156669"/>
                  <a:pt x="1556886" y="2152254"/>
                  <a:pt x="1561051" y="2154289"/>
                </a:cubicBezTo>
                <a:cubicBezTo>
                  <a:pt x="1592585" y="2161366"/>
                  <a:pt x="1623274" y="2146492"/>
                  <a:pt x="1655216" y="2158423"/>
                </a:cubicBezTo>
                <a:cubicBezTo>
                  <a:pt x="1671562" y="2161304"/>
                  <a:pt x="1686030" y="2153350"/>
                  <a:pt x="1700936" y="2146805"/>
                </a:cubicBezTo>
                <a:lnTo>
                  <a:pt x="1700936" y="17503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7" name="Google Shape;1357;p50"/>
          <p:cNvSpPr/>
          <p:nvPr/>
        </p:nvSpPr>
        <p:spPr>
          <a:xfrm flipH="1" rot="10800000">
            <a:off x="-166747" y="898"/>
            <a:ext cx="3133394" cy="1676476"/>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8" name="Google Shape;1358;p50"/>
          <p:cNvSpPr/>
          <p:nvPr/>
        </p:nvSpPr>
        <p:spPr>
          <a:xfrm>
            <a:off x="7476522" y="1032241"/>
            <a:ext cx="214171" cy="519601"/>
          </a:xfrm>
          <a:custGeom>
            <a:rect b="b" l="l" r="r" t="t"/>
            <a:pathLst>
              <a:path extrusionOk="0" h="387762" w="159829">
                <a:moveTo>
                  <a:pt x="79915" y="0"/>
                </a:moveTo>
                <a:cubicBezTo>
                  <a:pt x="35814" y="0"/>
                  <a:pt x="0" y="35814"/>
                  <a:pt x="0" y="79915"/>
                </a:cubicBezTo>
                <a:lnTo>
                  <a:pt x="0" y="90202"/>
                </a:lnTo>
                <a:lnTo>
                  <a:pt x="17907" y="90202"/>
                </a:lnTo>
                <a:lnTo>
                  <a:pt x="17907" y="79915"/>
                </a:lnTo>
                <a:cubicBezTo>
                  <a:pt x="17907" y="45720"/>
                  <a:pt x="45720" y="17907"/>
                  <a:pt x="79915" y="17907"/>
                </a:cubicBezTo>
                <a:cubicBezTo>
                  <a:pt x="114110" y="17907"/>
                  <a:pt x="141923" y="45720"/>
                  <a:pt x="141923" y="79915"/>
                </a:cubicBezTo>
                <a:lnTo>
                  <a:pt x="141923" y="337471"/>
                </a:lnTo>
                <a:cubicBezTo>
                  <a:pt x="141923" y="355282"/>
                  <a:pt x="127445" y="369856"/>
                  <a:pt x="109538" y="369856"/>
                </a:cubicBezTo>
                <a:lnTo>
                  <a:pt x="101632" y="369856"/>
                </a:lnTo>
                <a:cubicBezTo>
                  <a:pt x="83820" y="369856"/>
                  <a:pt x="69247" y="355378"/>
                  <a:pt x="69247" y="337471"/>
                </a:cubicBezTo>
                <a:lnTo>
                  <a:pt x="69247" y="115919"/>
                </a:lnTo>
                <a:cubicBezTo>
                  <a:pt x="69247" y="110966"/>
                  <a:pt x="65246" y="106966"/>
                  <a:pt x="60293" y="106966"/>
                </a:cubicBezTo>
                <a:cubicBezTo>
                  <a:pt x="55340" y="106966"/>
                  <a:pt x="51340" y="110966"/>
                  <a:pt x="51340" y="115919"/>
                </a:cubicBezTo>
                <a:lnTo>
                  <a:pt x="51340" y="337471"/>
                </a:lnTo>
                <a:cubicBezTo>
                  <a:pt x="51340" y="365188"/>
                  <a:pt x="73914" y="387763"/>
                  <a:pt x="101632" y="387763"/>
                </a:cubicBezTo>
                <a:lnTo>
                  <a:pt x="109538" y="387763"/>
                </a:lnTo>
                <a:cubicBezTo>
                  <a:pt x="137255" y="387763"/>
                  <a:pt x="159829" y="365188"/>
                  <a:pt x="159829" y="337471"/>
                </a:cubicBezTo>
                <a:lnTo>
                  <a:pt x="159829" y="79915"/>
                </a:lnTo>
                <a:cubicBezTo>
                  <a:pt x="159829" y="35814"/>
                  <a:pt x="124016" y="0"/>
                  <a:pt x="7991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9" name="Google Shape;1359;p50"/>
          <p:cNvSpPr/>
          <p:nvPr/>
        </p:nvSpPr>
        <p:spPr>
          <a:xfrm rot="456956">
            <a:off x="6839815" y="2938930"/>
            <a:ext cx="283675" cy="302696"/>
          </a:xfrm>
          <a:custGeom>
            <a:rect b="b" l="l" r="r" t="t"/>
            <a:pathLst>
              <a:path extrusionOk="0" h="97253" w="91142">
                <a:moveTo>
                  <a:pt x="45558" y="44124"/>
                </a:moveTo>
                <a:cubicBezTo>
                  <a:pt x="43932" y="36417"/>
                  <a:pt x="41598" y="28993"/>
                  <a:pt x="38487" y="21782"/>
                </a:cubicBezTo>
                <a:cubicBezTo>
                  <a:pt x="35730" y="15490"/>
                  <a:pt x="32620" y="7995"/>
                  <a:pt x="27246" y="3470"/>
                </a:cubicBezTo>
                <a:cubicBezTo>
                  <a:pt x="16994" y="-5155"/>
                  <a:pt x="4127" y="3682"/>
                  <a:pt x="1157" y="14853"/>
                </a:cubicBezTo>
                <a:cubicBezTo>
                  <a:pt x="-2590" y="28923"/>
                  <a:pt x="3349" y="44265"/>
                  <a:pt x="10561" y="56214"/>
                </a:cubicBezTo>
                <a:cubicBezTo>
                  <a:pt x="19257" y="70636"/>
                  <a:pt x="31276" y="82585"/>
                  <a:pt x="40821" y="96372"/>
                </a:cubicBezTo>
                <a:cubicBezTo>
                  <a:pt x="41527" y="97361"/>
                  <a:pt x="42800" y="97573"/>
                  <a:pt x="43649" y="96725"/>
                </a:cubicBezTo>
                <a:cubicBezTo>
                  <a:pt x="61960" y="79474"/>
                  <a:pt x="78646" y="58051"/>
                  <a:pt x="88120" y="34579"/>
                </a:cubicBezTo>
                <a:cubicBezTo>
                  <a:pt x="91867" y="25176"/>
                  <a:pt x="93564" y="13369"/>
                  <a:pt x="84514" y="6440"/>
                </a:cubicBezTo>
                <a:cubicBezTo>
                  <a:pt x="76595" y="360"/>
                  <a:pt x="65566" y="1491"/>
                  <a:pt x="57506" y="6581"/>
                </a:cubicBezTo>
                <a:cubicBezTo>
                  <a:pt x="45416" y="14287"/>
                  <a:pt x="39477" y="28287"/>
                  <a:pt x="32973" y="40518"/>
                </a:cubicBezTo>
                <a:cubicBezTo>
                  <a:pt x="32195" y="42073"/>
                  <a:pt x="34316" y="43275"/>
                  <a:pt x="35235" y="41861"/>
                </a:cubicBezTo>
                <a:cubicBezTo>
                  <a:pt x="43083" y="30619"/>
                  <a:pt x="47962" y="16126"/>
                  <a:pt x="60263" y="8702"/>
                </a:cubicBezTo>
                <a:cubicBezTo>
                  <a:pt x="66203" y="5096"/>
                  <a:pt x="73626" y="3965"/>
                  <a:pt x="80060" y="7005"/>
                </a:cubicBezTo>
                <a:cubicBezTo>
                  <a:pt x="87342" y="10399"/>
                  <a:pt x="89605" y="18106"/>
                  <a:pt x="88261" y="25600"/>
                </a:cubicBezTo>
                <a:cubicBezTo>
                  <a:pt x="86989" y="32528"/>
                  <a:pt x="83524" y="38821"/>
                  <a:pt x="80130" y="44901"/>
                </a:cubicBezTo>
                <a:cubicBezTo>
                  <a:pt x="76737" y="50981"/>
                  <a:pt x="73202" y="56638"/>
                  <a:pt x="69313" y="62223"/>
                </a:cubicBezTo>
                <a:cubicBezTo>
                  <a:pt x="61112" y="73889"/>
                  <a:pt x="51567" y="84564"/>
                  <a:pt x="41033" y="94180"/>
                </a:cubicBezTo>
                <a:lnTo>
                  <a:pt x="43861" y="94533"/>
                </a:lnTo>
                <a:cubicBezTo>
                  <a:pt x="29226" y="73252"/>
                  <a:pt x="5470" y="53880"/>
                  <a:pt x="3632" y="26307"/>
                </a:cubicBezTo>
                <a:cubicBezTo>
                  <a:pt x="3208" y="19873"/>
                  <a:pt x="3985" y="12661"/>
                  <a:pt x="8581" y="7712"/>
                </a:cubicBezTo>
                <a:cubicBezTo>
                  <a:pt x="13813" y="1986"/>
                  <a:pt x="21590" y="1844"/>
                  <a:pt x="26893" y="7430"/>
                </a:cubicBezTo>
                <a:cubicBezTo>
                  <a:pt x="31347" y="12096"/>
                  <a:pt x="34316" y="18671"/>
                  <a:pt x="36932" y="24468"/>
                </a:cubicBezTo>
                <a:cubicBezTo>
                  <a:pt x="39831" y="30973"/>
                  <a:pt x="42093" y="37689"/>
                  <a:pt x="43719" y="44618"/>
                </a:cubicBezTo>
                <a:cubicBezTo>
                  <a:pt x="44002" y="45820"/>
                  <a:pt x="45770" y="45325"/>
                  <a:pt x="45558" y="44124"/>
                </a:cubicBezTo>
                <a:lnTo>
                  <a:pt x="45558" y="4412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3" name="Shape 1363"/>
        <p:cNvGrpSpPr/>
        <p:nvPr/>
      </p:nvGrpSpPr>
      <p:grpSpPr>
        <a:xfrm>
          <a:off x="0" y="0"/>
          <a:ext cx="0" cy="0"/>
          <a:chOff x="0" y="0"/>
          <a:chExt cx="0" cy="0"/>
        </a:xfrm>
      </p:grpSpPr>
      <p:sp>
        <p:nvSpPr>
          <p:cNvPr id="1364" name="Google Shape;1364;p51"/>
          <p:cNvSpPr txBox="1"/>
          <p:nvPr>
            <p:ph idx="1" type="subTitle"/>
          </p:nvPr>
        </p:nvSpPr>
        <p:spPr>
          <a:xfrm>
            <a:off x="1530450" y="1467087"/>
            <a:ext cx="6083100" cy="1566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1365" name="Google Shape;1365;p51"/>
          <p:cNvSpPr txBox="1"/>
          <p:nvPr>
            <p:ph type="title"/>
          </p:nvPr>
        </p:nvSpPr>
        <p:spPr>
          <a:xfrm>
            <a:off x="2775087" y="3144513"/>
            <a:ext cx="4838400" cy="531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1366" name="Google Shape;1366;p51"/>
          <p:cNvSpPr/>
          <p:nvPr/>
        </p:nvSpPr>
        <p:spPr>
          <a:xfrm flipH="1" rot="546042">
            <a:off x="7190452" y="623649"/>
            <a:ext cx="1122990" cy="742147"/>
          </a:xfrm>
          <a:custGeom>
            <a:rect b="b" l="l" r="r" t="t"/>
            <a:pathLst>
              <a:path extrusionOk="0" h="455866" w="689800">
                <a:moveTo>
                  <a:pt x="611695" y="41720"/>
                </a:moveTo>
                <a:lnTo>
                  <a:pt x="623126" y="24956"/>
                </a:lnTo>
                <a:lnTo>
                  <a:pt x="604742" y="14192"/>
                </a:lnTo>
                <a:lnTo>
                  <a:pt x="598170" y="0"/>
                </a:lnTo>
                <a:lnTo>
                  <a:pt x="416147" y="84106"/>
                </a:lnTo>
                <a:lnTo>
                  <a:pt x="181927" y="192405"/>
                </a:lnTo>
                <a:lnTo>
                  <a:pt x="0" y="276606"/>
                </a:lnTo>
                <a:lnTo>
                  <a:pt x="6572" y="290798"/>
                </a:lnTo>
                <a:lnTo>
                  <a:pt x="2762" y="311753"/>
                </a:lnTo>
                <a:lnTo>
                  <a:pt x="23050" y="313944"/>
                </a:lnTo>
                <a:lnTo>
                  <a:pt x="14478" y="337090"/>
                </a:lnTo>
                <a:lnTo>
                  <a:pt x="35338" y="344805"/>
                </a:lnTo>
                <a:lnTo>
                  <a:pt x="33528" y="378238"/>
                </a:lnTo>
                <a:lnTo>
                  <a:pt x="50959" y="395192"/>
                </a:lnTo>
                <a:lnTo>
                  <a:pt x="51054" y="416243"/>
                </a:lnTo>
                <a:lnTo>
                  <a:pt x="67913" y="427673"/>
                </a:lnTo>
                <a:lnTo>
                  <a:pt x="69437" y="455867"/>
                </a:lnTo>
                <a:lnTo>
                  <a:pt x="262509" y="366617"/>
                </a:lnTo>
                <a:lnTo>
                  <a:pt x="496729" y="258318"/>
                </a:lnTo>
                <a:lnTo>
                  <a:pt x="689801" y="169069"/>
                </a:lnTo>
                <a:lnTo>
                  <a:pt x="669322" y="149638"/>
                </a:lnTo>
                <a:lnTo>
                  <a:pt x="671417" y="129350"/>
                </a:lnTo>
                <a:lnTo>
                  <a:pt x="655510" y="115634"/>
                </a:lnTo>
                <a:lnTo>
                  <a:pt x="653891" y="91440"/>
                </a:lnTo>
                <a:lnTo>
                  <a:pt x="627221" y="71057"/>
                </a:lnTo>
                <a:lnTo>
                  <a:pt x="634841" y="50292"/>
                </a:lnTo>
                <a:lnTo>
                  <a:pt x="611695" y="41720"/>
                </a:ln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67" name="Google Shape;1367;p51"/>
          <p:cNvGrpSpPr/>
          <p:nvPr/>
        </p:nvGrpSpPr>
        <p:grpSpPr>
          <a:xfrm rot="4499964">
            <a:off x="1944895" y="3221276"/>
            <a:ext cx="338835" cy="1118137"/>
            <a:chOff x="1107444" y="1425217"/>
            <a:chExt cx="181989" cy="600553"/>
          </a:xfrm>
        </p:grpSpPr>
        <p:sp>
          <p:nvSpPr>
            <p:cNvPr id="1368" name="Google Shape;1368;p51"/>
            <p:cNvSpPr/>
            <p:nvPr/>
          </p:nvSpPr>
          <p:spPr>
            <a:xfrm>
              <a:off x="1127444" y="1425217"/>
              <a:ext cx="117463" cy="441273"/>
            </a:xfrm>
            <a:custGeom>
              <a:rect b="b" l="l" r="r" t="t"/>
              <a:pathLst>
                <a:path extrusionOk="0" h="441273" w="117463">
                  <a:moveTo>
                    <a:pt x="21816" y="440229"/>
                  </a:moveTo>
                  <a:cubicBezTo>
                    <a:pt x="676" y="339833"/>
                    <a:pt x="-1586" y="235620"/>
                    <a:pt x="11847" y="133952"/>
                  </a:cubicBezTo>
                  <a:cubicBezTo>
                    <a:pt x="15241" y="108429"/>
                    <a:pt x="19624" y="83047"/>
                    <a:pt x="25068" y="57878"/>
                  </a:cubicBezTo>
                  <a:cubicBezTo>
                    <a:pt x="27755" y="45293"/>
                    <a:pt x="30724" y="32779"/>
                    <a:pt x="33906" y="20336"/>
                  </a:cubicBezTo>
                  <a:cubicBezTo>
                    <a:pt x="34330" y="18568"/>
                    <a:pt x="36875" y="4286"/>
                    <a:pt x="38784" y="4074"/>
                  </a:cubicBezTo>
                  <a:cubicBezTo>
                    <a:pt x="40693" y="3862"/>
                    <a:pt x="40198" y="5206"/>
                    <a:pt x="40481" y="6125"/>
                  </a:cubicBezTo>
                  <a:cubicBezTo>
                    <a:pt x="41188" y="8670"/>
                    <a:pt x="41117" y="11781"/>
                    <a:pt x="41400" y="14397"/>
                  </a:cubicBezTo>
                  <a:lnTo>
                    <a:pt x="43026" y="29032"/>
                  </a:lnTo>
                  <a:lnTo>
                    <a:pt x="47410" y="67705"/>
                  </a:lnTo>
                  <a:cubicBezTo>
                    <a:pt x="49743" y="88350"/>
                    <a:pt x="52147" y="108995"/>
                    <a:pt x="54409" y="129569"/>
                  </a:cubicBezTo>
                  <a:cubicBezTo>
                    <a:pt x="54621" y="131407"/>
                    <a:pt x="56954" y="131760"/>
                    <a:pt x="57591" y="129993"/>
                  </a:cubicBezTo>
                  <a:cubicBezTo>
                    <a:pt x="60984" y="120872"/>
                    <a:pt x="64307" y="111752"/>
                    <a:pt x="67701" y="102702"/>
                  </a:cubicBezTo>
                  <a:lnTo>
                    <a:pt x="75054" y="82906"/>
                  </a:lnTo>
                  <a:lnTo>
                    <a:pt x="77740" y="75765"/>
                  </a:lnTo>
                  <a:cubicBezTo>
                    <a:pt x="78023" y="74987"/>
                    <a:pt x="78518" y="72301"/>
                    <a:pt x="79225" y="71735"/>
                  </a:cubicBezTo>
                  <a:cubicBezTo>
                    <a:pt x="79225" y="71735"/>
                    <a:pt x="79225" y="71452"/>
                    <a:pt x="79367" y="71382"/>
                  </a:cubicBezTo>
                  <a:cubicBezTo>
                    <a:pt x="79367" y="71382"/>
                    <a:pt x="82760" y="73079"/>
                    <a:pt x="82760" y="73079"/>
                  </a:cubicBezTo>
                  <a:cubicBezTo>
                    <a:pt x="83255" y="73644"/>
                    <a:pt x="83326" y="75482"/>
                    <a:pt x="83538" y="76189"/>
                  </a:cubicBezTo>
                  <a:cubicBezTo>
                    <a:pt x="84457" y="80219"/>
                    <a:pt x="85023" y="84320"/>
                    <a:pt x="85235" y="88421"/>
                  </a:cubicBezTo>
                  <a:cubicBezTo>
                    <a:pt x="85730" y="96834"/>
                    <a:pt x="84881" y="105247"/>
                    <a:pt x="82831" y="113449"/>
                  </a:cubicBezTo>
                  <a:cubicBezTo>
                    <a:pt x="82336" y="115287"/>
                    <a:pt x="84881" y="116347"/>
                    <a:pt x="85871" y="114721"/>
                  </a:cubicBezTo>
                  <a:cubicBezTo>
                    <a:pt x="93224" y="103197"/>
                    <a:pt x="100577" y="91673"/>
                    <a:pt x="107930" y="80149"/>
                  </a:cubicBezTo>
                  <a:cubicBezTo>
                    <a:pt x="108778" y="78805"/>
                    <a:pt x="110263" y="75129"/>
                    <a:pt x="111606" y="74351"/>
                  </a:cubicBezTo>
                  <a:cubicBezTo>
                    <a:pt x="112313" y="73927"/>
                    <a:pt x="110051" y="73432"/>
                    <a:pt x="112879" y="74634"/>
                  </a:cubicBezTo>
                  <a:cubicBezTo>
                    <a:pt x="114646" y="75341"/>
                    <a:pt x="113657" y="76119"/>
                    <a:pt x="113232" y="77603"/>
                  </a:cubicBezTo>
                  <a:cubicBezTo>
                    <a:pt x="112950" y="78664"/>
                    <a:pt x="112596" y="79795"/>
                    <a:pt x="112313" y="80856"/>
                  </a:cubicBezTo>
                  <a:cubicBezTo>
                    <a:pt x="111111" y="85168"/>
                    <a:pt x="109909" y="89410"/>
                    <a:pt x="108708" y="93723"/>
                  </a:cubicBezTo>
                  <a:cubicBezTo>
                    <a:pt x="104324" y="109560"/>
                    <a:pt x="100223" y="125539"/>
                    <a:pt x="96406" y="141517"/>
                  </a:cubicBezTo>
                  <a:cubicBezTo>
                    <a:pt x="82407" y="199916"/>
                    <a:pt x="72650" y="259234"/>
                    <a:pt x="69115" y="319260"/>
                  </a:cubicBezTo>
                  <a:cubicBezTo>
                    <a:pt x="66994" y="355812"/>
                    <a:pt x="66570" y="392506"/>
                    <a:pt x="68337" y="429058"/>
                  </a:cubicBezTo>
                  <a:cubicBezTo>
                    <a:pt x="68408" y="430755"/>
                    <a:pt x="71024" y="430826"/>
                    <a:pt x="71024" y="429058"/>
                  </a:cubicBezTo>
                  <a:cubicBezTo>
                    <a:pt x="70529" y="362316"/>
                    <a:pt x="72226" y="295928"/>
                    <a:pt x="82619" y="229823"/>
                  </a:cubicBezTo>
                  <a:cubicBezTo>
                    <a:pt x="87639" y="197654"/>
                    <a:pt x="94355" y="165838"/>
                    <a:pt x="102132" y="134235"/>
                  </a:cubicBezTo>
                  <a:cubicBezTo>
                    <a:pt x="106374" y="116984"/>
                    <a:pt x="110899" y="99733"/>
                    <a:pt x="115636" y="82623"/>
                  </a:cubicBezTo>
                  <a:cubicBezTo>
                    <a:pt x="116697" y="78876"/>
                    <a:pt x="120020" y="71311"/>
                    <a:pt x="113727" y="70038"/>
                  </a:cubicBezTo>
                  <a:cubicBezTo>
                    <a:pt x="110970" y="69473"/>
                    <a:pt x="109344" y="71311"/>
                    <a:pt x="108000" y="73361"/>
                  </a:cubicBezTo>
                  <a:cubicBezTo>
                    <a:pt x="99375" y="86370"/>
                    <a:pt x="91315" y="99803"/>
                    <a:pt x="82902" y="113025"/>
                  </a:cubicBezTo>
                  <a:lnTo>
                    <a:pt x="85942" y="114297"/>
                  </a:lnTo>
                  <a:cubicBezTo>
                    <a:pt x="87780" y="106874"/>
                    <a:pt x="88699" y="99238"/>
                    <a:pt x="88558" y="91602"/>
                  </a:cubicBezTo>
                  <a:cubicBezTo>
                    <a:pt x="88416" y="84956"/>
                    <a:pt x="88063" y="76331"/>
                    <a:pt x="85235" y="70180"/>
                  </a:cubicBezTo>
                  <a:cubicBezTo>
                    <a:pt x="83679" y="66857"/>
                    <a:pt x="79225" y="65867"/>
                    <a:pt x="76751" y="68907"/>
                  </a:cubicBezTo>
                  <a:cubicBezTo>
                    <a:pt x="75973" y="69897"/>
                    <a:pt x="75619" y="71382"/>
                    <a:pt x="75195" y="72584"/>
                  </a:cubicBezTo>
                  <a:lnTo>
                    <a:pt x="59500" y="115075"/>
                  </a:lnTo>
                  <a:lnTo>
                    <a:pt x="54338" y="129074"/>
                  </a:lnTo>
                  <a:lnTo>
                    <a:pt x="57520" y="129498"/>
                  </a:lnTo>
                  <a:cubicBezTo>
                    <a:pt x="52995" y="88491"/>
                    <a:pt x="48824" y="47414"/>
                    <a:pt x="44299" y="6337"/>
                  </a:cubicBezTo>
                  <a:cubicBezTo>
                    <a:pt x="43945" y="3367"/>
                    <a:pt x="43097" y="469"/>
                    <a:pt x="39633" y="44"/>
                  </a:cubicBezTo>
                  <a:cubicBezTo>
                    <a:pt x="36168" y="-380"/>
                    <a:pt x="34471" y="2307"/>
                    <a:pt x="33552" y="5276"/>
                  </a:cubicBezTo>
                  <a:cubicBezTo>
                    <a:pt x="31573" y="11922"/>
                    <a:pt x="29876" y="18639"/>
                    <a:pt x="28179" y="25355"/>
                  </a:cubicBezTo>
                  <a:cubicBezTo>
                    <a:pt x="21675" y="50878"/>
                    <a:pt x="16301" y="76755"/>
                    <a:pt x="12130" y="102773"/>
                  </a:cubicBezTo>
                  <a:cubicBezTo>
                    <a:pt x="3646" y="155516"/>
                    <a:pt x="-455" y="208895"/>
                    <a:pt x="40" y="262274"/>
                  </a:cubicBezTo>
                  <a:cubicBezTo>
                    <a:pt x="676" y="322158"/>
                    <a:pt x="7039" y="382042"/>
                    <a:pt x="19836" y="440582"/>
                  </a:cubicBezTo>
                  <a:cubicBezTo>
                    <a:pt x="20119" y="441784"/>
                    <a:pt x="21887" y="441289"/>
                    <a:pt x="21675" y="440087"/>
                  </a:cubicBezTo>
                  <a:lnTo>
                    <a:pt x="21675" y="440087"/>
                  </a:lnTo>
                  <a:close/>
                </a:path>
              </a:pathLst>
            </a:cu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9" name="Google Shape;1369;p51"/>
            <p:cNvSpPr/>
            <p:nvPr/>
          </p:nvSpPr>
          <p:spPr>
            <a:xfrm>
              <a:off x="1149262" y="1520349"/>
              <a:ext cx="14720" cy="310114"/>
            </a:xfrm>
            <a:custGeom>
              <a:rect b="b" l="l" r="r" t="t"/>
              <a:pathLst>
                <a:path extrusionOk="0" h="310114" w="14720">
                  <a:moveTo>
                    <a:pt x="14633" y="308898"/>
                  </a:moveTo>
                  <a:cubicBezTo>
                    <a:pt x="2472" y="229148"/>
                    <a:pt x="2119" y="148478"/>
                    <a:pt x="8411" y="68161"/>
                  </a:cubicBezTo>
                  <a:cubicBezTo>
                    <a:pt x="10179" y="45820"/>
                    <a:pt x="13502" y="23478"/>
                    <a:pt x="14562" y="1137"/>
                  </a:cubicBezTo>
                  <a:cubicBezTo>
                    <a:pt x="14562" y="-136"/>
                    <a:pt x="12512" y="-489"/>
                    <a:pt x="12300" y="854"/>
                  </a:cubicBezTo>
                  <a:cubicBezTo>
                    <a:pt x="8341" y="20226"/>
                    <a:pt x="6856" y="40164"/>
                    <a:pt x="5018" y="59819"/>
                  </a:cubicBezTo>
                  <a:cubicBezTo>
                    <a:pt x="3179" y="79473"/>
                    <a:pt x="1765" y="100047"/>
                    <a:pt x="917" y="120197"/>
                  </a:cubicBezTo>
                  <a:cubicBezTo>
                    <a:pt x="-780" y="160568"/>
                    <a:pt x="-214" y="200938"/>
                    <a:pt x="3392" y="241167"/>
                  </a:cubicBezTo>
                  <a:cubicBezTo>
                    <a:pt x="5442" y="264074"/>
                    <a:pt x="8694" y="286840"/>
                    <a:pt x="12795" y="309393"/>
                  </a:cubicBezTo>
                  <a:cubicBezTo>
                    <a:pt x="13007" y="310666"/>
                    <a:pt x="14916" y="310100"/>
                    <a:pt x="14704" y="308898"/>
                  </a:cubicBezTo>
                  <a:lnTo>
                    <a:pt x="14704" y="308898"/>
                  </a:lnTo>
                  <a:close/>
                </a:path>
              </a:pathLst>
            </a:cu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0" name="Google Shape;1370;p51"/>
            <p:cNvSpPr/>
            <p:nvPr/>
          </p:nvSpPr>
          <p:spPr>
            <a:xfrm>
              <a:off x="1168992" y="1571497"/>
              <a:ext cx="11803" cy="199740"/>
            </a:xfrm>
            <a:custGeom>
              <a:rect b="b" l="l" r="r" t="t"/>
              <a:pathLst>
                <a:path extrusionOk="0" h="199740" w="11803">
                  <a:moveTo>
                    <a:pt x="3246" y="198927"/>
                  </a:moveTo>
                  <a:cubicBezTo>
                    <a:pt x="1903" y="173546"/>
                    <a:pt x="2327" y="147952"/>
                    <a:pt x="3105" y="122641"/>
                  </a:cubicBezTo>
                  <a:cubicBezTo>
                    <a:pt x="3882" y="95774"/>
                    <a:pt x="5367" y="68908"/>
                    <a:pt x="7771" y="42112"/>
                  </a:cubicBezTo>
                  <a:cubicBezTo>
                    <a:pt x="9044" y="28326"/>
                    <a:pt x="10599" y="14539"/>
                    <a:pt x="11801" y="752"/>
                  </a:cubicBezTo>
                  <a:cubicBezTo>
                    <a:pt x="11872" y="-96"/>
                    <a:pt x="10458" y="-308"/>
                    <a:pt x="10316" y="540"/>
                  </a:cubicBezTo>
                  <a:cubicBezTo>
                    <a:pt x="5367" y="25003"/>
                    <a:pt x="3812" y="50314"/>
                    <a:pt x="2186" y="75271"/>
                  </a:cubicBezTo>
                  <a:cubicBezTo>
                    <a:pt x="418" y="102562"/>
                    <a:pt x="-218" y="129994"/>
                    <a:pt x="65" y="157355"/>
                  </a:cubicBezTo>
                  <a:cubicBezTo>
                    <a:pt x="206" y="171283"/>
                    <a:pt x="913" y="185141"/>
                    <a:pt x="1761" y="198998"/>
                  </a:cubicBezTo>
                  <a:cubicBezTo>
                    <a:pt x="1761" y="199988"/>
                    <a:pt x="3387" y="199988"/>
                    <a:pt x="3317" y="198998"/>
                  </a:cubicBezTo>
                  <a:lnTo>
                    <a:pt x="3317" y="198998"/>
                  </a:lnTo>
                  <a:close/>
                </a:path>
              </a:pathLst>
            </a:cu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1" name="Google Shape;1371;p51"/>
            <p:cNvSpPr/>
            <p:nvPr/>
          </p:nvSpPr>
          <p:spPr>
            <a:xfrm>
              <a:off x="1180440" y="1545294"/>
              <a:ext cx="23907" cy="251059"/>
            </a:xfrm>
            <a:custGeom>
              <a:rect b="b" l="l" r="r" t="t"/>
              <a:pathLst>
                <a:path extrusionOk="0" h="251059" w="23907">
                  <a:moveTo>
                    <a:pt x="1414" y="250370"/>
                  </a:moveTo>
                  <a:cubicBezTo>
                    <a:pt x="2050" y="219332"/>
                    <a:pt x="4525" y="188365"/>
                    <a:pt x="6858" y="157398"/>
                  </a:cubicBezTo>
                  <a:cubicBezTo>
                    <a:pt x="9545" y="121129"/>
                    <a:pt x="12868" y="84859"/>
                    <a:pt x="17322" y="48802"/>
                  </a:cubicBezTo>
                  <a:cubicBezTo>
                    <a:pt x="19301" y="32823"/>
                    <a:pt x="21564" y="16845"/>
                    <a:pt x="23897" y="937"/>
                  </a:cubicBezTo>
                  <a:cubicBezTo>
                    <a:pt x="24038" y="18"/>
                    <a:pt x="22695" y="-406"/>
                    <a:pt x="22483" y="513"/>
                  </a:cubicBezTo>
                  <a:cubicBezTo>
                    <a:pt x="15271" y="30631"/>
                    <a:pt x="12868" y="62235"/>
                    <a:pt x="9827" y="92990"/>
                  </a:cubicBezTo>
                  <a:cubicBezTo>
                    <a:pt x="6222" y="129542"/>
                    <a:pt x="3394" y="166165"/>
                    <a:pt x="1555" y="202859"/>
                  </a:cubicBezTo>
                  <a:cubicBezTo>
                    <a:pt x="778" y="218696"/>
                    <a:pt x="141" y="234533"/>
                    <a:pt x="0" y="250370"/>
                  </a:cubicBezTo>
                  <a:cubicBezTo>
                    <a:pt x="0" y="251289"/>
                    <a:pt x="1343" y="251289"/>
                    <a:pt x="1414" y="250370"/>
                  </a:cubicBezTo>
                  <a:lnTo>
                    <a:pt x="1414" y="250370"/>
                  </a:lnTo>
                  <a:close/>
                </a:path>
              </a:pathLst>
            </a:cu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2" name="Google Shape;1372;p51"/>
            <p:cNvSpPr/>
            <p:nvPr/>
          </p:nvSpPr>
          <p:spPr>
            <a:xfrm>
              <a:off x="1160872" y="1942811"/>
              <a:ext cx="49200" cy="40352"/>
            </a:xfrm>
            <a:custGeom>
              <a:rect b="b" l="l" r="r" t="t"/>
              <a:pathLst>
                <a:path extrusionOk="0" h="40352" w="49200">
                  <a:moveTo>
                    <a:pt x="41414" y="38656"/>
                  </a:moveTo>
                  <a:cubicBezTo>
                    <a:pt x="33425" y="37171"/>
                    <a:pt x="25506" y="35121"/>
                    <a:pt x="18578" y="30738"/>
                  </a:cubicBezTo>
                  <a:cubicBezTo>
                    <a:pt x="15396" y="28687"/>
                    <a:pt x="12497" y="26283"/>
                    <a:pt x="9881" y="23597"/>
                  </a:cubicBezTo>
                  <a:cubicBezTo>
                    <a:pt x="7265" y="20910"/>
                    <a:pt x="4508" y="17940"/>
                    <a:pt x="3518" y="14193"/>
                  </a:cubicBezTo>
                  <a:cubicBezTo>
                    <a:pt x="2387" y="10093"/>
                    <a:pt x="3801" y="6063"/>
                    <a:pt x="7690" y="4154"/>
                  </a:cubicBezTo>
                  <a:cubicBezTo>
                    <a:pt x="11295" y="2386"/>
                    <a:pt x="15396" y="2881"/>
                    <a:pt x="19002" y="4154"/>
                  </a:cubicBezTo>
                  <a:cubicBezTo>
                    <a:pt x="25860" y="6558"/>
                    <a:pt x="32081" y="11224"/>
                    <a:pt x="37031" y="16456"/>
                  </a:cubicBezTo>
                  <a:cubicBezTo>
                    <a:pt x="39859" y="19496"/>
                    <a:pt x="42474" y="22819"/>
                    <a:pt x="44454" y="26495"/>
                  </a:cubicBezTo>
                  <a:cubicBezTo>
                    <a:pt x="45515" y="28475"/>
                    <a:pt x="46504" y="30808"/>
                    <a:pt x="46080" y="33071"/>
                  </a:cubicBezTo>
                  <a:cubicBezTo>
                    <a:pt x="45727" y="35192"/>
                    <a:pt x="44030" y="37171"/>
                    <a:pt x="41767" y="37171"/>
                  </a:cubicBezTo>
                  <a:cubicBezTo>
                    <a:pt x="40000" y="37171"/>
                    <a:pt x="40000" y="39787"/>
                    <a:pt x="41767" y="39929"/>
                  </a:cubicBezTo>
                  <a:cubicBezTo>
                    <a:pt x="45656" y="40211"/>
                    <a:pt x="48625" y="36959"/>
                    <a:pt x="49120" y="33283"/>
                  </a:cubicBezTo>
                  <a:cubicBezTo>
                    <a:pt x="49686" y="28899"/>
                    <a:pt x="47141" y="24657"/>
                    <a:pt x="44737" y="21193"/>
                  </a:cubicBezTo>
                  <a:cubicBezTo>
                    <a:pt x="39646" y="13699"/>
                    <a:pt x="32718" y="7547"/>
                    <a:pt x="24658" y="3376"/>
                  </a:cubicBezTo>
                  <a:cubicBezTo>
                    <a:pt x="17588" y="-300"/>
                    <a:pt x="6558" y="-2704"/>
                    <a:pt x="1539" y="5639"/>
                  </a:cubicBezTo>
                  <a:cubicBezTo>
                    <a:pt x="-3481" y="13981"/>
                    <a:pt x="4862" y="23385"/>
                    <a:pt x="11083" y="28546"/>
                  </a:cubicBezTo>
                  <a:cubicBezTo>
                    <a:pt x="19355" y="35474"/>
                    <a:pt x="30314" y="39716"/>
                    <a:pt x="41060" y="40353"/>
                  </a:cubicBezTo>
                  <a:cubicBezTo>
                    <a:pt x="42050" y="40353"/>
                    <a:pt x="42262" y="38797"/>
                    <a:pt x="41273" y="38585"/>
                  </a:cubicBezTo>
                  <a:lnTo>
                    <a:pt x="41273" y="38585"/>
                  </a:lnTo>
                  <a:close/>
                </a:path>
              </a:pathLst>
            </a:cu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3" name="Google Shape;1373;p51"/>
            <p:cNvSpPr/>
            <p:nvPr/>
          </p:nvSpPr>
          <p:spPr>
            <a:xfrm>
              <a:off x="1107444" y="1839570"/>
              <a:ext cx="181989" cy="186200"/>
            </a:xfrm>
            <a:custGeom>
              <a:rect b="b" l="l" r="r" t="t"/>
              <a:pathLst>
                <a:path extrusionOk="0" h="186200" w="181989">
                  <a:moveTo>
                    <a:pt x="121992" y="171874"/>
                  </a:moveTo>
                  <a:lnTo>
                    <a:pt x="129062" y="139210"/>
                  </a:lnTo>
                  <a:cubicBezTo>
                    <a:pt x="130334" y="133413"/>
                    <a:pt x="134364" y="128534"/>
                    <a:pt x="139879" y="126272"/>
                  </a:cubicBezTo>
                  <a:lnTo>
                    <a:pt x="170775" y="113546"/>
                  </a:lnTo>
                  <a:cubicBezTo>
                    <a:pt x="184633" y="107819"/>
                    <a:pt x="185976" y="88659"/>
                    <a:pt x="172967" y="81165"/>
                  </a:cubicBezTo>
                  <a:lnTo>
                    <a:pt x="144050" y="64338"/>
                  </a:lnTo>
                  <a:cubicBezTo>
                    <a:pt x="138889" y="61368"/>
                    <a:pt x="135566" y="55995"/>
                    <a:pt x="135071" y="50056"/>
                  </a:cubicBezTo>
                  <a:lnTo>
                    <a:pt x="132526" y="16756"/>
                  </a:lnTo>
                  <a:cubicBezTo>
                    <a:pt x="131395" y="1767"/>
                    <a:pt x="113578" y="-5374"/>
                    <a:pt x="102407" y="4666"/>
                  </a:cubicBezTo>
                  <a:lnTo>
                    <a:pt x="77521" y="26937"/>
                  </a:lnTo>
                  <a:cubicBezTo>
                    <a:pt x="73066" y="30896"/>
                    <a:pt x="66986" y="32451"/>
                    <a:pt x="61189" y="31037"/>
                  </a:cubicBezTo>
                  <a:lnTo>
                    <a:pt x="28737" y="23190"/>
                  </a:lnTo>
                  <a:cubicBezTo>
                    <a:pt x="14172" y="19655"/>
                    <a:pt x="1870" y="34360"/>
                    <a:pt x="7880" y="48076"/>
                  </a:cubicBezTo>
                  <a:lnTo>
                    <a:pt x="21384" y="78619"/>
                  </a:lnTo>
                  <a:cubicBezTo>
                    <a:pt x="23788" y="84063"/>
                    <a:pt x="23364" y="90356"/>
                    <a:pt x="20253" y="95446"/>
                  </a:cubicBezTo>
                  <a:lnTo>
                    <a:pt x="2719" y="123939"/>
                  </a:lnTo>
                  <a:cubicBezTo>
                    <a:pt x="-5129" y="136736"/>
                    <a:pt x="5052" y="152997"/>
                    <a:pt x="19970" y="151441"/>
                  </a:cubicBezTo>
                  <a:lnTo>
                    <a:pt x="53199" y="148048"/>
                  </a:lnTo>
                  <a:cubicBezTo>
                    <a:pt x="59138" y="147411"/>
                    <a:pt x="65006" y="149815"/>
                    <a:pt x="68824" y="154340"/>
                  </a:cubicBezTo>
                  <a:lnTo>
                    <a:pt x="90459" y="179792"/>
                  </a:lnTo>
                  <a:cubicBezTo>
                    <a:pt x="100216" y="191246"/>
                    <a:pt x="118810" y="186580"/>
                    <a:pt x="121921" y="171874"/>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7" name="Shape 1377"/>
        <p:cNvGrpSpPr/>
        <p:nvPr/>
      </p:nvGrpSpPr>
      <p:grpSpPr>
        <a:xfrm>
          <a:off x="0" y="0"/>
          <a:ext cx="0" cy="0"/>
          <a:chOff x="0" y="0"/>
          <a:chExt cx="0" cy="0"/>
        </a:xfrm>
      </p:grpSpPr>
      <p:pic>
        <p:nvPicPr>
          <p:cNvPr id="1378" name="Google Shape;1378;p52"/>
          <p:cNvPicPr preferRelativeResize="0"/>
          <p:nvPr>
            <p:ph idx="2" type="pic"/>
          </p:nvPr>
        </p:nvPicPr>
        <p:blipFill rotWithShape="1">
          <a:blip r:embed="rId3">
            <a:alphaModFix/>
          </a:blip>
          <a:srcRect b="7834" l="0" r="0" t="7834"/>
          <a:stretch/>
        </p:blipFill>
        <p:spPr>
          <a:xfrm>
            <a:off x="-3301" y="0"/>
            <a:ext cx="9150602" cy="5143501"/>
          </a:xfrm>
          <a:prstGeom prst="rect">
            <a:avLst/>
          </a:prstGeom>
        </p:spPr>
      </p:pic>
      <p:sp>
        <p:nvSpPr>
          <p:cNvPr id="1379" name="Google Shape;1379;p52"/>
          <p:cNvSpPr txBox="1"/>
          <p:nvPr>
            <p:ph type="title"/>
          </p:nvPr>
        </p:nvSpPr>
        <p:spPr>
          <a:xfrm>
            <a:off x="720000" y="3923225"/>
            <a:ext cx="7704000" cy="66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1380" name="Google Shape;1380;p52"/>
          <p:cNvSpPr/>
          <p:nvPr/>
        </p:nvSpPr>
        <p:spPr>
          <a:xfrm flipH="1" rot="4216939">
            <a:off x="-345154" y="-1605832"/>
            <a:ext cx="2823299" cy="3795374"/>
          </a:xfrm>
          <a:custGeom>
            <a:rect b="b" l="l" r="r" t="t"/>
            <a:pathLst>
              <a:path extrusionOk="0" h="2286616" w="1700966">
                <a:moveTo>
                  <a:pt x="1700967" y="1750199"/>
                </a:moveTo>
                <a:cubicBezTo>
                  <a:pt x="1691980" y="1731661"/>
                  <a:pt x="1684213" y="1712809"/>
                  <a:pt x="1685654" y="1691640"/>
                </a:cubicBezTo>
                <a:cubicBezTo>
                  <a:pt x="1691666" y="1653279"/>
                  <a:pt x="1680769" y="1613854"/>
                  <a:pt x="1688097" y="1575994"/>
                </a:cubicBezTo>
                <a:cubicBezTo>
                  <a:pt x="1696990" y="1544428"/>
                  <a:pt x="1702721" y="1513457"/>
                  <a:pt x="1690445" y="1480545"/>
                </a:cubicBezTo>
                <a:cubicBezTo>
                  <a:pt x="1677669" y="1453395"/>
                  <a:pt x="1668775" y="1424398"/>
                  <a:pt x="1650644" y="1399815"/>
                </a:cubicBezTo>
                <a:cubicBezTo>
                  <a:pt x="1646761" y="1379304"/>
                  <a:pt x="1661259" y="1358041"/>
                  <a:pt x="1657815" y="1335870"/>
                </a:cubicBezTo>
                <a:cubicBezTo>
                  <a:pt x="1654464" y="1306340"/>
                  <a:pt x="1684464" y="1288835"/>
                  <a:pt x="1672314" y="1260400"/>
                </a:cubicBezTo>
                <a:cubicBezTo>
                  <a:pt x="1640717" y="1189848"/>
                  <a:pt x="1665831" y="1198052"/>
                  <a:pt x="1653055" y="1148167"/>
                </a:cubicBezTo>
                <a:cubicBezTo>
                  <a:pt x="1643817" y="1137583"/>
                  <a:pt x="1650769" y="1123585"/>
                  <a:pt x="1640185" y="1115443"/>
                </a:cubicBezTo>
                <a:cubicBezTo>
                  <a:pt x="1638243" y="1113971"/>
                  <a:pt x="1640811" y="1110527"/>
                  <a:pt x="1642909" y="1108929"/>
                </a:cubicBezTo>
                <a:cubicBezTo>
                  <a:pt x="1649485" y="1103888"/>
                  <a:pt x="1648953" y="1096247"/>
                  <a:pt x="1650988" y="1089326"/>
                </a:cubicBezTo>
                <a:cubicBezTo>
                  <a:pt x="1655341" y="1074546"/>
                  <a:pt x="1646197" y="1057040"/>
                  <a:pt x="1660195" y="1044170"/>
                </a:cubicBezTo>
                <a:cubicBezTo>
                  <a:pt x="1661134" y="1043324"/>
                  <a:pt x="1660664" y="1039911"/>
                  <a:pt x="1659756" y="1038283"/>
                </a:cubicBezTo>
                <a:cubicBezTo>
                  <a:pt x="1633827" y="966289"/>
                  <a:pt x="1609026" y="892417"/>
                  <a:pt x="1593212" y="817511"/>
                </a:cubicBezTo>
                <a:cubicBezTo>
                  <a:pt x="1592178" y="803169"/>
                  <a:pt x="1582909" y="787919"/>
                  <a:pt x="1588734" y="775048"/>
                </a:cubicBezTo>
                <a:cubicBezTo>
                  <a:pt x="1603483" y="731364"/>
                  <a:pt x="1591302" y="687209"/>
                  <a:pt x="1598191" y="642398"/>
                </a:cubicBezTo>
                <a:cubicBezTo>
                  <a:pt x="1600258" y="628963"/>
                  <a:pt x="1583034" y="619788"/>
                  <a:pt x="1592679" y="605947"/>
                </a:cubicBezTo>
                <a:cubicBezTo>
                  <a:pt x="1602231" y="583400"/>
                  <a:pt x="1591552" y="562231"/>
                  <a:pt x="1590393" y="539841"/>
                </a:cubicBezTo>
                <a:cubicBezTo>
                  <a:pt x="1596469" y="512753"/>
                  <a:pt x="1580279" y="507649"/>
                  <a:pt x="1577241" y="487576"/>
                </a:cubicBezTo>
                <a:cubicBezTo>
                  <a:pt x="1586573" y="461083"/>
                  <a:pt x="1563306" y="442106"/>
                  <a:pt x="1564151" y="415864"/>
                </a:cubicBezTo>
                <a:cubicBezTo>
                  <a:pt x="1561490" y="399393"/>
                  <a:pt x="1567095" y="380604"/>
                  <a:pt x="1554318" y="366731"/>
                </a:cubicBezTo>
                <a:cubicBezTo>
                  <a:pt x="1532492" y="348005"/>
                  <a:pt x="1556260" y="315468"/>
                  <a:pt x="1531521" y="301063"/>
                </a:cubicBezTo>
                <a:cubicBezTo>
                  <a:pt x="1526354" y="298589"/>
                  <a:pt x="1529360" y="292984"/>
                  <a:pt x="1528953" y="288506"/>
                </a:cubicBezTo>
                <a:cubicBezTo>
                  <a:pt x="1534433" y="230448"/>
                  <a:pt x="1509757" y="257191"/>
                  <a:pt x="1519997" y="209592"/>
                </a:cubicBezTo>
                <a:cubicBezTo>
                  <a:pt x="1511323" y="187264"/>
                  <a:pt x="1523912" y="163559"/>
                  <a:pt x="1516271" y="141482"/>
                </a:cubicBezTo>
                <a:cubicBezTo>
                  <a:pt x="1495853" y="100490"/>
                  <a:pt x="1502774" y="37610"/>
                  <a:pt x="1463004" y="9739"/>
                </a:cubicBezTo>
                <a:cubicBezTo>
                  <a:pt x="1439267" y="-1190"/>
                  <a:pt x="1413933" y="9833"/>
                  <a:pt x="1389319" y="2161"/>
                </a:cubicBezTo>
                <a:cubicBezTo>
                  <a:pt x="1381960" y="-188"/>
                  <a:pt x="1371094" y="-1722"/>
                  <a:pt x="1364361" y="3570"/>
                </a:cubicBezTo>
                <a:cubicBezTo>
                  <a:pt x="1323245" y="27902"/>
                  <a:pt x="1274049" y="5418"/>
                  <a:pt x="1230583" y="19603"/>
                </a:cubicBezTo>
                <a:cubicBezTo>
                  <a:pt x="1217963" y="32975"/>
                  <a:pt x="1155020" y="38111"/>
                  <a:pt x="1138079" y="30658"/>
                </a:cubicBezTo>
                <a:cubicBezTo>
                  <a:pt x="1119885" y="25992"/>
                  <a:pt x="1106137" y="52829"/>
                  <a:pt x="1084530" y="46315"/>
                </a:cubicBezTo>
                <a:cubicBezTo>
                  <a:pt x="1058319" y="37516"/>
                  <a:pt x="1052432" y="73090"/>
                  <a:pt x="1031420" y="72025"/>
                </a:cubicBezTo>
                <a:cubicBezTo>
                  <a:pt x="1006681" y="74499"/>
                  <a:pt x="981910" y="68204"/>
                  <a:pt x="958142" y="78758"/>
                </a:cubicBezTo>
                <a:cubicBezTo>
                  <a:pt x="941170" y="68017"/>
                  <a:pt x="917464" y="67077"/>
                  <a:pt x="902276" y="51420"/>
                </a:cubicBezTo>
                <a:cubicBezTo>
                  <a:pt x="878383" y="46754"/>
                  <a:pt x="851421" y="50261"/>
                  <a:pt x="829594" y="35292"/>
                </a:cubicBezTo>
                <a:cubicBezTo>
                  <a:pt x="827465" y="33820"/>
                  <a:pt x="822642" y="33664"/>
                  <a:pt x="820544" y="35073"/>
                </a:cubicBezTo>
                <a:cubicBezTo>
                  <a:pt x="809897" y="42244"/>
                  <a:pt x="792298" y="34760"/>
                  <a:pt x="786097" y="51670"/>
                </a:cubicBezTo>
                <a:cubicBezTo>
                  <a:pt x="785346" y="53706"/>
                  <a:pt x="779646" y="54238"/>
                  <a:pt x="776139" y="54927"/>
                </a:cubicBezTo>
                <a:cubicBezTo>
                  <a:pt x="742068" y="63695"/>
                  <a:pt x="698415" y="104812"/>
                  <a:pt x="661933" y="88371"/>
                </a:cubicBezTo>
                <a:cubicBezTo>
                  <a:pt x="651161" y="77630"/>
                  <a:pt x="643958" y="83330"/>
                  <a:pt x="635785" y="90877"/>
                </a:cubicBezTo>
                <a:cubicBezTo>
                  <a:pt x="631651" y="94697"/>
                  <a:pt x="630274" y="101586"/>
                  <a:pt x="621161" y="99551"/>
                </a:cubicBezTo>
                <a:cubicBezTo>
                  <a:pt x="569460" y="86085"/>
                  <a:pt x="516036" y="81388"/>
                  <a:pt x="462456" y="88966"/>
                </a:cubicBezTo>
                <a:cubicBezTo>
                  <a:pt x="436903" y="87213"/>
                  <a:pt x="415922" y="98924"/>
                  <a:pt x="392655" y="104780"/>
                </a:cubicBezTo>
                <a:cubicBezTo>
                  <a:pt x="382540" y="103465"/>
                  <a:pt x="372050" y="99739"/>
                  <a:pt x="364753" y="111231"/>
                </a:cubicBezTo>
                <a:cubicBezTo>
                  <a:pt x="347812" y="112797"/>
                  <a:pt x="342394" y="93069"/>
                  <a:pt x="334628" y="119592"/>
                </a:cubicBezTo>
                <a:cubicBezTo>
                  <a:pt x="326517" y="114018"/>
                  <a:pt x="318908" y="107411"/>
                  <a:pt x="309012" y="117275"/>
                </a:cubicBezTo>
                <a:cubicBezTo>
                  <a:pt x="295860" y="130396"/>
                  <a:pt x="280672" y="139728"/>
                  <a:pt x="260756" y="136565"/>
                </a:cubicBezTo>
                <a:cubicBezTo>
                  <a:pt x="238867" y="147275"/>
                  <a:pt x="217134" y="160239"/>
                  <a:pt x="191236" y="154070"/>
                </a:cubicBezTo>
                <a:cubicBezTo>
                  <a:pt x="162520" y="151377"/>
                  <a:pt x="143136" y="171983"/>
                  <a:pt x="116362" y="170511"/>
                </a:cubicBezTo>
                <a:cubicBezTo>
                  <a:pt x="100986" y="170417"/>
                  <a:pt x="83450" y="166064"/>
                  <a:pt x="74838" y="185699"/>
                </a:cubicBezTo>
                <a:cubicBezTo>
                  <a:pt x="40047" y="195970"/>
                  <a:pt x="49786" y="211346"/>
                  <a:pt x="25799" y="223277"/>
                </a:cubicBezTo>
                <a:cubicBezTo>
                  <a:pt x="18941" y="233141"/>
                  <a:pt x="18127" y="247828"/>
                  <a:pt x="7135" y="256314"/>
                </a:cubicBezTo>
                <a:cubicBezTo>
                  <a:pt x="308" y="263830"/>
                  <a:pt x="-3387" y="273381"/>
                  <a:pt x="4254" y="284529"/>
                </a:cubicBezTo>
                <a:cubicBezTo>
                  <a:pt x="13054" y="297337"/>
                  <a:pt x="2876" y="316157"/>
                  <a:pt x="16436" y="328151"/>
                </a:cubicBezTo>
                <a:cubicBezTo>
                  <a:pt x="6603" y="350009"/>
                  <a:pt x="19097" y="369330"/>
                  <a:pt x="24390" y="389059"/>
                </a:cubicBezTo>
                <a:cubicBezTo>
                  <a:pt x="29212" y="407002"/>
                  <a:pt x="24014" y="428547"/>
                  <a:pt x="41863" y="442388"/>
                </a:cubicBezTo>
                <a:cubicBezTo>
                  <a:pt x="34442" y="464935"/>
                  <a:pt x="41018" y="489267"/>
                  <a:pt x="34912" y="512283"/>
                </a:cubicBezTo>
                <a:cubicBezTo>
                  <a:pt x="34003" y="514475"/>
                  <a:pt x="35381" y="516668"/>
                  <a:pt x="37448" y="517388"/>
                </a:cubicBezTo>
                <a:cubicBezTo>
                  <a:pt x="62062" y="527409"/>
                  <a:pt x="41300" y="553557"/>
                  <a:pt x="46122" y="571907"/>
                </a:cubicBezTo>
                <a:cubicBezTo>
                  <a:pt x="48220" y="584715"/>
                  <a:pt x="48346" y="595801"/>
                  <a:pt x="35945" y="603473"/>
                </a:cubicBezTo>
                <a:cubicBezTo>
                  <a:pt x="29651" y="612398"/>
                  <a:pt x="41926" y="627241"/>
                  <a:pt x="27208" y="635039"/>
                </a:cubicBezTo>
                <a:cubicBezTo>
                  <a:pt x="22793" y="638859"/>
                  <a:pt x="22761" y="645592"/>
                  <a:pt x="24202" y="651291"/>
                </a:cubicBezTo>
                <a:cubicBezTo>
                  <a:pt x="28930" y="670080"/>
                  <a:pt x="18189" y="686364"/>
                  <a:pt x="15527" y="703932"/>
                </a:cubicBezTo>
                <a:cubicBezTo>
                  <a:pt x="8701" y="735904"/>
                  <a:pt x="26832" y="753754"/>
                  <a:pt x="42803" y="776113"/>
                </a:cubicBezTo>
                <a:cubicBezTo>
                  <a:pt x="47845" y="793900"/>
                  <a:pt x="72677" y="786384"/>
                  <a:pt x="74807" y="805674"/>
                </a:cubicBezTo>
                <a:cubicBezTo>
                  <a:pt x="81101" y="830946"/>
                  <a:pt x="77124" y="858847"/>
                  <a:pt x="93815" y="881551"/>
                </a:cubicBezTo>
                <a:cubicBezTo>
                  <a:pt x="95099" y="883304"/>
                  <a:pt x="93095" y="884119"/>
                  <a:pt x="91717" y="884651"/>
                </a:cubicBezTo>
                <a:cubicBezTo>
                  <a:pt x="85955" y="886937"/>
                  <a:pt x="86863" y="888972"/>
                  <a:pt x="91623" y="891603"/>
                </a:cubicBezTo>
                <a:cubicBezTo>
                  <a:pt x="133773" y="944056"/>
                  <a:pt x="33534" y="971582"/>
                  <a:pt x="75684" y="1034274"/>
                </a:cubicBezTo>
                <a:cubicBezTo>
                  <a:pt x="83262" y="1047677"/>
                  <a:pt x="97667" y="1057949"/>
                  <a:pt x="98043" y="1075485"/>
                </a:cubicBezTo>
                <a:cubicBezTo>
                  <a:pt x="98137" y="1080276"/>
                  <a:pt x="103679" y="1080715"/>
                  <a:pt x="106435" y="1083220"/>
                </a:cubicBezTo>
                <a:cubicBezTo>
                  <a:pt x="128512" y="1097343"/>
                  <a:pt x="109473" y="1117917"/>
                  <a:pt x="113043" y="1137270"/>
                </a:cubicBezTo>
                <a:cubicBezTo>
                  <a:pt x="113700" y="1141528"/>
                  <a:pt x="113356" y="1146852"/>
                  <a:pt x="109786" y="1148825"/>
                </a:cubicBezTo>
                <a:cubicBezTo>
                  <a:pt x="85266" y="1160317"/>
                  <a:pt x="110099" y="1189628"/>
                  <a:pt x="97322" y="1197019"/>
                </a:cubicBezTo>
                <a:cubicBezTo>
                  <a:pt x="81320" y="1201340"/>
                  <a:pt x="98826" y="1219816"/>
                  <a:pt x="93815" y="1231309"/>
                </a:cubicBezTo>
                <a:cubicBezTo>
                  <a:pt x="93721" y="1240390"/>
                  <a:pt x="93032" y="1248939"/>
                  <a:pt x="102082" y="1256486"/>
                </a:cubicBezTo>
                <a:cubicBezTo>
                  <a:pt x="121310" y="1271893"/>
                  <a:pt x="111947" y="1305494"/>
                  <a:pt x="139974" y="1312571"/>
                </a:cubicBezTo>
                <a:cubicBezTo>
                  <a:pt x="151184" y="1316266"/>
                  <a:pt x="151529" y="1325818"/>
                  <a:pt x="141665" y="1333302"/>
                </a:cubicBezTo>
                <a:cubicBezTo>
                  <a:pt x="136466" y="1337216"/>
                  <a:pt x="138189" y="1341882"/>
                  <a:pt x="139535" y="1345985"/>
                </a:cubicBezTo>
                <a:cubicBezTo>
                  <a:pt x="147990" y="1371726"/>
                  <a:pt x="139473" y="1397467"/>
                  <a:pt x="138157" y="1422894"/>
                </a:cubicBezTo>
                <a:cubicBezTo>
                  <a:pt x="139880" y="1442216"/>
                  <a:pt x="125850" y="1469992"/>
                  <a:pt x="136028" y="1485869"/>
                </a:cubicBezTo>
                <a:cubicBezTo>
                  <a:pt x="158857" y="1492414"/>
                  <a:pt x="121498" y="1510702"/>
                  <a:pt x="122719" y="1564407"/>
                </a:cubicBezTo>
                <a:cubicBezTo>
                  <a:pt x="102489" y="1620900"/>
                  <a:pt x="170161" y="1641505"/>
                  <a:pt x="157385" y="1676828"/>
                </a:cubicBezTo>
                <a:cubicBezTo>
                  <a:pt x="151153" y="1696651"/>
                  <a:pt x="179023" y="1713623"/>
                  <a:pt x="163616" y="1735669"/>
                </a:cubicBezTo>
                <a:cubicBezTo>
                  <a:pt x="162207" y="1757308"/>
                  <a:pt x="179994" y="1778508"/>
                  <a:pt x="175485" y="1802464"/>
                </a:cubicBezTo>
                <a:cubicBezTo>
                  <a:pt x="168752" y="1813487"/>
                  <a:pt x="196403" y="1839698"/>
                  <a:pt x="173168" y="1835596"/>
                </a:cubicBezTo>
                <a:cubicBezTo>
                  <a:pt x="168188" y="1834437"/>
                  <a:pt x="166748" y="1837882"/>
                  <a:pt x="165934" y="1841702"/>
                </a:cubicBezTo>
                <a:cubicBezTo>
                  <a:pt x="165276" y="1844771"/>
                  <a:pt x="164337" y="1848717"/>
                  <a:pt x="168408" y="1849625"/>
                </a:cubicBezTo>
                <a:cubicBezTo>
                  <a:pt x="197092" y="1855136"/>
                  <a:pt x="133523" y="1898727"/>
                  <a:pt x="144671" y="1919927"/>
                </a:cubicBezTo>
                <a:cubicBezTo>
                  <a:pt x="145203" y="1922370"/>
                  <a:pt x="142541" y="1924123"/>
                  <a:pt x="140381" y="1925877"/>
                </a:cubicBezTo>
                <a:cubicBezTo>
                  <a:pt x="128011" y="1936461"/>
                  <a:pt x="130235" y="1977296"/>
                  <a:pt x="145360" y="1984374"/>
                </a:cubicBezTo>
                <a:cubicBezTo>
                  <a:pt x="162239" y="1977954"/>
                  <a:pt x="161988" y="1992390"/>
                  <a:pt x="165996" y="2001378"/>
                </a:cubicBezTo>
                <a:cubicBezTo>
                  <a:pt x="171007" y="2012369"/>
                  <a:pt x="186007" y="2012776"/>
                  <a:pt x="187698" y="2026492"/>
                </a:cubicBezTo>
                <a:cubicBezTo>
                  <a:pt x="191643" y="2043058"/>
                  <a:pt x="211528" y="2050448"/>
                  <a:pt x="203762" y="2069425"/>
                </a:cubicBezTo>
                <a:cubicBezTo>
                  <a:pt x="193554" y="2088997"/>
                  <a:pt x="208522" y="2108256"/>
                  <a:pt x="204608" y="2127264"/>
                </a:cubicBezTo>
                <a:cubicBezTo>
                  <a:pt x="195934" y="2151940"/>
                  <a:pt x="237363" y="2158579"/>
                  <a:pt x="228125" y="2183725"/>
                </a:cubicBezTo>
                <a:cubicBezTo>
                  <a:pt x="218512" y="2210468"/>
                  <a:pt x="241121" y="2230573"/>
                  <a:pt x="245223" y="2255875"/>
                </a:cubicBezTo>
                <a:cubicBezTo>
                  <a:pt x="252457" y="2285750"/>
                  <a:pt x="290223" y="2267587"/>
                  <a:pt x="309106" y="2258600"/>
                </a:cubicBezTo>
                <a:cubicBezTo>
                  <a:pt x="328897" y="2245197"/>
                  <a:pt x="321601" y="2264706"/>
                  <a:pt x="331778" y="2272723"/>
                </a:cubicBezTo>
                <a:cubicBezTo>
                  <a:pt x="340077" y="2247044"/>
                  <a:pt x="367008" y="2266522"/>
                  <a:pt x="383323" y="2252462"/>
                </a:cubicBezTo>
                <a:cubicBezTo>
                  <a:pt x="402143" y="2241627"/>
                  <a:pt x="422623" y="2249487"/>
                  <a:pt x="441757" y="2247295"/>
                </a:cubicBezTo>
                <a:cubicBezTo>
                  <a:pt x="467560" y="2233015"/>
                  <a:pt x="472039" y="2293516"/>
                  <a:pt x="481934" y="2279205"/>
                </a:cubicBezTo>
                <a:cubicBezTo>
                  <a:pt x="489043" y="2272253"/>
                  <a:pt x="494178" y="2275510"/>
                  <a:pt x="498625" y="2281648"/>
                </a:cubicBezTo>
                <a:cubicBezTo>
                  <a:pt x="516005" y="2298933"/>
                  <a:pt x="500159" y="2265082"/>
                  <a:pt x="565764" y="2271251"/>
                </a:cubicBezTo>
                <a:cubicBezTo>
                  <a:pt x="596140" y="2267399"/>
                  <a:pt x="678875" y="2222493"/>
                  <a:pt x="696286" y="2252650"/>
                </a:cubicBezTo>
                <a:cubicBezTo>
                  <a:pt x="702236" y="2265051"/>
                  <a:pt x="706902" y="2277733"/>
                  <a:pt x="724344" y="2267086"/>
                </a:cubicBezTo>
                <a:cubicBezTo>
                  <a:pt x="753436" y="2280113"/>
                  <a:pt x="771035" y="2254873"/>
                  <a:pt x="796056" y="2247639"/>
                </a:cubicBezTo>
                <a:cubicBezTo>
                  <a:pt x="808895" y="2250614"/>
                  <a:pt x="813122" y="2235176"/>
                  <a:pt x="824521" y="2235270"/>
                </a:cubicBezTo>
                <a:cubicBezTo>
                  <a:pt x="848884" y="2237274"/>
                  <a:pt x="873153" y="2252712"/>
                  <a:pt x="898111" y="2235489"/>
                </a:cubicBezTo>
                <a:cubicBezTo>
                  <a:pt x="900084" y="2234111"/>
                  <a:pt x="911452" y="2231731"/>
                  <a:pt x="916274" y="2239404"/>
                </a:cubicBezTo>
                <a:cubicBezTo>
                  <a:pt x="938414" y="2251115"/>
                  <a:pt x="961587" y="2224153"/>
                  <a:pt x="985136" y="2232232"/>
                </a:cubicBezTo>
                <a:cubicBezTo>
                  <a:pt x="1004645" y="2236491"/>
                  <a:pt x="1020647" y="2214696"/>
                  <a:pt x="1040689" y="2233047"/>
                </a:cubicBezTo>
                <a:cubicBezTo>
                  <a:pt x="1093361" y="2202702"/>
                  <a:pt x="1153548" y="2227097"/>
                  <a:pt x="1208412" y="2215134"/>
                </a:cubicBezTo>
                <a:cubicBezTo>
                  <a:pt x="1230333" y="2206711"/>
                  <a:pt x="1252723" y="2197379"/>
                  <a:pt x="1277337" y="2204800"/>
                </a:cubicBezTo>
                <a:cubicBezTo>
                  <a:pt x="1282128" y="2206241"/>
                  <a:pt x="1286763" y="2205301"/>
                  <a:pt x="1290270" y="2201450"/>
                </a:cubicBezTo>
                <a:cubicBezTo>
                  <a:pt x="1301731" y="2185792"/>
                  <a:pt x="1327128" y="2197692"/>
                  <a:pt x="1333954" y="2178089"/>
                </a:cubicBezTo>
                <a:cubicBezTo>
                  <a:pt x="1343599" y="2165719"/>
                  <a:pt x="1359915" y="2193934"/>
                  <a:pt x="1375353" y="2181596"/>
                </a:cubicBezTo>
                <a:cubicBezTo>
                  <a:pt x="1415123" y="2161554"/>
                  <a:pt x="1406981" y="2204425"/>
                  <a:pt x="1423077" y="2180938"/>
                </a:cubicBezTo>
                <a:cubicBezTo>
                  <a:pt x="1452701" y="2214602"/>
                  <a:pt x="1538223" y="2211627"/>
                  <a:pt x="1552252" y="2161085"/>
                </a:cubicBezTo>
                <a:cubicBezTo>
                  <a:pt x="1553849" y="2156669"/>
                  <a:pt x="1556886" y="2152254"/>
                  <a:pt x="1561051" y="2154289"/>
                </a:cubicBezTo>
                <a:cubicBezTo>
                  <a:pt x="1592585" y="2161366"/>
                  <a:pt x="1623274" y="2146492"/>
                  <a:pt x="1655216" y="2158423"/>
                </a:cubicBezTo>
                <a:cubicBezTo>
                  <a:pt x="1671562" y="2161304"/>
                  <a:pt x="1686030" y="2153350"/>
                  <a:pt x="1700936" y="2146805"/>
                </a:cubicBezTo>
                <a:lnTo>
                  <a:pt x="1700936" y="17503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81" name="Google Shape;1381;p52"/>
          <p:cNvGrpSpPr/>
          <p:nvPr/>
        </p:nvGrpSpPr>
        <p:grpSpPr>
          <a:xfrm>
            <a:off x="294744" y="350739"/>
            <a:ext cx="836961" cy="1005555"/>
            <a:chOff x="294744" y="350739"/>
            <a:chExt cx="836961" cy="1005555"/>
          </a:xfrm>
        </p:grpSpPr>
        <p:sp>
          <p:nvSpPr>
            <p:cNvPr id="1382" name="Google Shape;1382;p52"/>
            <p:cNvSpPr/>
            <p:nvPr/>
          </p:nvSpPr>
          <p:spPr>
            <a:xfrm rot="-1979409">
              <a:off x="393553" y="766279"/>
              <a:ext cx="470779" cy="502345"/>
            </a:xfrm>
            <a:custGeom>
              <a:rect b="b" l="l" r="r" t="t"/>
              <a:pathLst>
                <a:path extrusionOk="0" h="97253" w="91142">
                  <a:moveTo>
                    <a:pt x="45558" y="44124"/>
                  </a:moveTo>
                  <a:cubicBezTo>
                    <a:pt x="43932" y="36417"/>
                    <a:pt x="41598" y="28993"/>
                    <a:pt x="38487" y="21782"/>
                  </a:cubicBezTo>
                  <a:cubicBezTo>
                    <a:pt x="35730" y="15490"/>
                    <a:pt x="32620" y="7995"/>
                    <a:pt x="27246" y="3470"/>
                  </a:cubicBezTo>
                  <a:cubicBezTo>
                    <a:pt x="16994" y="-5155"/>
                    <a:pt x="4127" y="3682"/>
                    <a:pt x="1157" y="14853"/>
                  </a:cubicBezTo>
                  <a:cubicBezTo>
                    <a:pt x="-2590" y="28923"/>
                    <a:pt x="3349" y="44265"/>
                    <a:pt x="10561" y="56214"/>
                  </a:cubicBezTo>
                  <a:cubicBezTo>
                    <a:pt x="19257" y="70636"/>
                    <a:pt x="31276" y="82585"/>
                    <a:pt x="40821" y="96372"/>
                  </a:cubicBezTo>
                  <a:cubicBezTo>
                    <a:pt x="41527" y="97361"/>
                    <a:pt x="42800" y="97573"/>
                    <a:pt x="43649" y="96725"/>
                  </a:cubicBezTo>
                  <a:cubicBezTo>
                    <a:pt x="61960" y="79474"/>
                    <a:pt x="78646" y="58051"/>
                    <a:pt x="88120" y="34579"/>
                  </a:cubicBezTo>
                  <a:cubicBezTo>
                    <a:pt x="91867" y="25176"/>
                    <a:pt x="93564" y="13369"/>
                    <a:pt x="84514" y="6440"/>
                  </a:cubicBezTo>
                  <a:cubicBezTo>
                    <a:pt x="76595" y="360"/>
                    <a:pt x="65566" y="1491"/>
                    <a:pt x="57506" y="6581"/>
                  </a:cubicBezTo>
                  <a:cubicBezTo>
                    <a:pt x="45416" y="14287"/>
                    <a:pt x="39477" y="28287"/>
                    <a:pt x="32973" y="40518"/>
                  </a:cubicBezTo>
                  <a:cubicBezTo>
                    <a:pt x="32195" y="42073"/>
                    <a:pt x="34316" y="43275"/>
                    <a:pt x="35235" y="41861"/>
                  </a:cubicBezTo>
                  <a:cubicBezTo>
                    <a:pt x="43083" y="30619"/>
                    <a:pt x="47962" y="16126"/>
                    <a:pt x="60263" y="8702"/>
                  </a:cubicBezTo>
                  <a:cubicBezTo>
                    <a:pt x="66203" y="5096"/>
                    <a:pt x="73626" y="3965"/>
                    <a:pt x="80060" y="7005"/>
                  </a:cubicBezTo>
                  <a:cubicBezTo>
                    <a:pt x="87342" y="10399"/>
                    <a:pt x="89605" y="18106"/>
                    <a:pt x="88261" y="25600"/>
                  </a:cubicBezTo>
                  <a:cubicBezTo>
                    <a:pt x="86989" y="32528"/>
                    <a:pt x="83524" y="38821"/>
                    <a:pt x="80130" y="44901"/>
                  </a:cubicBezTo>
                  <a:cubicBezTo>
                    <a:pt x="76737" y="50981"/>
                    <a:pt x="73202" y="56638"/>
                    <a:pt x="69313" y="62223"/>
                  </a:cubicBezTo>
                  <a:cubicBezTo>
                    <a:pt x="61112" y="73889"/>
                    <a:pt x="51567" y="84564"/>
                    <a:pt x="41033" y="94180"/>
                  </a:cubicBezTo>
                  <a:lnTo>
                    <a:pt x="43861" y="94533"/>
                  </a:lnTo>
                  <a:cubicBezTo>
                    <a:pt x="29226" y="73252"/>
                    <a:pt x="5470" y="53880"/>
                    <a:pt x="3632" y="26307"/>
                  </a:cubicBezTo>
                  <a:cubicBezTo>
                    <a:pt x="3208" y="19873"/>
                    <a:pt x="3985" y="12661"/>
                    <a:pt x="8581" y="7712"/>
                  </a:cubicBezTo>
                  <a:cubicBezTo>
                    <a:pt x="13813" y="1986"/>
                    <a:pt x="21590" y="1844"/>
                    <a:pt x="26893" y="7430"/>
                  </a:cubicBezTo>
                  <a:cubicBezTo>
                    <a:pt x="31347" y="12096"/>
                    <a:pt x="34316" y="18671"/>
                    <a:pt x="36932" y="24468"/>
                  </a:cubicBezTo>
                  <a:cubicBezTo>
                    <a:pt x="39831" y="30973"/>
                    <a:pt x="42093" y="37689"/>
                    <a:pt x="43719" y="44618"/>
                  </a:cubicBezTo>
                  <a:cubicBezTo>
                    <a:pt x="44002" y="45820"/>
                    <a:pt x="45770" y="45325"/>
                    <a:pt x="45558" y="44124"/>
                  </a:cubicBezTo>
                  <a:lnTo>
                    <a:pt x="45558" y="4412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3" name="Google Shape;1383;p52"/>
            <p:cNvSpPr/>
            <p:nvPr/>
          </p:nvSpPr>
          <p:spPr>
            <a:xfrm rot="732028">
              <a:off x="818186" y="377386"/>
              <a:ext cx="284640" cy="303725"/>
            </a:xfrm>
            <a:custGeom>
              <a:rect b="b" l="l" r="r" t="t"/>
              <a:pathLst>
                <a:path extrusionOk="0" h="97253" w="91142">
                  <a:moveTo>
                    <a:pt x="45558" y="44124"/>
                  </a:moveTo>
                  <a:cubicBezTo>
                    <a:pt x="43932" y="36417"/>
                    <a:pt x="41598" y="28993"/>
                    <a:pt x="38487" y="21782"/>
                  </a:cubicBezTo>
                  <a:cubicBezTo>
                    <a:pt x="35730" y="15490"/>
                    <a:pt x="32620" y="7995"/>
                    <a:pt x="27246" y="3470"/>
                  </a:cubicBezTo>
                  <a:cubicBezTo>
                    <a:pt x="16994" y="-5155"/>
                    <a:pt x="4127" y="3682"/>
                    <a:pt x="1157" y="14853"/>
                  </a:cubicBezTo>
                  <a:cubicBezTo>
                    <a:pt x="-2590" y="28923"/>
                    <a:pt x="3349" y="44265"/>
                    <a:pt x="10561" y="56214"/>
                  </a:cubicBezTo>
                  <a:cubicBezTo>
                    <a:pt x="19257" y="70636"/>
                    <a:pt x="31276" y="82585"/>
                    <a:pt x="40821" y="96372"/>
                  </a:cubicBezTo>
                  <a:cubicBezTo>
                    <a:pt x="41527" y="97361"/>
                    <a:pt x="42800" y="97573"/>
                    <a:pt x="43649" y="96725"/>
                  </a:cubicBezTo>
                  <a:cubicBezTo>
                    <a:pt x="61960" y="79474"/>
                    <a:pt x="78646" y="58051"/>
                    <a:pt x="88120" y="34579"/>
                  </a:cubicBezTo>
                  <a:cubicBezTo>
                    <a:pt x="91867" y="25176"/>
                    <a:pt x="93564" y="13369"/>
                    <a:pt x="84514" y="6440"/>
                  </a:cubicBezTo>
                  <a:cubicBezTo>
                    <a:pt x="76595" y="360"/>
                    <a:pt x="65566" y="1491"/>
                    <a:pt x="57506" y="6581"/>
                  </a:cubicBezTo>
                  <a:cubicBezTo>
                    <a:pt x="45416" y="14287"/>
                    <a:pt x="39477" y="28287"/>
                    <a:pt x="32973" y="40518"/>
                  </a:cubicBezTo>
                  <a:cubicBezTo>
                    <a:pt x="32195" y="42073"/>
                    <a:pt x="34316" y="43275"/>
                    <a:pt x="35235" y="41861"/>
                  </a:cubicBezTo>
                  <a:cubicBezTo>
                    <a:pt x="43083" y="30619"/>
                    <a:pt x="47962" y="16126"/>
                    <a:pt x="60263" y="8702"/>
                  </a:cubicBezTo>
                  <a:cubicBezTo>
                    <a:pt x="66203" y="5096"/>
                    <a:pt x="73626" y="3965"/>
                    <a:pt x="80060" y="7005"/>
                  </a:cubicBezTo>
                  <a:cubicBezTo>
                    <a:pt x="87342" y="10399"/>
                    <a:pt x="89605" y="18106"/>
                    <a:pt x="88261" y="25600"/>
                  </a:cubicBezTo>
                  <a:cubicBezTo>
                    <a:pt x="86989" y="32528"/>
                    <a:pt x="83524" y="38821"/>
                    <a:pt x="80130" y="44901"/>
                  </a:cubicBezTo>
                  <a:cubicBezTo>
                    <a:pt x="76737" y="50981"/>
                    <a:pt x="73202" y="56638"/>
                    <a:pt x="69313" y="62223"/>
                  </a:cubicBezTo>
                  <a:cubicBezTo>
                    <a:pt x="61112" y="73889"/>
                    <a:pt x="51567" y="84564"/>
                    <a:pt x="41033" y="94180"/>
                  </a:cubicBezTo>
                  <a:lnTo>
                    <a:pt x="43861" y="94533"/>
                  </a:lnTo>
                  <a:cubicBezTo>
                    <a:pt x="29226" y="73252"/>
                    <a:pt x="5470" y="53880"/>
                    <a:pt x="3632" y="26307"/>
                  </a:cubicBezTo>
                  <a:cubicBezTo>
                    <a:pt x="3208" y="19873"/>
                    <a:pt x="3985" y="12661"/>
                    <a:pt x="8581" y="7712"/>
                  </a:cubicBezTo>
                  <a:cubicBezTo>
                    <a:pt x="13813" y="1986"/>
                    <a:pt x="21590" y="1844"/>
                    <a:pt x="26893" y="7430"/>
                  </a:cubicBezTo>
                  <a:cubicBezTo>
                    <a:pt x="31347" y="12096"/>
                    <a:pt x="34316" y="18671"/>
                    <a:pt x="36932" y="24468"/>
                  </a:cubicBezTo>
                  <a:cubicBezTo>
                    <a:pt x="39831" y="30973"/>
                    <a:pt x="42093" y="37689"/>
                    <a:pt x="43719" y="44618"/>
                  </a:cubicBezTo>
                  <a:cubicBezTo>
                    <a:pt x="44002" y="45820"/>
                    <a:pt x="45770" y="45325"/>
                    <a:pt x="45558" y="44124"/>
                  </a:cubicBezTo>
                  <a:lnTo>
                    <a:pt x="45558" y="4412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7" name="Shape 1387"/>
        <p:cNvGrpSpPr/>
        <p:nvPr/>
      </p:nvGrpSpPr>
      <p:grpSpPr>
        <a:xfrm>
          <a:off x="0" y="0"/>
          <a:ext cx="0" cy="0"/>
          <a:chOff x="0" y="0"/>
          <a:chExt cx="0" cy="0"/>
        </a:xfrm>
      </p:grpSpPr>
      <p:sp>
        <p:nvSpPr>
          <p:cNvPr id="1388" name="Google Shape;1388;p53"/>
          <p:cNvSpPr/>
          <p:nvPr/>
        </p:nvSpPr>
        <p:spPr>
          <a:xfrm flipH="1" rot="10800000">
            <a:off x="7155653" y="898"/>
            <a:ext cx="3133394" cy="1676476"/>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id="1389" name="Google Shape;1389;p53"/>
          <p:cNvPicPr preferRelativeResize="0"/>
          <p:nvPr>
            <p:ph idx="2" type="pic"/>
          </p:nvPr>
        </p:nvPicPr>
        <p:blipFill rotWithShape="1">
          <a:blip r:embed="rId3">
            <a:alphaModFix/>
          </a:blip>
          <a:srcRect b="8634" l="160" r="-160" t="31528"/>
          <a:stretch/>
        </p:blipFill>
        <p:spPr>
          <a:xfrm rot="158071">
            <a:off x="4770392" y="915479"/>
            <a:ext cx="3519936" cy="3160143"/>
          </a:xfrm>
          <a:prstGeom prst="rect">
            <a:avLst/>
          </a:prstGeom>
        </p:spPr>
      </p:pic>
      <p:sp>
        <p:nvSpPr>
          <p:cNvPr id="1390" name="Google Shape;1390;p53"/>
          <p:cNvSpPr txBox="1"/>
          <p:nvPr>
            <p:ph type="title"/>
          </p:nvPr>
        </p:nvSpPr>
        <p:spPr>
          <a:xfrm>
            <a:off x="720000" y="804538"/>
            <a:ext cx="3594000" cy="163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1391" name="Google Shape;1391;p53"/>
          <p:cNvSpPr txBox="1"/>
          <p:nvPr>
            <p:ph idx="1" type="subTitle"/>
          </p:nvPr>
        </p:nvSpPr>
        <p:spPr>
          <a:xfrm>
            <a:off x="720000" y="2436525"/>
            <a:ext cx="2785500" cy="1116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Images reveal large amounts of data, so remember: use an image instead of a long text. Your audience will appreciate it</a:t>
            </a:r>
            <a:endParaRPr/>
          </a:p>
        </p:txBody>
      </p:sp>
      <p:grpSp>
        <p:nvGrpSpPr>
          <p:cNvPr id="1392" name="Google Shape;1392;p53"/>
          <p:cNvGrpSpPr/>
          <p:nvPr/>
        </p:nvGrpSpPr>
        <p:grpSpPr>
          <a:xfrm>
            <a:off x="3965712" y="447889"/>
            <a:ext cx="448970" cy="542629"/>
            <a:chOff x="2594860" y="4963366"/>
            <a:chExt cx="112094" cy="135488"/>
          </a:xfrm>
        </p:grpSpPr>
        <p:sp>
          <p:nvSpPr>
            <p:cNvPr id="1393" name="Google Shape;1393;p53"/>
            <p:cNvSpPr/>
            <p:nvPr/>
          </p:nvSpPr>
          <p:spPr>
            <a:xfrm>
              <a:off x="2594860" y="4963366"/>
              <a:ext cx="112094" cy="135488"/>
            </a:xfrm>
            <a:custGeom>
              <a:rect b="b" l="l" r="r" t="t"/>
              <a:pathLst>
                <a:path extrusionOk="0" h="135488" w="112094">
                  <a:moveTo>
                    <a:pt x="110742" y="72880"/>
                  </a:moveTo>
                  <a:cubicBezTo>
                    <a:pt x="110389" y="72102"/>
                    <a:pt x="109894" y="71324"/>
                    <a:pt x="109328" y="70617"/>
                  </a:cubicBezTo>
                  <a:cubicBezTo>
                    <a:pt x="105298" y="65456"/>
                    <a:pt x="94552" y="65244"/>
                    <a:pt x="88542" y="64678"/>
                  </a:cubicBezTo>
                  <a:cubicBezTo>
                    <a:pt x="85078" y="64395"/>
                    <a:pt x="81613" y="64254"/>
                    <a:pt x="78220" y="64395"/>
                  </a:cubicBezTo>
                  <a:cubicBezTo>
                    <a:pt x="75250" y="64537"/>
                    <a:pt x="71291" y="65527"/>
                    <a:pt x="68463" y="64183"/>
                  </a:cubicBezTo>
                  <a:cubicBezTo>
                    <a:pt x="68180" y="64042"/>
                    <a:pt x="67897" y="63830"/>
                    <a:pt x="67756" y="63547"/>
                  </a:cubicBezTo>
                  <a:cubicBezTo>
                    <a:pt x="67685" y="63194"/>
                    <a:pt x="67756" y="62840"/>
                    <a:pt x="67968" y="62557"/>
                  </a:cubicBezTo>
                  <a:cubicBezTo>
                    <a:pt x="74826" y="49760"/>
                    <a:pt x="80623" y="35337"/>
                    <a:pt x="82532" y="20914"/>
                  </a:cubicBezTo>
                  <a:cubicBezTo>
                    <a:pt x="83169" y="16177"/>
                    <a:pt x="83239" y="11087"/>
                    <a:pt x="81189" y="6774"/>
                  </a:cubicBezTo>
                  <a:cubicBezTo>
                    <a:pt x="79139" y="2461"/>
                    <a:pt x="74260" y="-861"/>
                    <a:pt x="69594" y="199"/>
                  </a:cubicBezTo>
                  <a:cubicBezTo>
                    <a:pt x="67332" y="694"/>
                    <a:pt x="65423" y="2108"/>
                    <a:pt x="63726" y="3663"/>
                  </a:cubicBezTo>
                  <a:cubicBezTo>
                    <a:pt x="55383" y="11087"/>
                    <a:pt x="50576" y="21763"/>
                    <a:pt x="48384" y="32651"/>
                  </a:cubicBezTo>
                  <a:cubicBezTo>
                    <a:pt x="46192" y="43539"/>
                    <a:pt x="46334" y="54780"/>
                    <a:pt x="46475" y="65880"/>
                  </a:cubicBezTo>
                  <a:cubicBezTo>
                    <a:pt x="41455" y="57537"/>
                    <a:pt x="36082" y="48841"/>
                    <a:pt x="27598" y="44104"/>
                  </a:cubicBezTo>
                  <a:cubicBezTo>
                    <a:pt x="19114" y="39367"/>
                    <a:pt x="6529" y="40428"/>
                    <a:pt x="1792" y="48841"/>
                  </a:cubicBezTo>
                  <a:cubicBezTo>
                    <a:pt x="-3157" y="57608"/>
                    <a:pt x="2852" y="69132"/>
                    <a:pt x="11195" y="74718"/>
                  </a:cubicBezTo>
                  <a:cubicBezTo>
                    <a:pt x="18831" y="79879"/>
                    <a:pt x="28517" y="82000"/>
                    <a:pt x="37637" y="80586"/>
                  </a:cubicBezTo>
                  <a:cubicBezTo>
                    <a:pt x="27386" y="86030"/>
                    <a:pt x="18689" y="94302"/>
                    <a:pt x="12751" y="104271"/>
                  </a:cubicBezTo>
                  <a:cubicBezTo>
                    <a:pt x="9852" y="109079"/>
                    <a:pt x="7801" y="115866"/>
                    <a:pt x="11690" y="119896"/>
                  </a:cubicBezTo>
                  <a:cubicBezTo>
                    <a:pt x="15366" y="123714"/>
                    <a:pt x="21729" y="122512"/>
                    <a:pt x="26466" y="120249"/>
                  </a:cubicBezTo>
                  <a:cubicBezTo>
                    <a:pt x="37001" y="115300"/>
                    <a:pt x="45697" y="106675"/>
                    <a:pt x="50788" y="96282"/>
                  </a:cubicBezTo>
                  <a:cubicBezTo>
                    <a:pt x="48525" y="104554"/>
                    <a:pt x="46263" y="113320"/>
                    <a:pt x="48454" y="121663"/>
                  </a:cubicBezTo>
                  <a:cubicBezTo>
                    <a:pt x="50646" y="129935"/>
                    <a:pt x="59060" y="137288"/>
                    <a:pt x="67332" y="135097"/>
                  </a:cubicBezTo>
                  <a:cubicBezTo>
                    <a:pt x="75604" y="132905"/>
                    <a:pt x="79280" y="122724"/>
                    <a:pt x="78290" y="114240"/>
                  </a:cubicBezTo>
                  <a:cubicBezTo>
                    <a:pt x="77795" y="110069"/>
                    <a:pt x="76523" y="106109"/>
                    <a:pt x="75179" y="102150"/>
                  </a:cubicBezTo>
                  <a:cubicBezTo>
                    <a:pt x="73978" y="98756"/>
                    <a:pt x="70867" y="94302"/>
                    <a:pt x="71857" y="90626"/>
                  </a:cubicBezTo>
                  <a:cubicBezTo>
                    <a:pt x="78432" y="91898"/>
                    <a:pt x="84088" y="95504"/>
                    <a:pt x="91158" y="95787"/>
                  </a:cubicBezTo>
                  <a:cubicBezTo>
                    <a:pt x="97804" y="95999"/>
                    <a:pt x="104874" y="93737"/>
                    <a:pt x="109045" y="88504"/>
                  </a:cubicBezTo>
                  <a:cubicBezTo>
                    <a:pt x="112368" y="84262"/>
                    <a:pt x="113075" y="77829"/>
                    <a:pt x="110671" y="72880"/>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4" name="Google Shape;1394;p53"/>
            <p:cNvSpPr/>
            <p:nvPr/>
          </p:nvSpPr>
          <p:spPr>
            <a:xfrm>
              <a:off x="2644927" y="5037589"/>
              <a:ext cx="7701" cy="8928"/>
            </a:xfrm>
            <a:custGeom>
              <a:rect b="b" l="l" r="r" t="t"/>
              <a:pathLst>
                <a:path extrusionOk="0" h="8928" w="7701">
                  <a:moveTo>
                    <a:pt x="6518" y="3606"/>
                  </a:moveTo>
                  <a:lnTo>
                    <a:pt x="6518" y="3606"/>
                  </a:lnTo>
                  <a:cubicBezTo>
                    <a:pt x="6518" y="3606"/>
                    <a:pt x="6660" y="3818"/>
                    <a:pt x="6660" y="3959"/>
                  </a:cubicBezTo>
                  <a:cubicBezTo>
                    <a:pt x="6660" y="3959"/>
                    <a:pt x="6660" y="3888"/>
                    <a:pt x="6660" y="3818"/>
                  </a:cubicBezTo>
                  <a:lnTo>
                    <a:pt x="6660" y="4737"/>
                  </a:lnTo>
                  <a:lnTo>
                    <a:pt x="6660" y="4737"/>
                  </a:lnTo>
                  <a:cubicBezTo>
                    <a:pt x="6730" y="4313"/>
                    <a:pt x="6730" y="3959"/>
                    <a:pt x="6589" y="3535"/>
                  </a:cubicBezTo>
                  <a:cubicBezTo>
                    <a:pt x="6447" y="3181"/>
                    <a:pt x="6165" y="2828"/>
                    <a:pt x="5811" y="2687"/>
                  </a:cubicBezTo>
                  <a:cubicBezTo>
                    <a:pt x="5104" y="2333"/>
                    <a:pt x="4326" y="2192"/>
                    <a:pt x="3549" y="2404"/>
                  </a:cubicBezTo>
                  <a:cubicBezTo>
                    <a:pt x="2630" y="2687"/>
                    <a:pt x="1993" y="3394"/>
                    <a:pt x="1710" y="4242"/>
                  </a:cubicBezTo>
                  <a:cubicBezTo>
                    <a:pt x="1428" y="5090"/>
                    <a:pt x="1710" y="6151"/>
                    <a:pt x="2347" y="6858"/>
                  </a:cubicBezTo>
                  <a:cubicBezTo>
                    <a:pt x="2842" y="7424"/>
                    <a:pt x="3619" y="7706"/>
                    <a:pt x="4397" y="7706"/>
                  </a:cubicBezTo>
                  <a:cubicBezTo>
                    <a:pt x="5175" y="7706"/>
                    <a:pt x="5953" y="7424"/>
                    <a:pt x="6518" y="6858"/>
                  </a:cubicBezTo>
                  <a:cubicBezTo>
                    <a:pt x="6730" y="6646"/>
                    <a:pt x="6942" y="6363"/>
                    <a:pt x="7084" y="6080"/>
                  </a:cubicBezTo>
                  <a:cubicBezTo>
                    <a:pt x="7367" y="5585"/>
                    <a:pt x="7437" y="5161"/>
                    <a:pt x="7508" y="4595"/>
                  </a:cubicBezTo>
                  <a:cubicBezTo>
                    <a:pt x="7508" y="4242"/>
                    <a:pt x="7508" y="3888"/>
                    <a:pt x="7367" y="3535"/>
                  </a:cubicBezTo>
                  <a:cubicBezTo>
                    <a:pt x="7225" y="3181"/>
                    <a:pt x="7154" y="2828"/>
                    <a:pt x="6942" y="2545"/>
                  </a:cubicBezTo>
                  <a:cubicBezTo>
                    <a:pt x="6447" y="1626"/>
                    <a:pt x="5528" y="989"/>
                    <a:pt x="4468" y="989"/>
                  </a:cubicBezTo>
                  <a:cubicBezTo>
                    <a:pt x="3761" y="989"/>
                    <a:pt x="3054" y="1273"/>
                    <a:pt x="2488" y="1697"/>
                  </a:cubicBezTo>
                  <a:cubicBezTo>
                    <a:pt x="1923" y="2121"/>
                    <a:pt x="1428" y="2545"/>
                    <a:pt x="1145" y="3181"/>
                  </a:cubicBezTo>
                  <a:cubicBezTo>
                    <a:pt x="1004" y="3464"/>
                    <a:pt x="862" y="3818"/>
                    <a:pt x="791" y="4100"/>
                  </a:cubicBezTo>
                  <a:cubicBezTo>
                    <a:pt x="650" y="4666"/>
                    <a:pt x="650" y="5090"/>
                    <a:pt x="791" y="5727"/>
                  </a:cubicBezTo>
                  <a:cubicBezTo>
                    <a:pt x="933" y="6363"/>
                    <a:pt x="1286" y="6999"/>
                    <a:pt x="1710" y="7424"/>
                  </a:cubicBezTo>
                  <a:cubicBezTo>
                    <a:pt x="2347" y="7989"/>
                    <a:pt x="3125" y="8343"/>
                    <a:pt x="3973" y="8413"/>
                  </a:cubicBezTo>
                  <a:cubicBezTo>
                    <a:pt x="4821" y="8484"/>
                    <a:pt x="5670" y="8060"/>
                    <a:pt x="6235" y="7494"/>
                  </a:cubicBezTo>
                  <a:cubicBezTo>
                    <a:pt x="7296" y="6504"/>
                    <a:pt x="7508" y="4878"/>
                    <a:pt x="7154" y="3535"/>
                  </a:cubicBezTo>
                  <a:cubicBezTo>
                    <a:pt x="7013" y="2899"/>
                    <a:pt x="6589" y="2192"/>
                    <a:pt x="6094" y="1768"/>
                  </a:cubicBezTo>
                  <a:cubicBezTo>
                    <a:pt x="5458" y="1202"/>
                    <a:pt x="4680" y="848"/>
                    <a:pt x="3761" y="848"/>
                  </a:cubicBezTo>
                  <a:cubicBezTo>
                    <a:pt x="3407" y="848"/>
                    <a:pt x="3054" y="848"/>
                    <a:pt x="2771" y="989"/>
                  </a:cubicBezTo>
                  <a:cubicBezTo>
                    <a:pt x="2488" y="1131"/>
                    <a:pt x="2135" y="1202"/>
                    <a:pt x="1781" y="1343"/>
                  </a:cubicBezTo>
                  <a:cubicBezTo>
                    <a:pt x="1216" y="1697"/>
                    <a:pt x="650" y="2192"/>
                    <a:pt x="438" y="2828"/>
                  </a:cubicBezTo>
                  <a:cubicBezTo>
                    <a:pt x="155" y="3464"/>
                    <a:pt x="-57" y="4171"/>
                    <a:pt x="14" y="4878"/>
                  </a:cubicBezTo>
                  <a:cubicBezTo>
                    <a:pt x="14" y="5232"/>
                    <a:pt x="14" y="5585"/>
                    <a:pt x="226" y="5868"/>
                  </a:cubicBezTo>
                  <a:cubicBezTo>
                    <a:pt x="438" y="6434"/>
                    <a:pt x="650" y="6716"/>
                    <a:pt x="1004" y="7211"/>
                  </a:cubicBezTo>
                  <a:cubicBezTo>
                    <a:pt x="1145" y="7424"/>
                    <a:pt x="1357" y="7565"/>
                    <a:pt x="1569" y="7706"/>
                  </a:cubicBezTo>
                  <a:cubicBezTo>
                    <a:pt x="1781" y="7848"/>
                    <a:pt x="1993" y="8060"/>
                    <a:pt x="2276" y="8130"/>
                  </a:cubicBezTo>
                  <a:cubicBezTo>
                    <a:pt x="2559" y="8272"/>
                    <a:pt x="2912" y="8413"/>
                    <a:pt x="3266" y="8484"/>
                  </a:cubicBezTo>
                  <a:cubicBezTo>
                    <a:pt x="3619" y="8555"/>
                    <a:pt x="3973" y="8625"/>
                    <a:pt x="4326" y="8625"/>
                  </a:cubicBezTo>
                  <a:cubicBezTo>
                    <a:pt x="5175" y="8625"/>
                    <a:pt x="6094" y="8272"/>
                    <a:pt x="6730" y="7635"/>
                  </a:cubicBezTo>
                  <a:cubicBezTo>
                    <a:pt x="7225" y="7070"/>
                    <a:pt x="7579" y="6363"/>
                    <a:pt x="7649" y="5585"/>
                  </a:cubicBezTo>
                  <a:cubicBezTo>
                    <a:pt x="7791" y="4383"/>
                    <a:pt x="7649" y="3181"/>
                    <a:pt x="7154" y="2050"/>
                  </a:cubicBezTo>
                  <a:cubicBezTo>
                    <a:pt x="6872" y="1414"/>
                    <a:pt x="6306" y="919"/>
                    <a:pt x="5740" y="565"/>
                  </a:cubicBezTo>
                  <a:cubicBezTo>
                    <a:pt x="5175" y="212"/>
                    <a:pt x="4468" y="0"/>
                    <a:pt x="3761" y="0"/>
                  </a:cubicBezTo>
                  <a:cubicBezTo>
                    <a:pt x="2912" y="0"/>
                    <a:pt x="2135" y="424"/>
                    <a:pt x="1498" y="989"/>
                  </a:cubicBezTo>
                  <a:cubicBezTo>
                    <a:pt x="1074" y="1414"/>
                    <a:pt x="791" y="1909"/>
                    <a:pt x="509" y="2474"/>
                  </a:cubicBezTo>
                  <a:cubicBezTo>
                    <a:pt x="84" y="3535"/>
                    <a:pt x="-57" y="4737"/>
                    <a:pt x="296" y="5868"/>
                  </a:cubicBezTo>
                  <a:cubicBezTo>
                    <a:pt x="509" y="6575"/>
                    <a:pt x="791" y="7070"/>
                    <a:pt x="1286" y="7635"/>
                  </a:cubicBezTo>
                  <a:cubicBezTo>
                    <a:pt x="1781" y="8201"/>
                    <a:pt x="2276" y="8484"/>
                    <a:pt x="2912" y="8696"/>
                  </a:cubicBezTo>
                  <a:cubicBezTo>
                    <a:pt x="3054" y="8696"/>
                    <a:pt x="3195" y="8838"/>
                    <a:pt x="3407" y="8838"/>
                  </a:cubicBezTo>
                  <a:cubicBezTo>
                    <a:pt x="3761" y="8838"/>
                    <a:pt x="4044" y="8979"/>
                    <a:pt x="4397" y="8908"/>
                  </a:cubicBezTo>
                  <a:cubicBezTo>
                    <a:pt x="5033" y="8908"/>
                    <a:pt x="5670" y="8767"/>
                    <a:pt x="6165" y="8413"/>
                  </a:cubicBezTo>
                  <a:cubicBezTo>
                    <a:pt x="7225" y="7777"/>
                    <a:pt x="7791" y="6363"/>
                    <a:pt x="7437" y="5161"/>
                  </a:cubicBezTo>
                  <a:cubicBezTo>
                    <a:pt x="7225" y="4525"/>
                    <a:pt x="6730" y="3959"/>
                    <a:pt x="6023" y="3818"/>
                  </a:cubicBezTo>
                  <a:cubicBezTo>
                    <a:pt x="5599" y="3747"/>
                    <a:pt x="5175" y="3818"/>
                    <a:pt x="4821" y="4171"/>
                  </a:cubicBezTo>
                  <a:cubicBezTo>
                    <a:pt x="4468" y="4525"/>
                    <a:pt x="4397" y="4949"/>
                    <a:pt x="4468" y="5373"/>
                  </a:cubicBezTo>
                  <a:cubicBezTo>
                    <a:pt x="4468" y="5373"/>
                    <a:pt x="4468" y="5373"/>
                    <a:pt x="4468" y="5444"/>
                  </a:cubicBezTo>
                  <a:lnTo>
                    <a:pt x="4468" y="5090"/>
                  </a:lnTo>
                  <a:cubicBezTo>
                    <a:pt x="4468" y="5090"/>
                    <a:pt x="4468" y="5373"/>
                    <a:pt x="4468" y="5514"/>
                  </a:cubicBezTo>
                  <a:lnTo>
                    <a:pt x="4468" y="5090"/>
                  </a:lnTo>
                  <a:cubicBezTo>
                    <a:pt x="4468" y="5090"/>
                    <a:pt x="4468" y="5232"/>
                    <a:pt x="4468" y="5303"/>
                  </a:cubicBezTo>
                  <a:lnTo>
                    <a:pt x="4609" y="4949"/>
                  </a:lnTo>
                  <a:cubicBezTo>
                    <a:pt x="4609" y="4949"/>
                    <a:pt x="4539" y="5161"/>
                    <a:pt x="4468" y="5232"/>
                  </a:cubicBezTo>
                  <a:lnTo>
                    <a:pt x="4751" y="4878"/>
                  </a:lnTo>
                  <a:cubicBezTo>
                    <a:pt x="4751" y="4878"/>
                    <a:pt x="4609" y="5090"/>
                    <a:pt x="4468" y="5161"/>
                  </a:cubicBezTo>
                  <a:lnTo>
                    <a:pt x="4821" y="4878"/>
                  </a:lnTo>
                  <a:cubicBezTo>
                    <a:pt x="4821" y="4878"/>
                    <a:pt x="4680" y="4949"/>
                    <a:pt x="4609" y="5019"/>
                  </a:cubicBezTo>
                  <a:lnTo>
                    <a:pt x="5033" y="4808"/>
                  </a:lnTo>
                  <a:cubicBezTo>
                    <a:pt x="5033" y="4808"/>
                    <a:pt x="4539" y="4949"/>
                    <a:pt x="4326" y="5019"/>
                  </a:cubicBezTo>
                  <a:lnTo>
                    <a:pt x="4821" y="5019"/>
                  </a:lnTo>
                  <a:cubicBezTo>
                    <a:pt x="4821" y="5019"/>
                    <a:pt x="4468" y="5019"/>
                    <a:pt x="4326" y="4949"/>
                  </a:cubicBezTo>
                  <a:lnTo>
                    <a:pt x="4821" y="4949"/>
                  </a:lnTo>
                  <a:cubicBezTo>
                    <a:pt x="4821" y="4949"/>
                    <a:pt x="4468" y="4949"/>
                    <a:pt x="4256" y="4878"/>
                  </a:cubicBezTo>
                  <a:lnTo>
                    <a:pt x="4751" y="5090"/>
                  </a:lnTo>
                  <a:cubicBezTo>
                    <a:pt x="4751" y="5090"/>
                    <a:pt x="4397" y="4949"/>
                    <a:pt x="4256" y="4808"/>
                  </a:cubicBezTo>
                  <a:lnTo>
                    <a:pt x="4680" y="5161"/>
                  </a:lnTo>
                  <a:cubicBezTo>
                    <a:pt x="4680" y="5161"/>
                    <a:pt x="4397" y="4878"/>
                    <a:pt x="4256" y="4666"/>
                  </a:cubicBezTo>
                  <a:lnTo>
                    <a:pt x="4609" y="5090"/>
                  </a:lnTo>
                  <a:cubicBezTo>
                    <a:pt x="4609" y="5090"/>
                    <a:pt x="4397" y="4737"/>
                    <a:pt x="4256" y="4525"/>
                  </a:cubicBezTo>
                  <a:lnTo>
                    <a:pt x="4468" y="5019"/>
                  </a:lnTo>
                  <a:cubicBezTo>
                    <a:pt x="4468" y="5019"/>
                    <a:pt x="4326" y="4595"/>
                    <a:pt x="4326" y="4383"/>
                  </a:cubicBezTo>
                  <a:lnTo>
                    <a:pt x="4326" y="4949"/>
                  </a:lnTo>
                  <a:cubicBezTo>
                    <a:pt x="4326" y="4949"/>
                    <a:pt x="4326" y="4383"/>
                    <a:pt x="4397" y="4100"/>
                  </a:cubicBezTo>
                  <a:lnTo>
                    <a:pt x="4397" y="4666"/>
                  </a:lnTo>
                  <a:cubicBezTo>
                    <a:pt x="4397" y="4666"/>
                    <a:pt x="4397" y="4171"/>
                    <a:pt x="4539" y="3959"/>
                  </a:cubicBezTo>
                  <a:lnTo>
                    <a:pt x="4326" y="4454"/>
                  </a:lnTo>
                  <a:cubicBezTo>
                    <a:pt x="4326" y="4454"/>
                    <a:pt x="4539" y="4100"/>
                    <a:pt x="4680" y="3888"/>
                  </a:cubicBezTo>
                  <a:lnTo>
                    <a:pt x="4326" y="4313"/>
                  </a:lnTo>
                  <a:cubicBezTo>
                    <a:pt x="4326" y="4313"/>
                    <a:pt x="4539" y="4100"/>
                    <a:pt x="4609" y="4030"/>
                  </a:cubicBezTo>
                  <a:lnTo>
                    <a:pt x="4185" y="4383"/>
                  </a:lnTo>
                  <a:cubicBezTo>
                    <a:pt x="4185" y="4383"/>
                    <a:pt x="4397" y="4242"/>
                    <a:pt x="4468" y="4171"/>
                  </a:cubicBezTo>
                  <a:lnTo>
                    <a:pt x="3973" y="4383"/>
                  </a:lnTo>
                  <a:cubicBezTo>
                    <a:pt x="3973" y="4383"/>
                    <a:pt x="4185" y="4383"/>
                    <a:pt x="4256" y="4313"/>
                  </a:cubicBezTo>
                  <a:lnTo>
                    <a:pt x="3690" y="4313"/>
                  </a:lnTo>
                  <a:cubicBezTo>
                    <a:pt x="3690" y="4313"/>
                    <a:pt x="3902" y="4313"/>
                    <a:pt x="4044" y="4383"/>
                  </a:cubicBezTo>
                  <a:lnTo>
                    <a:pt x="3478" y="4383"/>
                  </a:lnTo>
                  <a:cubicBezTo>
                    <a:pt x="3478" y="4383"/>
                    <a:pt x="3690" y="4383"/>
                    <a:pt x="3761" y="4383"/>
                  </a:cubicBezTo>
                  <a:lnTo>
                    <a:pt x="3266" y="4171"/>
                  </a:lnTo>
                  <a:cubicBezTo>
                    <a:pt x="3266" y="4171"/>
                    <a:pt x="3478" y="4313"/>
                    <a:pt x="3619" y="4383"/>
                  </a:cubicBezTo>
                  <a:lnTo>
                    <a:pt x="3195" y="4030"/>
                  </a:lnTo>
                  <a:cubicBezTo>
                    <a:pt x="3195" y="4030"/>
                    <a:pt x="3407" y="4242"/>
                    <a:pt x="3549" y="4383"/>
                  </a:cubicBezTo>
                  <a:lnTo>
                    <a:pt x="3195" y="3959"/>
                  </a:lnTo>
                  <a:cubicBezTo>
                    <a:pt x="3195" y="3959"/>
                    <a:pt x="3337" y="4242"/>
                    <a:pt x="3407" y="4383"/>
                  </a:cubicBezTo>
                  <a:lnTo>
                    <a:pt x="3195" y="3888"/>
                  </a:lnTo>
                  <a:cubicBezTo>
                    <a:pt x="3195" y="3888"/>
                    <a:pt x="3337" y="4383"/>
                    <a:pt x="3407" y="4595"/>
                  </a:cubicBezTo>
                  <a:lnTo>
                    <a:pt x="3407" y="4030"/>
                  </a:lnTo>
                  <a:cubicBezTo>
                    <a:pt x="3407" y="4454"/>
                    <a:pt x="3407" y="4878"/>
                    <a:pt x="3407" y="5303"/>
                  </a:cubicBezTo>
                  <a:lnTo>
                    <a:pt x="3407" y="4737"/>
                  </a:lnTo>
                  <a:cubicBezTo>
                    <a:pt x="3407" y="4737"/>
                    <a:pt x="3407" y="5090"/>
                    <a:pt x="3407" y="5232"/>
                  </a:cubicBezTo>
                  <a:lnTo>
                    <a:pt x="3619" y="4737"/>
                  </a:lnTo>
                  <a:cubicBezTo>
                    <a:pt x="3619" y="4737"/>
                    <a:pt x="3549" y="4949"/>
                    <a:pt x="3478" y="5019"/>
                  </a:cubicBezTo>
                  <a:lnTo>
                    <a:pt x="3832" y="4595"/>
                  </a:lnTo>
                  <a:cubicBezTo>
                    <a:pt x="3832" y="4595"/>
                    <a:pt x="3690" y="4737"/>
                    <a:pt x="3690" y="4737"/>
                  </a:cubicBezTo>
                  <a:lnTo>
                    <a:pt x="4114" y="4383"/>
                  </a:lnTo>
                  <a:cubicBezTo>
                    <a:pt x="4114" y="4383"/>
                    <a:pt x="3973" y="4454"/>
                    <a:pt x="3902" y="4525"/>
                  </a:cubicBezTo>
                  <a:lnTo>
                    <a:pt x="4397" y="4313"/>
                  </a:lnTo>
                  <a:cubicBezTo>
                    <a:pt x="4397" y="4313"/>
                    <a:pt x="4185" y="4313"/>
                    <a:pt x="4044" y="4383"/>
                  </a:cubicBezTo>
                  <a:lnTo>
                    <a:pt x="4609" y="4383"/>
                  </a:lnTo>
                  <a:cubicBezTo>
                    <a:pt x="4609" y="4383"/>
                    <a:pt x="4256" y="4383"/>
                    <a:pt x="4114" y="4313"/>
                  </a:cubicBezTo>
                  <a:lnTo>
                    <a:pt x="4680" y="4313"/>
                  </a:lnTo>
                  <a:cubicBezTo>
                    <a:pt x="4680" y="4313"/>
                    <a:pt x="4326" y="4313"/>
                    <a:pt x="4185" y="4313"/>
                  </a:cubicBezTo>
                  <a:lnTo>
                    <a:pt x="4751" y="4525"/>
                  </a:lnTo>
                  <a:cubicBezTo>
                    <a:pt x="4751" y="4525"/>
                    <a:pt x="4468" y="4383"/>
                    <a:pt x="4326" y="4242"/>
                  </a:cubicBezTo>
                  <a:lnTo>
                    <a:pt x="4751" y="4595"/>
                  </a:lnTo>
                  <a:cubicBezTo>
                    <a:pt x="4751" y="4595"/>
                    <a:pt x="4539" y="4383"/>
                    <a:pt x="4397" y="4242"/>
                  </a:cubicBezTo>
                  <a:lnTo>
                    <a:pt x="4751" y="4666"/>
                  </a:lnTo>
                  <a:cubicBezTo>
                    <a:pt x="4751" y="4666"/>
                    <a:pt x="4609" y="4383"/>
                    <a:pt x="4539" y="4242"/>
                  </a:cubicBezTo>
                  <a:lnTo>
                    <a:pt x="4751" y="4808"/>
                  </a:lnTo>
                  <a:cubicBezTo>
                    <a:pt x="4751" y="4808"/>
                    <a:pt x="4680" y="4525"/>
                    <a:pt x="4609" y="4383"/>
                  </a:cubicBezTo>
                  <a:lnTo>
                    <a:pt x="4609" y="4949"/>
                  </a:lnTo>
                  <a:cubicBezTo>
                    <a:pt x="4609" y="4949"/>
                    <a:pt x="4609" y="4666"/>
                    <a:pt x="4680" y="4525"/>
                  </a:cubicBezTo>
                  <a:lnTo>
                    <a:pt x="4680" y="5090"/>
                  </a:lnTo>
                  <a:cubicBezTo>
                    <a:pt x="4680" y="5090"/>
                    <a:pt x="4680" y="4808"/>
                    <a:pt x="4680" y="4666"/>
                  </a:cubicBezTo>
                  <a:lnTo>
                    <a:pt x="4468" y="5232"/>
                  </a:lnTo>
                  <a:cubicBezTo>
                    <a:pt x="4468" y="5232"/>
                    <a:pt x="4609" y="5019"/>
                    <a:pt x="4680" y="4878"/>
                  </a:cubicBezTo>
                  <a:lnTo>
                    <a:pt x="4326" y="5303"/>
                  </a:lnTo>
                  <a:cubicBezTo>
                    <a:pt x="4326" y="5303"/>
                    <a:pt x="4468" y="5161"/>
                    <a:pt x="4539" y="5090"/>
                  </a:cubicBezTo>
                  <a:lnTo>
                    <a:pt x="4114" y="5444"/>
                  </a:lnTo>
                  <a:cubicBezTo>
                    <a:pt x="4114" y="5444"/>
                    <a:pt x="4326" y="5303"/>
                    <a:pt x="4397" y="5232"/>
                  </a:cubicBezTo>
                  <a:lnTo>
                    <a:pt x="3832" y="5444"/>
                  </a:lnTo>
                  <a:cubicBezTo>
                    <a:pt x="3832" y="5444"/>
                    <a:pt x="4044" y="5373"/>
                    <a:pt x="4185" y="5373"/>
                  </a:cubicBezTo>
                  <a:lnTo>
                    <a:pt x="3549" y="5373"/>
                  </a:lnTo>
                  <a:cubicBezTo>
                    <a:pt x="3549" y="5373"/>
                    <a:pt x="3832" y="5373"/>
                    <a:pt x="3973" y="5444"/>
                  </a:cubicBezTo>
                  <a:lnTo>
                    <a:pt x="3337" y="5444"/>
                  </a:lnTo>
                  <a:cubicBezTo>
                    <a:pt x="3337" y="5444"/>
                    <a:pt x="3549" y="5444"/>
                    <a:pt x="3690" y="5444"/>
                  </a:cubicBezTo>
                  <a:lnTo>
                    <a:pt x="3125" y="5232"/>
                  </a:lnTo>
                  <a:cubicBezTo>
                    <a:pt x="3125" y="5232"/>
                    <a:pt x="3266" y="5303"/>
                    <a:pt x="3407" y="5373"/>
                  </a:cubicBezTo>
                  <a:lnTo>
                    <a:pt x="2912" y="5019"/>
                  </a:lnTo>
                  <a:cubicBezTo>
                    <a:pt x="2912" y="5019"/>
                    <a:pt x="3054" y="5161"/>
                    <a:pt x="3125" y="5232"/>
                  </a:cubicBezTo>
                  <a:lnTo>
                    <a:pt x="2771" y="4737"/>
                  </a:lnTo>
                  <a:cubicBezTo>
                    <a:pt x="2771" y="4737"/>
                    <a:pt x="2912" y="4949"/>
                    <a:pt x="2912" y="5019"/>
                  </a:cubicBezTo>
                  <a:lnTo>
                    <a:pt x="2700" y="4454"/>
                  </a:lnTo>
                  <a:cubicBezTo>
                    <a:pt x="2700" y="4454"/>
                    <a:pt x="2842" y="4808"/>
                    <a:pt x="2842" y="4949"/>
                  </a:cubicBezTo>
                  <a:lnTo>
                    <a:pt x="2842" y="4313"/>
                  </a:lnTo>
                  <a:cubicBezTo>
                    <a:pt x="2842" y="4313"/>
                    <a:pt x="2842" y="4808"/>
                    <a:pt x="2771" y="5019"/>
                  </a:cubicBezTo>
                  <a:lnTo>
                    <a:pt x="2771" y="4383"/>
                  </a:lnTo>
                  <a:cubicBezTo>
                    <a:pt x="2771" y="4383"/>
                    <a:pt x="2771" y="4666"/>
                    <a:pt x="2771" y="4808"/>
                  </a:cubicBezTo>
                  <a:lnTo>
                    <a:pt x="2983" y="4242"/>
                  </a:lnTo>
                  <a:cubicBezTo>
                    <a:pt x="2983" y="4242"/>
                    <a:pt x="2842" y="4454"/>
                    <a:pt x="2771" y="4525"/>
                  </a:cubicBezTo>
                  <a:lnTo>
                    <a:pt x="3125" y="4030"/>
                  </a:lnTo>
                  <a:cubicBezTo>
                    <a:pt x="3125" y="4030"/>
                    <a:pt x="2983" y="4171"/>
                    <a:pt x="2983" y="4171"/>
                  </a:cubicBezTo>
                  <a:lnTo>
                    <a:pt x="3478" y="3818"/>
                  </a:lnTo>
                  <a:cubicBezTo>
                    <a:pt x="3478" y="3818"/>
                    <a:pt x="3407" y="3818"/>
                    <a:pt x="3337" y="3888"/>
                  </a:cubicBezTo>
                  <a:lnTo>
                    <a:pt x="3902" y="3676"/>
                  </a:lnTo>
                  <a:cubicBezTo>
                    <a:pt x="3902" y="3676"/>
                    <a:pt x="3761" y="3676"/>
                    <a:pt x="3690" y="3676"/>
                  </a:cubicBezTo>
                  <a:lnTo>
                    <a:pt x="4326" y="3676"/>
                  </a:lnTo>
                  <a:cubicBezTo>
                    <a:pt x="4326" y="3676"/>
                    <a:pt x="4185" y="3606"/>
                    <a:pt x="4044" y="3606"/>
                  </a:cubicBezTo>
                  <a:lnTo>
                    <a:pt x="4680" y="3606"/>
                  </a:lnTo>
                  <a:cubicBezTo>
                    <a:pt x="4680" y="3606"/>
                    <a:pt x="4539" y="3606"/>
                    <a:pt x="4397" y="3606"/>
                  </a:cubicBezTo>
                  <a:lnTo>
                    <a:pt x="4963" y="3818"/>
                  </a:lnTo>
                  <a:cubicBezTo>
                    <a:pt x="4963" y="3818"/>
                    <a:pt x="4821" y="3747"/>
                    <a:pt x="4751" y="3676"/>
                  </a:cubicBezTo>
                  <a:lnTo>
                    <a:pt x="5175" y="4030"/>
                  </a:lnTo>
                  <a:cubicBezTo>
                    <a:pt x="5175" y="4030"/>
                    <a:pt x="5033" y="3888"/>
                    <a:pt x="4963" y="3818"/>
                  </a:cubicBezTo>
                  <a:lnTo>
                    <a:pt x="5316" y="4242"/>
                  </a:lnTo>
                  <a:cubicBezTo>
                    <a:pt x="5316" y="4242"/>
                    <a:pt x="5175" y="4030"/>
                    <a:pt x="5175" y="3959"/>
                  </a:cubicBezTo>
                  <a:lnTo>
                    <a:pt x="5387" y="4525"/>
                  </a:lnTo>
                  <a:cubicBezTo>
                    <a:pt x="5387" y="4525"/>
                    <a:pt x="5387" y="4313"/>
                    <a:pt x="5316" y="4242"/>
                  </a:cubicBezTo>
                  <a:lnTo>
                    <a:pt x="5316" y="4808"/>
                  </a:lnTo>
                  <a:cubicBezTo>
                    <a:pt x="5316" y="4808"/>
                    <a:pt x="5387" y="4595"/>
                    <a:pt x="5387" y="4525"/>
                  </a:cubicBezTo>
                  <a:lnTo>
                    <a:pt x="5387" y="5090"/>
                  </a:lnTo>
                  <a:cubicBezTo>
                    <a:pt x="5387" y="5090"/>
                    <a:pt x="5387" y="4808"/>
                    <a:pt x="5387" y="4666"/>
                  </a:cubicBezTo>
                  <a:lnTo>
                    <a:pt x="5175" y="5232"/>
                  </a:lnTo>
                  <a:cubicBezTo>
                    <a:pt x="5175" y="5232"/>
                    <a:pt x="5316" y="4949"/>
                    <a:pt x="5387" y="4878"/>
                  </a:cubicBezTo>
                  <a:lnTo>
                    <a:pt x="5033" y="5303"/>
                  </a:lnTo>
                  <a:cubicBezTo>
                    <a:pt x="5033" y="5303"/>
                    <a:pt x="5316" y="5019"/>
                    <a:pt x="5458" y="4878"/>
                  </a:cubicBezTo>
                  <a:lnTo>
                    <a:pt x="5033" y="5232"/>
                  </a:lnTo>
                  <a:cubicBezTo>
                    <a:pt x="5033" y="5232"/>
                    <a:pt x="5387" y="5019"/>
                    <a:pt x="5528" y="4949"/>
                  </a:cubicBezTo>
                  <a:lnTo>
                    <a:pt x="5033" y="5161"/>
                  </a:lnTo>
                  <a:cubicBezTo>
                    <a:pt x="5033" y="5161"/>
                    <a:pt x="5104" y="5161"/>
                    <a:pt x="5175" y="5161"/>
                  </a:cubicBezTo>
                  <a:lnTo>
                    <a:pt x="4609" y="5161"/>
                  </a:lnTo>
                  <a:cubicBezTo>
                    <a:pt x="4609" y="5161"/>
                    <a:pt x="4680" y="5161"/>
                    <a:pt x="4751" y="5232"/>
                  </a:cubicBezTo>
                  <a:lnTo>
                    <a:pt x="4185" y="5232"/>
                  </a:lnTo>
                  <a:cubicBezTo>
                    <a:pt x="4185" y="5232"/>
                    <a:pt x="4256" y="5232"/>
                    <a:pt x="4326" y="5232"/>
                  </a:cubicBezTo>
                  <a:lnTo>
                    <a:pt x="3832" y="5019"/>
                  </a:lnTo>
                  <a:cubicBezTo>
                    <a:pt x="3832" y="5019"/>
                    <a:pt x="3902" y="5019"/>
                    <a:pt x="3973" y="5019"/>
                  </a:cubicBezTo>
                  <a:lnTo>
                    <a:pt x="3549" y="4666"/>
                  </a:lnTo>
                  <a:cubicBezTo>
                    <a:pt x="3549" y="4666"/>
                    <a:pt x="3690" y="4808"/>
                    <a:pt x="3761" y="4878"/>
                  </a:cubicBezTo>
                  <a:lnTo>
                    <a:pt x="3407" y="4454"/>
                  </a:lnTo>
                  <a:cubicBezTo>
                    <a:pt x="3407" y="4454"/>
                    <a:pt x="3549" y="4737"/>
                    <a:pt x="3619" y="4878"/>
                  </a:cubicBezTo>
                  <a:lnTo>
                    <a:pt x="3407" y="4383"/>
                  </a:lnTo>
                  <a:cubicBezTo>
                    <a:pt x="3407" y="4383"/>
                    <a:pt x="3478" y="4666"/>
                    <a:pt x="3549" y="4878"/>
                  </a:cubicBezTo>
                  <a:lnTo>
                    <a:pt x="3549" y="4313"/>
                  </a:lnTo>
                  <a:cubicBezTo>
                    <a:pt x="3549" y="4313"/>
                    <a:pt x="3549" y="4595"/>
                    <a:pt x="3478" y="4808"/>
                  </a:cubicBezTo>
                  <a:lnTo>
                    <a:pt x="3478" y="4242"/>
                  </a:lnTo>
                  <a:cubicBezTo>
                    <a:pt x="3478" y="4242"/>
                    <a:pt x="3478" y="4454"/>
                    <a:pt x="3478" y="4595"/>
                  </a:cubicBezTo>
                  <a:lnTo>
                    <a:pt x="3690" y="4100"/>
                  </a:lnTo>
                  <a:cubicBezTo>
                    <a:pt x="3690" y="4100"/>
                    <a:pt x="3690" y="4242"/>
                    <a:pt x="3549" y="4313"/>
                  </a:cubicBezTo>
                  <a:lnTo>
                    <a:pt x="3902" y="3888"/>
                  </a:lnTo>
                  <a:cubicBezTo>
                    <a:pt x="3902" y="3888"/>
                    <a:pt x="3832" y="3959"/>
                    <a:pt x="3761" y="4030"/>
                  </a:cubicBezTo>
                  <a:lnTo>
                    <a:pt x="4185" y="3676"/>
                  </a:lnTo>
                  <a:cubicBezTo>
                    <a:pt x="4185" y="3676"/>
                    <a:pt x="4044" y="3747"/>
                    <a:pt x="3973" y="3818"/>
                  </a:cubicBezTo>
                  <a:lnTo>
                    <a:pt x="4468" y="3606"/>
                  </a:lnTo>
                  <a:cubicBezTo>
                    <a:pt x="4468" y="3606"/>
                    <a:pt x="4326" y="3606"/>
                    <a:pt x="4185" y="3676"/>
                  </a:cubicBezTo>
                  <a:lnTo>
                    <a:pt x="4751" y="3676"/>
                  </a:lnTo>
                  <a:cubicBezTo>
                    <a:pt x="4751" y="3676"/>
                    <a:pt x="4609" y="3676"/>
                    <a:pt x="4468" y="3606"/>
                  </a:cubicBezTo>
                  <a:lnTo>
                    <a:pt x="5033" y="3606"/>
                  </a:lnTo>
                  <a:cubicBezTo>
                    <a:pt x="5033" y="3606"/>
                    <a:pt x="4892" y="3606"/>
                    <a:pt x="4821" y="3606"/>
                  </a:cubicBezTo>
                  <a:lnTo>
                    <a:pt x="5316" y="3818"/>
                  </a:lnTo>
                  <a:cubicBezTo>
                    <a:pt x="5316" y="3818"/>
                    <a:pt x="5246" y="3818"/>
                    <a:pt x="5175" y="3747"/>
                  </a:cubicBezTo>
                  <a:lnTo>
                    <a:pt x="5599" y="4030"/>
                  </a:lnTo>
                  <a:cubicBezTo>
                    <a:pt x="5599" y="4030"/>
                    <a:pt x="5528" y="4030"/>
                    <a:pt x="5458" y="3888"/>
                  </a:cubicBezTo>
                  <a:lnTo>
                    <a:pt x="5740" y="4313"/>
                  </a:lnTo>
                  <a:cubicBezTo>
                    <a:pt x="5740" y="4313"/>
                    <a:pt x="5740" y="4242"/>
                    <a:pt x="5670" y="4171"/>
                  </a:cubicBezTo>
                  <a:lnTo>
                    <a:pt x="5882" y="4666"/>
                  </a:lnTo>
                  <a:cubicBezTo>
                    <a:pt x="5882" y="4666"/>
                    <a:pt x="5882" y="4525"/>
                    <a:pt x="5882" y="4525"/>
                  </a:cubicBezTo>
                  <a:lnTo>
                    <a:pt x="5882" y="5019"/>
                  </a:lnTo>
                  <a:cubicBezTo>
                    <a:pt x="5882" y="5019"/>
                    <a:pt x="5882" y="4878"/>
                    <a:pt x="5882" y="4808"/>
                  </a:cubicBezTo>
                  <a:lnTo>
                    <a:pt x="5882" y="5303"/>
                  </a:lnTo>
                  <a:cubicBezTo>
                    <a:pt x="5882" y="5303"/>
                    <a:pt x="5882" y="5161"/>
                    <a:pt x="5882" y="5090"/>
                  </a:cubicBezTo>
                  <a:lnTo>
                    <a:pt x="5670" y="5585"/>
                  </a:lnTo>
                  <a:cubicBezTo>
                    <a:pt x="5670" y="5585"/>
                    <a:pt x="5670" y="5514"/>
                    <a:pt x="5740" y="5444"/>
                  </a:cubicBezTo>
                  <a:lnTo>
                    <a:pt x="5458" y="5798"/>
                  </a:lnTo>
                  <a:cubicBezTo>
                    <a:pt x="5458" y="5798"/>
                    <a:pt x="5528" y="5727"/>
                    <a:pt x="5599" y="5656"/>
                  </a:cubicBezTo>
                  <a:lnTo>
                    <a:pt x="5246" y="5939"/>
                  </a:lnTo>
                  <a:cubicBezTo>
                    <a:pt x="5246" y="5939"/>
                    <a:pt x="5387" y="5868"/>
                    <a:pt x="5458" y="5798"/>
                  </a:cubicBezTo>
                  <a:lnTo>
                    <a:pt x="5033" y="6009"/>
                  </a:lnTo>
                  <a:cubicBezTo>
                    <a:pt x="5033" y="6009"/>
                    <a:pt x="5175" y="6009"/>
                    <a:pt x="5246" y="6009"/>
                  </a:cubicBezTo>
                  <a:lnTo>
                    <a:pt x="4751" y="6009"/>
                  </a:lnTo>
                  <a:cubicBezTo>
                    <a:pt x="4751" y="6009"/>
                    <a:pt x="4892" y="6009"/>
                    <a:pt x="5033" y="6009"/>
                  </a:cubicBezTo>
                  <a:lnTo>
                    <a:pt x="4539" y="6009"/>
                  </a:lnTo>
                  <a:cubicBezTo>
                    <a:pt x="4539" y="6009"/>
                    <a:pt x="4680" y="6009"/>
                    <a:pt x="4821" y="6009"/>
                  </a:cubicBezTo>
                  <a:cubicBezTo>
                    <a:pt x="5387" y="6222"/>
                    <a:pt x="6165" y="6009"/>
                    <a:pt x="6589" y="5514"/>
                  </a:cubicBezTo>
                  <a:lnTo>
                    <a:pt x="6589" y="5514"/>
                  </a:lnTo>
                  <a:cubicBezTo>
                    <a:pt x="6589" y="5514"/>
                    <a:pt x="6094" y="5798"/>
                    <a:pt x="5811" y="5939"/>
                  </a:cubicBezTo>
                  <a:cubicBezTo>
                    <a:pt x="6023" y="5939"/>
                    <a:pt x="6235" y="5798"/>
                    <a:pt x="6377" y="5656"/>
                  </a:cubicBezTo>
                  <a:cubicBezTo>
                    <a:pt x="6730" y="5444"/>
                    <a:pt x="7013" y="5161"/>
                    <a:pt x="7084" y="4737"/>
                  </a:cubicBezTo>
                  <a:cubicBezTo>
                    <a:pt x="7154" y="4313"/>
                    <a:pt x="7084" y="3888"/>
                    <a:pt x="6942" y="3535"/>
                  </a:cubicBezTo>
                  <a:lnTo>
                    <a:pt x="6942" y="3535"/>
                  </a:lnTo>
                  <a:close/>
                </a:path>
              </a:pathLst>
            </a:custGeom>
            <a:solidFill>
              <a:srgbClr val="000000"/>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95" name="Google Shape;1395;p53"/>
          <p:cNvGrpSpPr/>
          <p:nvPr/>
        </p:nvGrpSpPr>
        <p:grpSpPr>
          <a:xfrm flipH="1" rot="10800000">
            <a:off x="6928091" y="3667940"/>
            <a:ext cx="3086375" cy="2714505"/>
            <a:chOff x="6783141" y="-621410"/>
            <a:chExt cx="3086375" cy="2714505"/>
          </a:xfrm>
        </p:grpSpPr>
        <p:sp>
          <p:nvSpPr>
            <p:cNvPr id="1396" name="Google Shape;1396;p53"/>
            <p:cNvSpPr/>
            <p:nvPr/>
          </p:nvSpPr>
          <p:spPr>
            <a:xfrm rot="10800000">
              <a:off x="6783141" y="-618659"/>
              <a:ext cx="3059909" cy="2689841"/>
            </a:xfrm>
            <a:custGeom>
              <a:rect b="b" l="l" r="r" t="t"/>
              <a:pathLst>
                <a:path extrusionOk="0" h="1308925" w="1489007">
                  <a:moveTo>
                    <a:pt x="1209770" y="1308926"/>
                  </a:moveTo>
                  <a:lnTo>
                    <a:pt x="0" y="873919"/>
                  </a:lnTo>
                  <a:lnTo>
                    <a:pt x="117634" y="546830"/>
                  </a:lnTo>
                  <a:cubicBezTo>
                    <a:pt x="121063" y="546640"/>
                    <a:pt x="124587" y="546545"/>
                    <a:pt x="127445" y="547307"/>
                  </a:cubicBezTo>
                  <a:cubicBezTo>
                    <a:pt x="132112" y="540544"/>
                    <a:pt x="131636" y="533686"/>
                    <a:pt x="138398" y="528733"/>
                  </a:cubicBezTo>
                  <a:cubicBezTo>
                    <a:pt x="145732" y="523208"/>
                    <a:pt x="157067" y="521875"/>
                    <a:pt x="164211" y="516160"/>
                  </a:cubicBezTo>
                  <a:cubicBezTo>
                    <a:pt x="170974" y="510731"/>
                    <a:pt x="173641" y="500539"/>
                    <a:pt x="176308" y="490442"/>
                  </a:cubicBezTo>
                  <a:cubicBezTo>
                    <a:pt x="176974" y="487394"/>
                    <a:pt x="177832" y="484346"/>
                    <a:pt x="178689" y="481394"/>
                  </a:cubicBezTo>
                  <a:cubicBezTo>
                    <a:pt x="180022" y="476441"/>
                    <a:pt x="181832" y="471869"/>
                    <a:pt x="184309" y="468154"/>
                  </a:cubicBezTo>
                  <a:cubicBezTo>
                    <a:pt x="202882" y="475488"/>
                    <a:pt x="210788" y="436055"/>
                    <a:pt x="214884" y="424624"/>
                  </a:cubicBezTo>
                  <a:lnTo>
                    <a:pt x="226219" y="393192"/>
                  </a:lnTo>
                  <a:cubicBezTo>
                    <a:pt x="229076" y="385286"/>
                    <a:pt x="230600" y="375571"/>
                    <a:pt x="234887" y="368522"/>
                  </a:cubicBezTo>
                  <a:cubicBezTo>
                    <a:pt x="236125" y="366427"/>
                    <a:pt x="238411" y="367094"/>
                    <a:pt x="239554" y="365379"/>
                  </a:cubicBezTo>
                  <a:cubicBezTo>
                    <a:pt x="245554" y="356140"/>
                    <a:pt x="249746" y="347091"/>
                    <a:pt x="253651" y="337566"/>
                  </a:cubicBezTo>
                  <a:cubicBezTo>
                    <a:pt x="254889" y="334709"/>
                    <a:pt x="255937" y="331851"/>
                    <a:pt x="256985" y="328898"/>
                  </a:cubicBezTo>
                  <a:cubicBezTo>
                    <a:pt x="257461" y="327755"/>
                    <a:pt x="257842" y="326708"/>
                    <a:pt x="258223" y="325565"/>
                  </a:cubicBezTo>
                  <a:cubicBezTo>
                    <a:pt x="262128" y="314897"/>
                    <a:pt x="262319" y="319754"/>
                    <a:pt x="271939" y="320040"/>
                  </a:cubicBezTo>
                  <a:cubicBezTo>
                    <a:pt x="273939" y="320040"/>
                    <a:pt x="275463" y="319564"/>
                    <a:pt x="276987" y="318802"/>
                  </a:cubicBezTo>
                  <a:cubicBezTo>
                    <a:pt x="278416" y="318230"/>
                    <a:pt x="279845" y="317564"/>
                    <a:pt x="281369" y="317183"/>
                  </a:cubicBezTo>
                  <a:cubicBezTo>
                    <a:pt x="283845" y="316801"/>
                    <a:pt x="285464" y="317564"/>
                    <a:pt x="287179" y="317754"/>
                  </a:cubicBezTo>
                  <a:cubicBezTo>
                    <a:pt x="288417" y="317945"/>
                    <a:pt x="289750" y="317754"/>
                    <a:pt x="291655" y="316516"/>
                  </a:cubicBezTo>
                  <a:cubicBezTo>
                    <a:pt x="296799" y="312992"/>
                    <a:pt x="300609" y="302800"/>
                    <a:pt x="303562" y="297751"/>
                  </a:cubicBezTo>
                  <a:cubicBezTo>
                    <a:pt x="311277" y="299847"/>
                    <a:pt x="316992" y="298323"/>
                    <a:pt x="324803" y="300323"/>
                  </a:cubicBezTo>
                  <a:cubicBezTo>
                    <a:pt x="329660" y="293561"/>
                    <a:pt x="330232" y="283559"/>
                    <a:pt x="333661" y="275844"/>
                  </a:cubicBezTo>
                  <a:cubicBezTo>
                    <a:pt x="334899" y="273272"/>
                    <a:pt x="336423" y="270891"/>
                    <a:pt x="338709" y="269081"/>
                  </a:cubicBezTo>
                  <a:cubicBezTo>
                    <a:pt x="338995" y="268796"/>
                    <a:pt x="339471" y="268415"/>
                    <a:pt x="339947" y="268224"/>
                  </a:cubicBezTo>
                  <a:cubicBezTo>
                    <a:pt x="342233" y="266605"/>
                    <a:pt x="345377" y="265367"/>
                    <a:pt x="347853" y="264890"/>
                  </a:cubicBezTo>
                  <a:cubicBezTo>
                    <a:pt x="348996" y="264605"/>
                    <a:pt x="356521" y="265748"/>
                    <a:pt x="356806" y="265462"/>
                  </a:cubicBezTo>
                  <a:cubicBezTo>
                    <a:pt x="362236" y="261366"/>
                    <a:pt x="356806" y="241078"/>
                    <a:pt x="357473" y="234696"/>
                  </a:cubicBezTo>
                  <a:cubicBezTo>
                    <a:pt x="358330" y="226409"/>
                    <a:pt x="357092" y="220599"/>
                    <a:pt x="354806" y="212884"/>
                  </a:cubicBezTo>
                  <a:cubicBezTo>
                    <a:pt x="353949" y="210026"/>
                    <a:pt x="348424" y="201454"/>
                    <a:pt x="350330" y="198596"/>
                  </a:cubicBezTo>
                  <a:cubicBezTo>
                    <a:pt x="354139" y="193262"/>
                    <a:pt x="379952" y="203549"/>
                    <a:pt x="385096" y="204597"/>
                  </a:cubicBezTo>
                  <a:cubicBezTo>
                    <a:pt x="386239" y="204788"/>
                    <a:pt x="387191" y="204978"/>
                    <a:pt x="388334" y="205169"/>
                  </a:cubicBezTo>
                  <a:cubicBezTo>
                    <a:pt x="394525" y="206312"/>
                    <a:pt x="400717" y="207264"/>
                    <a:pt x="407003" y="208312"/>
                  </a:cubicBezTo>
                  <a:cubicBezTo>
                    <a:pt x="410051" y="208788"/>
                    <a:pt x="413290" y="209360"/>
                    <a:pt x="416338" y="209931"/>
                  </a:cubicBezTo>
                  <a:cubicBezTo>
                    <a:pt x="417481" y="210026"/>
                    <a:pt x="418433" y="210312"/>
                    <a:pt x="419576" y="210503"/>
                  </a:cubicBezTo>
                  <a:cubicBezTo>
                    <a:pt x="420433" y="209741"/>
                    <a:pt x="421100" y="208598"/>
                    <a:pt x="421291" y="207074"/>
                  </a:cubicBezTo>
                  <a:cubicBezTo>
                    <a:pt x="422148" y="204121"/>
                    <a:pt x="421767" y="199930"/>
                    <a:pt x="421291" y="195834"/>
                  </a:cubicBezTo>
                  <a:cubicBezTo>
                    <a:pt x="420814" y="191357"/>
                    <a:pt x="420338" y="186785"/>
                    <a:pt x="421005" y="183928"/>
                  </a:cubicBezTo>
                  <a:cubicBezTo>
                    <a:pt x="422624" y="177165"/>
                    <a:pt x="425958" y="171736"/>
                    <a:pt x="427387" y="164878"/>
                  </a:cubicBezTo>
                  <a:cubicBezTo>
                    <a:pt x="429196" y="155353"/>
                    <a:pt x="430435" y="141732"/>
                    <a:pt x="434816" y="131445"/>
                  </a:cubicBezTo>
                  <a:cubicBezTo>
                    <a:pt x="435864" y="128969"/>
                    <a:pt x="437197" y="126587"/>
                    <a:pt x="438626" y="124587"/>
                  </a:cubicBezTo>
                  <a:cubicBezTo>
                    <a:pt x="439007" y="124016"/>
                    <a:pt x="439388" y="123635"/>
                    <a:pt x="439769" y="123349"/>
                  </a:cubicBezTo>
                  <a:cubicBezTo>
                    <a:pt x="441388" y="121730"/>
                    <a:pt x="443103" y="121825"/>
                    <a:pt x="445198" y="120491"/>
                  </a:cubicBezTo>
                  <a:cubicBezTo>
                    <a:pt x="446627" y="119539"/>
                    <a:pt x="448056" y="118586"/>
                    <a:pt x="449389" y="117539"/>
                  </a:cubicBezTo>
                  <a:cubicBezTo>
                    <a:pt x="454247" y="114300"/>
                    <a:pt x="458819" y="110966"/>
                    <a:pt x="463487" y="107442"/>
                  </a:cubicBezTo>
                  <a:cubicBezTo>
                    <a:pt x="472821" y="100298"/>
                    <a:pt x="479679" y="93917"/>
                    <a:pt x="484441" y="83915"/>
                  </a:cubicBezTo>
                  <a:cubicBezTo>
                    <a:pt x="487680" y="77057"/>
                    <a:pt x="493966" y="70390"/>
                    <a:pt x="499396" y="64199"/>
                  </a:cubicBezTo>
                  <a:cubicBezTo>
                    <a:pt x="499967" y="63722"/>
                    <a:pt x="500348" y="63151"/>
                    <a:pt x="500824" y="62675"/>
                  </a:cubicBezTo>
                  <a:cubicBezTo>
                    <a:pt x="502920" y="60293"/>
                    <a:pt x="505111" y="58579"/>
                    <a:pt x="507302" y="57245"/>
                  </a:cubicBezTo>
                  <a:cubicBezTo>
                    <a:pt x="511493" y="54578"/>
                    <a:pt x="515874" y="52864"/>
                    <a:pt x="520065" y="49340"/>
                  </a:cubicBezTo>
                  <a:cubicBezTo>
                    <a:pt x="526352" y="44291"/>
                    <a:pt x="532447" y="40291"/>
                    <a:pt x="537686" y="34385"/>
                  </a:cubicBezTo>
                  <a:cubicBezTo>
                    <a:pt x="540353" y="31433"/>
                    <a:pt x="542449" y="26003"/>
                    <a:pt x="545306" y="23432"/>
                  </a:cubicBezTo>
                  <a:cubicBezTo>
                    <a:pt x="550640" y="18669"/>
                    <a:pt x="557784" y="20860"/>
                    <a:pt x="564166" y="22384"/>
                  </a:cubicBezTo>
                  <a:cubicBezTo>
                    <a:pt x="565499" y="22670"/>
                    <a:pt x="566928" y="22955"/>
                    <a:pt x="568071" y="23241"/>
                  </a:cubicBezTo>
                  <a:cubicBezTo>
                    <a:pt x="570166" y="20384"/>
                    <a:pt x="569309" y="16002"/>
                    <a:pt x="568071" y="11621"/>
                  </a:cubicBezTo>
                  <a:lnTo>
                    <a:pt x="572262" y="0"/>
                  </a:lnTo>
                  <a:lnTo>
                    <a:pt x="574643" y="857"/>
                  </a:lnTo>
                  <a:cubicBezTo>
                    <a:pt x="573500" y="3905"/>
                    <a:pt x="571976" y="6001"/>
                    <a:pt x="574167" y="9811"/>
                  </a:cubicBezTo>
                  <a:cubicBezTo>
                    <a:pt x="575024" y="11049"/>
                    <a:pt x="576167" y="12287"/>
                    <a:pt x="577310" y="13430"/>
                  </a:cubicBezTo>
                  <a:cubicBezTo>
                    <a:pt x="579691" y="15621"/>
                    <a:pt x="582549" y="17812"/>
                    <a:pt x="584454" y="20288"/>
                  </a:cubicBezTo>
                  <a:cubicBezTo>
                    <a:pt x="588836" y="26099"/>
                    <a:pt x="591312" y="26289"/>
                    <a:pt x="596741" y="29813"/>
                  </a:cubicBezTo>
                  <a:cubicBezTo>
                    <a:pt x="605219" y="35147"/>
                    <a:pt x="609314" y="48101"/>
                    <a:pt x="609505" y="58388"/>
                  </a:cubicBezTo>
                  <a:cubicBezTo>
                    <a:pt x="617506" y="62960"/>
                    <a:pt x="623506" y="67818"/>
                    <a:pt x="630936" y="73628"/>
                  </a:cubicBezTo>
                  <a:cubicBezTo>
                    <a:pt x="632365" y="74676"/>
                    <a:pt x="633698" y="75724"/>
                    <a:pt x="635127" y="76486"/>
                  </a:cubicBezTo>
                  <a:cubicBezTo>
                    <a:pt x="637889" y="78296"/>
                    <a:pt x="640652" y="79629"/>
                    <a:pt x="643414" y="80867"/>
                  </a:cubicBezTo>
                  <a:cubicBezTo>
                    <a:pt x="649986" y="83630"/>
                    <a:pt x="656844" y="85344"/>
                    <a:pt x="663988" y="87916"/>
                  </a:cubicBezTo>
                  <a:cubicBezTo>
                    <a:pt x="665036" y="86106"/>
                    <a:pt x="666464" y="85820"/>
                    <a:pt x="668369" y="87059"/>
                  </a:cubicBezTo>
                  <a:cubicBezTo>
                    <a:pt x="671989" y="90011"/>
                    <a:pt x="674561" y="93726"/>
                    <a:pt x="676180" y="98203"/>
                  </a:cubicBezTo>
                  <a:cubicBezTo>
                    <a:pt x="679323" y="104585"/>
                    <a:pt x="680466" y="110585"/>
                    <a:pt x="686657" y="114681"/>
                  </a:cubicBezTo>
                  <a:cubicBezTo>
                    <a:pt x="692468" y="118396"/>
                    <a:pt x="700754" y="120968"/>
                    <a:pt x="708850" y="123158"/>
                  </a:cubicBezTo>
                  <a:cubicBezTo>
                    <a:pt x="711898" y="123920"/>
                    <a:pt x="714947" y="124873"/>
                    <a:pt x="717804" y="125730"/>
                  </a:cubicBezTo>
                  <a:cubicBezTo>
                    <a:pt x="719899" y="126397"/>
                    <a:pt x="721900" y="126968"/>
                    <a:pt x="723710" y="127635"/>
                  </a:cubicBezTo>
                  <a:cubicBezTo>
                    <a:pt x="733425" y="131255"/>
                    <a:pt x="733520" y="130588"/>
                    <a:pt x="742093" y="129826"/>
                  </a:cubicBezTo>
                  <a:cubicBezTo>
                    <a:pt x="742950" y="129731"/>
                    <a:pt x="748379" y="129445"/>
                    <a:pt x="749141" y="129159"/>
                  </a:cubicBezTo>
                  <a:cubicBezTo>
                    <a:pt x="750856" y="127349"/>
                    <a:pt x="752951" y="126016"/>
                    <a:pt x="755332" y="125159"/>
                  </a:cubicBezTo>
                  <a:lnTo>
                    <a:pt x="769144" y="122968"/>
                  </a:lnTo>
                  <a:cubicBezTo>
                    <a:pt x="771620" y="122206"/>
                    <a:pt x="773621" y="120872"/>
                    <a:pt x="775430" y="118967"/>
                  </a:cubicBezTo>
                  <a:cubicBezTo>
                    <a:pt x="777049" y="119063"/>
                    <a:pt x="778764" y="119158"/>
                    <a:pt x="780383" y="119348"/>
                  </a:cubicBezTo>
                  <a:cubicBezTo>
                    <a:pt x="783241" y="118586"/>
                    <a:pt x="786289" y="117443"/>
                    <a:pt x="789146" y="116491"/>
                  </a:cubicBezTo>
                  <a:cubicBezTo>
                    <a:pt x="794766" y="114491"/>
                    <a:pt x="797243" y="112109"/>
                    <a:pt x="802386" y="113919"/>
                  </a:cubicBezTo>
                  <a:cubicBezTo>
                    <a:pt x="802862" y="114110"/>
                    <a:pt x="803338" y="114395"/>
                    <a:pt x="803815" y="114586"/>
                  </a:cubicBezTo>
                  <a:cubicBezTo>
                    <a:pt x="808482" y="116681"/>
                    <a:pt x="807720" y="117729"/>
                    <a:pt x="809911" y="120491"/>
                  </a:cubicBezTo>
                  <a:cubicBezTo>
                    <a:pt x="810197" y="120872"/>
                    <a:pt x="810387" y="121158"/>
                    <a:pt x="810673" y="121539"/>
                  </a:cubicBezTo>
                  <a:cubicBezTo>
                    <a:pt x="816673" y="128492"/>
                    <a:pt x="828485" y="126778"/>
                    <a:pt x="834485" y="133350"/>
                  </a:cubicBezTo>
                  <a:cubicBezTo>
                    <a:pt x="836771" y="135731"/>
                    <a:pt x="835914" y="138970"/>
                    <a:pt x="839057" y="141351"/>
                  </a:cubicBezTo>
                  <a:cubicBezTo>
                    <a:pt x="843439" y="144780"/>
                    <a:pt x="852202" y="146018"/>
                    <a:pt x="857536" y="147923"/>
                  </a:cubicBezTo>
                  <a:cubicBezTo>
                    <a:pt x="864489" y="150400"/>
                    <a:pt x="871347" y="152495"/>
                    <a:pt x="878205" y="154591"/>
                  </a:cubicBezTo>
                  <a:cubicBezTo>
                    <a:pt x="881158" y="155448"/>
                    <a:pt x="884206" y="156305"/>
                    <a:pt x="887254" y="157067"/>
                  </a:cubicBezTo>
                  <a:cubicBezTo>
                    <a:pt x="898970" y="160401"/>
                    <a:pt x="910780" y="163640"/>
                    <a:pt x="922591" y="167926"/>
                  </a:cubicBezTo>
                  <a:cubicBezTo>
                    <a:pt x="933926" y="172022"/>
                    <a:pt x="948309" y="174689"/>
                    <a:pt x="954596" y="186404"/>
                  </a:cubicBezTo>
                  <a:cubicBezTo>
                    <a:pt x="955262" y="187643"/>
                    <a:pt x="955548" y="188976"/>
                    <a:pt x="955834" y="190310"/>
                  </a:cubicBezTo>
                  <a:cubicBezTo>
                    <a:pt x="956310" y="192215"/>
                    <a:pt x="956881" y="193929"/>
                    <a:pt x="958691" y="195072"/>
                  </a:cubicBezTo>
                  <a:cubicBezTo>
                    <a:pt x="960025" y="195929"/>
                    <a:pt x="961739" y="196215"/>
                    <a:pt x="963549" y="196310"/>
                  </a:cubicBezTo>
                  <a:cubicBezTo>
                    <a:pt x="966883" y="196406"/>
                    <a:pt x="970597" y="195644"/>
                    <a:pt x="973455" y="196406"/>
                  </a:cubicBezTo>
                  <a:cubicBezTo>
                    <a:pt x="980599" y="198215"/>
                    <a:pt x="986695" y="203454"/>
                    <a:pt x="994505" y="201930"/>
                  </a:cubicBezTo>
                  <a:cubicBezTo>
                    <a:pt x="999744" y="200882"/>
                    <a:pt x="1003268" y="196691"/>
                    <a:pt x="1007936" y="194405"/>
                  </a:cubicBezTo>
                  <a:cubicBezTo>
                    <a:pt x="1022699" y="186785"/>
                    <a:pt x="1032034" y="189738"/>
                    <a:pt x="1044702" y="194405"/>
                  </a:cubicBezTo>
                  <a:cubicBezTo>
                    <a:pt x="1046893" y="195263"/>
                    <a:pt x="1049179" y="196120"/>
                    <a:pt x="1051465" y="196977"/>
                  </a:cubicBezTo>
                  <a:cubicBezTo>
                    <a:pt x="1052036" y="197168"/>
                    <a:pt x="1052703" y="197453"/>
                    <a:pt x="1053370" y="197739"/>
                  </a:cubicBezTo>
                  <a:cubicBezTo>
                    <a:pt x="1058894" y="200025"/>
                    <a:pt x="1066705" y="204407"/>
                    <a:pt x="1071944" y="204407"/>
                  </a:cubicBezTo>
                  <a:cubicBezTo>
                    <a:pt x="1074896" y="204407"/>
                    <a:pt x="1077468" y="202692"/>
                    <a:pt x="1079945" y="202597"/>
                  </a:cubicBezTo>
                  <a:cubicBezTo>
                    <a:pt x="1090803" y="202311"/>
                    <a:pt x="1109186" y="227933"/>
                    <a:pt x="1121093" y="218885"/>
                  </a:cubicBezTo>
                  <a:cubicBezTo>
                    <a:pt x="1125093" y="221456"/>
                    <a:pt x="1124426" y="224504"/>
                    <a:pt x="1123283" y="227648"/>
                  </a:cubicBezTo>
                  <a:lnTo>
                    <a:pt x="1122712" y="229267"/>
                  </a:lnTo>
                  <a:cubicBezTo>
                    <a:pt x="1122140" y="230886"/>
                    <a:pt x="1121664" y="232505"/>
                    <a:pt x="1121759" y="234029"/>
                  </a:cubicBezTo>
                  <a:cubicBezTo>
                    <a:pt x="1122140" y="236887"/>
                    <a:pt x="1124522" y="240411"/>
                    <a:pt x="1127284" y="243840"/>
                  </a:cubicBezTo>
                  <a:cubicBezTo>
                    <a:pt x="1130522" y="247555"/>
                    <a:pt x="1134332" y="251079"/>
                    <a:pt x="1136714" y="253174"/>
                  </a:cubicBezTo>
                  <a:cubicBezTo>
                    <a:pt x="1143476" y="258985"/>
                    <a:pt x="1145000" y="257556"/>
                    <a:pt x="1151858" y="258128"/>
                  </a:cubicBezTo>
                  <a:cubicBezTo>
                    <a:pt x="1157097" y="258509"/>
                    <a:pt x="1161955" y="260985"/>
                    <a:pt x="1167098" y="262795"/>
                  </a:cubicBezTo>
                  <a:cubicBezTo>
                    <a:pt x="1176242" y="266129"/>
                    <a:pt x="1185386" y="269558"/>
                    <a:pt x="1194625" y="272701"/>
                  </a:cubicBezTo>
                  <a:cubicBezTo>
                    <a:pt x="1195578" y="273082"/>
                    <a:pt x="1196435" y="273272"/>
                    <a:pt x="1197102" y="273463"/>
                  </a:cubicBezTo>
                  <a:cubicBezTo>
                    <a:pt x="1201007" y="274701"/>
                    <a:pt x="1202817" y="274701"/>
                    <a:pt x="1207103" y="273082"/>
                  </a:cubicBezTo>
                  <a:cubicBezTo>
                    <a:pt x="1207580" y="272891"/>
                    <a:pt x="1208056" y="272606"/>
                    <a:pt x="1208627" y="272415"/>
                  </a:cubicBezTo>
                  <a:cubicBezTo>
                    <a:pt x="1214152" y="270129"/>
                    <a:pt x="1213866" y="271272"/>
                    <a:pt x="1219295" y="271272"/>
                  </a:cubicBezTo>
                  <a:cubicBezTo>
                    <a:pt x="1225106" y="271177"/>
                    <a:pt x="1226630" y="270129"/>
                    <a:pt x="1232821" y="272510"/>
                  </a:cubicBezTo>
                  <a:cubicBezTo>
                    <a:pt x="1239869" y="275177"/>
                    <a:pt x="1248156" y="279845"/>
                    <a:pt x="1255681" y="280511"/>
                  </a:cubicBezTo>
                  <a:cubicBezTo>
                    <a:pt x="1264539" y="281369"/>
                    <a:pt x="1268444" y="275463"/>
                    <a:pt x="1277303" y="278130"/>
                  </a:cubicBezTo>
                  <a:cubicBezTo>
                    <a:pt x="1279684" y="278892"/>
                    <a:pt x="1282256" y="280035"/>
                    <a:pt x="1284732" y="281178"/>
                  </a:cubicBezTo>
                  <a:cubicBezTo>
                    <a:pt x="1287494" y="282321"/>
                    <a:pt x="1290161" y="283559"/>
                    <a:pt x="1292923" y="283940"/>
                  </a:cubicBezTo>
                  <a:cubicBezTo>
                    <a:pt x="1293114" y="283940"/>
                    <a:pt x="1293400" y="283940"/>
                    <a:pt x="1293590" y="283940"/>
                  </a:cubicBezTo>
                  <a:cubicBezTo>
                    <a:pt x="1298448" y="284512"/>
                    <a:pt x="1301210" y="282512"/>
                    <a:pt x="1305782" y="281273"/>
                  </a:cubicBezTo>
                  <a:cubicBezTo>
                    <a:pt x="1320832" y="277463"/>
                    <a:pt x="1337310" y="291846"/>
                    <a:pt x="1352360" y="294037"/>
                  </a:cubicBezTo>
                  <a:cubicBezTo>
                    <a:pt x="1353788" y="292703"/>
                    <a:pt x="1354931" y="290989"/>
                    <a:pt x="1355598" y="289179"/>
                  </a:cubicBezTo>
                  <a:cubicBezTo>
                    <a:pt x="1359980" y="289751"/>
                    <a:pt x="1359598" y="295085"/>
                    <a:pt x="1362361" y="297656"/>
                  </a:cubicBezTo>
                  <a:cubicBezTo>
                    <a:pt x="1363694" y="298895"/>
                    <a:pt x="1365885" y="299847"/>
                    <a:pt x="1368076" y="300609"/>
                  </a:cubicBezTo>
                  <a:cubicBezTo>
                    <a:pt x="1369409" y="301181"/>
                    <a:pt x="1370743" y="301752"/>
                    <a:pt x="1371695" y="302324"/>
                  </a:cubicBezTo>
                  <a:cubicBezTo>
                    <a:pt x="1373219" y="303181"/>
                    <a:pt x="1374743" y="304229"/>
                    <a:pt x="1376267" y="305276"/>
                  </a:cubicBezTo>
                  <a:cubicBezTo>
                    <a:pt x="1382839" y="310039"/>
                    <a:pt x="1388650" y="315849"/>
                    <a:pt x="1397032" y="317849"/>
                  </a:cubicBezTo>
                  <a:cubicBezTo>
                    <a:pt x="1406081" y="320040"/>
                    <a:pt x="1415320" y="316611"/>
                    <a:pt x="1424654" y="317849"/>
                  </a:cubicBezTo>
                  <a:cubicBezTo>
                    <a:pt x="1427416" y="318230"/>
                    <a:pt x="1429893" y="319754"/>
                    <a:pt x="1432465" y="320040"/>
                  </a:cubicBezTo>
                  <a:cubicBezTo>
                    <a:pt x="1434560" y="320231"/>
                    <a:pt x="1436941" y="319278"/>
                    <a:pt x="1438561" y="319373"/>
                  </a:cubicBezTo>
                  <a:cubicBezTo>
                    <a:pt x="1442371" y="319659"/>
                    <a:pt x="1446562" y="321088"/>
                    <a:pt x="1450562" y="322707"/>
                  </a:cubicBezTo>
                  <a:cubicBezTo>
                    <a:pt x="1453515" y="323850"/>
                    <a:pt x="1456468" y="325184"/>
                    <a:pt x="1459230" y="326136"/>
                  </a:cubicBezTo>
                  <a:lnTo>
                    <a:pt x="1459706" y="326326"/>
                  </a:lnTo>
                  <a:cubicBezTo>
                    <a:pt x="1466374" y="328708"/>
                    <a:pt x="1473041" y="330994"/>
                    <a:pt x="1479709" y="333566"/>
                  </a:cubicBezTo>
                  <a:cubicBezTo>
                    <a:pt x="1479709" y="334232"/>
                    <a:pt x="1479709" y="334899"/>
                    <a:pt x="1479042" y="335566"/>
                  </a:cubicBezTo>
                  <a:cubicBezTo>
                    <a:pt x="1475613" y="337090"/>
                    <a:pt x="1472565" y="339376"/>
                    <a:pt x="1469993" y="342233"/>
                  </a:cubicBezTo>
                  <a:cubicBezTo>
                    <a:pt x="1467422" y="345567"/>
                    <a:pt x="1462564" y="356330"/>
                    <a:pt x="1462373" y="360998"/>
                  </a:cubicBezTo>
                  <a:cubicBezTo>
                    <a:pt x="1461992" y="368046"/>
                    <a:pt x="1462754" y="365855"/>
                    <a:pt x="1467040" y="370523"/>
                  </a:cubicBezTo>
                  <a:cubicBezTo>
                    <a:pt x="1470089" y="373761"/>
                    <a:pt x="1472756" y="374904"/>
                    <a:pt x="1476089" y="377571"/>
                  </a:cubicBezTo>
                  <a:cubicBezTo>
                    <a:pt x="1482281" y="382619"/>
                    <a:pt x="1481519" y="379095"/>
                    <a:pt x="1483519" y="388715"/>
                  </a:cubicBezTo>
                  <a:cubicBezTo>
                    <a:pt x="1485233" y="396335"/>
                    <a:pt x="1485900" y="402336"/>
                    <a:pt x="1484566" y="408432"/>
                  </a:cubicBezTo>
                  <a:cubicBezTo>
                    <a:pt x="1483900" y="411290"/>
                    <a:pt x="1482852" y="414052"/>
                    <a:pt x="1481138" y="417100"/>
                  </a:cubicBezTo>
                  <a:cubicBezTo>
                    <a:pt x="1480566" y="418148"/>
                    <a:pt x="1479899" y="419291"/>
                    <a:pt x="1479137" y="420529"/>
                  </a:cubicBezTo>
                  <a:cubicBezTo>
                    <a:pt x="1476661" y="424434"/>
                    <a:pt x="1474470" y="421291"/>
                    <a:pt x="1474661" y="427958"/>
                  </a:cubicBezTo>
                  <a:cubicBezTo>
                    <a:pt x="1474946" y="435197"/>
                    <a:pt x="1481423" y="444818"/>
                    <a:pt x="1484376" y="451199"/>
                  </a:cubicBezTo>
                  <a:cubicBezTo>
                    <a:pt x="1487900" y="458629"/>
                    <a:pt x="1489329" y="462534"/>
                    <a:pt x="1488948" y="467487"/>
                  </a:cubicBezTo>
                  <a:cubicBezTo>
                    <a:pt x="1488662" y="470440"/>
                    <a:pt x="1487710" y="473678"/>
                    <a:pt x="1486281" y="478250"/>
                  </a:cubicBezTo>
                  <a:cubicBezTo>
                    <a:pt x="1484566" y="483680"/>
                    <a:pt x="1483709" y="490823"/>
                    <a:pt x="1482662" y="498158"/>
                  </a:cubicBezTo>
                  <a:cubicBezTo>
                    <a:pt x="1482185" y="501206"/>
                    <a:pt x="1481709" y="504444"/>
                    <a:pt x="1481042" y="507397"/>
                  </a:cubicBezTo>
                  <a:cubicBezTo>
                    <a:pt x="1479042" y="516731"/>
                    <a:pt x="1475708" y="525113"/>
                    <a:pt x="1468564" y="528828"/>
                  </a:cubicBezTo>
                  <a:cubicBezTo>
                    <a:pt x="1470089" y="529685"/>
                    <a:pt x="1472756" y="531209"/>
                    <a:pt x="1475327" y="532924"/>
                  </a:cubicBezTo>
                  <a:cubicBezTo>
                    <a:pt x="1478852" y="535210"/>
                    <a:pt x="1482281" y="537782"/>
                    <a:pt x="1483043" y="540163"/>
                  </a:cubicBezTo>
                  <a:cubicBezTo>
                    <a:pt x="1485614" y="548069"/>
                    <a:pt x="1474089" y="558356"/>
                    <a:pt x="1476280" y="566833"/>
                  </a:cubicBezTo>
                  <a:cubicBezTo>
                    <a:pt x="1477232" y="570833"/>
                    <a:pt x="1479423" y="569976"/>
                    <a:pt x="1479137" y="574929"/>
                  </a:cubicBezTo>
                  <a:cubicBezTo>
                    <a:pt x="1478947" y="577501"/>
                    <a:pt x="1476565" y="581216"/>
                    <a:pt x="1475708" y="583692"/>
                  </a:cubicBezTo>
                  <a:cubicBezTo>
                    <a:pt x="1475518" y="584264"/>
                    <a:pt x="1475137" y="584930"/>
                    <a:pt x="1474851" y="585692"/>
                  </a:cubicBezTo>
                  <a:cubicBezTo>
                    <a:pt x="1473708" y="588264"/>
                    <a:pt x="1472374" y="591312"/>
                    <a:pt x="1471231" y="594265"/>
                  </a:cubicBezTo>
                  <a:cubicBezTo>
                    <a:pt x="1470279" y="596837"/>
                    <a:pt x="1469612" y="599313"/>
                    <a:pt x="1469517" y="601504"/>
                  </a:cubicBezTo>
                  <a:cubicBezTo>
                    <a:pt x="1469136" y="610172"/>
                    <a:pt x="1481995" y="625697"/>
                    <a:pt x="1470660" y="630650"/>
                  </a:cubicBezTo>
                  <a:cubicBezTo>
                    <a:pt x="1468946" y="631317"/>
                    <a:pt x="1465516" y="628460"/>
                    <a:pt x="1463897" y="629222"/>
                  </a:cubicBezTo>
                  <a:cubicBezTo>
                    <a:pt x="1459516" y="631412"/>
                    <a:pt x="1457801" y="637699"/>
                    <a:pt x="1455039" y="641414"/>
                  </a:cubicBezTo>
                  <a:cubicBezTo>
                    <a:pt x="1448562" y="649986"/>
                    <a:pt x="1447514" y="649415"/>
                    <a:pt x="1437894" y="647414"/>
                  </a:cubicBezTo>
                  <a:cubicBezTo>
                    <a:pt x="1436465" y="650939"/>
                    <a:pt x="1433798" y="650843"/>
                    <a:pt x="1432179" y="653225"/>
                  </a:cubicBezTo>
                  <a:cubicBezTo>
                    <a:pt x="1431989" y="653415"/>
                    <a:pt x="1431893" y="653796"/>
                    <a:pt x="1431798" y="654082"/>
                  </a:cubicBezTo>
                  <a:cubicBezTo>
                    <a:pt x="1430750" y="655892"/>
                    <a:pt x="1430369" y="657987"/>
                    <a:pt x="1429226" y="659606"/>
                  </a:cubicBezTo>
                  <a:lnTo>
                    <a:pt x="1429226" y="659606"/>
                  </a:lnTo>
                  <a:cubicBezTo>
                    <a:pt x="1427131" y="662369"/>
                    <a:pt x="1425321" y="665036"/>
                    <a:pt x="1423416" y="667512"/>
                  </a:cubicBezTo>
                  <a:cubicBezTo>
                    <a:pt x="1420463" y="671608"/>
                    <a:pt x="1417320" y="675227"/>
                    <a:pt x="1413224" y="678275"/>
                  </a:cubicBezTo>
                  <a:cubicBezTo>
                    <a:pt x="1410843" y="680085"/>
                    <a:pt x="1408081" y="681800"/>
                    <a:pt x="1404842" y="683133"/>
                  </a:cubicBezTo>
                  <a:cubicBezTo>
                    <a:pt x="1395031" y="687419"/>
                    <a:pt x="1394174" y="688181"/>
                    <a:pt x="1393412" y="698659"/>
                  </a:cubicBezTo>
                  <a:cubicBezTo>
                    <a:pt x="1392841" y="708279"/>
                    <a:pt x="1393698" y="715042"/>
                    <a:pt x="1396746" y="724091"/>
                  </a:cubicBezTo>
                  <a:cubicBezTo>
                    <a:pt x="1396746" y="724091"/>
                    <a:pt x="1396746" y="724281"/>
                    <a:pt x="1396746" y="724376"/>
                  </a:cubicBezTo>
                  <a:cubicBezTo>
                    <a:pt x="1396746" y="724376"/>
                    <a:pt x="1396679" y="724376"/>
                    <a:pt x="1396556" y="724376"/>
                  </a:cubicBezTo>
                  <a:cubicBezTo>
                    <a:pt x="1391888" y="723995"/>
                    <a:pt x="1388936" y="720376"/>
                    <a:pt x="1384173" y="721709"/>
                  </a:cubicBezTo>
                  <a:cubicBezTo>
                    <a:pt x="1382649" y="722186"/>
                    <a:pt x="1378648" y="726472"/>
                    <a:pt x="1375220" y="730758"/>
                  </a:cubicBezTo>
                  <a:cubicBezTo>
                    <a:pt x="1372838" y="733520"/>
                    <a:pt x="1370743" y="736378"/>
                    <a:pt x="1369695" y="737997"/>
                  </a:cubicBezTo>
                  <a:lnTo>
                    <a:pt x="1369314" y="738569"/>
                  </a:lnTo>
                  <a:lnTo>
                    <a:pt x="1369314" y="738569"/>
                  </a:lnTo>
                  <a:cubicBezTo>
                    <a:pt x="1363599" y="748379"/>
                    <a:pt x="1361504" y="761714"/>
                    <a:pt x="1357503" y="772382"/>
                  </a:cubicBezTo>
                  <a:cubicBezTo>
                    <a:pt x="1355312" y="778097"/>
                    <a:pt x="1351502" y="784289"/>
                    <a:pt x="1353122" y="790575"/>
                  </a:cubicBezTo>
                  <a:cubicBezTo>
                    <a:pt x="1354455" y="796195"/>
                    <a:pt x="1358551" y="797909"/>
                    <a:pt x="1358074" y="804005"/>
                  </a:cubicBezTo>
                  <a:cubicBezTo>
                    <a:pt x="1357789" y="806958"/>
                    <a:pt x="1356360" y="810387"/>
                    <a:pt x="1354836" y="813816"/>
                  </a:cubicBezTo>
                  <a:cubicBezTo>
                    <a:pt x="1353693" y="816578"/>
                    <a:pt x="1352360" y="819150"/>
                    <a:pt x="1351502" y="821436"/>
                  </a:cubicBezTo>
                  <a:lnTo>
                    <a:pt x="1351121" y="822389"/>
                  </a:lnTo>
                  <a:cubicBezTo>
                    <a:pt x="1347788" y="831914"/>
                    <a:pt x="1347978" y="839915"/>
                    <a:pt x="1345882" y="849630"/>
                  </a:cubicBezTo>
                  <a:cubicBezTo>
                    <a:pt x="1347692" y="850487"/>
                    <a:pt x="1349312" y="851249"/>
                    <a:pt x="1350740" y="852011"/>
                  </a:cubicBezTo>
                  <a:cubicBezTo>
                    <a:pt x="1354169" y="853821"/>
                    <a:pt x="1356455" y="855821"/>
                    <a:pt x="1357503" y="860774"/>
                  </a:cubicBezTo>
                  <a:cubicBezTo>
                    <a:pt x="1357503" y="860965"/>
                    <a:pt x="1357503" y="861060"/>
                    <a:pt x="1357598" y="861346"/>
                  </a:cubicBezTo>
                  <a:cubicBezTo>
                    <a:pt x="1358646" y="866775"/>
                    <a:pt x="1355693" y="869537"/>
                    <a:pt x="1355789" y="874871"/>
                  </a:cubicBezTo>
                  <a:cubicBezTo>
                    <a:pt x="1355789" y="881158"/>
                    <a:pt x="1360551" y="887444"/>
                    <a:pt x="1360361" y="894493"/>
                  </a:cubicBezTo>
                  <a:cubicBezTo>
                    <a:pt x="1360265" y="897636"/>
                    <a:pt x="1359789" y="901827"/>
                    <a:pt x="1359027" y="905923"/>
                  </a:cubicBezTo>
                  <a:cubicBezTo>
                    <a:pt x="1358456" y="908971"/>
                    <a:pt x="1357789" y="911924"/>
                    <a:pt x="1357027" y="914210"/>
                  </a:cubicBezTo>
                  <a:lnTo>
                    <a:pt x="1356741" y="914972"/>
                  </a:lnTo>
                  <a:cubicBezTo>
                    <a:pt x="1354455" y="921449"/>
                    <a:pt x="1352931" y="919925"/>
                    <a:pt x="1348454" y="923735"/>
                  </a:cubicBezTo>
                  <a:cubicBezTo>
                    <a:pt x="1342263" y="929069"/>
                    <a:pt x="1343597" y="938498"/>
                    <a:pt x="1337786" y="943737"/>
                  </a:cubicBezTo>
                  <a:cubicBezTo>
                    <a:pt x="1331786" y="949166"/>
                    <a:pt x="1330452" y="945166"/>
                    <a:pt x="1327118" y="953738"/>
                  </a:cubicBezTo>
                  <a:cubicBezTo>
                    <a:pt x="1324547" y="960120"/>
                    <a:pt x="1319403" y="969454"/>
                    <a:pt x="1319689" y="976122"/>
                  </a:cubicBezTo>
                  <a:cubicBezTo>
                    <a:pt x="1325308" y="977646"/>
                    <a:pt x="1326452" y="980408"/>
                    <a:pt x="1327309" y="984790"/>
                  </a:cubicBezTo>
                  <a:cubicBezTo>
                    <a:pt x="1327404" y="985552"/>
                    <a:pt x="1327595" y="986409"/>
                    <a:pt x="1327785" y="987266"/>
                  </a:cubicBezTo>
                  <a:cubicBezTo>
                    <a:pt x="1328452" y="990695"/>
                    <a:pt x="1329976" y="993267"/>
                    <a:pt x="1331119" y="996125"/>
                  </a:cubicBezTo>
                  <a:cubicBezTo>
                    <a:pt x="1331405" y="996887"/>
                    <a:pt x="1331690" y="997839"/>
                    <a:pt x="1331976" y="998792"/>
                  </a:cubicBezTo>
                  <a:cubicBezTo>
                    <a:pt x="1333881" y="1007650"/>
                    <a:pt x="1326547" y="1022890"/>
                    <a:pt x="1318165" y="1026509"/>
                  </a:cubicBezTo>
                  <a:cubicBezTo>
                    <a:pt x="1320451" y="1030415"/>
                    <a:pt x="1317498" y="1036701"/>
                    <a:pt x="1314926" y="1040225"/>
                  </a:cubicBezTo>
                  <a:cubicBezTo>
                    <a:pt x="1307306" y="1038130"/>
                    <a:pt x="1301591" y="1039558"/>
                    <a:pt x="1293876" y="1037654"/>
                  </a:cubicBezTo>
                  <a:lnTo>
                    <a:pt x="1293686" y="1037654"/>
                  </a:lnTo>
                  <a:cubicBezTo>
                    <a:pt x="1289209" y="1044226"/>
                    <a:pt x="1287399" y="1052227"/>
                    <a:pt x="1285304" y="1060133"/>
                  </a:cubicBezTo>
                  <a:cubicBezTo>
                    <a:pt x="1284541" y="1063181"/>
                    <a:pt x="1283589" y="1066133"/>
                    <a:pt x="1282541" y="1068991"/>
                  </a:cubicBezTo>
                  <a:cubicBezTo>
                    <a:pt x="1281684" y="1070991"/>
                    <a:pt x="1280827" y="1072896"/>
                    <a:pt x="1279874" y="1074706"/>
                  </a:cubicBezTo>
                  <a:cubicBezTo>
                    <a:pt x="1277017" y="1079659"/>
                    <a:pt x="1277683" y="1078325"/>
                    <a:pt x="1273683" y="1081088"/>
                  </a:cubicBezTo>
                  <a:cubicBezTo>
                    <a:pt x="1272254" y="1082135"/>
                    <a:pt x="1269587" y="1082993"/>
                    <a:pt x="1267301" y="1084136"/>
                  </a:cubicBezTo>
                  <a:cubicBezTo>
                    <a:pt x="1265396" y="1084993"/>
                    <a:pt x="1263682" y="1086231"/>
                    <a:pt x="1263015" y="1087755"/>
                  </a:cubicBezTo>
                  <a:cubicBezTo>
                    <a:pt x="1262158" y="1089946"/>
                    <a:pt x="1262444" y="1092518"/>
                    <a:pt x="1263301" y="1095280"/>
                  </a:cubicBezTo>
                  <a:cubicBezTo>
                    <a:pt x="1264730" y="1099947"/>
                    <a:pt x="1267397" y="1104805"/>
                    <a:pt x="1267968" y="1108329"/>
                  </a:cubicBezTo>
                  <a:cubicBezTo>
                    <a:pt x="1267968" y="1108615"/>
                    <a:pt x="1267968" y="1108901"/>
                    <a:pt x="1268158" y="1109282"/>
                  </a:cubicBezTo>
                  <a:cubicBezTo>
                    <a:pt x="1269111" y="1115092"/>
                    <a:pt x="1268825" y="1115282"/>
                    <a:pt x="1267015" y="1121283"/>
                  </a:cubicBezTo>
                  <a:cubicBezTo>
                    <a:pt x="1265301" y="1126712"/>
                    <a:pt x="1263206" y="1131665"/>
                    <a:pt x="1262158" y="1137095"/>
                  </a:cubicBezTo>
                  <a:cubicBezTo>
                    <a:pt x="1261681" y="1139095"/>
                    <a:pt x="1263015" y="1140809"/>
                    <a:pt x="1263015" y="1142333"/>
                  </a:cubicBezTo>
                  <a:cubicBezTo>
                    <a:pt x="1263015" y="1143572"/>
                    <a:pt x="1262348" y="1144715"/>
                    <a:pt x="1259586" y="1145762"/>
                  </a:cubicBezTo>
                  <a:cubicBezTo>
                    <a:pt x="1259777" y="1147953"/>
                    <a:pt x="1260539" y="1149858"/>
                    <a:pt x="1261586" y="1151763"/>
                  </a:cubicBezTo>
                  <a:cubicBezTo>
                    <a:pt x="1264539" y="1157288"/>
                    <a:pt x="1269492" y="1162050"/>
                    <a:pt x="1268825" y="1169575"/>
                  </a:cubicBezTo>
                  <a:cubicBezTo>
                    <a:pt x="1268254" y="1174909"/>
                    <a:pt x="1264825" y="1183386"/>
                    <a:pt x="1261872" y="1187577"/>
                  </a:cubicBezTo>
                  <a:cubicBezTo>
                    <a:pt x="1259681" y="1187291"/>
                    <a:pt x="1257681" y="1186910"/>
                    <a:pt x="1255586" y="1186720"/>
                  </a:cubicBezTo>
                  <a:cubicBezTo>
                    <a:pt x="1254538" y="1190530"/>
                    <a:pt x="1256062" y="1193673"/>
                    <a:pt x="1255205" y="1197578"/>
                  </a:cubicBezTo>
                  <a:cubicBezTo>
                    <a:pt x="1254728" y="1200245"/>
                    <a:pt x="1251966" y="1202817"/>
                    <a:pt x="1252061" y="1205675"/>
                  </a:cubicBezTo>
                  <a:cubicBezTo>
                    <a:pt x="1252347" y="1216057"/>
                    <a:pt x="1268730" y="1221105"/>
                    <a:pt x="1270635" y="1229487"/>
                  </a:cubicBezTo>
                  <a:cubicBezTo>
                    <a:pt x="1261015" y="1230249"/>
                    <a:pt x="1258633" y="1224058"/>
                    <a:pt x="1255300" y="1230059"/>
                  </a:cubicBezTo>
                  <a:cubicBezTo>
                    <a:pt x="1254538" y="1231297"/>
                    <a:pt x="1253776" y="1233107"/>
                    <a:pt x="1253014" y="1235583"/>
                  </a:cubicBezTo>
                  <a:cubicBezTo>
                    <a:pt x="1252633" y="1236631"/>
                    <a:pt x="1252252" y="1237679"/>
                    <a:pt x="1251966" y="1238726"/>
                  </a:cubicBezTo>
                  <a:cubicBezTo>
                    <a:pt x="1249680" y="1245680"/>
                    <a:pt x="1247299" y="1253014"/>
                    <a:pt x="1244441" y="1259681"/>
                  </a:cubicBezTo>
                  <a:cubicBezTo>
                    <a:pt x="1242250" y="1264539"/>
                    <a:pt x="1238917" y="1267587"/>
                    <a:pt x="1236250" y="1272159"/>
                  </a:cubicBezTo>
                  <a:cubicBezTo>
                    <a:pt x="1233964" y="1276160"/>
                    <a:pt x="1233869" y="1282637"/>
                    <a:pt x="1231106" y="1285970"/>
                  </a:cubicBezTo>
                  <a:cubicBezTo>
                    <a:pt x="1224915" y="1293495"/>
                    <a:pt x="1219295" y="1287685"/>
                    <a:pt x="1211389" y="1287304"/>
                  </a:cubicBezTo>
                  <a:cubicBezTo>
                    <a:pt x="1210532" y="1294352"/>
                    <a:pt x="1217676" y="1295591"/>
                    <a:pt x="1212818" y="1304639"/>
                  </a:cubicBezTo>
                  <a:cubicBezTo>
                    <a:pt x="1212818" y="1304830"/>
                    <a:pt x="1212628" y="1304925"/>
                    <a:pt x="1212532" y="1305116"/>
                  </a:cubicBezTo>
                  <a:cubicBezTo>
                    <a:pt x="1211580" y="1306640"/>
                    <a:pt x="1210628" y="1307783"/>
                    <a:pt x="1209675" y="1308830"/>
                  </a:cubicBezTo>
                  <a:close/>
                </a:path>
              </a:pathLst>
            </a:custGeom>
            <a:solidFill>
              <a:schemeClr val="accent4"/>
            </a:solidFill>
            <a:ln>
              <a:noFill/>
            </a:ln>
            <a:effectLst>
              <a:outerShdw rotWithShape="0" algn="bl" dir="19140000" dist="47625">
                <a:srgbClr val="260D03">
                  <a:alpha val="14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97" name="Google Shape;1397;p53"/>
            <p:cNvGrpSpPr/>
            <p:nvPr/>
          </p:nvGrpSpPr>
          <p:grpSpPr>
            <a:xfrm rot="10800000">
              <a:off x="6784212" y="-617871"/>
              <a:ext cx="3059426" cy="2688663"/>
              <a:chOff x="9590772" y="632648"/>
              <a:chExt cx="1489424" cy="1308925"/>
            </a:xfrm>
          </p:grpSpPr>
          <p:grpSp>
            <p:nvGrpSpPr>
              <p:cNvPr id="1398" name="Google Shape;1398;p53"/>
              <p:cNvGrpSpPr/>
              <p:nvPr/>
            </p:nvGrpSpPr>
            <p:grpSpPr>
              <a:xfrm>
                <a:off x="9590772" y="689798"/>
                <a:ext cx="1484947" cy="1251775"/>
                <a:chOff x="9590772" y="689798"/>
                <a:chExt cx="1484947" cy="1251775"/>
              </a:xfrm>
            </p:grpSpPr>
            <p:sp>
              <p:nvSpPr>
                <p:cNvPr id="1399" name="Google Shape;1399;p53"/>
                <p:cNvSpPr/>
                <p:nvPr/>
              </p:nvSpPr>
              <p:spPr>
                <a:xfrm>
                  <a:off x="10090739" y="689798"/>
                  <a:ext cx="984980" cy="360045"/>
                </a:xfrm>
                <a:custGeom>
                  <a:rect b="b" l="l" r="r" t="t"/>
                  <a:pathLst>
                    <a:path extrusionOk="0" h="360045" w="984980">
                      <a:moveTo>
                        <a:pt x="981647" y="359950"/>
                      </a:moveTo>
                      <a:lnTo>
                        <a:pt x="0" y="6953"/>
                      </a:lnTo>
                      <a:cubicBezTo>
                        <a:pt x="571" y="6477"/>
                        <a:pt x="953" y="5906"/>
                        <a:pt x="1429" y="5429"/>
                      </a:cubicBezTo>
                      <a:cubicBezTo>
                        <a:pt x="3524" y="3048"/>
                        <a:pt x="5715" y="1333"/>
                        <a:pt x="7906" y="0"/>
                      </a:cubicBezTo>
                      <a:lnTo>
                        <a:pt x="984980" y="351377"/>
                      </a:lnTo>
                      <a:cubicBezTo>
                        <a:pt x="984313" y="354235"/>
                        <a:pt x="983266" y="356997"/>
                        <a:pt x="981551" y="360045"/>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0" name="Google Shape;1400;p53"/>
                <p:cNvSpPr/>
                <p:nvPr/>
              </p:nvSpPr>
              <p:spPr>
                <a:xfrm>
                  <a:off x="10025874" y="755045"/>
                  <a:ext cx="1047940" cy="385095"/>
                </a:xfrm>
                <a:custGeom>
                  <a:rect b="b" l="l" r="r" t="t"/>
                  <a:pathLst>
                    <a:path extrusionOk="0" h="385095" w="1047940">
                      <a:moveTo>
                        <a:pt x="1046321" y="385096"/>
                      </a:moveTo>
                      <a:lnTo>
                        <a:pt x="0" y="8763"/>
                      </a:lnTo>
                      <a:lnTo>
                        <a:pt x="3143" y="0"/>
                      </a:lnTo>
                      <a:lnTo>
                        <a:pt x="1047940" y="375761"/>
                      </a:lnTo>
                      <a:cubicBezTo>
                        <a:pt x="1047464" y="378809"/>
                        <a:pt x="1046988" y="382048"/>
                        <a:pt x="1046321" y="38500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1" name="Google Shape;1401;p53"/>
                <p:cNvSpPr/>
                <p:nvPr/>
              </p:nvSpPr>
              <p:spPr>
                <a:xfrm>
                  <a:off x="9979583" y="835150"/>
                  <a:ext cx="1086421" cy="391858"/>
                </a:xfrm>
                <a:custGeom>
                  <a:rect b="b" l="l" r="r" t="t"/>
                  <a:pathLst>
                    <a:path extrusionOk="0" h="391858" w="1086421">
                      <a:moveTo>
                        <a:pt x="1082802" y="391859"/>
                      </a:moveTo>
                      <a:lnTo>
                        <a:pt x="0" y="2476"/>
                      </a:lnTo>
                      <a:cubicBezTo>
                        <a:pt x="6191" y="3619"/>
                        <a:pt x="12382" y="4572"/>
                        <a:pt x="18669" y="5620"/>
                      </a:cubicBezTo>
                      <a:lnTo>
                        <a:pt x="20669" y="0"/>
                      </a:lnTo>
                      <a:lnTo>
                        <a:pt x="1086422" y="383286"/>
                      </a:lnTo>
                      <a:cubicBezTo>
                        <a:pt x="1085279" y="385858"/>
                        <a:pt x="1083945" y="388906"/>
                        <a:pt x="1082802" y="39185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2" name="Google Shape;1402;p53"/>
                <p:cNvSpPr/>
                <p:nvPr/>
              </p:nvSpPr>
              <p:spPr>
                <a:xfrm>
                  <a:off x="9924909" y="900682"/>
                  <a:ext cx="1095470" cy="399478"/>
                </a:xfrm>
                <a:custGeom>
                  <a:rect b="b" l="l" r="r" t="t"/>
                  <a:pathLst>
                    <a:path extrusionOk="0" h="399478" w="1095470">
                      <a:moveTo>
                        <a:pt x="1089660" y="399479"/>
                      </a:moveTo>
                      <a:lnTo>
                        <a:pt x="0" y="7620"/>
                      </a:lnTo>
                      <a:cubicBezTo>
                        <a:pt x="1238" y="5048"/>
                        <a:pt x="2762" y="2667"/>
                        <a:pt x="5048" y="857"/>
                      </a:cubicBezTo>
                      <a:cubicBezTo>
                        <a:pt x="5334" y="572"/>
                        <a:pt x="5810" y="191"/>
                        <a:pt x="6287" y="0"/>
                      </a:cubicBezTo>
                      <a:lnTo>
                        <a:pt x="1095470" y="391668"/>
                      </a:lnTo>
                      <a:cubicBezTo>
                        <a:pt x="1093375" y="394430"/>
                        <a:pt x="1091565" y="397002"/>
                        <a:pt x="1089660" y="39947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3" name="Google Shape;1403;p53"/>
                <p:cNvSpPr/>
                <p:nvPr/>
              </p:nvSpPr>
              <p:spPr>
                <a:xfrm>
                  <a:off x="9844423" y="961452"/>
                  <a:ext cx="1121949" cy="409670"/>
                </a:xfrm>
                <a:custGeom>
                  <a:rect b="b" l="l" r="r" t="t"/>
                  <a:pathLst>
                    <a:path extrusionOk="0" h="409670" w="1121949">
                      <a:moveTo>
                        <a:pt x="1121950" y="401955"/>
                      </a:moveTo>
                      <a:lnTo>
                        <a:pt x="1067467" y="382334"/>
                      </a:lnTo>
                      <a:lnTo>
                        <a:pt x="1058704" y="379190"/>
                      </a:lnTo>
                      <a:lnTo>
                        <a:pt x="987362" y="353568"/>
                      </a:lnTo>
                      <a:lnTo>
                        <a:pt x="978598" y="350425"/>
                      </a:lnTo>
                      <a:lnTo>
                        <a:pt x="907351" y="324803"/>
                      </a:lnTo>
                      <a:lnTo>
                        <a:pt x="898588" y="321659"/>
                      </a:lnTo>
                      <a:lnTo>
                        <a:pt x="827246" y="296037"/>
                      </a:lnTo>
                      <a:lnTo>
                        <a:pt x="818483" y="292894"/>
                      </a:lnTo>
                      <a:lnTo>
                        <a:pt x="747236" y="267271"/>
                      </a:lnTo>
                      <a:lnTo>
                        <a:pt x="738473" y="264128"/>
                      </a:lnTo>
                      <a:lnTo>
                        <a:pt x="667131" y="238506"/>
                      </a:lnTo>
                      <a:lnTo>
                        <a:pt x="658368" y="235363"/>
                      </a:lnTo>
                      <a:lnTo>
                        <a:pt x="587121" y="209740"/>
                      </a:lnTo>
                      <a:lnTo>
                        <a:pt x="578358" y="206597"/>
                      </a:lnTo>
                      <a:lnTo>
                        <a:pt x="507016" y="180975"/>
                      </a:lnTo>
                      <a:lnTo>
                        <a:pt x="498253" y="177832"/>
                      </a:lnTo>
                      <a:lnTo>
                        <a:pt x="426910" y="152209"/>
                      </a:lnTo>
                      <a:lnTo>
                        <a:pt x="418147" y="149066"/>
                      </a:lnTo>
                      <a:lnTo>
                        <a:pt x="346900" y="123444"/>
                      </a:lnTo>
                      <a:lnTo>
                        <a:pt x="338138" y="120301"/>
                      </a:lnTo>
                      <a:lnTo>
                        <a:pt x="266795" y="94678"/>
                      </a:lnTo>
                      <a:lnTo>
                        <a:pt x="258032" y="91535"/>
                      </a:lnTo>
                      <a:lnTo>
                        <a:pt x="186785" y="65913"/>
                      </a:lnTo>
                      <a:lnTo>
                        <a:pt x="178022" y="62770"/>
                      </a:lnTo>
                      <a:lnTo>
                        <a:pt x="106680" y="37147"/>
                      </a:lnTo>
                      <a:lnTo>
                        <a:pt x="97917" y="34004"/>
                      </a:lnTo>
                      <a:lnTo>
                        <a:pt x="26670" y="8382"/>
                      </a:lnTo>
                      <a:lnTo>
                        <a:pt x="17907" y="5239"/>
                      </a:lnTo>
                      <a:lnTo>
                        <a:pt x="3334" y="0"/>
                      </a:lnTo>
                      <a:cubicBezTo>
                        <a:pt x="2286" y="2953"/>
                        <a:pt x="1238" y="5905"/>
                        <a:pt x="0" y="8668"/>
                      </a:cubicBezTo>
                      <a:lnTo>
                        <a:pt x="14764" y="14002"/>
                      </a:lnTo>
                      <a:lnTo>
                        <a:pt x="23527" y="17145"/>
                      </a:lnTo>
                      <a:lnTo>
                        <a:pt x="94774" y="42767"/>
                      </a:lnTo>
                      <a:lnTo>
                        <a:pt x="103537" y="45910"/>
                      </a:lnTo>
                      <a:lnTo>
                        <a:pt x="174879" y="71533"/>
                      </a:lnTo>
                      <a:lnTo>
                        <a:pt x="183642" y="74676"/>
                      </a:lnTo>
                      <a:lnTo>
                        <a:pt x="254889" y="100298"/>
                      </a:lnTo>
                      <a:lnTo>
                        <a:pt x="263652" y="103442"/>
                      </a:lnTo>
                      <a:lnTo>
                        <a:pt x="334994" y="129064"/>
                      </a:lnTo>
                      <a:lnTo>
                        <a:pt x="343757" y="132207"/>
                      </a:lnTo>
                      <a:lnTo>
                        <a:pt x="415004" y="157829"/>
                      </a:lnTo>
                      <a:lnTo>
                        <a:pt x="423767" y="160972"/>
                      </a:lnTo>
                      <a:lnTo>
                        <a:pt x="495109" y="186595"/>
                      </a:lnTo>
                      <a:lnTo>
                        <a:pt x="503872" y="189738"/>
                      </a:lnTo>
                      <a:lnTo>
                        <a:pt x="575215" y="215360"/>
                      </a:lnTo>
                      <a:lnTo>
                        <a:pt x="583978" y="218503"/>
                      </a:lnTo>
                      <a:lnTo>
                        <a:pt x="655225" y="244126"/>
                      </a:lnTo>
                      <a:lnTo>
                        <a:pt x="663988" y="247269"/>
                      </a:lnTo>
                      <a:lnTo>
                        <a:pt x="735330" y="272891"/>
                      </a:lnTo>
                      <a:lnTo>
                        <a:pt x="744093" y="276034"/>
                      </a:lnTo>
                      <a:lnTo>
                        <a:pt x="815340" y="301657"/>
                      </a:lnTo>
                      <a:lnTo>
                        <a:pt x="824103" y="304800"/>
                      </a:lnTo>
                      <a:lnTo>
                        <a:pt x="895445" y="330422"/>
                      </a:lnTo>
                      <a:lnTo>
                        <a:pt x="904208" y="333565"/>
                      </a:lnTo>
                      <a:lnTo>
                        <a:pt x="975455" y="359188"/>
                      </a:lnTo>
                      <a:lnTo>
                        <a:pt x="984218" y="362331"/>
                      </a:lnTo>
                      <a:lnTo>
                        <a:pt x="1055560" y="387953"/>
                      </a:lnTo>
                      <a:lnTo>
                        <a:pt x="1064323" y="391096"/>
                      </a:lnTo>
                      <a:lnTo>
                        <a:pt x="1115949" y="409670"/>
                      </a:lnTo>
                      <a:lnTo>
                        <a:pt x="1121855" y="40195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4" name="Google Shape;1404;p53"/>
                <p:cNvSpPr/>
                <p:nvPr/>
              </p:nvSpPr>
              <p:spPr>
                <a:xfrm>
                  <a:off x="9809371" y="1038794"/>
                  <a:ext cx="1136523" cy="416147"/>
                </a:xfrm>
                <a:custGeom>
                  <a:rect b="b" l="l" r="r" t="t"/>
                  <a:pathLst>
                    <a:path extrusionOk="0" h="416147" w="1136523">
                      <a:moveTo>
                        <a:pt x="1132904" y="416147"/>
                      </a:moveTo>
                      <a:lnTo>
                        <a:pt x="0" y="8763"/>
                      </a:lnTo>
                      <a:lnTo>
                        <a:pt x="3143" y="0"/>
                      </a:lnTo>
                      <a:lnTo>
                        <a:pt x="1136523" y="407575"/>
                      </a:lnTo>
                      <a:cubicBezTo>
                        <a:pt x="1135380" y="410337"/>
                        <a:pt x="1134047" y="412909"/>
                        <a:pt x="1133189" y="415195"/>
                      </a:cubicBezTo>
                      <a:lnTo>
                        <a:pt x="1132809" y="41614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5" name="Google Shape;1405;p53"/>
                <p:cNvSpPr/>
                <p:nvPr/>
              </p:nvSpPr>
              <p:spPr>
                <a:xfrm>
                  <a:off x="9767271" y="1113852"/>
                  <a:ext cx="1182909" cy="433578"/>
                </a:xfrm>
                <a:custGeom>
                  <a:rect b="b" l="l" r="r" t="t"/>
                  <a:pathLst>
                    <a:path extrusionOk="0" h="433578" w="1182909">
                      <a:moveTo>
                        <a:pt x="1180624" y="433578"/>
                      </a:moveTo>
                      <a:lnTo>
                        <a:pt x="0" y="9049"/>
                      </a:lnTo>
                      <a:cubicBezTo>
                        <a:pt x="667" y="6001"/>
                        <a:pt x="1524" y="2953"/>
                        <a:pt x="2381" y="0"/>
                      </a:cubicBezTo>
                      <a:lnTo>
                        <a:pt x="1182910" y="424529"/>
                      </a:lnTo>
                      <a:cubicBezTo>
                        <a:pt x="1182338" y="427577"/>
                        <a:pt x="1181672" y="430530"/>
                        <a:pt x="1180910" y="432816"/>
                      </a:cubicBezTo>
                      <a:lnTo>
                        <a:pt x="1180624" y="43357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6" name="Google Shape;1406;p53"/>
                <p:cNvSpPr/>
                <p:nvPr/>
              </p:nvSpPr>
              <p:spPr>
                <a:xfrm>
                  <a:off x="9704691" y="1181860"/>
                  <a:ext cx="1217675" cy="446722"/>
                </a:xfrm>
                <a:custGeom>
                  <a:rect b="b" l="l" r="r" t="t"/>
                  <a:pathLst>
                    <a:path extrusionOk="0" h="446722" w="1217675">
                      <a:moveTo>
                        <a:pt x="1217676" y="446722"/>
                      </a:moveTo>
                      <a:lnTo>
                        <a:pt x="0" y="8763"/>
                      </a:lnTo>
                      <a:lnTo>
                        <a:pt x="3143" y="0"/>
                      </a:lnTo>
                      <a:lnTo>
                        <a:pt x="1213866" y="435388"/>
                      </a:lnTo>
                      <a:cubicBezTo>
                        <a:pt x="1213961" y="436150"/>
                        <a:pt x="1214152" y="437007"/>
                        <a:pt x="1214342" y="437864"/>
                      </a:cubicBezTo>
                      <a:cubicBezTo>
                        <a:pt x="1215009" y="441293"/>
                        <a:pt x="1216533" y="443865"/>
                        <a:pt x="1217676" y="446722"/>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7" name="Google Shape;1407;p53"/>
                <p:cNvSpPr/>
                <p:nvPr/>
              </p:nvSpPr>
              <p:spPr>
                <a:xfrm rot="-4214982">
                  <a:off x="10271028" y="845490"/>
                  <a:ext cx="9322" cy="1271428"/>
                </a:xfrm>
                <a:custGeom>
                  <a:rect b="b" l="l" r="r" t="t"/>
                  <a:pathLst>
                    <a:path extrusionOk="0" h="1273016" w="9334">
                      <a:moveTo>
                        <a:pt x="0" y="0"/>
                      </a:moveTo>
                      <a:lnTo>
                        <a:pt x="9335" y="0"/>
                      </a:lnTo>
                      <a:lnTo>
                        <a:pt x="9335" y="1273016"/>
                      </a:lnTo>
                      <a:lnTo>
                        <a:pt x="0" y="1273016"/>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8" name="Google Shape;1408;p53"/>
                <p:cNvSpPr/>
                <p:nvPr/>
              </p:nvSpPr>
              <p:spPr>
                <a:xfrm>
                  <a:off x="9647065" y="1341975"/>
                  <a:ext cx="1207008" cy="442341"/>
                </a:xfrm>
                <a:custGeom>
                  <a:rect b="b" l="l" r="r" t="t"/>
                  <a:pathLst>
                    <a:path extrusionOk="0" h="442341" w="1207008">
                      <a:moveTo>
                        <a:pt x="1205579" y="442341"/>
                      </a:moveTo>
                      <a:lnTo>
                        <a:pt x="0" y="8763"/>
                      </a:lnTo>
                      <a:lnTo>
                        <a:pt x="3143" y="0"/>
                      </a:lnTo>
                      <a:lnTo>
                        <a:pt x="1207008" y="432911"/>
                      </a:lnTo>
                      <a:cubicBezTo>
                        <a:pt x="1207008" y="434150"/>
                        <a:pt x="1206341" y="435292"/>
                        <a:pt x="1203579" y="436340"/>
                      </a:cubicBezTo>
                      <a:cubicBezTo>
                        <a:pt x="1203770" y="438531"/>
                        <a:pt x="1204531" y="440436"/>
                        <a:pt x="1205579" y="44234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9" name="Google Shape;1409;p53"/>
                <p:cNvSpPr/>
                <p:nvPr/>
              </p:nvSpPr>
              <p:spPr>
                <a:xfrm>
                  <a:off x="9618204" y="1422081"/>
                  <a:ext cx="1228058" cy="449199"/>
                </a:xfrm>
                <a:custGeom>
                  <a:rect b="b" l="l" r="r" t="t"/>
                  <a:pathLst>
                    <a:path extrusionOk="0" h="449199" w="1228058">
                      <a:moveTo>
                        <a:pt x="1224820" y="449199"/>
                      </a:moveTo>
                      <a:lnTo>
                        <a:pt x="0" y="8763"/>
                      </a:lnTo>
                      <a:lnTo>
                        <a:pt x="3143" y="0"/>
                      </a:lnTo>
                      <a:lnTo>
                        <a:pt x="1228058" y="440531"/>
                      </a:lnTo>
                      <a:cubicBezTo>
                        <a:pt x="1227297" y="441769"/>
                        <a:pt x="1226534" y="443579"/>
                        <a:pt x="1225772" y="446056"/>
                      </a:cubicBezTo>
                      <a:cubicBezTo>
                        <a:pt x="1225391" y="447104"/>
                        <a:pt x="1225010" y="448151"/>
                        <a:pt x="1224725" y="44919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0" name="Google Shape;1410;p53"/>
                <p:cNvSpPr/>
                <p:nvPr/>
              </p:nvSpPr>
              <p:spPr>
                <a:xfrm>
                  <a:off x="9590772" y="1502376"/>
                  <a:ext cx="1212532" cy="439197"/>
                </a:xfrm>
                <a:custGeom>
                  <a:rect b="b" l="l" r="r" t="t"/>
                  <a:pathLst>
                    <a:path extrusionOk="0" h="439197" w="1212532">
                      <a:moveTo>
                        <a:pt x="1109377" y="402812"/>
                      </a:moveTo>
                      <a:lnTo>
                        <a:pt x="1038035" y="377190"/>
                      </a:lnTo>
                      <a:lnTo>
                        <a:pt x="1029176" y="374237"/>
                      </a:lnTo>
                      <a:lnTo>
                        <a:pt x="1029176" y="374047"/>
                      </a:lnTo>
                      <a:cubicBezTo>
                        <a:pt x="1029176" y="374047"/>
                        <a:pt x="958024" y="348425"/>
                        <a:pt x="958024" y="348425"/>
                      </a:cubicBezTo>
                      <a:lnTo>
                        <a:pt x="949166" y="345472"/>
                      </a:lnTo>
                      <a:lnTo>
                        <a:pt x="949166" y="345281"/>
                      </a:lnTo>
                      <a:cubicBezTo>
                        <a:pt x="949166" y="345281"/>
                        <a:pt x="877919" y="319659"/>
                        <a:pt x="877919" y="319659"/>
                      </a:cubicBezTo>
                      <a:lnTo>
                        <a:pt x="869061" y="316706"/>
                      </a:lnTo>
                      <a:lnTo>
                        <a:pt x="869061" y="316516"/>
                      </a:lnTo>
                      <a:cubicBezTo>
                        <a:pt x="869061" y="316516"/>
                        <a:pt x="797909" y="290894"/>
                        <a:pt x="797909" y="290894"/>
                      </a:cubicBezTo>
                      <a:lnTo>
                        <a:pt x="789051" y="287941"/>
                      </a:lnTo>
                      <a:lnTo>
                        <a:pt x="789051" y="287750"/>
                      </a:lnTo>
                      <a:cubicBezTo>
                        <a:pt x="789051" y="287750"/>
                        <a:pt x="717804" y="262128"/>
                        <a:pt x="717804" y="262128"/>
                      </a:cubicBezTo>
                      <a:lnTo>
                        <a:pt x="708946" y="259175"/>
                      </a:lnTo>
                      <a:lnTo>
                        <a:pt x="708946" y="258985"/>
                      </a:lnTo>
                      <a:cubicBezTo>
                        <a:pt x="708946" y="258985"/>
                        <a:pt x="637794" y="233363"/>
                        <a:pt x="637794" y="233363"/>
                      </a:cubicBezTo>
                      <a:lnTo>
                        <a:pt x="628936" y="230410"/>
                      </a:lnTo>
                      <a:lnTo>
                        <a:pt x="628936" y="230219"/>
                      </a:lnTo>
                      <a:cubicBezTo>
                        <a:pt x="628936" y="230219"/>
                        <a:pt x="557689" y="204597"/>
                        <a:pt x="557689" y="204597"/>
                      </a:cubicBezTo>
                      <a:lnTo>
                        <a:pt x="548830" y="201644"/>
                      </a:lnTo>
                      <a:lnTo>
                        <a:pt x="548830" y="201454"/>
                      </a:lnTo>
                      <a:cubicBezTo>
                        <a:pt x="548830" y="201454"/>
                        <a:pt x="477583" y="175832"/>
                        <a:pt x="477583" y="175832"/>
                      </a:cubicBezTo>
                      <a:lnTo>
                        <a:pt x="468725" y="172879"/>
                      </a:lnTo>
                      <a:lnTo>
                        <a:pt x="468725" y="172688"/>
                      </a:lnTo>
                      <a:cubicBezTo>
                        <a:pt x="468725" y="172688"/>
                        <a:pt x="397573" y="147066"/>
                        <a:pt x="397573" y="147066"/>
                      </a:cubicBezTo>
                      <a:lnTo>
                        <a:pt x="388715" y="144113"/>
                      </a:lnTo>
                      <a:lnTo>
                        <a:pt x="388715" y="143923"/>
                      </a:lnTo>
                      <a:cubicBezTo>
                        <a:pt x="388715" y="143923"/>
                        <a:pt x="317468" y="118300"/>
                        <a:pt x="317468" y="118300"/>
                      </a:cubicBezTo>
                      <a:lnTo>
                        <a:pt x="308610" y="115348"/>
                      </a:lnTo>
                      <a:lnTo>
                        <a:pt x="308610" y="115157"/>
                      </a:lnTo>
                      <a:cubicBezTo>
                        <a:pt x="308610" y="115157"/>
                        <a:pt x="237458" y="89535"/>
                        <a:pt x="237458" y="89535"/>
                      </a:cubicBezTo>
                      <a:lnTo>
                        <a:pt x="228600" y="86582"/>
                      </a:lnTo>
                      <a:lnTo>
                        <a:pt x="228600" y="86392"/>
                      </a:lnTo>
                      <a:cubicBezTo>
                        <a:pt x="228600" y="86392"/>
                        <a:pt x="157353" y="60770"/>
                        <a:pt x="157353" y="60770"/>
                      </a:cubicBezTo>
                      <a:lnTo>
                        <a:pt x="148495" y="57817"/>
                      </a:lnTo>
                      <a:lnTo>
                        <a:pt x="148495" y="57626"/>
                      </a:lnTo>
                      <a:cubicBezTo>
                        <a:pt x="148495" y="57626"/>
                        <a:pt x="77343" y="32004"/>
                        <a:pt x="77343" y="32004"/>
                      </a:cubicBezTo>
                      <a:lnTo>
                        <a:pt x="68485" y="29051"/>
                      </a:lnTo>
                      <a:lnTo>
                        <a:pt x="68485" y="28861"/>
                      </a:lnTo>
                      <a:cubicBezTo>
                        <a:pt x="68485" y="28861"/>
                        <a:pt x="0" y="4191"/>
                        <a:pt x="0" y="4191"/>
                      </a:cubicBezTo>
                      <a:lnTo>
                        <a:pt x="1524" y="0"/>
                      </a:lnTo>
                      <a:lnTo>
                        <a:pt x="1212532" y="435483"/>
                      </a:lnTo>
                      <a:cubicBezTo>
                        <a:pt x="1211580" y="437007"/>
                        <a:pt x="1210628" y="438150"/>
                        <a:pt x="1209675" y="439198"/>
                      </a:cubicBezTo>
                      <a:lnTo>
                        <a:pt x="1197864" y="434912"/>
                      </a:lnTo>
                      <a:lnTo>
                        <a:pt x="1189006" y="431959"/>
                      </a:lnTo>
                      <a:lnTo>
                        <a:pt x="1189006" y="431768"/>
                      </a:lnTo>
                      <a:cubicBezTo>
                        <a:pt x="1189006" y="431768"/>
                        <a:pt x="1117759" y="406146"/>
                        <a:pt x="1117759" y="406146"/>
                      </a:cubicBezTo>
                      <a:lnTo>
                        <a:pt x="1108900" y="403193"/>
                      </a:lnTo>
                      <a:lnTo>
                        <a:pt x="1108900" y="40300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11" name="Google Shape;1411;p53"/>
              <p:cNvGrpSpPr/>
              <p:nvPr/>
            </p:nvGrpSpPr>
            <p:grpSpPr>
              <a:xfrm>
                <a:off x="9659447" y="632648"/>
                <a:ext cx="1420749" cy="1304449"/>
                <a:chOff x="9659447" y="632648"/>
                <a:chExt cx="1420749" cy="1304449"/>
              </a:xfrm>
            </p:grpSpPr>
            <p:grpSp>
              <p:nvGrpSpPr>
                <p:cNvPr id="1412" name="Google Shape;1412;p53"/>
                <p:cNvGrpSpPr/>
                <p:nvPr/>
              </p:nvGrpSpPr>
              <p:grpSpPr>
                <a:xfrm>
                  <a:off x="10780064" y="1100040"/>
                  <a:ext cx="300132" cy="837057"/>
                  <a:chOff x="10780064" y="1100040"/>
                  <a:chExt cx="300132" cy="837057"/>
                </a:xfrm>
              </p:grpSpPr>
              <p:sp>
                <p:nvSpPr>
                  <p:cNvPr id="1413" name="Google Shape;1413;p53"/>
                  <p:cNvSpPr/>
                  <p:nvPr/>
                </p:nvSpPr>
                <p:spPr>
                  <a:xfrm>
                    <a:off x="11004378" y="1100040"/>
                    <a:ext cx="75818" cy="210883"/>
                  </a:xfrm>
                  <a:custGeom>
                    <a:rect b="b" l="l" r="r" t="t"/>
                    <a:pathLst>
                      <a:path extrusionOk="0" h="210883" w="75818">
                        <a:moveTo>
                          <a:pt x="10192" y="200120"/>
                        </a:moveTo>
                        <a:cubicBezTo>
                          <a:pt x="7239" y="204216"/>
                          <a:pt x="4096" y="207836"/>
                          <a:pt x="0" y="210884"/>
                        </a:cubicBezTo>
                        <a:lnTo>
                          <a:pt x="75819" y="0"/>
                        </a:lnTo>
                        <a:cubicBezTo>
                          <a:pt x="75533" y="2953"/>
                          <a:pt x="74581" y="6191"/>
                          <a:pt x="73152" y="10763"/>
                        </a:cubicBezTo>
                        <a:cubicBezTo>
                          <a:pt x="71438" y="16193"/>
                          <a:pt x="70580" y="23336"/>
                          <a:pt x="69532" y="30671"/>
                        </a:cubicBezTo>
                        <a:cubicBezTo>
                          <a:pt x="69056" y="33719"/>
                          <a:pt x="68580" y="36957"/>
                          <a:pt x="67913" y="39910"/>
                        </a:cubicBezTo>
                        <a:cubicBezTo>
                          <a:pt x="65913" y="49244"/>
                          <a:pt x="62579" y="57626"/>
                          <a:pt x="55436" y="61341"/>
                        </a:cubicBezTo>
                        <a:cubicBezTo>
                          <a:pt x="56959" y="62198"/>
                          <a:pt x="59626" y="63722"/>
                          <a:pt x="62198" y="65437"/>
                        </a:cubicBezTo>
                        <a:lnTo>
                          <a:pt x="16573" y="192310"/>
                        </a:lnTo>
                        <a:lnTo>
                          <a:pt x="16002" y="192119"/>
                        </a:lnTo>
                        <a:cubicBezTo>
                          <a:pt x="13906" y="194881"/>
                          <a:pt x="12097" y="197453"/>
                          <a:pt x="10192" y="199930"/>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4" name="Google Shape;1414;p53"/>
                  <p:cNvSpPr/>
                  <p:nvPr/>
                </p:nvSpPr>
                <p:spPr>
                  <a:xfrm>
                    <a:off x="10987613" y="1356834"/>
                    <a:ext cx="190" cy="285"/>
                  </a:xfrm>
                  <a:custGeom>
                    <a:rect b="b" l="l" r="r" t="t"/>
                    <a:pathLst>
                      <a:path extrusionOk="0" h="285" w="190">
                        <a:moveTo>
                          <a:pt x="190" y="0"/>
                        </a:moveTo>
                        <a:cubicBezTo>
                          <a:pt x="190" y="0"/>
                          <a:pt x="190" y="191"/>
                          <a:pt x="190" y="286"/>
                        </a:cubicBezTo>
                        <a:cubicBezTo>
                          <a:pt x="190" y="286"/>
                          <a:pt x="124" y="286"/>
                          <a:pt x="0" y="286"/>
                        </a:cubicBezTo>
                        <a:lnTo>
                          <a:pt x="0" y="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5" name="Google Shape;1415;p53"/>
                  <p:cNvSpPr/>
                  <p:nvPr/>
                </p:nvSpPr>
                <p:spPr>
                  <a:xfrm>
                    <a:off x="10858455" y="1484565"/>
                    <a:ext cx="90201" cy="232124"/>
                  </a:xfrm>
                  <a:custGeom>
                    <a:rect b="b" l="l" r="r" t="t"/>
                    <a:pathLst>
                      <a:path extrusionOk="0" h="232124" w="90201">
                        <a:moveTo>
                          <a:pt x="0" y="232124"/>
                        </a:moveTo>
                        <a:lnTo>
                          <a:pt x="83439" y="0"/>
                        </a:lnTo>
                        <a:cubicBezTo>
                          <a:pt x="86868" y="1810"/>
                          <a:pt x="89154" y="3810"/>
                          <a:pt x="90202" y="8763"/>
                        </a:cubicBezTo>
                        <a:lnTo>
                          <a:pt x="26575" y="185547"/>
                        </a:lnTo>
                        <a:lnTo>
                          <a:pt x="26384" y="185547"/>
                        </a:lnTo>
                        <a:cubicBezTo>
                          <a:pt x="21907" y="192119"/>
                          <a:pt x="20098" y="200120"/>
                          <a:pt x="18002" y="208026"/>
                        </a:cubicBezTo>
                        <a:lnTo>
                          <a:pt x="18479" y="208217"/>
                        </a:lnTo>
                        <a:lnTo>
                          <a:pt x="15335" y="216979"/>
                        </a:lnTo>
                        <a:lnTo>
                          <a:pt x="15335" y="216979"/>
                        </a:lnTo>
                        <a:cubicBezTo>
                          <a:pt x="14478" y="218884"/>
                          <a:pt x="13621" y="220885"/>
                          <a:pt x="12668" y="222695"/>
                        </a:cubicBezTo>
                        <a:cubicBezTo>
                          <a:pt x="9811" y="227647"/>
                          <a:pt x="10478" y="226314"/>
                          <a:pt x="6477" y="229076"/>
                        </a:cubicBezTo>
                        <a:cubicBezTo>
                          <a:pt x="5048" y="230124"/>
                          <a:pt x="2381" y="230981"/>
                          <a:pt x="95" y="232124"/>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6" name="Google Shape;1416;p53"/>
                  <p:cNvSpPr/>
                  <p:nvPr/>
                </p:nvSpPr>
                <p:spPr>
                  <a:xfrm>
                    <a:off x="10780064" y="1727738"/>
                    <a:ext cx="79152" cy="209359"/>
                  </a:xfrm>
                  <a:custGeom>
                    <a:rect b="b" l="l" r="r" t="t"/>
                    <a:pathLst>
                      <a:path extrusionOk="0" h="209359" w="79152">
                        <a:moveTo>
                          <a:pt x="95" y="206407"/>
                        </a:moveTo>
                        <a:lnTo>
                          <a:pt x="74295" y="0"/>
                        </a:lnTo>
                        <a:cubicBezTo>
                          <a:pt x="75724" y="4667"/>
                          <a:pt x="78391" y="9525"/>
                          <a:pt x="78962" y="13049"/>
                        </a:cubicBezTo>
                        <a:cubicBezTo>
                          <a:pt x="78962" y="13335"/>
                          <a:pt x="78962" y="13621"/>
                          <a:pt x="79153" y="14002"/>
                        </a:cubicBezTo>
                        <a:lnTo>
                          <a:pt x="8858" y="209359"/>
                        </a:lnTo>
                        <a:lnTo>
                          <a:pt x="0" y="20640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17" name="Google Shape;1417;p53"/>
                <p:cNvSpPr/>
                <p:nvPr/>
              </p:nvSpPr>
              <p:spPr>
                <a:xfrm>
                  <a:off x="10700149" y="955356"/>
                  <a:ext cx="350329" cy="953071"/>
                </a:xfrm>
                <a:custGeom>
                  <a:rect b="b" l="l" r="r" t="t"/>
                  <a:pathLst>
                    <a:path extrusionOk="0" h="953071" w="350329">
                      <a:moveTo>
                        <a:pt x="0" y="950023"/>
                      </a:moveTo>
                      <a:lnTo>
                        <a:pt x="341662" y="0"/>
                      </a:lnTo>
                      <a:cubicBezTo>
                        <a:pt x="344614" y="1143"/>
                        <a:pt x="347567" y="2476"/>
                        <a:pt x="350330" y="3429"/>
                      </a:cubicBezTo>
                      <a:lnTo>
                        <a:pt x="8858" y="953072"/>
                      </a:lnTo>
                      <a:lnTo>
                        <a:pt x="0" y="950119"/>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8" name="Google Shape;1418;p53"/>
                <p:cNvSpPr/>
                <p:nvPr/>
              </p:nvSpPr>
              <p:spPr>
                <a:xfrm>
                  <a:off x="10619948" y="933257"/>
                  <a:ext cx="347567" cy="946404"/>
                </a:xfrm>
                <a:custGeom>
                  <a:rect b="b" l="l" r="r" t="t"/>
                  <a:pathLst>
                    <a:path extrusionOk="0" h="946404" w="347567">
                      <a:moveTo>
                        <a:pt x="95" y="943356"/>
                      </a:moveTo>
                      <a:lnTo>
                        <a:pt x="339376" y="0"/>
                      </a:lnTo>
                      <a:cubicBezTo>
                        <a:pt x="340709" y="572"/>
                        <a:pt x="342043" y="1143"/>
                        <a:pt x="342995" y="1715"/>
                      </a:cubicBezTo>
                      <a:cubicBezTo>
                        <a:pt x="344519" y="2572"/>
                        <a:pt x="346043" y="3620"/>
                        <a:pt x="347567" y="4667"/>
                      </a:cubicBezTo>
                      <a:lnTo>
                        <a:pt x="8858" y="946404"/>
                      </a:lnTo>
                      <a:lnTo>
                        <a:pt x="0" y="94345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9" name="Google Shape;1419;p53"/>
                <p:cNvSpPr/>
                <p:nvPr/>
              </p:nvSpPr>
              <p:spPr>
                <a:xfrm>
                  <a:off x="10539938" y="913731"/>
                  <a:ext cx="344900" cy="937069"/>
                </a:xfrm>
                <a:custGeom>
                  <a:rect b="b" l="l" r="r" t="t"/>
                  <a:pathLst>
                    <a:path extrusionOk="0" h="937069" w="344900">
                      <a:moveTo>
                        <a:pt x="95" y="934117"/>
                      </a:moveTo>
                      <a:lnTo>
                        <a:pt x="336042" y="0"/>
                      </a:lnTo>
                      <a:cubicBezTo>
                        <a:pt x="338804" y="1143"/>
                        <a:pt x="341471" y="2381"/>
                        <a:pt x="344234" y="2762"/>
                      </a:cubicBezTo>
                      <a:cubicBezTo>
                        <a:pt x="344424" y="2762"/>
                        <a:pt x="344710" y="2762"/>
                        <a:pt x="344900" y="2762"/>
                      </a:cubicBezTo>
                      <a:lnTo>
                        <a:pt x="8858" y="937070"/>
                      </a:lnTo>
                      <a:lnTo>
                        <a:pt x="0" y="93411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0" name="Google Shape;1420;p53"/>
                <p:cNvSpPr/>
                <p:nvPr/>
              </p:nvSpPr>
              <p:spPr>
                <a:xfrm>
                  <a:off x="10459833" y="905540"/>
                  <a:ext cx="338423" cy="916400"/>
                </a:xfrm>
                <a:custGeom>
                  <a:rect b="b" l="l" r="r" t="t"/>
                  <a:pathLst>
                    <a:path extrusionOk="0" h="916400" w="338423">
                      <a:moveTo>
                        <a:pt x="95" y="913448"/>
                      </a:moveTo>
                      <a:lnTo>
                        <a:pt x="328422" y="381"/>
                      </a:lnTo>
                      <a:cubicBezTo>
                        <a:pt x="332327" y="1619"/>
                        <a:pt x="334137" y="1619"/>
                        <a:pt x="338423" y="0"/>
                      </a:cubicBezTo>
                      <a:lnTo>
                        <a:pt x="8858" y="916400"/>
                      </a:lnTo>
                      <a:lnTo>
                        <a:pt x="0" y="91344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1" name="Google Shape;1421;p53"/>
                <p:cNvSpPr/>
                <p:nvPr/>
              </p:nvSpPr>
              <p:spPr>
                <a:xfrm>
                  <a:off x="10379823" y="861725"/>
                  <a:ext cx="338613" cy="931449"/>
                </a:xfrm>
                <a:custGeom>
                  <a:rect b="b" l="l" r="r" t="t"/>
                  <a:pathLst>
                    <a:path extrusionOk="0" h="931449" w="338613">
                      <a:moveTo>
                        <a:pt x="95" y="928497"/>
                      </a:moveTo>
                      <a:lnTo>
                        <a:pt x="334042" y="0"/>
                      </a:lnTo>
                      <a:cubicBezTo>
                        <a:pt x="333470" y="1619"/>
                        <a:pt x="332994" y="3238"/>
                        <a:pt x="333089" y="4763"/>
                      </a:cubicBezTo>
                      <a:cubicBezTo>
                        <a:pt x="333470" y="7620"/>
                        <a:pt x="335852" y="11144"/>
                        <a:pt x="338614" y="14573"/>
                      </a:cubicBezTo>
                      <a:lnTo>
                        <a:pt x="8858" y="931450"/>
                      </a:lnTo>
                      <a:lnTo>
                        <a:pt x="0" y="92849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2" name="Google Shape;1422;p53"/>
                <p:cNvSpPr/>
                <p:nvPr/>
              </p:nvSpPr>
              <p:spPr>
                <a:xfrm>
                  <a:off x="10299908" y="826863"/>
                  <a:ext cx="344805" cy="937545"/>
                </a:xfrm>
                <a:custGeom>
                  <a:rect b="b" l="l" r="r" t="t"/>
                  <a:pathLst>
                    <a:path extrusionOk="0" h="937545" w="344805">
                      <a:moveTo>
                        <a:pt x="0" y="934593"/>
                      </a:moveTo>
                      <a:lnTo>
                        <a:pt x="336137" y="0"/>
                      </a:lnTo>
                      <a:cubicBezTo>
                        <a:pt x="338328" y="857"/>
                        <a:pt x="340614" y="1715"/>
                        <a:pt x="342900" y="2572"/>
                      </a:cubicBezTo>
                      <a:cubicBezTo>
                        <a:pt x="343472" y="2762"/>
                        <a:pt x="344138" y="3048"/>
                        <a:pt x="344805" y="3334"/>
                      </a:cubicBezTo>
                      <a:lnTo>
                        <a:pt x="8858" y="937546"/>
                      </a:lnTo>
                      <a:lnTo>
                        <a:pt x="0" y="93459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3" name="Google Shape;1423;p53"/>
                <p:cNvSpPr/>
                <p:nvPr/>
              </p:nvSpPr>
              <p:spPr>
                <a:xfrm>
                  <a:off x="10219803" y="822768"/>
                  <a:ext cx="334994" cy="912780"/>
                </a:xfrm>
                <a:custGeom>
                  <a:rect b="b" l="l" r="r" t="t"/>
                  <a:pathLst>
                    <a:path extrusionOk="0" h="912780" w="334994">
                      <a:moveTo>
                        <a:pt x="95" y="909923"/>
                      </a:moveTo>
                      <a:lnTo>
                        <a:pt x="327279" y="0"/>
                      </a:lnTo>
                      <a:cubicBezTo>
                        <a:pt x="327755" y="1905"/>
                        <a:pt x="328327" y="3619"/>
                        <a:pt x="330136" y="4763"/>
                      </a:cubicBezTo>
                      <a:cubicBezTo>
                        <a:pt x="331470" y="5620"/>
                        <a:pt x="333184" y="5905"/>
                        <a:pt x="334994" y="6001"/>
                      </a:cubicBezTo>
                      <a:lnTo>
                        <a:pt x="8858" y="912781"/>
                      </a:lnTo>
                      <a:lnTo>
                        <a:pt x="0" y="90982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4" name="Google Shape;1424;p53"/>
                <p:cNvSpPr/>
                <p:nvPr/>
              </p:nvSpPr>
              <p:spPr>
                <a:xfrm>
                  <a:off x="10139793" y="787239"/>
                  <a:ext cx="338708" cy="919734"/>
                </a:xfrm>
                <a:custGeom>
                  <a:rect b="b" l="l" r="r" t="t"/>
                  <a:pathLst>
                    <a:path extrusionOk="0" h="919734" w="338708">
                      <a:moveTo>
                        <a:pt x="0" y="916686"/>
                      </a:moveTo>
                      <a:lnTo>
                        <a:pt x="329660" y="0"/>
                      </a:lnTo>
                      <a:cubicBezTo>
                        <a:pt x="332613" y="857"/>
                        <a:pt x="335661" y="1715"/>
                        <a:pt x="338709" y="2477"/>
                      </a:cubicBezTo>
                      <a:lnTo>
                        <a:pt x="8858" y="919734"/>
                      </a:lnTo>
                      <a:lnTo>
                        <a:pt x="0" y="91678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5" name="Google Shape;1425;p53"/>
                <p:cNvSpPr/>
                <p:nvPr/>
              </p:nvSpPr>
              <p:spPr>
                <a:xfrm>
                  <a:off x="10059688" y="746568"/>
                  <a:ext cx="341471" cy="931544"/>
                </a:xfrm>
                <a:custGeom>
                  <a:rect b="b" l="l" r="r" t="t"/>
                  <a:pathLst>
                    <a:path extrusionOk="0" h="931544" w="341471">
                      <a:moveTo>
                        <a:pt x="0" y="928497"/>
                      </a:moveTo>
                      <a:lnTo>
                        <a:pt x="333946" y="0"/>
                      </a:lnTo>
                      <a:cubicBezTo>
                        <a:pt x="333946" y="0"/>
                        <a:pt x="334899" y="476"/>
                        <a:pt x="335375" y="667"/>
                      </a:cubicBezTo>
                      <a:cubicBezTo>
                        <a:pt x="340042" y="2762"/>
                        <a:pt x="339280" y="3810"/>
                        <a:pt x="341471" y="6572"/>
                      </a:cubicBezTo>
                      <a:lnTo>
                        <a:pt x="8858" y="931545"/>
                      </a:lnTo>
                      <a:lnTo>
                        <a:pt x="0" y="92859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6" name="Google Shape;1426;p53"/>
                <p:cNvSpPr/>
                <p:nvPr/>
              </p:nvSpPr>
              <p:spPr>
                <a:xfrm>
                  <a:off x="9979678" y="755712"/>
                  <a:ext cx="329279" cy="893635"/>
                </a:xfrm>
                <a:custGeom>
                  <a:rect b="b" l="l" r="r" t="t"/>
                  <a:pathLst>
                    <a:path extrusionOk="0" h="893635" w="329279">
                      <a:moveTo>
                        <a:pt x="0" y="890587"/>
                      </a:moveTo>
                      <a:lnTo>
                        <a:pt x="320326" y="0"/>
                      </a:lnTo>
                      <a:cubicBezTo>
                        <a:pt x="323374" y="762"/>
                        <a:pt x="326422" y="1715"/>
                        <a:pt x="329279" y="2572"/>
                      </a:cubicBezTo>
                      <a:lnTo>
                        <a:pt x="8858" y="893636"/>
                      </a:lnTo>
                      <a:lnTo>
                        <a:pt x="0" y="89068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7" name="Google Shape;1427;p53"/>
                <p:cNvSpPr/>
                <p:nvPr/>
              </p:nvSpPr>
              <p:spPr>
                <a:xfrm>
                  <a:off x="9899573" y="709039"/>
                  <a:ext cx="335089" cy="911447"/>
                </a:xfrm>
                <a:custGeom>
                  <a:rect b="b" l="l" r="r" t="t"/>
                  <a:pathLst>
                    <a:path extrusionOk="0" h="911447" w="335089">
                      <a:moveTo>
                        <a:pt x="95" y="908494"/>
                      </a:moveTo>
                      <a:lnTo>
                        <a:pt x="326803" y="0"/>
                      </a:lnTo>
                      <a:cubicBezTo>
                        <a:pt x="329565" y="1810"/>
                        <a:pt x="332327" y="3143"/>
                        <a:pt x="335090" y="4381"/>
                      </a:cubicBezTo>
                      <a:lnTo>
                        <a:pt x="8858" y="911447"/>
                      </a:lnTo>
                      <a:lnTo>
                        <a:pt x="0" y="908494"/>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8" name="Google Shape;1428;p53"/>
                <p:cNvSpPr/>
                <p:nvPr/>
              </p:nvSpPr>
              <p:spPr>
                <a:xfrm>
                  <a:off x="9819658" y="632648"/>
                  <a:ext cx="348995" cy="959167"/>
                </a:xfrm>
                <a:custGeom>
                  <a:rect b="b" l="l" r="r" t="t"/>
                  <a:pathLst>
                    <a:path extrusionOk="0" h="959167" w="348995">
                      <a:moveTo>
                        <a:pt x="0" y="956120"/>
                      </a:moveTo>
                      <a:lnTo>
                        <a:pt x="335852" y="22384"/>
                      </a:lnTo>
                      <a:cubicBezTo>
                        <a:pt x="337185" y="22670"/>
                        <a:pt x="338614" y="22955"/>
                        <a:pt x="339757" y="23241"/>
                      </a:cubicBezTo>
                      <a:cubicBezTo>
                        <a:pt x="341852" y="20383"/>
                        <a:pt x="340995" y="16002"/>
                        <a:pt x="339757" y="11621"/>
                      </a:cubicBezTo>
                      <a:lnTo>
                        <a:pt x="343948" y="0"/>
                      </a:lnTo>
                      <a:lnTo>
                        <a:pt x="346329" y="857"/>
                      </a:lnTo>
                      <a:cubicBezTo>
                        <a:pt x="345186" y="3905"/>
                        <a:pt x="343662" y="6001"/>
                        <a:pt x="345853" y="9811"/>
                      </a:cubicBezTo>
                      <a:cubicBezTo>
                        <a:pt x="346710" y="11049"/>
                        <a:pt x="347853" y="12287"/>
                        <a:pt x="348996" y="13430"/>
                      </a:cubicBezTo>
                      <a:lnTo>
                        <a:pt x="8858" y="959168"/>
                      </a:lnTo>
                      <a:lnTo>
                        <a:pt x="0" y="95621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29" name="Google Shape;1429;p53"/>
                <p:cNvGrpSpPr/>
                <p:nvPr/>
              </p:nvGrpSpPr>
              <p:grpSpPr>
                <a:xfrm>
                  <a:off x="9739553" y="749996"/>
                  <a:ext cx="301084" cy="812959"/>
                  <a:chOff x="9739553" y="749996"/>
                  <a:chExt cx="301084" cy="812959"/>
                </a:xfrm>
              </p:grpSpPr>
              <p:sp>
                <p:nvSpPr>
                  <p:cNvPr id="1430" name="Google Shape;1430;p53"/>
                  <p:cNvSpPr/>
                  <p:nvPr/>
                </p:nvSpPr>
                <p:spPr>
                  <a:xfrm>
                    <a:off x="10011924" y="749996"/>
                    <a:ext cx="28713" cy="78295"/>
                  </a:xfrm>
                  <a:custGeom>
                    <a:rect b="b" l="l" r="r" t="t"/>
                    <a:pathLst>
                      <a:path extrusionOk="0" h="78295" w="28713">
                        <a:moveTo>
                          <a:pt x="615" y="78296"/>
                        </a:moveTo>
                        <a:cubicBezTo>
                          <a:pt x="139" y="73819"/>
                          <a:pt x="-338" y="69247"/>
                          <a:pt x="329" y="66389"/>
                        </a:cubicBezTo>
                        <a:cubicBezTo>
                          <a:pt x="1948" y="59627"/>
                          <a:pt x="5282" y="54197"/>
                          <a:pt x="6711" y="47339"/>
                        </a:cubicBezTo>
                        <a:cubicBezTo>
                          <a:pt x="8520" y="37814"/>
                          <a:pt x="9759" y="24194"/>
                          <a:pt x="14140" y="13907"/>
                        </a:cubicBezTo>
                        <a:lnTo>
                          <a:pt x="13854" y="13907"/>
                        </a:lnTo>
                        <a:cubicBezTo>
                          <a:pt x="13854" y="13907"/>
                          <a:pt x="16998" y="5048"/>
                          <a:pt x="16998" y="5048"/>
                        </a:cubicBezTo>
                        <a:lnTo>
                          <a:pt x="19093" y="5810"/>
                        </a:lnTo>
                        <a:cubicBezTo>
                          <a:pt x="20712" y="4191"/>
                          <a:pt x="22427" y="4286"/>
                          <a:pt x="24523" y="2953"/>
                        </a:cubicBezTo>
                        <a:cubicBezTo>
                          <a:pt x="25951" y="2000"/>
                          <a:pt x="27380" y="1048"/>
                          <a:pt x="28714" y="0"/>
                        </a:cubicBezTo>
                        <a:lnTo>
                          <a:pt x="615" y="7820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1" name="Google Shape;1431;p53"/>
                  <p:cNvSpPr/>
                  <p:nvPr/>
                </p:nvSpPr>
                <p:spPr>
                  <a:xfrm>
                    <a:off x="9739553" y="835055"/>
                    <a:ext cx="269462" cy="727900"/>
                  </a:xfrm>
                  <a:custGeom>
                    <a:rect b="b" l="l" r="r" t="t"/>
                    <a:pathLst>
                      <a:path extrusionOk="0" h="727900" w="269462">
                        <a:moveTo>
                          <a:pt x="0" y="724853"/>
                        </a:moveTo>
                        <a:lnTo>
                          <a:pt x="260699" y="0"/>
                        </a:lnTo>
                        <a:lnTo>
                          <a:pt x="269462" y="3143"/>
                        </a:lnTo>
                        <a:lnTo>
                          <a:pt x="8858" y="727901"/>
                        </a:lnTo>
                        <a:lnTo>
                          <a:pt x="0" y="72485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32" name="Google Shape;1432;p53"/>
                <p:cNvSpPr/>
                <p:nvPr/>
              </p:nvSpPr>
              <p:spPr>
                <a:xfrm>
                  <a:off x="9659447" y="949440"/>
                  <a:ext cx="218884" cy="584654"/>
                </a:xfrm>
                <a:custGeom>
                  <a:rect b="b" l="l" r="r" t="t"/>
                  <a:pathLst>
                    <a:path extrusionOk="0" h="584654" w="218884">
                      <a:moveTo>
                        <a:pt x="95" y="581702"/>
                      </a:moveTo>
                      <a:lnTo>
                        <a:pt x="208693" y="1724"/>
                      </a:lnTo>
                      <a:cubicBezTo>
                        <a:pt x="210121" y="1153"/>
                        <a:pt x="211550" y="486"/>
                        <a:pt x="213074" y="105"/>
                      </a:cubicBezTo>
                      <a:cubicBezTo>
                        <a:pt x="215551" y="-276"/>
                        <a:pt x="217170" y="486"/>
                        <a:pt x="218885" y="677"/>
                      </a:cubicBezTo>
                      <a:lnTo>
                        <a:pt x="8858" y="584654"/>
                      </a:lnTo>
                      <a:lnTo>
                        <a:pt x="0" y="58170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433" name="Google Shape;1433;p53"/>
            <p:cNvSpPr/>
            <p:nvPr/>
          </p:nvSpPr>
          <p:spPr>
            <a:xfrm rot="10800000">
              <a:off x="6783141" y="-621410"/>
              <a:ext cx="3085593" cy="2714505"/>
            </a:xfrm>
            <a:custGeom>
              <a:rect b="b" l="l" r="r" t="t"/>
              <a:pathLst>
                <a:path extrusionOk="0" h="1320927" w="1501505">
                  <a:moveTo>
                    <a:pt x="1212247" y="1320927"/>
                  </a:moveTo>
                  <a:lnTo>
                    <a:pt x="0" y="884492"/>
                  </a:lnTo>
                  <a:lnTo>
                    <a:pt x="115824" y="562547"/>
                  </a:lnTo>
                  <a:cubicBezTo>
                    <a:pt x="119253" y="562356"/>
                    <a:pt x="113157" y="555879"/>
                    <a:pt x="116110" y="556641"/>
                  </a:cubicBezTo>
                  <a:cubicBezTo>
                    <a:pt x="120872" y="549783"/>
                    <a:pt x="120396" y="542830"/>
                    <a:pt x="127254" y="537686"/>
                  </a:cubicBezTo>
                  <a:cubicBezTo>
                    <a:pt x="134684" y="532067"/>
                    <a:pt x="146209" y="530733"/>
                    <a:pt x="153448" y="524923"/>
                  </a:cubicBezTo>
                  <a:cubicBezTo>
                    <a:pt x="160401" y="519398"/>
                    <a:pt x="163449" y="497681"/>
                    <a:pt x="166116" y="487394"/>
                  </a:cubicBezTo>
                  <a:cubicBezTo>
                    <a:pt x="166783" y="484346"/>
                    <a:pt x="167640" y="481203"/>
                    <a:pt x="168497" y="478250"/>
                  </a:cubicBezTo>
                  <a:cubicBezTo>
                    <a:pt x="169926" y="473202"/>
                    <a:pt x="171641" y="468535"/>
                    <a:pt x="174308" y="464725"/>
                  </a:cubicBezTo>
                  <a:cubicBezTo>
                    <a:pt x="193262" y="472250"/>
                    <a:pt x="200882" y="443389"/>
                    <a:pt x="205073" y="431768"/>
                  </a:cubicBezTo>
                  <a:lnTo>
                    <a:pt x="216599" y="399764"/>
                  </a:lnTo>
                  <a:cubicBezTo>
                    <a:pt x="219456" y="391763"/>
                    <a:pt x="214503" y="376238"/>
                    <a:pt x="218884" y="369094"/>
                  </a:cubicBezTo>
                  <a:cubicBezTo>
                    <a:pt x="220123" y="366903"/>
                    <a:pt x="222504" y="367665"/>
                    <a:pt x="223647" y="365855"/>
                  </a:cubicBezTo>
                  <a:cubicBezTo>
                    <a:pt x="229743" y="356521"/>
                    <a:pt x="234029" y="347282"/>
                    <a:pt x="237934" y="337566"/>
                  </a:cubicBezTo>
                  <a:cubicBezTo>
                    <a:pt x="239173" y="334709"/>
                    <a:pt x="240221" y="331756"/>
                    <a:pt x="241268" y="328708"/>
                  </a:cubicBezTo>
                  <a:cubicBezTo>
                    <a:pt x="241744" y="327565"/>
                    <a:pt x="242125" y="326517"/>
                    <a:pt x="242602" y="325374"/>
                  </a:cubicBezTo>
                  <a:cubicBezTo>
                    <a:pt x="246602" y="314516"/>
                    <a:pt x="253270" y="325088"/>
                    <a:pt x="263081" y="325374"/>
                  </a:cubicBezTo>
                  <a:cubicBezTo>
                    <a:pt x="265081" y="325374"/>
                    <a:pt x="266700" y="324898"/>
                    <a:pt x="268224" y="324136"/>
                  </a:cubicBezTo>
                  <a:cubicBezTo>
                    <a:pt x="269653" y="323564"/>
                    <a:pt x="271082" y="322898"/>
                    <a:pt x="272701" y="322517"/>
                  </a:cubicBezTo>
                  <a:cubicBezTo>
                    <a:pt x="275273" y="322136"/>
                    <a:pt x="276892" y="322898"/>
                    <a:pt x="278606" y="323088"/>
                  </a:cubicBezTo>
                  <a:cubicBezTo>
                    <a:pt x="279844" y="323279"/>
                    <a:pt x="281178" y="323088"/>
                    <a:pt x="283178" y="321850"/>
                  </a:cubicBezTo>
                  <a:cubicBezTo>
                    <a:pt x="288417" y="318325"/>
                    <a:pt x="284988" y="300323"/>
                    <a:pt x="287941" y="295180"/>
                  </a:cubicBezTo>
                  <a:cubicBezTo>
                    <a:pt x="295847" y="297275"/>
                    <a:pt x="301561" y="295751"/>
                    <a:pt x="309563" y="297847"/>
                  </a:cubicBezTo>
                  <a:cubicBezTo>
                    <a:pt x="314516" y="290989"/>
                    <a:pt x="315944" y="279368"/>
                    <a:pt x="319564" y="271463"/>
                  </a:cubicBezTo>
                  <a:cubicBezTo>
                    <a:pt x="320802" y="268796"/>
                    <a:pt x="322421" y="266414"/>
                    <a:pt x="324707" y="264509"/>
                  </a:cubicBezTo>
                  <a:cubicBezTo>
                    <a:pt x="324993" y="264223"/>
                    <a:pt x="325469" y="263842"/>
                    <a:pt x="325946" y="263652"/>
                  </a:cubicBezTo>
                  <a:cubicBezTo>
                    <a:pt x="328232" y="261938"/>
                    <a:pt x="337852" y="269843"/>
                    <a:pt x="340424" y="269367"/>
                  </a:cubicBezTo>
                  <a:cubicBezTo>
                    <a:pt x="341662" y="269081"/>
                    <a:pt x="342805" y="261080"/>
                    <a:pt x="343091" y="260794"/>
                  </a:cubicBezTo>
                  <a:cubicBezTo>
                    <a:pt x="348615" y="256604"/>
                    <a:pt x="349567" y="245078"/>
                    <a:pt x="350234" y="238601"/>
                  </a:cubicBezTo>
                  <a:cubicBezTo>
                    <a:pt x="351092" y="230124"/>
                    <a:pt x="349853" y="224314"/>
                    <a:pt x="347567" y="216408"/>
                  </a:cubicBezTo>
                  <a:cubicBezTo>
                    <a:pt x="346710" y="213455"/>
                    <a:pt x="341090" y="204692"/>
                    <a:pt x="342995" y="201930"/>
                  </a:cubicBezTo>
                  <a:cubicBezTo>
                    <a:pt x="346900" y="196501"/>
                    <a:pt x="373190" y="206978"/>
                    <a:pt x="378333" y="208026"/>
                  </a:cubicBezTo>
                  <a:cubicBezTo>
                    <a:pt x="379476" y="208217"/>
                    <a:pt x="380524" y="208407"/>
                    <a:pt x="381667" y="208598"/>
                  </a:cubicBezTo>
                  <a:cubicBezTo>
                    <a:pt x="387953" y="209741"/>
                    <a:pt x="394240" y="210693"/>
                    <a:pt x="400622" y="211836"/>
                  </a:cubicBezTo>
                  <a:cubicBezTo>
                    <a:pt x="403765" y="212312"/>
                    <a:pt x="407003" y="212884"/>
                    <a:pt x="410051" y="213551"/>
                  </a:cubicBezTo>
                  <a:cubicBezTo>
                    <a:pt x="411194" y="213646"/>
                    <a:pt x="412242" y="213931"/>
                    <a:pt x="413385" y="214122"/>
                  </a:cubicBezTo>
                  <a:cubicBezTo>
                    <a:pt x="414242" y="213360"/>
                    <a:pt x="414909" y="212122"/>
                    <a:pt x="415100" y="210598"/>
                  </a:cubicBezTo>
                  <a:cubicBezTo>
                    <a:pt x="415957" y="207550"/>
                    <a:pt x="415576" y="203359"/>
                    <a:pt x="415100" y="199168"/>
                  </a:cubicBezTo>
                  <a:cubicBezTo>
                    <a:pt x="414623" y="194596"/>
                    <a:pt x="414052" y="189929"/>
                    <a:pt x="414814" y="187071"/>
                  </a:cubicBezTo>
                  <a:cubicBezTo>
                    <a:pt x="416433" y="180213"/>
                    <a:pt x="419862" y="174689"/>
                    <a:pt x="421291" y="167640"/>
                  </a:cubicBezTo>
                  <a:cubicBezTo>
                    <a:pt x="423196" y="157925"/>
                    <a:pt x="424434" y="144113"/>
                    <a:pt x="428911" y="133636"/>
                  </a:cubicBezTo>
                  <a:cubicBezTo>
                    <a:pt x="429959" y="131064"/>
                    <a:pt x="431292" y="128683"/>
                    <a:pt x="432816" y="126682"/>
                  </a:cubicBezTo>
                  <a:cubicBezTo>
                    <a:pt x="433197" y="126111"/>
                    <a:pt x="433578" y="125730"/>
                    <a:pt x="433959" y="125349"/>
                  </a:cubicBezTo>
                  <a:cubicBezTo>
                    <a:pt x="435674" y="123730"/>
                    <a:pt x="437388" y="123730"/>
                    <a:pt x="439484" y="122396"/>
                  </a:cubicBezTo>
                  <a:cubicBezTo>
                    <a:pt x="440912" y="121444"/>
                    <a:pt x="442436" y="120396"/>
                    <a:pt x="443770" y="119444"/>
                  </a:cubicBezTo>
                  <a:cubicBezTo>
                    <a:pt x="448627" y="116205"/>
                    <a:pt x="453295" y="112681"/>
                    <a:pt x="458152" y="109252"/>
                  </a:cubicBezTo>
                  <a:cubicBezTo>
                    <a:pt x="467677" y="102013"/>
                    <a:pt x="474631" y="95441"/>
                    <a:pt x="479393" y="85344"/>
                  </a:cubicBezTo>
                  <a:cubicBezTo>
                    <a:pt x="482727" y="78391"/>
                    <a:pt x="489014" y="71628"/>
                    <a:pt x="494633" y="65246"/>
                  </a:cubicBezTo>
                  <a:cubicBezTo>
                    <a:pt x="495205" y="64770"/>
                    <a:pt x="495586" y="64199"/>
                    <a:pt x="496062" y="63627"/>
                  </a:cubicBezTo>
                  <a:cubicBezTo>
                    <a:pt x="498158" y="61151"/>
                    <a:pt x="500348" y="59436"/>
                    <a:pt x="502730" y="58103"/>
                  </a:cubicBezTo>
                  <a:cubicBezTo>
                    <a:pt x="507016" y="55435"/>
                    <a:pt x="511492" y="53626"/>
                    <a:pt x="515684" y="50102"/>
                  </a:cubicBezTo>
                  <a:cubicBezTo>
                    <a:pt x="522065" y="44958"/>
                    <a:pt x="528257" y="40862"/>
                    <a:pt x="533591" y="34957"/>
                  </a:cubicBezTo>
                  <a:cubicBezTo>
                    <a:pt x="536258" y="31909"/>
                    <a:pt x="538448" y="26479"/>
                    <a:pt x="541306" y="23813"/>
                  </a:cubicBezTo>
                  <a:cubicBezTo>
                    <a:pt x="546735" y="18955"/>
                    <a:pt x="554069" y="21146"/>
                    <a:pt x="560451" y="22765"/>
                  </a:cubicBezTo>
                  <a:cubicBezTo>
                    <a:pt x="561880" y="23051"/>
                    <a:pt x="563213" y="23336"/>
                    <a:pt x="564451" y="23622"/>
                  </a:cubicBezTo>
                  <a:cubicBezTo>
                    <a:pt x="566642" y="20669"/>
                    <a:pt x="565690" y="16193"/>
                    <a:pt x="564451" y="11811"/>
                  </a:cubicBezTo>
                  <a:lnTo>
                    <a:pt x="568738" y="0"/>
                  </a:lnTo>
                  <a:lnTo>
                    <a:pt x="571119" y="857"/>
                  </a:lnTo>
                  <a:cubicBezTo>
                    <a:pt x="569881" y="3905"/>
                    <a:pt x="568452" y="6096"/>
                    <a:pt x="570643" y="9906"/>
                  </a:cubicBezTo>
                  <a:cubicBezTo>
                    <a:pt x="571500" y="11240"/>
                    <a:pt x="572643" y="12478"/>
                    <a:pt x="573881" y="13526"/>
                  </a:cubicBezTo>
                  <a:cubicBezTo>
                    <a:pt x="576358" y="15716"/>
                    <a:pt x="579215" y="18002"/>
                    <a:pt x="581120" y="20479"/>
                  </a:cubicBezTo>
                  <a:cubicBezTo>
                    <a:pt x="585597" y="26384"/>
                    <a:pt x="588074" y="26575"/>
                    <a:pt x="593598" y="30194"/>
                  </a:cubicBezTo>
                  <a:cubicBezTo>
                    <a:pt x="602171" y="35624"/>
                    <a:pt x="606457" y="48768"/>
                    <a:pt x="606552" y="59246"/>
                  </a:cubicBezTo>
                  <a:cubicBezTo>
                    <a:pt x="614743" y="63913"/>
                    <a:pt x="620840" y="68771"/>
                    <a:pt x="628364" y="74676"/>
                  </a:cubicBezTo>
                  <a:cubicBezTo>
                    <a:pt x="629793" y="75819"/>
                    <a:pt x="631222" y="76772"/>
                    <a:pt x="632651" y="77629"/>
                  </a:cubicBezTo>
                  <a:cubicBezTo>
                    <a:pt x="635413" y="79439"/>
                    <a:pt x="638270" y="80867"/>
                    <a:pt x="641128" y="82105"/>
                  </a:cubicBezTo>
                  <a:cubicBezTo>
                    <a:pt x="647891" y="84963"/>
                    <a:pt x="654749" y="86678"/>
                    <a:pt x="662083" y="89249"/>
                  </a:cubicBezTo>
                  <a:cubicBezTo>
                    <a:pt x="663131" y="87440"/>
                    <a:pt x="664655" y="87154"/>
                    <a:pt x="666464" y="88392"/>
                  </a:cubicBezTo>
                  <a:cubicBezTo>
                    <a:pt x="670179" y="91440"/>
                    <a:pt x="672751" y="95155"/>
                    <a:pt x="674370" y="99727"/>
                  </a:cubicBezTo>
                  <a:cubicBezTo>
                    <a:pt x="677609" y="106204"/>
                    <a:pt x="678751" y="112395"/>
                    <a:pt x="685038" y="116491"/>
                  </a:cubicBezTo>
                  <a:cubicBezTo>
                    <a:pt x="690943" y="120301"/>
                    <a:pt x="699326" y="122873"/>
                    <a:pt x="707612" y="125063"/>
                  </a:cubicBezTo>
                  <a:cubicBezTo>
                    <a:pt x="710756" y="125921"/>
                    <a:pt x="713804" y="126778"/>
                    <a:pt x="716756" y="127635"/>
                  </a:cubicBezTo>
                  <a:cubicBezTo>
                    <a:pt x="718947" y="128302"/>
                    <a:pt x="720947" y="128969"/>
                    <a:pt x="722757" y="129635"/>
                  </a:cubicBezTo>
                  <a:cubicBezTo>
                    <a:pt x="732568" y="133255"/>
                    <a:pt x="732758" y="132588"/>
                    <a:pt x="741426" y="131826"/>
                  </a:cubicBezTo>
                  <a:cubicBezTo>
                    <a:pt x="742283" y="131731"/>
                    <a:pt x="747808" y="131445"/>
                    <a:pt x="748570" y="131159"/>
                  </a:cubicBezTo>
                  <a:cubicBezTo>
                    <a:pt x="750380" y="129254"/>
                    <a:pt x="752475" y="127921"/>
                    <a:pt x="754856" y="127064"/>
                  </a:cubicBezTo>
                  <a:lnTo>
                    <a:pt x="768953" y="124873"/>
                  </a:lnTo>
                  <a:cubicBezTo>
                    <a:pt x="771430" y="124111"/>
                    <a:pt x="773525" y="122682"/>
                    <a:pt x="775335" y="120872"/>
                  </a:cubicBezTo>
                  <a:cubicBezTo>
                    <a:pt x="777050" y="120968"/>
                    <a:pt x="778764" y="121063"/>
                    <a:pt x="780383" y="121253"/>
                  </a:cubicBezTo>
                  <a:cubicBezTo>
                    <a:pt x="783241" y="120491"/>
                    <a:pt x="786384" y="119253"/>
                    <a:pt x="789242" y="118301"/>
                  </a:cubicBezTo>
                  <a:cubicBezTo>
                    <a:pt x="794957" y="116205"/>
                    <a:pt x="797528" y="113824"/>
                    <a:pt x="802767" y="115729"/>
                  </a:cubicBezTo>
                  <a:cubicBezTo>
                    <a:pt x="803243" y="115919"/>
                    <a:pt x="803719" y="116205"/>
                    <a:pt x="804291" y="116396"/>
                  </a:cubicBezTo>
                  <a:cubicBezTo>
                    <a:pt x="809054" y="118491"/>
                    <a:pt x="808292" y="119634"/>
                    <a:pt x="810482" y="122396"/>
                  </a:cubicBezTo>
                  <a:cubicBezTo>
                    <a:pt x="810768" y="122777"/>
                    <a:pt x="810959" y="123063"/>
                    <a:pt x="811340" y="123539"/>
                  </a:cubicBezTo>
                  <a:cubicBezTo>
                    <a:pt x="817435" y="130588"/>
                    <a:pt x="829437" y="128873"/>
                    <a:pt x="835533" y="135541"/>
                  </a:cubicBezTo>
                  <a:cubicBezTo>
                    <a:pt x="837914" y="138017"/>
                    <a:pt x="836962" y="141256"/>
                    <a:pt x="840200" y="143637"/>
                  </a:cubicBezTo>
                  <a:cubicBezTo>
                    <a:pt x="844677" y="147161"/>
                    <a:pt x="853631" y="148304"/>
                    <a:pt x="859060" y="150304"/>
                  </a:cubicBezTo>
                  <a:cubicBezTo>
                    <a:pt x="866108" y="152876"/>
                    <a:pt x="873061" y="154972"/>
                    <a:pt x="880015" y="157067"/>
                  </a:cubicBezTo>
                  <a:cubicBezTo>
                    <a:pt x="883063" y="157925"/>
                    <a:pt x="886111" y="158782"/>
                    <a:pt x="889159" y="159544"/>
                  </a:cubicBezTo>
                  <a:cubicBezTo>
                    <a:pt x="901065" y="162973"/>
                    <a:pt x="913067" y="166211"/>
                    <a:pt x="925068" y="170593"/>
                  </a:cubicBezTo>
                  <a:cubicBezTo>
                    <a:pt x="936689" y="174784"/>
                    <a:pt x="951262" y="177451"/>
                    <a:pt x="957643" y="189357"/>
                  </a:cubicBezTo>
                  <a:cubicBezTo>
                    <a:pt x="958310" y="190595"/>
                    <a:pt x="958596" y="192024"/>
                    <a:pt x="958882" y="193358"/>
                  </a:cubicBezTo>
                  <a:cubicBezTo>
                    <a:pt x="959358" y="195263"/>
                    <a:pt x="959930" y="197072"/>
                    <a:pt x="961739" y="198215"/>
                  </a:cubicBezTo>
                  <a:cubicBezTo>
                    <a:pt x="963168" y="199073"/>
                    <a:pt x="964787" y="199454"/>
                    <a:pt x="966692" y="199454"/>
                  </a:cubicBezTo>
                  <a:cubicBezTo>
                    <a:pt x="970026" y="199549"/>
                    <a:pt x="973836" y="198787"/>
                    <a:pt x="976789" y="199549"/>
                  </a:cubicBezTo>
                  <a:cubicBezTo>
                    <a:pt x="984123" y="201359"/>
                    <a:pt x="990314" y="206693"/>
                    <a:pt x="998220" y="205169"/>
                  </a:cubicBezTo>
                  <a:cubicBezTo>
                    <a:pt x="1003554" y="204026"/>
                    <a:pt x="1007174" y="199835"/>
                    <a:pt x="1011841" y="197453"/>
                  </a:cubicBezTo>
                  <a:cubicBezTo>
                    <a:pt x="1026890" y="189738"/>
                    <a:pt x="1036415" y="192691"/>
                    <a:pt x="1049274" y="197453"/>
                  </a:cubicBezTo>
                  <a:cubicBezTo>
                    <a:pt x="1051465" y="198311"/>
                    <a:pt x="1053751" y="199168"/>
                    <a:pt x="1056227" y="200025"/>
                  </a:cubicBezTo>
                  <a:cubicBezTo>
                    <a:pt x="1056894" y="200216"/>
                    <a:pt x="1057466" y="200501"/>
                    <a:pt x="1058132" y="200787"/>
                  </a:cubicBezTo>
                  <a:cubicBezTo>
                    <a:pt x="1063752" y="203073"/>
                    <a:pt x="1071658" y="207550"/>
                    <a:pt x="1076992" y="207550"/>
                  </a:cubicBezTo>
                  <a:cubicBezTo>
                    <a:pt x="1079944" y="207550"/>
                    <a:pt x="1082611" y="205740"/>
                    <a:pt x="1085088" y="205740"/>
                  </a:cubicBezTo>
                  <a:cubicBezTo>
                    <a:pt x="1096137" y="205454"/>
                    <a:pt x="1114806" y="231553"/>
                    <a:pt x="1126903" y="222314"/>
                  </a:cubicBezTo>
                  <a:cubicBezTo>
                    <a:pt x="1130999" y="224885"/>
                    <a:pt x="1130236" y="228029"/>
                    <a:pt x="1129093" y="231267"/>
                  </a:cubicBezTo>
                  <a:lnTo>
                    <a:pt x="1128522" y="232886"/>
                  </a:lnTo>
                  <a:cubicBezTo>
                    <a:pt x="1127951" y="234601"/>
                    <a:pt x="1127379" y="236220"/>
                    <a:pt x="1127569" y="237744"/>
                  </a:cubicBezTo>
                  <a:cubicBezTo>
                    <a:pt x="1127951" y="240697"/>
                    <a:pt x="1130332" y="244316"/>
                    <a:pt x="1133189" y="247745"/>
                  </a:cubicBezTo>
                  <a:cubicBezTo>
                    <a:pt x="1136428" y="251555"/>
                    <a:pt x="1140333" y="255175"/>
                    <a:pt x="1142714" y="257175"/>
                  </a:cubicBezTo>
                  <a:cubicBezTo>
                    <a:pt x="1149572" y="263081"/>
                    <a:pt x="1151192" y="261652"/>
                    <a:pt x="1158050" y="262223"/>
                  </a:cubicBezTo>
                  <a:cubicBezTo>
                    <a:pt x="1163384" y="262604"/>
                    <a:pt x="1168336" y="265176"/>
                    <a:pt x="1173575" y="266986"/>
                  </a:cubicBezTo>
                  <a:cubicBezTo>
                    <a:pt x="1182910" y="270319"/>
                    <a:pt x="1192244" y="273844"/>
                    <a:pt x="1201579" y="277082"/>
                  </a:cubicBezTo>
                  <a:cubicBezTo>
                    <a:pt x="1202531" y="277463"/>
                    <a:pt x="1203389" y="277654"/>
                    <a:pt x="1204151" y="277844"/>
                  </a:cubicBezTo>
                  <a:cubicBezTo>
                    <a:pt x="1208151" y="279083"/>
                    <a:pt x="1209961" y="279083"/>
                    <a:pt x="1214342" y="277463"/>
                  </a:cubicBezTo>
                  <a:cubicBezTo>
                    <a:pt x="1214818" y="277273"/>
                    <a:pt x="1215295" y="276987"/>
                    <a:pt x="1215866" y="276796"/>
                  </a:cubicBezTo>
                  <a:cubicBezTo>
                    <a:pt x="1221486" y="274511"/>
                    <a:pt x="1221200" y="275558"/>
                    <a:pt x="1226725" y="275558"/>
                  </a:cubicBezTo>
                  <a:cubicBezTo>
                    <a:pt x="1232630" y="275463"/>
                    <a:pt x="1234154" y="274415"/>
                    <a:pt x="1240441" y="276796"/>
                  </a:cubicBezTo>
                  <a:cubicBezTo>
                    <a:pt x="1247585" y="279464"/>
                    <a:pt x="1256062" y="284226"/>
                    <a:pt x="1263777" y="284988"/>
                  </a:cubicBezTo>
                  <a:cubicBezTo>
                    <a:pt x="1272826" y="285845"/>
                    <a:pt x="1276826" y="279844"/>
                    <a:pt x="1285780" y="282512"/>
                  </a:cubicBezTo>
                  <a:cubicBezTo>
                    <a:pt x="1288256" y="283273"/>
                    <a:pt x="1290828" y="284417"/>
                    <a:pt x="1293305" y="285655"/>
                  </a:cubicBezTo>
                  <a:cubicBezTo>
                    <a:pt x="1296067" y="286893"/>
                    <a:pt x="1298829" y="288036"/>
                    <a:pt x="1301686" y="288417"/>
                  </a:cubicBezTo>
                  <a:cubicBezTo>
                    <a:pt x="1301877" y="288417"/>
                    <a:pt x="1302163" y="288417"/>
                    <a:pt x="1302353" y="288417"/>
                  </a:cubicBezTo>
                  <a:cubicBezTo>
                    <a:pt x="1307306" y="288989"/>
                    <a:pt x="1310068" y="286988"/>
                    <a:pt x="1314736" y="285750"/>
                  </a:cubicBezTo>
                  <a:cubicBezTo>
                    <a:pt x="1329976" y="281845"/>
                    <a:pt x="1346740" y="296513"/>
                    <a:pt x="1362170" y="298799"/>
                  </a:cubicBezTo>
                  <a:cubicBezTo>
                    <a:pt x="1363694" y="297466"/>
                    <a:pt x="1364742" y="295751"/>
                    <a:pt x="1365504" y="293846"/>
                  </a:cubicBezTo>
                  <a:cubicBezTo>
                    <a:pt x="1369981" y="294418"/>
                    <a:pt x="1369600" y="299847"/>
                    <a:pt x="1372362" y="302419"/>
                  </a:cubicBezTo>
                  <a:cubicBezTo>
                    <a:pt x="1373696" y="303752"/>
                    <a:pt x="1375982" y="304610"/>
                    <a:pt x="1378172" y="305371"/>
                  </a:cubicBezTo>
                  <a:cubicBezTo>
                    <a:pt x="1379601" y="305943"/>
                    <a:pt x="1380839" y="306515"/>
                    <a:pt x="1381887" y="307086"/>
                  </a:cubicBezTo>
                  <a:cubicBezTo>
                    <a:pt x="1383506" y="307943"/>
                    <a:pt x="1385030" y="308991"/>
                    <a:pt x="1386554" y="310039"/>
                  </a:cubicBezTo>
                  <a:cubicBezTo>
                    <a:pt x="1393222" y="314896"/>
                    <a:pt x="1399127" y="320802"/>
                    <a:pt x="1407700" y="322898"/>
                  </a:cubicBezTo>
                  <a:cubicBezTo>
                    <a:pt x="1416844" y="325088"/>
                    <a:pt x="1426369" y="321659"/>
                    <a:pt x="1435799" y="322898"/>
                  </a:cubicBezTo>
                  <a:cubicBezTo>
                    <a:pt x="1438561" y="323279"/>
                    <a:pt x="1441133" y="324803"/>
                    <a:pt x="1443704" y="325184"/>
                  </a:cubicBezTo>
                  <a:cubicBezTo>
                    <a:pt x="1445895" y="325374"/>
                    <a:pt x="1448181" y="324421"/>
                    <a:pt x="1449896" y="324517"/>
                  </a:cubicBezTo>
                  <a:cubicBezTo>
                    <a:pt x="1453801" y="324803"/>
                    <a:pt x="1457992" y="326231"/>
                    <a:pt x="1462088" y="327850"/>
                  </a:cubicBezTo>
                  <a:cubicBezTo>
                    <a:pt x="1465040" y="328994"/>
                    <a:pt x="1468088" y="330327"/>
                    <a:pt x="1470851" y="331280"/>
                  </a:cubicBezTo>
                  <a:lnTo>
                    <a:pt x="1471327" y="331470"/>
                  </a:lnTo>
                  <a:cubicBezTo>
                    <a:pt x="1478090" y="333946"/>
                    <a:pt x="1484852" y="336233"/>
                    <a:pt x="1491710" y="338804"/>
                  </a:cubicBezTo>
                  <a:cubicBezTo>
                    <a:pt x="1491710" y="339471"/>
                    <a:pt x="1491710" y="340138"/>
                    <a:pt x="1491043" y="340900"/>
                  </a:cubicBezTo>
                  <a:cubicBezTo>
                    <a:pt x="1487519" y="342424"/>
                    <a:pt x="1484471" y="344710"/>
                    <a:pt x="1481900" y="347663"/>
                  </a:cubicBezTo>
                  <a:cubicBezTo>
                    <a:pt x="1479233" y="350996"/>
                    <a:pt x="1474280" y="362045"/>
                    <a:pt x="1474089" y="366808"/>
                  </a:cubicBezTo>
                  <a:cubicBezTo>
                    <a:pt x="1473708" y="374047"/>
                    <a:pt x="1474470" y="371761"/>
                    <a:pt x="1478852" y="376428"/>
                  </a:cubicBezTo>
                  <a:cubicBezTo>
                    <a:pt x="1481995" y="379762"/>
                    <a:pt x="1484662" y="380810"/>
                    <a:pt x="1487996" y="383667"/>
                  </a:cubicBezTo>
                  <a:cubicBezTo>
                    <a:pt x="1494282" y="388811"/>
                    <a:pt x="1493520" y="385286"/>
                    <a:pt x="1495616" y="395002"/>
                  </a:cubicBezTo>
                  <a:cubicBezTo>
                    <a:pt x="1497330" y="402717"/>
                    <a:pt x="1498092" y="408813"/>
                    <a:pt x="1496663" y="415100"/>
                  </a:cubicBezTo>
                  <a:cubicBezTo>
                    <a:pt x="1495997" y="417957"/>
                    <a:pt x="1494949" y="420815"/>
                    <a:pt x="1493234" y="423863"/>
                  </a:cubicBezTo>
                  <a:cubicBezTo>
                    <a:pt x="1492663" y="424910"/>
                    <a:pt x="1491996" y="426148"/>
                    <a:pt x="1491139" y="427387"/>
                  </a:cubicBezTo>
                  <a:cubicBezTo>
                    <a:pt x="1488567" y="431387"/>
                    <a:pt x="1486376" y="428244"/>
                    <a:pt x="1486662" y="434912"/>
                  </a:cubicBezTo>
                  <a:cubicBezTo>
                    <a:pt x="1486948" y="442246"/>
                    <a:pt x="1493520" y="452057"/>
                    <a:pt x="1496568" y="458534"/>
                  </a:cubicBezTo>
                  <a:cubicBezTo>
                    <a:pt x="1500188" y="466058"/>
                    <a:pt x="1501521" y="470059"/>
                    <a:pt x="1501140" y="475107"/>
                  </a:cubicBezTo>
                  <a:cubicBezTo>
                    <a:pt x="1500854" y="478155"/>
                    <a:pt x="1499902" y="481394"/>
                    <a:pt x="1498378" y="486061"/>
                  </a:cubicBezTo>
                  <a:cubicBezTo>
                    <a:pt x="1496568" y="491585"/>
                    <a:pt x="1495806" y="498824"/>
                    <a:pt x="1494663" y="506349"/>
                  </a:cubicBezTo>
                  <a:cubicBezTo>
                    <a:pt x="1494187" y="509492"/>
                    <a:pt x="1493710" y="512731"/>
                    <a:pt x="1492949" y="515779"/>
                  </a:cubicBezTo>
                  <a:cubicBezTo>
                    <a:pt x="1490948" y="525304"/>
                    <a:pt x="1493520" y="533305"/>
                    <a:pt x="1486281" y="537020"/>
                  </a:cubicBezTo>
                  <a:cubicBezTo>
                    <a:pt x="1487900" y="537877"/>
                    <a:pt x="1490853" y="542735"/>
                    <a:pt x="1493425" y="544449"/>
                  </a:cubicBezTo>
                  <a:cubicBezTo>
                    <a:pt x="1497044" y="546735"/>
                    <a:pt x="1500473" y="549402"/>
                    <a:pt x="1501235" y="551783"/>
                  </a:cubicBezTo>
                  <a:cubicBezTo>
                    <a:pt x="1503902" y="559880"/>
                    <a:pt x="1485900" y="567595"/>
                    <a:pt x="1488091" y="576167"/>
                  </a:cubicBezTo>
                  <a:cubicBezTo>
                    <a:pt x="1489043" y="580263"/>
                    <a:pt x="1499426" y="579882"/>
                    <a:pt x="1499044" y="585026"/>
                  </a:cubicBezTo>
                  <a:cubicBezTo>
                    <a:pt x="1498854" y="587693"/>
                    <a:pt x="1496473" y="591407"/>
                    <a:pt x="1495520" y="593884"/>
                  </a:cubicBezTo>
                  <a:cubicBezTo>
                    <a:pt x="1495330" y="594551"/>
                    <a:pt x="1494949" y="595217"/>
                    <a:pt x="1494663" y="595884"/>
                  </a:cubicBezTo>
                  <a:cubicBezTo>
                    <a:pt x="1493520" y="598456"/>
                    <a:pt x="1492091" y="601599"/>
                    <a:pt x="1491043" y="604647"/>
                  </a:cubicBezTo>
                  <a:cubicBezTo>
                    <a:pt x="1490091" y="607219"/>
                    <a:pt x="1489424" y="609791"/>
                    <a:pt x="1489329" y="612077"/>
                  </a:cubicBezTo>
                  <a:cubicBezTo>
                    <a:pt x="1488948" y="620935"/>
                    <a:pt x="1486567" y="639032"/>
                    <a:pt x="1475137" y="643985"/>
                  </a:cubicBezTo>
                  <a:cubicBezTo>
                    <a:pt x="1473422" y="644652"/>
                    <a:pt x="1469898" y="641699"/>
                    <a:pt x="1468184" y="642461"/>
                  </a:cubicBezTo>
                  <a:cubicBezTo>
                    <a:pt x="1463802" y="644652"/>
                    <a:pt x="1461992" y="651129"/>
                    <a:pt x="1459230" y="654844"/>
                  </a:cubicBezTo>
                  <a:cubicBezTo>
                    <a:pt x="1452658" y="663512"/>
                    <a:pt x="1450562" y="665417"/>
                    <a:pt x="1440752" y="663321"/>
                  </a:cubicBezTo>
                  <a:cubicBezTo>
                    <a:pt x="1439227" y="666941"/>
                    <a:pt x="1436560" y="666845"/>
                    <a:pt x="1434941" y="669227"/>
                  </a:cubicBezTo>
                  <a:cubicBezTo>
                    <a:pt x="1434751" y="669417"/>
                    <a:pt x="1434656" y="669798"/>
                    <a:pt x="1434560" y="670084"/>
                  </a:cubicBezTo>
                  <a:cubicBezTo>
                    <a:pt x="1433513" y="671894"/>
                    <a:pt x="1433132" y="674084"/>
                    <a:pt x="1431989" y="675704"/>
                  </a:cubicBezTo>
                  <a:lnTo>
                    <a:pt x="1432369" y="675704"/>
                  </a:lnTo>
                  <a:cubicBezTo>
                    <a:pt x="1430274" y="678561"/>
                    <a:pt x="1428369" y="681228"/>
                    <a:pt x="1426464" y="683800"/>
                  </a:cubicBezTo>
                  <a:cubicBezTo>
                    <a:pt x="1423416" y="687991"/>
                    <a:pt x="1420273" y="691610"/>
                    <a:pt x="1416082" y="694754"/>
                  </a:cubicBezTo>
                  <a:cubicBezTo>
                    <a:pt x="1413701" y="696659"/>
                    <a:pt x="1410843" y="698278"/>
                    <a:pt x="1407509" y="699707"/>
                  </a:cubicBezTo>
                  <a:cubicBezTo>
                    <a:pt x="1397508" y="704088"/>
                    <a:pt x="1404652" y="699516"/>
                    <a:pt x="1403794" y="710184"/>
                  </a:cubicBezTo>
                  <a:cubicBezTo>
                    <a:pt x="1403223" y="719900"/>
                    <a:pt x="1404080" y="726853"/>
                    <a:pt x="1407128" y="735997"/>
                  </a:cubicBezTo>
                  <a:cubicBezTo>
                    <a:pt x="1407128" y="735997"/>
                    <a:pt x="1407128" y="736187"/>
                    <a:pt x="1407128" y="736283"/>
                  </a:cubicBezTo>
                  <a:cubicBezTo>
                    <a:pt x="1407128" y="736283"/>
                    <a:pt x="1406081" y="740759"/>
                    <a:pt x="1405985" y="740759"/>
                  </a:cubicBezTo>
                  <a:cubicBezTo>
                    <a:pt x="1401223" y="740378"/>
                    <a:pt x="1398175" y="736664"/>
                    <a:pt x="1393412" y="737997"/>
                  </a:cubicBezTo>
                  <a:cubicBezTo>
                    <a:pt x="1391888" y="738473"/>
                    <a:pt x="1382268" y="737711"/>
                    <a:pt x="1378839" y="742093"/>
                  </a:cubicBezTo>
                  <a:cubicBezTo>
                    <a:pt x="1376363" y="744950"/>
                    <a:pt x="1374267" y="747808"/>
                    <a:pt x="1373219" y="749427"/>
                  </a:cubicBezTo>
                  <a:lnTo>
                    <a:pt x="1372838" y="749999"/>
                  </a:lnTo>
                  <a:lnTo>
                    <a:pt x="1372838" y="749999"/>
                  </a:lnTo>
                  <a:cubicBezTo>
                    <a:pt x="1367028" y="760000"/>
                    <a:pt x="1364933" y="773525"/>
                    <a:pt x="1360837" y="784384"/>
                  </a:cubicBezTo>
                  <a:cubicBezTo>
                    <a:pt x="1358646" y="790194"/>
                    <a:pt x="1355027" y="792385"/>
                    <a:pt x="1356646" y="798767"/>
                  </a:cubicBezTo>
                  <a:cubicBezTo>
                    <a:pt x="1357979" y="804482"/>
                    <a:pt x="1362170" y="806196"/>
                    <a:pt x="1361694" y="812483"/>
                  </a:cubicBezTo>
                  <a:cubicBezTo>
                    <a:pt x="1361408" y="815531"/>
                    <a:pt x="1359980" y="818960"/>
                    <a:pt x="1358360" y="822484"/>
                  </a:cubicBezTo>
                  <a:cubicBezTo>
                    <a:pt x="1357122" y="825246"/>
                    <a:pt x="1355789" y="827913"/>
                    <a:pt x="1354931" y="830199"/>
                  </a:cubicBezTo>
                  <a:lnTo>
                    <a:pt x="1354550" y="831152"/>
                  </a:lnTo>
                  <a:cubicBezTo>
                    <a:pt x="1351121" y="840867"/>
                    <a:pt x="1351217" y="847820"/>
                    <a:pt x="1349121" y="857726"/>
                  </a:cubicBezTo>
                  <a:cubicBezTo>
                    <a:pt x="1350931" y="858584"/>
                    <a:pt x="1352645" y="859441"/>
                    <a:pt x="1354074" y="860108"/>
                  </a:cubicBezTo>
                  <a:cubicBezTo>
                    <a:pt x="1357503" y="861917"/>
                    <a:pt x="1361027" y="869347"/>
                    <a:pt x="1361027" y="869537"/>
                  </a:cubicBezTo>
                  <a:cubicBezTo>
                    <a:pt x="1362075" y="875062"/>
                    <a:pt x="1365314" y="883825"/>
                    <a:pt x="1365409" y="889254"/>
                  </a:cubicBezTo>
                  <a:cubicBezTo>
                    <a:pt x="1365409" y="895731"/>
                    <a:pt x="1370267" y="902018"/>
                    <a:pt x="1370076" y="909257"/>
                  </a:cubicBezTo>
                  <a:cubicBezTo>
                    <a:pt x="1369981" y="912400"/>
                    <a:pt x="1369505" y="916686"/>
                    <a:pt x="1368743" y="920877"/>
                  </a:cubicBezTo>
                  <a:cubicBezTo>
                    <a:pt x="1368171" y="924020"/>
                    <a:pt x="1367504" y="926973"/>
                    <a:pt x="1366742" y="929259"/>
                  </a:cubicBezTo>
                  <a:lnTo>
                    <a:pt x="1366457" y="930021"/>
                  </a:lnTo>
                  <a:cubicBezTo>
                    <a:pt x="1364075" y="936593"/>
                    <a:pt x="1362551" y="935069"/>
                    <a:pt x="1357979" y="938975"/>
                  </a:cubicBezTo>
                  <a:cubicBezTo>
                    <a:pt x="1351693" y="944404"/>
                    <a:pt x="1353122" y="954024"/>
                    <a:pt x="1347121" y="959263"/>
                  </a:cubicBezTo>
                  <a:cubicBezTo>
                    <a:pt x="1341025" y="964787"/>
                    <a:pt x="1339691" y="960692"/>
                    <a:pt x="1336262" y="969455"/>
                  </a:cubicBezTo>
                  <a:cubicBezTo>
                    <a:pt x="1333595" y="975932"/>
                    <a:pt x="1328452" y="985457"/>
                    <a:pt x="1328642" y="992219"/>
                  </a:cubicBezTo>
                  <a:cubicBezTo>
                    <a:pt x="1334357" y="993743"/>
                    <a:pt x="1335500" y="996601"/>
                    <a:pt x="1336453" y="1001078"/>
                  </a:cubicBezTo>
                  <a:cubicBezTo>
                    <a:pt x="1336548" y="1001840"/>
                    <a:pt x="1336739" y="1002697"/>
                    <a:pt x="1336929" y="1003554"/>
                  </a:cubicBezTo>
                  <a:cubicBezTo>
                    <a:pt x="1337596" y="1006983"/>
                    <a:pt x="1339120" y="1009650"/>
                    <a:pt x="1340358" y="1012508"/>
                  </a:cubicBezTo>
                  <a:cubicBezTo>
                    <a:pt x="1340644" y="1013365"/>
                    <a:pt x="1340930" y="1014222"/>
                    <a:pt x="1341215" y="1015175"/>
                  </a:cubicBezTo>
                  <a:cubicBezTo>
                    <a:pt x="1343216" y="1024223"/>
                    <a:pt x="1335691" y="1039749"/>
                    <a:pt x="1327118" y="1043368"/>
                  </a:cubicBezTo>
                  <a:cubicBezTo>
                    <a:pt x="1329404" y="1047274"/>
                    <a:pt x="1326356" y="1053751"/>
                    <a:pt x="1323785" y="1057370"/>
                  </a:cubicBezTo>
                  <a:cubicBezTo>
                    <a:pt x="1315974" y="1055275"/>
                    <a:pt x="1310259" y="1056704"/>
                    <a:pt x="1302449" y="1054703"/>
                  </a:cubicBezTo>
                  <a:cubicBezTo>
                    <a:pt x="1302449" y="1054703"/>
                    <a:pt x="1302382" y="1054703"/>
                    <a:pt x="1302258" y="1054703"/>
                  </a:cubicBezTo>
                  <a:cubicBezTo>
                    <a:pt x="1297686" y="1061466"/>
                    <a:pt x="1295876" y="1069562"/>
                    <a:pt x="1293685" y="1077659"/>
                  </a:cubicBezTo>
                  <a:cubicBezTo>
                    <a:pt x="1292828" y="1080802"/>
                    <a:pt x="1291971" y="1083755"/>
                    <a:pt x="1290828" y="1086707"/>
                  </a:cubicBezTo>
                  <a:cubicBezTo>
                    <a:pt x="1289971" y="1088708"/>
                    <a:pt x="1289114" y="1090708"/>
                    <a:pt x="1288161" y="1092613"/>
                  </a:cubicBezTo>
                  <a:cubicBezTo>
                    <a:pt x="1285208" y="1097661"/>
                    <a:pt x="1285875" y="1096328"/>
                    <a:pt x="1281875" y="1099090"/>
                  </a:cubicBezTo>
                  <a:cubicBezTo>
                    <a:pt x="1280351" y="1100138"/>
                    <a:pt x="1277684" y="1100995"/>
                    <a:pt x="1275302" y="1102138"/>
                  </a:cubicBezTo>
                  <a:cubicBezTo>
                    <a:pt x="1273397" y="1103090"/>
                    <a:pt x="1271588" y="1104233"/>
                    <a:pt x="1270921" y="1105853"/>
                  </a:cubicBezTo>
                  <a:cubicBezTo>
                    <a:pt x="1270064" y="1108043"/>
                    <a:pt x="1270254" y="1110615"/>
                    <a:pt x="1271207" y="1113473"/>
                  </a:cubicBezTo>
                  <a:cubicBezTo>
                    <a:pt x="1272635" y="1118235"/>
                    <a:pt x="1275302" y="1123188"/>
                    <a:pt x="1275969" y="1126712"/>
                  </a:cubicBezTo>
                  <a:cubicBezTo>
                    <a:pt x="1275969" y="1126998"/>
                    <a:pt x="1275969" y="1127379"/>
                    <a:pt x="1276160" y="1127665"/>
                  </a:cubicBezTo>
                  <a:cubicBezTo>
                    <a:pt x="1277112" y="1133570"/>
                    <a:pt x="1276922" y="1133761"/>
                    <a:pt x="1275017" y="1139952"/>
                  </a:cubicBezTo>
                  <a:cubicBezTo>
                    <a:pt x="1273207" y="1145477"/>
                    <a:pt x="1268159" y="1141857"/>
                    <a:pt x="1267111" y="1147477"/>
                  </a:cubicBezTo>
                  <a:cubicBezTo>
                    <a:pt x="1266635" y="1149572"/>
                    <a:pt x="1268921" y="1156240"/>
                    <a:pt x="1269016" y="1157859"/>
                  </a:cubicBezTo>
                  <a:cubicBezTo>
                    <a:pt x="1269016" y="1159097"/>
                    <a:pt x="1270349" y="1163765"/>
                    <a:pt x="1267492" y="1164908"/>
                  </a:cubicBezTo>
                  <a:cubicBezTo>
                    <a:pt x="1267682" y="1167098"/>
                    <a:pt x="1268540" y="1169099"/>
                    <a:pt x="1269492" y="1171004"/>
                  </a:cubicBezTo>
                  <a:cubicBezTo>
                    <a:pt x="1272540" y="1176623"/>
                    <a:pt x="1277493" y="1181386"/>
                    <a:pt x="1276826" y="1189101"/>
                  </a:cubicBezTo>
                  <a:cubicBezTo>
                    <a:pt x="1276255" y="1194530"/>
                    <a:pt x="1272826" y="1203103"/>
                    <a:pt x="1269683" y="1207484"/>
                  </a:cubicBezTo>
                  <a:cubicBezTo>
                    <a:pt x="1267492" y="1207199"/>
                    <a:pt x="1265396" y="1206818"/>
                    <a:pt x="1263301" y="1206627"/>
                  </a:cubicBezTo>
                  <a:cubicBezTo>
                    <a:pt x="1262253" y="1210437"/>
                    <a:pt x="1263777" y="1213771"/>
                    <a:pt x="1262920" y="1217676"/>
                  </a:cubicBezTo>
                  <a:cubicBezTo>
                    <a:pt x="1262443" y="1220438"/>
                    <a:pt x="1259967" y="1217962"/>
                    <a:pt x="1260158" y="1220819"/>
                  </a:cubicBezTo>
                  <a:cubicBezTo>
                    <a:pt x="1260443" y="1231392"/>
                    <a:pt x="1271968" y="1232726"/>
                    <a:pt x="1273874" y="1241203"/>
                  </a:cubicBezTo>
                  <a:cubicBezTo>
                    <a:pt x="1264158" y="1242060"/>
                    <a:pt x="1270540" y="1236917"/>
                    <a:pt x="1267111" y="1243013"/>
                  </a:cubicBezTo>
                  <a:cubicBezTo>
                    <a:pt x="1266349" y="1244251"/>
                    <a:pt x="1261586" y="1253681"/>
                    <a:pt x="1260729" y="1256252"/>
                  </a:cubicBezTo>
                  <a:cubicBezTo>
                    <a:pt x="1260348" y="1257300"/>
                    <a:pt x="1259967" y="1258348"/>
                    <a:pt x="1259681" y="1259491"/>
                  </a:cubicBezTo>
                  <a:cubicBezTo>
                    <a:pt x="1257300" y="1266635"/>
                    <a:pt x="1255014" y="1273969"/>
                    <a:pt x="1252061" y="1280732"/>
                  </a:cubicBezTo>
                  <a:cubicBezTo>
                    <a:pt x="1249871" y="1285685"/>
                    <a:pt x="1246442" y="1288733"/>
                    <a:pt x="1243775" y="1293400"/>
                  </a:cubicBezTo>
                  <a:cubicBezTo>
                    <a:pt x="1241393" y="1297496"/>
                    <a:pt x="1241393" y="1299305"/>
                    <a:pt x="1238536" y="1302734"/>
                  </a:cubicBezTo>
                  <a:cubicBezTo>
                    <a:pt x="1232249" y="1310450"/>
                    <a:pt x="1226534" y="1304449"/>
                    <a:pt x="1218438" y="1304068"/>
                  </a:cubicBezTo>
                  <a:cubicBezTo>
                    <a:pt x="1217581" y="1311212"/>
                    <a:pt x="1220152" y="1306735"/>
                    <a:pt x="1215295" y="1315974"/>
                  </a:cubicBezTo>
                  <a:cubicBezTo>
                    <a:pt x="1215295" y="1316165"/>
                    <a:pt x="1215104" y="1316260"/>
                    <a:pt x="1215009" y="1316450"/>
                  </a:cubicBezTo>
                  <a:cubicBezTo>
                    <a:pt x="1214057" y="1317974"/>
                    <a:pt x="1213104" y="1319213"/>
                    <a:pt x="1212152" y="13202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34" name="Google Shape;1434;p53"/>
            <p:cNvGrpSpPr/>
            <p:nvPr/>
          </p:nvGrpSpPr>
          <p:grpSpPr>
            <a:xfrm rot="10800000">
              <a:off x="6810091" y="-617871"/>
              <a:ext cx="3059426" cy="2688663"/>
              <a:chOff x="9590772" y="632648"/>
              <a:chExt cx="1489424" cy="1308925"/>
            </a:xfrm>
          </p:grpSpPr>
          <p:grpSp>
            <p:nvGrpSpPr>
              <p:cNvPr id="1435" name="Google Shape;1435;p53"/>
              <p:cNvGrpSpPr/>
              <p:nvPr/>
            </p:nvGrpSpPr>
            <p:grpSpPr>
              <a:xfrm>
                <a:off x="9590772" y="689798"/>
                <a:ext cx="1484947" cy="1251775"/>
                <a:chOff x="9590772" y="689798"/>
                <a:chExt cx="1484947" cy="1251775"/>
              </a:xfrm>
            </p:grpSpPr>
            <p:sp>
              <p:nvSpPr>
                <p:cNvPr id="1436" name="Google Shape;1436;p53"/>
                <p:cNvSpPr/>
                <p:nvPr/>
              </p:nvSpPr>
              <p:spPr>
                <a:xfrm>
                  <a:off x="10090739" y="689798"/>
                  <a:ext cx="984980" cy="360045"/>
                </a:xfrm>
                <a:custGeom>
                  <a:rect b="b" l="l" r="r" t="t"/>
                  <a:pathLst>
                    <a:path extrusionOk="0" h="360045" w="984980">
                      <a:moveTo>
                        <a:pt x="981647" y="359950"/>
                      </a:moveTo>
                      <a:lnTo>
                        <a:pt x="0" y="6953"/>
                      </a:lnTo>
                      <a:cubicBezTo>
                        <a:pt x="571" y="6477"/>
                        <a:pt x="953" y="5906"/>
                        <a:pt x="1429" y="5429"/>
                      </a:cubicBezTo>
                      <a:cubicBezTo>
                        <a:pt x="3524" y="3048"/>
                        <a:pt x="5715" y="1333"/>
                        <a:pt x="7906" y="0"/>
                      </a:cubicBezTo>
                      <a:lnTo>
                        <a:pt x="984980" y="351377"/>
                      </a:lnTo>
                      <a:cubicBezTo>
                        <a:pt x="984313" y="354235"/>
                        <a:pt x="983266" y="356997"/>
                        <a:pt x="981551" y="3600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7" name="Google Shape;1437;p53"/>
                <p:cNvSpPr/>
                <p:nvPr/>
              </p:nvSpPr>
              <p:spPr>
                <a:xfrm>
                  <a:off x="10025874" y="755045"/>
                  <a:ext cx="1047940" cy="385095"/>
                </a:xfrm>
                <a:custGeom>
                  <a:rect b="b" l="l" r="r" t="t"/>
                  <a:pathLst>
                    <a:path extrusionOk="0" h="385095" w="1047940">
                      <a:moveTo>
                        <a:pt x="1046321" y="385096"/>
                      </a:moveTo>
                      <a:lnTo>
                        <a:pt x="0" y="8763"/>
                      </a:lnTo>
                      <a:lnTo>
                        <a:pt x="3143" y="0"/>
                      </a:lnTo>
                      <a:lnTo>
                        <a:pt x="1047940" y="375761"/>
                      </a:lnTo>
                      <a:cubicBezTo>
                        <a:pt x="1047464" y="378809"/>
                        <a:pt x="1046988" y="382048"/>
                        <a:pt x="1046321" y="3850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8" name="Google Shape;1438;p53"/>
                <p:cNvSpPr/>
                <p:nvPr/>
              </p:nvSpPr>
              <p:spPr>
                <a:xfrm>
                  <a:off x="9979583" y="835150"/>
                  <a:ext cx="1086421" cy="391858"/>
                </a:xfrm>
                <a:custGeom>
                  <a:rect b="b" l="l" r="r" t="t"/>
                  <a:pathLst>
                    <a:path extrusionOk="0" h="391858" w="1086421">
                      <a:moveTo>
                        <a:pt x="1082802" y="391859"/>
                      </a:moveTo>
                      <a:lnTo>
                        <a:pt x="0" y="2476"/>
                      </a:lnTo>
                      <a:cubicBezTo>
                        <a:pt x="6191" y="3619"/>
                        <a:pt x="12382" y="4572"/>
                        <a:pt x="18669" y="5620"/>
                      </a:cubicBezTo>
                      <a:lnTo>
                        <a:pt x="20669" y="0"/>
                      </a:lnTo>
                      <a:lnTo>
                        <a:pt x="1086422" y="383286"/>
                      </a:lnTo>
                      <a:cubicBezTo>
                        <a:pt x="1085279" y="385858"/>
                        <a:pt x="1083945" y="388906"/>
                        <a:pt x="1082802" y="3918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9" name="Google Shape;1439;p53"/>
                <p:cNvSpPr/>
                <p:nvPr/>
              </p:nvSpPr>
              <p:spPr>
                <a:xfrm>
                  <a:off x="9924909" y="900682"/>
                  <a:ext cx="1095470" cy="399478"/>
                </a:xfrm>
                <a:custGeom>
                  <a:rect b="b" l="l" r="r" t="t"/>
                  <a:pathLst>
                    <a:path extrusionOk="0" h="399478" w="1095470">
                      <a:moveTo>
                        <a:pt x="1089660" y="399479"/>
                      </a:moveTo>
                      <a:lnTo>
                        <a:pt x="0" y="7620"/>
                      </a:lnTo>
                      <a:cubicBezTo>
                        <a:pt x="1238" y="5048"/>
                        <a:pt x="2762" y="2667"/>
                        <a:pt x="5048" y="857"/>
                      </a:cubicBezTo>
                      <a:cubicBezTo>
                        <a:pt x="5334" y="572"/>
                        <a:pt x="5810" y="191"/>
                        <a:pt x="6287" y="0"/>
                      </a:cubicBezTo>
                      <a:lnTo>
                        <a:pt x="1095470" y="391668"/>
                      </a:lnTo>
                      <a:cubicBezTo>
                        <a:pt x="1093375" y="394430"/>
                        <a:pt x="1091565" y="397002"/>
                        <a:pt x="1089660" y="3994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0" name="Google Shape;1440;p53"/>
                <p:cNvSpPr/>
                <p:nvPr/>
              </p:nvSpPr>
              <p:spPr>
                <a:xfrm>
                  <a:off x="9844423" y="961452"/>
                  <a:ext cx="1121949" cy="409670"/>
                </a:xfrm>
                <a:custGeom>
                  <a:rect b="b" l="l" r="r" t="t"/>
                  <a:pathLst>
                    <a:path extrusionOk="0" h="409670" w="1121949">
                      <a:moveTo>
                        <a:pt x="1121950" y="401955"/>
                      </a:moveTo>
                      <a:lnTo>
                        <a:pt x="1067467" y="382334"/>
                      </a:lnTo>
                      <a:lnTo>
                        <a:pt x="1058704" y="379190"/>
                      </a:lnTo>
                      <a:lnTo>
                        <a:pt x="987362" y="353568"/>
                      </a:lnTo>
                      <a:lnTo>
                        <a:pt x="978598" y="350425"/>
                      </a:lnTo>
                      <a:lnTo>
                        <a:pt x="907351" y="324803"/>
                      </a:lnTo>
                      <a:lnTo>
                        <a:pt x="898588" y="321659"/>
                      </a:lnTo>
                      <a:lnTo>
                        <a:pt x="827246" y="296037"/>
                      </a:lnTo>
                      <a:lnTo>
                        <a:pt x="818483" y="292894"/>
                      </a:lnTo>
                      <a:lnTo>
                        <a:pt x="747236" y="267271"/>
                      </a:lnTo>
                      <a:lnTo>
                        <a:pt x="738473" y="264128"/>
                      </a:lnTo>
                      <a:lnTo>
                        <a:pt x="667131" y="238506"/>
                      </a:lnTo>
                      <a:lnTo>
                        <a:pt x="658368" y="235363"/>
                      </a:lnTo>
                      <a:lnTo>
                        <a:pt x="587121" y="209740"/>
                      </a:lnTo>
                      <a:lnTo>
                        <a:pt x="578358" y="206597"/>
                      </a:lnTo>
                      <a:lnTo>
                        <a:pt x="507016" y="180975"/>
                      </a:lnTo>
                      <a:lnTo>
                        <a:pt x="498253" y="177832"/>
                      </a:lnTo>
                      <a:lnTo>
                        <a:pt x="426910" y="152209"/>
                      </a:lnTo>
                      <a:lnTo>
                        <a:pt x="418147" y="149066"/>
                      </a:lnTo>
                      <a:lnTo>
                        <a:pt x="346900" y="123444"/>
                      </a:lnTo>
                      <a:lnTo>
                        <a:pt x="338138" y="120301"/>
                      </a:lnTo>
                      <a:lnTo>
                        <a:pt x="266795" y="94678"/>
                      </a:lnTo>
                      <a:lnTo>
                        <a:pt x="258032" y="91535"/>
                      </a:lnTo>
                      <a:lnTo>
                        <a:pt x="186785" y="65913"/>
                      </a:lnTo>
                      <a:lnTo>
                        <a:pt x="178022" y="62770"/>
                      </a:lnTo>
                      <a:lnTo>
                        <a:pt x="106680" y="37147"/>
                      </a:lnTo>
                      <a:lnTo>
                        <a:pt x="97917" y="34004"/>
                      </a:lnTo>
                      <a:lnTo>
                        <a:pt x="26670" y="8382"/>
                      </a:lnTo>
                      <a:lnTo>
                        <a:pt x="17907" y="5239"/>
                      </a:lnTo>
                      <a:lnTo>
                        <a:pt x="3334" y="0"/>
                      </a:lnTo>
                      <a:cubicBezTo>
                        <a:pt x="2286" y="2953"/>
                        <a:pt x="1238" y="5905"/>
                        <a:pt x="0" y="8668"/>
                      </a:cubicBezTo>
                      <a:lnTo>
                        <a:pt x="14764" y="14002"/>
                      </a:lnTo>
                      <a:lnTo>
                        <a:pt x="23527" y="17145"/>
                      </a:lnTo>
                      <a:lnTo>
                        <a:pt x="94774" y="42767"/>
                      </a:lnTo>
                      <a:lnTo>
                        <a:pt x="103537" y="45910"/>
                      </a:lnTo>
                      <a:lnTo>
                        <a:pt x="174879" y="71533"/>
                      </a:lnTo>
                      <a:lnTo>
                        <a:pt x="183642" y="74676"/>
                      </a:lnTo>
                      <a:lnTo>
                        <a:pt x="254889" y="100298"/>
                      </a:lnTo>
                      <a:lnTo>
                        <a:pt x="263652" y="103442"/>
                      </a:lnTo>
                      <a:lnTo>
                        <a:pt x="334994" y="129064"/>
                      </a:lnTo>
                      <a:lnTo>
                        <a:pt x="343757" y="132207"/>
                      </a:lnTo>
                      <a:lnTo>
                        <a:pt x="415004" y="157829"/>
                      </a:lnTo>
                      <a:lnTo>
                        <a:pt x="423767" y="160972"/>
                      </a:lnTo>
                      <a:lnTo>
                        <a:pt x="495109" y="186595"/>
                      </a:lnTo>
                      <a:lnTo>
                        <a:pt x="503872" y="189738"/>
                      </a:lnTo>
                      <a:lnTo>
                        <a:pt x="575215" y="215360"/>
                      </a:lnTo>
                      <a:lnTo>
                        <a:pt x="583978" y="218503"/>
                      </a:lnTo>
                      <a:lnTo>
                        <a:pt x="655225" y="244126"/>
                      </a:lnTo>
                      <a:lnTo>
                        <a:pt x="663988" y="247269"/>
                      </a:lnTo>
                      <a:lnTo>
                        <a:pt x="735330" y="272891"/>
                      </a:lnTo>
                      <a:lnTo>
                        <a:pt x="744093" y="276034"/>
                      </a:lnTo>
                      <a:lnTo>
                        <a:pt x="815340" y="301657"/>
                      </a:lnTo>
                      <a:lnTo>
                        <a:pt x="824103" y="304800"/>
                      </a:lnTo>
                      <a:lnTo>
                        <a:pt x="895445" y="330422"/>
                      </a:lnTo>
                      <a:lnTo>
                        <a:pt x="904208" y="333565"/>
                      </a:lnTo>
                      <a:lnTo>
                        <a:pt x="975455" y="359188"/>
                      </a:lnTo>
                      <a:lnTo>
                        <a:pt x="984218" y="362331"/>
                      </a:lnTo>
                      <a:lnTo>
                        <a:pt x="1055560" y="387953"/>
                      </a:lnTo>
                      <a:lnTo>
                        <a:pt x="1064323" y="391096"/>
                      </a:lnTo>
                      <a:lnTo>
                        <a:pt x="1115949" y="409670"/>
                      </a:lnTo>
                      <a:lnTo>
                        <a:pt x="1121855" y="401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1" name="Google Shape;1441;p53"/>
                <p:cNvSpPr/>
                <p:nvPr/>
              </p:nvSpPr>
              <p:spPr>
                <a:xfrm>
                  <a:off x="9809371" y="1038794"/>
                  <a:ext cx="1136523" cy="416147"/>
                </a:xfrm>
                <a:custGeom>
                  <a:rect b="b" l="l" r="r" t="t"/>
                  <a:pathLst>
                    <a:path extrusionOk="0" h="416147" w="1136523">
                      <a:moveTo>
                        <a:pt x="1132904" y="416147"/>
                      </a:moveTo>
                      <a:lnTo>
                        <a:pt x="0" y="8763"/>
                      </a:lnTo>
                      <a:lnTo>
                        <a:pt x="3143" y="0"/>
                      </a:lnTo>
                      <a:lnTo>
                        <a:pt x="1136523" y="407575"/>
                      </a:lnTo>
                      <a:cubicBezTo>
                        <a:pt x="1135380" y="410337"/>
                        <a:pt x="1134047" y="412909"/>
                        <a:pt x="1133189" y="415195"/>
                      </a:cubicBezTo>
                      <a:lnTo>
                        <a:pt x="1132809" y="41614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2" name="Google Shape;1442;p53"/>
                <p:cNvSpPr/>
                <p:nvPr/>
              </p:nvSpPr>
              <p:spPr>
                <a:xfrm>
                  <a:off x="9767271" y="1113852"/>
                  <a:ext cx="1182909" cy="433578"/>
                </a:xfrm>
                <a:custGeom>
                  <a:rect b="b" l="l" r="r" t="t"/>
                  <a:pathLst>
                    <a:path extrusionOk="0" h="433578" w="1182909">
                      <a:moveTo>
                        <a:pt x="1180624" y="433578"/>
                      </a:moveTo>
                      <a:lnTo>
                        <a:pt x="0" y="9049"/>
                      </a:lnTo>
                      <a:cubicBezTo>
                        <a:pt x="667" y="6001"/>
                        <a:pt x="1524" y="2953"/>
                        <a:pt x="2381" y="0"/>
                      </a:cubicBezTo>
                      <a:lnTo>
                        <a:pt x="1182910" y="424529"/>
                      </a:lnTo>
                      <a:cubicBezTo>
                        <a:pt x="1182338" y="427577"/>
                        <a:pt x="1181672" y="430530"/>
                        <a:pt x="1180910" y="432816"/>
                      </a:cubicBezTo>
                      <a:lnTo>
                        <a:pt x="1180624" y="43357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3" name="Google Shape;1443;p53"/>
                <p:cNvSpPr/>
                <p:nvPr/>
              </p:nvSpPr>
              <p:spPr>
                <a:xfrm>
                  <a:off x="9704691" y="1181860"/>
                  <a:ext cx="1217675" cy="446722"/>
                </a:xfrm>
                <a:custGeom>
                  <a:rect b="b" l="l" r="r" t="t"/>
                  <a:pathLst>
                    <a:path extrusionOk="0" h="446722" w="1217675">
                      <a:moveTo>
                        <a:pt x="1217676" y="446722"/>
                      </a:moveTo>
                      <a:lnTo>
                        <a:pt x="0" y="8763"/>
                      </a:lnTo>
                      <a:lnTo>
                        <a:pt x="3143" y="0"/>
                      </a:lnTo>
                      <a:lnTo>
                        <a:pt x="1213866" y="435388"/>
                      </a:lnTo>
                      <a:cubicBezTo>
                        <a:pt x="1213961" y="436150"/>
                        <a:pt x="1214152" y="437007"/>
                        <a:pt x="1214342" y="437864"/>
                      </a:cubicBezTo>
                      <a:cubicBezTo>
                        <a:pt x="1215009" y="441293"/>
                        <a:pt x="1216533" y="443865"/>
                        <a:pt x="1217676" y="4467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4" name="Google Shape;1444;p53"/>
                <p:cNvSpPr/>
                <p:nvPr/>
              </p:nvSpPr>
              <p:spPr>
                <a:xfrm rot="-4214982">
                  <a:off x="10271028" y="845490"/>
                  <a:ext cx="9322" cy="1271428"/>
                </a:xfrm>
                <a:custGeom>
                  <a:rect b="b" l="l" r="r" t="t"/>
                  <a:pathLst>
                    <a:path extrusionOk="0" h="1273016" w="9334">
                      <a:moveTo>
                        <a:pt x="0" y="0"/>
                      </a:moveTo>
                      <a:lnTo>
                        <a:pt x="9335" y="0"/>
                      </a:lnTo>
                      <a:lnTo>
                        <a:pt x="9335" y="1273016"/>
                      </a:lnTo>
                      <a:lnTo>
                        <a:pt x="0" y="127301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5" name="Google Shape;1445;p53"/>
                <p:cNvSpPr/>
                <p:nvPr/>
              </p:nvSpPr>
              <p:spPr>
                <a:xfrm>
                  <a:off x="9647065" y="1341975"/>
                  <a:ext cx="1207008" cy="442341"/>
                </a:xfrm>
                <a:custGeom>
                  <a:rect b="b" l="l" r="r" t="t"/>
                  <a:pathLst>
                    <a:path extrusionOk="0" h="442341" w="1207008">
                      <a:moveTo>
                        <a:pt x="1205579" y="442341"/>
                      </a:moveTo>
                      <a:lnTo>
                        <a:pt x="0" y="8763"/>
                      </a:lnTo>
                      <a:lnTo>
                        <a:pt x="3143" y="0"/>
                      </a:lnTo>
                      <a:lnTo>
                        <a:pt x="1207008" y="432911"/>
                      </a:lnTo>
                      <a:cubicBezTo>
                        <a:pt x="1207008" y="434150"/>
                        <a:pt x="1206341" y="435292"/>
                        <a:pt x="1203579" y="436340"/>
                      </a:cubicBezTo>
                      <a:cubicBezTo>
                        <a:pt x="1203770" y="438531"/>
                        <a:pt x="1204531" y="440436"/>
                        <a:pt x="1205579" y="4423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6" name="Google Shape;1446;p53"/>
                <p:cNvSpPr/>
                <p:nvPr/>
              </p:nvSpPr>
              <p:spPr>
                <a:xfrm>
                  <a:off x="9618204" y="1422081"/>
                  <a:ext cx="1228058" cy="449199"/>
                </a:xfrm>
                <a:custGeom>
                  <a:rect b="b" l="l" r="r" t="t"/>
                  <a:pathLst>
                    <a:path extrusionOk="0" h="449199" w="1228058">
                      <a:moveTo>
                        <a:pt x="1224820" y="449199"/>
                      </a:moveTo>
                      <a:lnTo>
                        <a:pt x="0" y="8763"/>
                      </a:lnTo>
                      <a:lnTo>
                        <a:pt x="3143" y="0"/>
                      </a:lnTo>
                      <a:lnTo>
                        <a:pt x="1228058" y="440531"/>
                      </a:lnTo>
                      <a:cubicBezTo>
                        <a:pt x="1227297" y="441769"/>
                        <a:pt x="1226534" y="443579"/>
                        <a:pt x="1225772" y="446056"/>
                      </a:cubicBezTo>
                      <a:cubicBezTo>
                        <a:pt x="1225391" y="447104"/>
                        <a:pt x="1225010" y="448151"/>
                        <a:pt x="1224725" y="44919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7" name="Google Shape;1447;p53"/>
                <p:cNvSpPr/>
                <p:nvPr/>
              </p:nvSpPr>
              <p:spPr>
                <a:xfrm>
                  <a:off x="9590772" y="1502376"/>
                  <a:ext cx="1212532" cy="439197"/>
                </a:xfrm>
                <a:custGeom>
                  <a:rect b="b" l="l" r="r" t="t"/>
                  <a:pathLst>
                    <a:path extrusionOk="0" h="439197" w="1212532">
                      <a:moveTo>
                        <a:pt x="1109377" y="402812"/>
                      </a:moveTo>
                      <a:lnTo>
                        <a:pt x="1038035" y="377190"/>
                      </a:lnTo>
                      <a:lnTo>
                        <a:pt x="1029176" y="374237"/>
                      </a:lnTo>
                      <a:lnTo>
                        <a:pt x="1029176" y="374047"/>
                      </a:lnTo>
                      <a:cubicBezTo>
                        <a:pt x="1029176" y="374047"/>
                        <a:pt x="958024" y="348425"/>
                        <a:pt x="958024" y="348425"/>
                      </a:cubicBezTo>
                      <a:lnTo>
                        <a:pt x="949166" y="345472"/>
                      </a:lnTo>
                      <a:lnTo>
                        <a:pt x="949166" y="345281"/>
                      </a:lnTo>
                      <a:cubicBezTo>
                        <a:pt x="949166" y="345281"/>
                        <a:pt x="877919" y="319659"/>
                        <a:pt x="877919" y="319659"/>
                      </a:cubicBezTo>
                      <a:lnTo>
                        <a:pt x="869061" y="316706"/>
                      </a:lnTo>
                      <a:lnTo>
                        <a:pt x="869061" y="316516"/>
                      </a:lnTo>
                      <a:cubicBezTo>
                        <a:pt x="869061" y="316516"/>
                        <a:pt x="797909" y="290894"/>
                        <a:pt x="797909" y="290894"/>
                      </a:cubicBezTo>
                      <a:lnTo>
                        <a:pt x="789051" y="287941"/>
                      </a:lnTo>
                      <a:lnTo>
                        <a:pt x="789051" y="287750"/>
                      </a:lnTo>
                      <a:cubicBezTo>
                        <a:pt x="789051" y="287750"/>
                        <a:pt x="717804" y="262128"/>
                        <a:pt x="717804" y="262128"/>
                      </a:cubicBezTo>
                      <a:lnTo>
                        <a:pt x="708946" y="259175"/>
                      </a:lnTo>
                      <a:lnTo>
                        <a:pt x="708946" y="258985"/>
                      </a:lnTo>
                      <a:cubicBezTo>
                        <a:pt x="708946" y="258985"/>
                        <a:pt x="637794" y="233363"/>
                        <a:pt x="637794" y="233363"/>
                      </a:cubicBezTo>
                      <a:lnTo>
                        <a:pt x="628936" y="230410"/>
                      </a:lnTo>
                      <a:lnTo>
                        <a:pt x="628936" y="230219"/>
                      </a:lnTo>
                      <a:cubicBezTo>
                        <a:pt x="628936" y="230219"/>
                        <a:pt x="557689" y="204597"/>
                        <a:pt x="557689" y="204597"/>
                      </a:cubicBezTo>
                      <a:lnTo>
                        <a:pt x="548830" y="201644"/>
                      </a:lnTo>
                      <a:lnTo>
                        <a:pt x="548830" y="201454"/>
                      </a:lnTo>
                      <a:cubicBezTo>
                        <a:pt x="548830" y="201454"/>
                        <a:pt x="477583" y="175832"/>
                        <a:pt x="477583" y="175832"/>
                      </a:cubicBezTo>
                      <a:lnTo>
                        <a:pt x="468725" y="172879"/>
                      </a:lnTo>
                      <a:lnTo>
                        <a:pt x="468725" y="172688"/>
                      </a:lnTo>
                      <a:cubicBezTo>
                        <a:pt x="468725" y="172688"/>
                        <a:pt x="397573" y="147066"/>
                        <a:pt x="397573" y="147066"/>
                      </a:cubicBezTo>
                      <a:lnTo>
                        <a:pt x="388715" y="144113"/>
                      </a:lnTo>
                      <a:lnTo>
                        <a:pt x="388715" y="143923"/>
                      </a:lnTo>
                      <a:cubicBezTo>
                        <a:pt x="388715" y="143923"/>
                        <a:pt x="317468" y="118300"/>
                        <a:pt x="317468" y="118300"/>
                      </a:cubicBezTo>
                      <a:lnTo>
                        <a:pt x="308610" y="115348"/>
                      </a:lnTo>
                      <a:lnTo>
                        <a:pt x="308610" y="115157"/>
                      </a:lnTo>
                      <a:cubicBezTo>
                        <a:pt x="308610" y="115157"/>
                        <a:pt x="237458" y="89535"/>
                        <a:pt x="237458" y="89535"/>
                      </a:cubicBezTo>
                      <a:lnTo>
                        <a:pt x="228600" y="86582"/>
                      </a:lnTo>
                      <a:lnTo>
                        <a:pt x="228600" y="86392"/>
                      </a:lnTo>
                      <a:cubicBezTo>
                        <a:pt x="228600" y="86392"/>
                        <a:pt x="157353" y="60770"/>
                        <a:pt x="157353" y="60770"/>
                      </a:cubicBezTo>
                      <a:lnTo>
                        <a:pt x="148495" y="57817"/>
                      </a:lnTo>
                      <a:lnTo>
                        <a:pt x="148495" y="57626"/>
                      </a:lnTo>
                      <a:cubicBezTo>
                        <a:pt x="148495" y="57626"/>
                        <a:pt x="77343" y="32004"/>
                        <a:pt x="77343" y="32004"/>
                      </a:cubicBezTo>
                      <a:lnTo>
                        <a:pt x="68485" y="29051"/>
                      </a:lnTo>
                      <a:lnTo>
                        <a:pt x="68485" y="28861"/>
                      </a:lnTo>
                      <a:cubicBezTo>
                        <a:pt x="68485" y="28861"/>
                        <a:pt x="0" y="4191"/>
                        <a:pt x="0" y="4191"/>
                      </a:cubicBezTo>
                      <a:lnTo>
                        <a:pt x="1524" y="0"/>
                      </a:lnTo>
                      <a:lnTo>
                        <a:pt x="1212532" y="435483"/>
                      </a:lnTo>
                      <a:cubicBezTo>
                        <a:pt x="1211580" y="437007"/>
                        <a:pt x="1210628" y="438150"/>
                        <a:pt x="1209675" y="439198"/>
                      </a:cubicBezTo>
                      <a:lnTo>
                        <a:pt x="1197864" y="434912"/>
                      </a:lnTo>
                      <a:lnTo>
                        <a:pt x="1189006" y="431959"/>
                      </a:lnTo>
                      <a:lnTo>
                        <a:pt x="1189006" y="431768"/>
                      </a:lnTo>
                      <a:cubicBezTo>
                        <a:pt x="1189006" y="431768"/>
                        <a:pt x="1117759" y="406146"/>
                        <a:pt x="1117759" y="406146"/>
                      </a:cubicBezTo>
                      <a:lnTo>
                        <a:pt x="1108900" y="403193"/>
                      </a:lnTo>
                      <a:lnTo>
                        <a:pt x="1108900" y="40300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48" name="Google Shape;1448;p53"/>
              <p:cNvGrpSpPr/>
              <p:nvPr/>
            </p:nvGrpSpPr>
            <p:grpSpPr>
              <a:xfrm>
                <a:off x="9659447" y="632648"/>
                <a:ext cx="1420749" cy="1304449"/>
                <a:chOff x="9659447" y="632648"/>
                <a:chExt cx="1420749" cy="1304449"/>
              </a:xfrm>
            </p:grpSpPr>
            <p:grpSp>
              <p:nvGrpSpPr>
                <p:cNvPr id="1449" name="Google Shape;1449;p53"/>
                <p:cNvGrpSpPr/>
                <p:nvPr/>
              </p:nvGrpSpPr>
              <p:grpSpPr>
                <a:xfrm>
                  <a:off x="10780064" y="1100040"/>
                  <a:ext cx="300132" cy="837057"/>
                  <a:chOff x="10780064" y="1100040"/>
                  <a:chExt cx="300132" cy="837057"/>
                </a:xfrm>
              </p:grpSpPr>
              <p:sp>
                <p:nvSpPr>
                  <p:cNvPr id="1450" name="Google Shape;1450;p53"/>
                  <p:cNvSpPr/>
                  <p:nvPr/>
                </p:nvSpPr>
                <p:spPr>
                  <a:xfrm>
                    <a:off x="11004378" y="1100040"/>
                    <a:ext cx="75818" cy="210883"/>
                  </a:xfrm>
                  <a:custGeom>
                    <a:rect b="b" l="l" r="r" t="t"/>
                    <a:pathLst>
                      <a:path extrusionOk="0" h="210883" w="75818">
                        <a:moveTo>
                          <a:pt x="10192" y="200120"/>
                        </a:moveTo>
                        <a:cubicBezTo>
                          <a:pt x="7239" y="204216"/>
                          <a:pt x="4096" y="207836"/>
                          <a:pt x="0" y="210884"/>
                        </a:cubicBezTo>
                        <a:lnTo>
                          <a:pt x="75819" y="0"/>
                        </a:lnTo>
                        <a:cubicBezTo>
                          <a:pt x="75533" y="2953"/>
                          <a:pt x="74581" y="6191"/>
                          <a:pt x="73152" y="10763"/>
                        </a:cubicBezTo>
                        <a:cubicBezTo>
                          <a:pt x="71438" y="16193"/>
                          <a:pt x="70580" y="23336"/>
                          <a:pt x="69532" y="30671"/>
                        </a:cubicBezTo>
                        <a:cubicBezTo>
                          <a:pt x="69056" y="33719"/>
                          <a:pt x="68580" y="36957"/>
                          <a:pt x="67913" y="39910"/>
                        </a:cubicBezTo>
                        <a:cubicBezTo>
                          <a:pt x="65913" y="49244"/>
                          <a:pt x="62579" y="57626"/>
                          <a:pt x="55436" y="61341"/>
                        </a:cubicBezTo>
                        <a:cubicBezTo>
                          <a:pt x="56959" y="62198"/>
                          <a:pt x="59626" y="63722"/>
                          <a:pt x="62198" y="65437"/>
                        </a:cubicBezTo>
                        <a:lnTo>
                          <a:pt x="16573" y="192310"/>
                        </a:lnTo>
                        <a:lnTo>
                          <a:pt x="16002" y="192119"/>
                        </a:lnTo>
                        <a:cubicBezTo>
                          <a:pt x="13906" y="194881"/>
                          <a:pt x="12097" y="197453"/>
                          <a:pt x="10192" y="1999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1" name="Google Shape;1451;p53"/>
                  <p:cNvSpPr/>
                  <p:nvPr/>
                </p:nvSpPr>
                <p:spPr>
                  <a:xfrm>
                    <a:off x="10987613" y="1356834"/>
                    <a:ext cx="190" cy="285"/>
                  </a:xfrm>
                  <a:custGeom>
                    <a:rect b="b" l="l" r="r" t="t"/>
                    <a:pathLst>
                      <a:path extrusionOk="0" h="285" w="190">
                        <a:moveTo>
                          <a:pt x="190" y="0"/>
                        </a:moveTo>
                        <a:cubicBezTo>
                          <a:pt x="190" y="0"/>
                          <a:pt x="190" y="191"/>
                          <a:pt x="190" y="286"/>
                        </a:cubicBezTo>
                        <a:cubicBezTo>
                          <a:pt x="190" y="286"/>
                          <a:pt x="124" y="286"/>
                          <a:pt x="0" y="286"/>
                        </a:cubicBez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2" name="Google Shape;1452;p53"/>
                  <p:cNvSpPr/>
                  <p:nvPr/>
                </p:nvSpPr>
                <p:spPr>
                  <a:xfrm>
                    <a:off x="10858455" y="1484565"/>
                    <a:ext cx="90201" cy="232124"/>
                  </a:xfrm>
                  <a:custGeom>
                    <a:rect b="b" l="l" r="r" t="t"/>
                    <a:pathLst>
                      <a:path extrusionOk="0" h="232124" w="90201">
                        <a:moveTo>
                          <a:pt x="0" y="232124"/>
                        </a:moveTo>
                        <a:lnTo>
                          <a:pt x="83439" y="0"/>
                        </a:lnTo>
                        <a:cubicBezTo>
                          <a:pt x="86868" y="1810"/>
                          <a:pt x="89154" y="3810"/>
                          <a:pt x="90202" y="8763"/>
                        </a:cubicBezTo>
                        <a:lnTo>
                          <a:pt x="26575" y="185547"/>
                        </a:lnTo>
                        <a:lnTo>
                          <a:pt x="26384" y="185547"/>
                        </a:lnTo>
                        <a:cubicBezTo>
                          <a:pt x="21907" y="192119"/>
                          <a:pt x="20098" y="200120"/>
                          <a:pt x="18002" y="208026"/>
                        </a:cubicBezTo>
                        <a:lnTo>
                          <a:pt x="18479" y="208217"/>
                        </a:lnTo>
                        <a:lnTo>
                          <a:pt x="15335" y="216979"/>
                        </a:lnTo>
                        <a:lnTo>
                          <a:pt x="15335" y="216979"/>
                        </a:lnTo>
                        <a:cubicBezTo>
                          <a:pt x="14478" y="218884"/>
                          <a:pt x="13621" y="220885"/>
                          <a:pt x="12668" y="222695"/>
                        </a:cubicBezTo>
                        <a:cubicBezTo>
                          <a:pt x="9811" y="227647"/>
                          <a:pt x="10478" y="226314"/>
                          <a:pt x="6477" y="229076"/>
                        </a:cubicBezTo>
                        <a:cubicBezTo>
                          <a:pt x="5048" y="230124"/>
                          <a:pt x="2381" y="230981"/>
                          <a:pt x="95" y="2321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3" name="Google Shape;1453;p53"/>
                  <p:cNvSpPr/>
                  <p:nvPr/>
                </p:nvSpPr>
                <p:spPr>
                  <a:xfrm>
                    <a:off x="10780064" y="1727738"/>
                    <a:ext cx="79152" cy="209359"/>
                  </a:xfrm>
                  <a:custGeom>
                    <a:rect b="b" l="l" r="r" t="t"/>
                    <a:pathLst>
                      <a:path extrusionOk="0" h="209359" w="79152">
                        <a:moveTo>
                          <a:pt x="95" y="206407"/>
                        </a:moveTo>
                        <a:lnTo>
                          <a:pt x="74295" y="0"/>
                        </a:lnTo>
                        <a:cubicBezTo>
                          <a:pt x="75724" y="4667"/>
                          <a:pt x="78391" y="9525"/>
                          <a:pt x="78962" y="13049"/>
                        </a:cubicBezTo>
                        <a:cubicBezTo>
                          <a:pt x="78962" y="13335"/>
                          <a:pt x="78962" y="13621"/>
                          <a:pt x="79153" y="14002"/>
                        </a:cubicBezTo>
                        <a:lnTo>
                          <a:pt x="8858" y="209359"/>
                        </a:lnTo>
                        <a:lnTo>
                          <a:pt x="0" y="20640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54" name="Google Shape;1454;p53"/>
                <p:cNvSpPr/>
                <p:nvPr/>
              </p:nvSpPr>
              <p:spPr>
                <a:xfrm>
                  <a:off x="10700149" y="955356"/>
                  <a:ext cx="350329" cy="953071"/>
                </a:xfrm>
                <a:custGeom>
                  <a:rect b="b" l="l" r="r" t="t"/>
                  <a:pathLst>
                    <a:path extrusionOk="0" h="953071" w="350329">
                      <a:moveTo>
                        <a:pt x="0" y="950023"/>
                      </a:moveTo>
                      <a:lnTo>
                        <a:pt x="341662" y="0"/>
                      </a:lnTo>
                      <a:cubicBezTo>
                        <a:pt x="344614" y="1143"/>
                        <a:pt x="347567" y="2476"/>
                        <a:pt x="350330" y="3429"/>
                      </a:cubicBezTo>
                      <a:lnTo>
                        <a:pt x="8858" y="953072"/>
                      </a:lnTo>
                      <a:lnTo>
                        <a:pt x="0" y="95011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5" name="Google Shape;1455;p53"/>
                <p:cNvSpPr/>
                <p:nvPr/>
              </p:nvSpPr>
              <p:spPr>
                <a:xfrm>
                  <a:off x="10619948" y="933257"/>
                  <a:ext cx="347567" cy="946404"/>
                </a:xfrm>
                <a:custGeom>
                  <a:rect b="b" l="l" r="r" t="t"/>
                  <a:pathLst>
                    <a:path extrusionOk="0" h="946404" w="347567">
                      <a:moveTo>
                        <a:pt x="95" y="943356"/>
                      </a:moveTo>
                      <a:lnTo>
                        <a:pt x="339376" y="0"/>
                      </a:lnTo>
                      <a:cubicBezTo>
                        <a:pt x="340709" y="572"/>
                        <a:pt x="342043" y="1143"/>
                        <a:pt x="342995" y="1715"/>
                      </a:cubicBezTo>
                      <a:cubicBezTo>
                        <a:pt x="344519" y="2572"/>
                        <a:pt x="346043" y="3620"/>
                        <a:pt x="347567" y="4667"/>
                      </a:cubicBezTo>
                      <a:lnTo>
                        <a:pt x="8858" y="946404"/>
                      </a:lnTo>
                      <a:lnTo>
                        <a:pt x="0" y="94345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6" name="Google Shape;1456;p53"/>
                <p:cNvSpPr/>
                <p:nvPr/>
              </p:nvSpPr>
              <p:spPr>
                <a:xfrm>
                  <a:off x="10539938" y="913731"/>
                  <a:ext cx="344900" cy="937069"/>
                </a:xfrm>
                <a:custGeom>
                  <a:rect b="b" l="l" r="r" t="t"/>
                  <a:pathLst>
                    <a:path extrusionOk="0" h="937069" w="344900">
                      <a:moveTo>
                        <a:pt x="95" y="934117"/>
                      </a:moveTo>
                      <a:lnTo>
                        <a:pt x="336042" y="0"/>
                      </a:lnTo>
                      <a:cubicBezTo>
                        <a:pt x="338804" y="1143"/>
                        <a:pt x="341471" y="2381"/>
                        <a:pt x="344234" y="2762"/>
                      </a:cubicBezTo>
                      <a:cubicBezTo>
                        <a:pt x="344424" y="2762"/>
                        <a:pt x="344710" y="2762"/>
                        <a:pt x="344900" y="2762"/>
                      </a:cubicBezTo>
                      <a:lnTo>
                        <a:pt x="8858" y="937070"/>
                      </a:lnTo>
                      <a:lnTo>
                        <a:pt x="0" y="93411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7" name="Google Shape;1457;p53"/>
                <p:cNvSpPr/>
                <p:nvPr/>
              </p:nvSpPr>
              <p:spPr>
                <a:xfrm>
                  <a:off x="10459833" y="905540"/>
                  <a:ext cx="338423" cy="916400"/>
                </a:xfrm>
                <a:custGeom>
                  <a:rect b="b" l="l" r="r" t="t"/>
                  <a:pathLst>
                    <a:path extrusionOk="0" h="916400" w="338423">
                      <a:moveTo>
                        <a:pt x="95" y="913448"/>
                      </a:moveTo>
                      <a:lnTo>
                        <a:pt x="328422" y="381"/>
                      </a:lnTo>
                      <a:cubicBezTo>
                        <a:pt x="332327" y="1619"/>
                        <a:pt x="334137" y="1619"/>
                        <a:pt x="338423" y="0"/>
                      </a:cubicBezTo>
                      <a:lnTo>
                        <a:pt x="8858" y="916400"/>
                      </a:lnTo>
                      <a:lnTo>
                        <a:pt x="0" y="91344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8" name="Google Shape;1458;p53"/>
                <p:cNvSpPr/>
                <p:nvPr/>
              </p:nvSpPr>
              <p:spPr>
                <a:xfrm>
                  <a:off x="10379823" y="861725"/>
                  <a:ext cx="338613" cy="931449"/>
                </a:xfrm>
                <a:custGeom>
                  <a:rect b="b" l="l" r="r" t="t"/>
                  <a:pathLst>
                    <a:path extrusionOk="0" h="931449" w="338613">
                      <a:moveTo>
                        <a:pt x="95" y="928497"/>
                      </a:moveTo>
                      <a:lnTo>
                        <a:pt x="334042" y="0"/>
                      </a:lnTo>
                      <a:cubicBezTo>
                        <a:pt x="333470" y="1619"/>
                        <a:pt x="332994" y="3238"/>
                        <a:pt x="333089" y="4763"/>
                      </a:cubicBezTo>
                      <a:cubicBezTo>
                        <a:pt x="333470" y="7620"/>
                        <a:pt x="335852" y="11144"/>
                        <a:pt x="338614" y="14573"/>
                      </a:cubicBezTo>
                      <a:lnTo>
                        <a:pt x="8858" y="931450"/>
                      </a:lnTo>
                      <a:lnTo>
                        <a:pt x="0" y="92849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9" name="Google Shape;1459;p53"/>
                <p:cNvSpPr/>
                <p:nvPr/>
              </p:nvSpPr>
              <p:spPr>
                <a:xfrm>
                  <a:off x="10299908" y="826863"/>
                  <a:ext cx="344805" cy="937545"/>
                </a:xfrm>
                <a:custGeom>
                  <a:rect b="b" l="l" r="r" t="t"/>
                  <a:pathLst>
                    <a:path extrusionOk="0" h="937545" w="344805">
                      <a:moveTo>
                        <a:pt x="0" y="934593"/>
                      </a:moveTo>
                      <a:lnTo>
                        <a:pt x="336137" y="0"/>
                      </a:lnTo>
                      <a:cubicBezTo>
                        <a:pt x="338328" y="857"/>
                        <a:pt x="340614" y="1715"/>
                        <a:pt x="342900" y="2572"/>
                      </a:cubicBezTo>
                      <a:cubicBezTo>
                        <a:pt x="343472" y="2762"/>
                        <a:pt x="344138" y="3048"/>
                        <a:pt x="344805" y="3334"/>
                      </a:cubicBezTo>
                      <a:lnTo>
                        <a:pt x="8858" y="937546"/>
                      </a:lnTo>
                      <a:lnTo>
                        <a:pt x="0" y="93459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0" name="Google Shape;1460;p53"/>
                <p:cNvSpPr/>
                <p:nvPr/>
              </p:nvSpPr>
              <p:spPr>
                <a:xfrm>
                  <a:off x="10219803" y="822768"/>
                  <a:ext cx="334994" cy="912780"/>
                </a:xfrm>
                <a:custGeom>
                  <a:rect b="b" l="l" r="r" t="t"/>
                  <a:pathLst>
                    <a:path extrusionOk="0" h="912780" w="334994">
                      <a:moveTo>
                        <a:pt x="95" y="909923"/>
                      </a:moveTo>
                      <a:lnTo>
                        <a:pt x="327279" y="0"/>
                      </a:lnTo>
                      <a:cubicBezTo>
                        <a:pt x="327755" y="1905"/>
                        <a:pt x="328327" y="3619"/>
                        <a:pt x="330136" y="4763"/>
                      </a:cubicBezTo>
                      <a:cubicBezTo>
                        <a:pt x="331470" y="5620"/>
                        <a:pt x="333184" y="5905"/>
                        <a:pt x="334994" y="6001"/>
                      </a:cubicBezTo>
                      <a:lnTo>
                        <a:pt x="8858" y="912781"/>
                      </a:lnTo>
                      <a:lnTo>
                        <a:pt x="0" y="90982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1" name="Google Shape;1461;p53"/>
                <p:cNvSpPr/>
                <p:nvPr/>
              </p:nvSpPr>
              <p:spPr>
                <a:xfrm>
                  <a:off x="10139793" y="787239"/>
                  <a:ext cx="338708" cy="919734"/>
                </a:xfrm>
                <a:custGeom>
                  <a:rect b="b" l="l" r="r" t="t"/>
                  <a:pathLst>
                    <a:path extrusionOk="0" h="919734" w="338708">
                      <a:moveTo>
                        <a:pt x="0" y="916686"/>
                      </a:moveTo>
                      <a:lnTo>
                        <a:pt x="329660" y="0"/>
                      </a:lnTo>
                      <a:cubicBezTo>
                        <a:pt x="332613" y="857"/>
                        <a:pt x="335661" y="1715"/>
                        <a:pt x="338709" y="2477"/>
                      </a:cubicBezTo>
                      <a:lnTo>
                        <a:pt x="8858" y="919734"/>
                      </a:lnTo>
                      <a:lnTo>
                        <a:pt x="0" y="91678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2" name="Google Shape;1462;p53"/>
                <p:cNvSpPr/>
                <p:nvPr/>
              </p:nvSpPr>
              <p:spPr>
                <a:xfrm>
                  <a:off x="10059688" y="746568"/>
                  <a:ext cx="341471" cy="931544"/>
                </a:xfrm>
                <a:custGeom>
                  <a:rect b="b" l="l" r="r" t="t"/>
                  <a:pathLst>
                    <a:path extrusionOk="0" h="931544" w="341471">
                      <a:moveTo>
                        <a:pt x="0" y="928497"/>
                      </a:moveTo>
                      <a:lnTo>
                        <a:pt x="333946" y="0"/>
                      </a:lnTo>
                      <a:cubicBezTo>
                        <a:pt x="333946" y="0"/>
                        <a:pt x="334899" y="476"/>
                        <a:pt x="335375" y="667"/>
                      </a:cubicBezTo>
                      <a:cubicBezTo>
                        <a:pt x="340042" y="2762"/>
                        <a:pt x="339280" y="3810"/>
                        <a:pt x="341471" y="6572"/>
                      </a:cubicBezTo>
                      <a:lnTo>
                        <a:pt x="8858" y="931545"/>
                      </a:lnTo>
                      <a:lnTo>
                        <a:pt x="0" y="92859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3" name="Google Shape;1463;p53"/>
                <p:cNvSpPr/>
                <p:nvPr/>
              </p:nvSpPr>
              <p:spPr>
                <a:xfrm>
                  <a:off x="9979678" y="755712"/>
                  <a:ext cx="329279" cy="893635"/>
                </a:xfrm>
                <a:custGeom>
                  <a:rect b="b" l="l" r="r" t="t"/>
                  <a:pathLst>
                    <a:path extrusionOk="0" h="893635" w="329279">
                      <a:moveTo>
                        <a:pt x="0" y="890587"/>
                      </a:moveTo>
                      <a:lnTo>
                        <a:pt x="320326" y="0"/>
                      </a:lnTo>
                      <a:cubicBezTo>
                        <a:pt x="323374" y="762"/>
                        <a:pt x="326422" y="1715"/>
                        <a:pt x="329279" y="2572"/>
                      </a:cubicBezTo>
                      <a:lnTo>
                        <a:pt x="8858" y="893636"/>
                      </a:lnTo>
                      <a:lnTo>
                        <a:pt x="0" y="89068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4" name="Google Shape;1464;p53"/>
                <p:cNvSpPr/>
                <p:nvPr/>
              </p:nvSpPr>
              <p:spPr>
                <a:xfrm>
                  <a:off x="9899573" y="709039"/>
                  <a:ext cx="335089" cy="911447"/>
                </a:xfrm>
                <a:custGeom>
                  <a:rect b="b" l="l" r="r" t="t"/>
                  <a:pathLst>
                    <a:path extrusionOk="0" h="911447" w="335089">
                      <a:moveTo>
                        <a:pt x="95" y="908494"/>
                      </a:moveTo>
                      <a:lnTo>
                        <a:pt x="326803" y="0"/>
                      </a:lnTo>
                      <a:cubicBezTo>
                        <a:pt x="329565" y="1810"/>
                        <a:pt x="332327" y="3143"/>
                        <a:pt x="335090" y="4381"/>
                      </a:cubicBezTo>
                      <a:lnTo>
                        <a:pt x="8858" y="911447"/>
                      </a:lnTo>
                      <a:lnTo>
                        <a:pt x="0" y="90849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5" name="Google Shape;1465;p53"/>
                <p:cNvSpPr/>
                <p:nvPr/>
              </p:nvSpPr>
              <p:spPr>
                <a:xfrm>
                  <a:off x="9819658" y="632648"/>
                  <a:ext cx="348995" cy="959167"/>
                </a:xfrm>
                <a:custGeom>
                  <a:rect b="b" l="l" r="r" t="t"/>
                  <a:pathLst>
                    <a:path extrusionOk="0" h="959167" w="348995">
                      <a:moveTo>
                        <a:pt x="0" y="956120"/>
                      </a:moveTo>
                      <a:lnTo>
                        <a:pt x="335852" y="22384"/>
                      </a:lnTo>
                      <a:cubicBezTo>
                        <a:pt x="337185" y="22670"/>
                        <a:pt x="338614" y="22955"/>
                        <a:pt x="339757" y="23241"/>
                      </a:cubicBezTo>
                      <a:cubicBezTo>
                        <a:pt x="341852" y="20383"/>
                        <a:pt x="340995" y="16002"/>
                        <a:pt x="339757" y="11621"/>
                      </a:cubicBezTo>
                      <a:lnTo>
                        <a:pt x="343948" y="0"/>
                      </a:lnTo>
                      <a:lnTo>
                        <a:pt x="346329" y="857"/>
                      </a:lnTo>
                      <a:cubicBezTo>
                        <a:pt x="345186" y="3905"/>
                        <a:pt x="343662" y="6001"/>
                        <a:pt x="345853" y="9811"/>
                      </a:cubicBezTo>
                      <a:cubicBezTo>
                        <a:pt x="346710" y="11049"/>
                        <a:pt x="347853" y="12287"/>
                        <a:pt x="348996" y="13430"/>
                      </a:cubicBezTo>
                      <a:lnTo>
                        <a:pt x="8858" y="959168"/>
                      </a:lnTo>
                      <a:lnTo>
                        <a:pt x="0" y="95621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66" name="Google Shape;1466;p53"/>
                <p:cNvGrpSpPr/>
                <p:nvPr/>
              </p:nvGrpSpPr>
              <p:grpSpPr>
                <a:xfrm>
                  <a:off x="9739553" y="749996"/>
                  <a:ext cx="301084" cy="812959"/>
                  <a:chOff x="9739553" y="749996"/>
                  <a:chExt cx="301084" cy="812959"/>
                </a:xfrm>
              </p:grpSpPr>
              <p:sp>
                <p:nvSpPr>
                  <p:cNvPr id="1467" name="Google Shape;1467;p53"/>
                  <p:cNvSpPr/>
                  <p:nvPr/>
                </p:nvSpPr>
                <p:spPr>
                  <a:xfrm>
                    <a:off x="10011924" y="749996"/>
                    <a:ext cx="28713" cy="78295"/>
                  </a:xfrm>
                  <a:custGeom>
                    <a:rect b="b" l="l" r="r" t="t"/>
                    <a:pathLst>
                      <a:path extrusionOk="0" h="78295" w="28713">
                        <a:moveTo>
                          <a:pt x="615" y="78296"/>
                        </a:moveTo>
                        <a:cubicBezTo>
                          <a:pt x="139" y="73819"/>
                          <a:pt x="-338" y="69247"/>
                          <a:pt x="329" y="66389"/>
                        </a:cubicBezTo>
                        <a:cubicBezTo>
                          <a:pt x="1948" y="59627"/>
                          <a:pt x="5282" y="54197"/>
                          <a:pt x="6711" y="47339"/>
                        </a:cubicBezTo>
                        <a:cubicBezTo>
                          <a:pt x="8520" y="37814"/>
                          <a:pt x="9759" y="24194"/>
                          <a:pt x="14140" y="13907"/>
                        </a:cubicBezTo>
                        <a:lnTo>
                          <a:pt x="13854" y="13907"/>
                        </a:lnTo>
                        <a:cubicBezTo>
                          <a:pt x="13854" y="13907"/>
                          <a:pt x="16998" y="5048"/>
                          <a:pt x="16998" y="5048"/>
                        </a:cubicBezTo>
                        <a:lnTo>
                          <a:pt x="19093" y="5810"/>
                        </a:lnTo>
                        <a:cubicBezTo>
                          <a:pt x="20712" y="4191"/>
                          <a:pt x="22427" y="4286"/>
                          <a:pt x="24523" y="2953"/>
                        </a:cubicBezTo>
                        <a:cubicBezTo>
                          <a:pt x="25951" y="2000"/>
                          <a:pt x="27380" y="1048"/>
                          <a:pt x="28714" y="0"/>
                        </a:cubicBezTo>
                        <a:lnTo>
                          <a:pt x="615" y="7820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8" name="Google Shape;1468;p53"/>
                  <p:cNvSpPr/>
                  <p:nvPr/>
                </p:nvSpPr>
                <p:spPr>
                  <a:xfrm>
                    <a:off x="9739553" y="835055"/>
                    <a:ext cx="269462" cy="727900"/>
                  </a:xfrm>
                  <a:custGeom>
                    <a:rect b="b" l="l" r="r" t="t"/>
                    <a:pathLst>
                      <a:path extrusionOk="0" h="727900" w="269462">
                        <a:moveTo>
                          <a:pt x="0" y="724853"/>
                        </a:moveTo>
                        <a:lnTo>
                          <a:pt x="260699" y="0"/>
                        </a:lnTo>
                        <a:lnTo>
                          <a:pt x="269462" y="3143"/>
                        </a:lnTo>
                        <a:lnTo>
                          <a:pt x="8858" y="727901"/>
                        </a:lnTo>
                        <a:lnTo>
                          <a:pt x="0" y="72485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69" name="Google Shape;1469;p53"/>
                <p:cNvSpPr/>
                <p:nvPr/>
              </p:nvSpPr>
              <p:spPr>
                <a:xfrm>
                  <a:off x="9659447" y="949440"/>
                  <a:ext cx="218884" cy="584654"/>
                </a:xfrm>
                <a:custGeom>
                  <a:rect b="b" l="l" r="r" t="t"/>
                  <a:pathLst>
                    <a:path extrusionOk="0" h="584654" w="218884">
                      <a:moveTo>
                        <a:pt x="95" y="581702"/>
                      </a:moveTo>
                      <a:lnTo>
                        <a:pt x="208693" y="1724"/>
                      </a:lnTo>
                      <a:cubicBezTo>
                        <a:pt x="210121" y="1153"/>
                        <a:pt x="211550" y="486"/>
                        <a:pt x="213074" y="105"/>
                      </a:cubicBezTo>
                      <a:cubicBezTo>
                        <a:pt x="215551" y="-276"/>
                        <a:pt x="217170" y="486"/>
                        <a:pt x="218885" y="677"/>
                      </a:cubicBezTo>
                      <a:lnTo>
                        <a:pt x="8858" y="584654"/>
                      </a:lnTo>
                      <a:lnTo>
                        <a:pt x="0" y="58170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3" name="Shape 1473"/>
        <p:cNvGrpSpPr/>
        <p:nvPr/>
      </p:nvGrpSpPr>
      <p:grpSpPr>
        <a:xfrm>
          <a:off x="0" y="0"/>
          <a:ext cx="0" cy="0"/>
          <a:chOff x="0" y="0"/>
          <a:chExt cx="0" cy="0"/>
        </a:xfrm>
      </p:grpSpPr>
      <p:sp>
        <p:nvSpPr>
          <p:cNvPr id="1474" name="Google Shape;1474;p54"/>
          <p:cNvSpPr txBox="1"/>
          <p:nvPr>
            <p:ph type="title"/>
          </p:nvPr>
        </p:nvSpPr>
        <p:spPr>
          <a:xfrm>
            <a:off x="1791900" y="1662750"/>
            <a:ext cx="5560200" cy="1191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4,498,300,000</a:t>
            </a:r>
            <a:endParaRPr/>
          </a:p>
        </p:txBody>
      </p:sp>
      <p:sp>
        <p:nvSpPr>
          <p:cNvPr id="1475" name="Google Shape;1475;p54"/>
          <p:cNvSpPr txBox="1"/>
          <p:nvPr>
            <p:ph idx="1" type="subTitle"/>
          </p:nvPr>
        </p:nvSpPr>
        <p:spPr>
          <a:xfrm>
            <a:off x="1791900" y="2983650"/>
            <a:ext cx="55602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1476" name="Google Shape;1476;p54"/>
          <p:cNvSpPr/>
          <p:nvPr/>
        </p:nvSpPr>
        <p:spPr>
          <a:xfrm flipH="1" rot="10800000">
            <a:off x="-222411" y="3"/>
            <a:ext cx="2495321" cy="1335085"/>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lt2"/>
          </a:solidFill>
          <a:ln>
            <a:noFill/>
          </a:ln>
          <a:effectLst>
            <a:outerShdw rotWithShape="0" algn="bl" dir="5400000" dist="57150">
              <a:srgbClr val="260D03">
                <a:alpha val="8000"/>
              </a:srgbClr>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grpSp>
        <p:nvGrpSpPr>
          <p:cNvPr id="1477" name="Google Shape;1477;p54"/>
          <p:cNvGrpSpPr/>
          <p:nvPr/>
        </p:nvGrpSpPr>
        <p:grpSpPr>
          <a:xfrm rot="518916">
            <a:off x="7568969" y="3722103"/>
            <a:ext cx="848018" cy="1270275"/>
            <a:chOff x="6864687" y="5317457"/>
            <a:chExt cx="323572" cy="484763"/>
          </a:xfrm>
        </p:grpSpPr>
        <p:grpSp>
          <p:nvGrpSpPr>
            <p:cNvPr id="1478" name="Google Shape;1478;p54"/>
            <p:cNvGrpSpPr/>
            <p:nvPr/>
          </p:nvGrpSpPr>
          <p:grpSpPr>
            <a:xfrm>
              <a:off x="6864687" y="5317457"/>
              <a:ext cx="323572" cy="484763"/>
              <a:chOff x="6864687" y="5317457"/>
              <a:chExt cx="323572" cy="484763"/>
            </a:xfrm>
          </p:grpSpPr>
          <p:sp>
            <p:nvSpPr>
              <p:cNvPr id="1479" name="Google Shape;1479;p54"/>
              <p:cNvSpPr/>
              <p:nvPr/>
            </p:nvSpPr>
            <p:spPr>
              <a:xfrm>
                <a:off x="6866146" y="5317457"/>
                <a:ext cx="322113" cy="484763"/>
              </a:xfrm>
              <a:custGeom>
                <a:rect b="b" l="l" r="r" t="t"/>
                <a:pathLst>
                  <a:path extrusionOk="0" h="484763" w="322113">
                    <a:moveTo>
                      <a:pt x="230344" y="78162"/>
                    </a:moveTo>
                    <a:cubicBezTo>
                      <a:pt x="212669" y="57376"/>
                      <a:pt x="202205" y="29096"/>
                      <a:pt x="179652" y="14531"/>
                    </a:cubicBezTo>
                    <a:cubicBezTo>
                      <a:pt x="170884" y="8875"/>
                      <a:pt x="160845" y="5694"/>
                      <a:pt x="150735" y="3502"/>
                    </a:cubicBezTo>
                    <a:cubicBezTo>
                      <a:pt x="105627" y="-6396"/>
                      <a:pt x="46238" y="6754"/>
                      <a:pt x="1343" y="17359"/>
                    </a:cubicBezTo>
                    <a:lnTo>
                      <a:pt x="142" y="215888"/>
                    </a:lnTo>
                    <a:cubicBezTo>
                      <a:pt x="142" y="215888"/>
                      <a:pt x="0" y="216312"/>
                      <a:pt x="0" y="216524"/>
                    </a:cubicBezTo>
                    <a:lnTo>
                      <a:pt x="0" y="474654"/>
                    </a:lnTo>
                    <a:cubicBezTo>
                      <a:pt x="0" y="480239"/>
                      <a:pt x="4313" y="484764"/>
                      <a:pt x="9615" y="484764"/>
                    </a:cubicBezTo>
                    <a:cubicBezTo>
                      <a:pt x="14918" y="484764"/>
                      <a:pt x="19231" y="480239"/>
                      <a:pt x="19231" y="474654"/>
                    </a:cubicBezTo>
                    <a:lnTo>
                      <a:pt x="19231" y="229392"/>
                    </a:lnTo>
                    <a:cubicBezTo>
                      <a:pt x="27220" y="226493"/>
                      <a:pt x="36128" y="223241"/>
                      <a:pt x="42279" y="220978"/>
                    </a:cubicBezTo>
                    <a:cubicBezTo>
                      <a:pt x="58541" y="215040"/>
                      <a:pt x="74873" y="209171"/>
                      <a:pt x="91841" y="206626"/>
                    </a:cubicBezTo>
                    <a:cubicBezTo>
                      <a:pt x="126908" y="201394"/>
                      <a:pt x="162188" y="210939"/>
                      <a:pt x="197468" y="214262"/>
                    </a:cubicBezTo>
                    <a:cubicBezTo>
                      <a:pt x="218537" y="216241"/>
                      <a:pt x="240525" y="215746"/>
                      <a:pt x="259685" y="206485"/>
                    </a:cubicBezTo>
                    <a:cubicBezTo>
                      <a:pt x="293480" y="190082"/>
                      <a:pt x="311014" y="150631"/>
                      <a:pt x="322114" y="113159"/>
                    </a:cubicBezTo>
                    <a:cubicBezTo>
                      <a:pt x="288602" y="118391"/>
                      <a:pt x="252969" y="104817"/>
                      <a:pt x="230344" y="78162"/>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0" name="Google Shape;1480;p54"/>
              <p:cNvSpPr/>
              <p:nvPr/>
            </p:nvSpPr>
            <p:spPr>
              <a:xfrm>
                <a:off x="6879554" y="5349257"/>
                <a:ext cx="5185" cy="99016"/>
              </a:xfrm>
              <a:custGeom>
                <a:rect b="b" l="l" r="r" t="t"/>
                <a:pathLst>
                  <a:path extrusionOk="0" h="99016" w="5185">
                    <a:moveTo>
                      <a:pt x="3277" y="901"/>
                    </a:moveTo>
                    <a:cubicBezTo>
                      <a:pt x="1934" y="33212"/>
                      <a:pt x="-258" y="65735"/>
                      <a:pt x="25" y="98115"/>
                    </a:cubicBezTo>
                    <a:cubicBezTo>
                      <a:pt x="25" y="99317"/>
                      <a:pt x="1792" y="99317"/>
                      <a:pt x="1934" y="98115"/>
                    </a:cubicBezTo>
                    <a:cubicBezTo>
                      <a:pt x="4408" y="65805"/>
                      <a:pt x="4338" y="33283"/>
                      <a:pt x="5186" y="901"/>
                    </a:cubicBezTo>
                    <a:cubicBezTo>
                      <a:pt x="5186" y="-300"/>
                      <a:pt x="3348" y="-300"/>
                      <a:pt x="3277" y="901"/>
                    </a:cubicBezTo>
                    <a:lnTo>
                      <a:pt x="3277" y="90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1" name="Google Shape;1481;p54"/>
              <p:cNvSpPr/>
              <p:nvPr/>
            </p:nvSpPr>
            <p:spPr>
              <a:xfrm>
                <a:off x="6878554" y="5459111"/>
                <a:ext cx="3198" cy="17955"/>
              </a:xfrm>
              <a:custGeom>
                <a:rect b="b" l="l" r="r" t="t"/>
                <a:pathLst>
                  <a:path extrusionOk="0" h="17955" w="3198">
                    <a:moveTo>
                      <a:pt x="1520" y="351"/>
                    </a:moveTo>
                    <a:cubicBezTo>
                      <a:pt x="389" y="2755"/>
                      <a:pt x="389" y="5724"/>
                      <a:pt x="177" y="8340"/>
                    </a:cubicBezTo>
                    <a:cubicBezTo>
                      <a:pt x="-35" y="11168"/>
                      <a:pt x="-106" y="13996"/>
                      <a:pt x="247" y="16754"/>
                    </a:cubicBezTo>
                    <a:cubicBezTo>
                      <a:pt x="318" y="17390"/>
                      <a:pt x="672" y="17885"/>
                      <a:pt x="1308" y="17956"/>
                    </a:cubicBezTo>
                    <a:cubicBezTo>
                      <a:pt x="1874" y="17956"/>
                      <a:pt x="2581" y="17673"/>
                      <a:pt x="2651" y="17036"/>
                    </a:cubicBezTo>
                    <a:cubicBezTo>
                      <a:pt x="3146" y="14279"/>
                      <a:pt x="3288" y="11380"/>
                      <a:pt x="3146" y="8552"/>
                    </a:cubicBezTo>
                    <a:cubicBezTo>
                      <a:pt x="3146" y="7209"/>
                      <a:pt x="3146" y="5795"/>
                      <a:pt x="3005" y="4381"/>
                    </a:cubicBezTo>
                    <a:cubicBezTo>
                      <a:pt x="2864" y="2967"/>
                      <a:pt x="2651" y="1553"/>
                      <a:pt x="2156" y="280"/>
                    </a:cubicBezTo>
                    <a:cubicBezTo>
                      <a:pt x="2086" y="-2"/>
                      <a:pt x="1661" y="-144"/>
                      <a:pt x="1520" y="210"/>
                    </a:cubicBezTo>
                    <a:lnTo>
                      <a:pt x="1520" y="21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2" name="Google Shape;1482;p54"/>
              <p:cNvSpPr/>
              <p:nvPr/>
            </p:nvSpPr>
            <p:spPr>
              <a:xfrm>
                <a:off x="6879375" y="5486329"/>
                <a:ext cx="3164" cy="32699"/>
              </a:xfrm>
              <a:custGeom>
                <a:rect b="b" l="l" r="r" t="t"/>
                <a:pathLst>
                  <a:path extrusionOk="0" h="32699" w="3164">
                    <a:moveTo>
                      <a:pt x="840" y="636"/>
                    </a:moveTo>
                    <a:cubicBezTo>
                      <a:pt x="416" y="5939"/>
                      <a:pt x="204" y="11171"/>
                      <a:pt x="133" y="16473"/>
                    </a:cubicBezTo>
                    <a:cubicBezTo>
                      <a:pt x="62" y="21776"/>
                      <a:pt x="-291" y="26866"/>
                      <a:pt x="557" y="31957"/>
                    </a:cubicBezTo>
                    <a:cubicBezTo>
                      <a:pt x="699" y="32947"/>
                      <a:pt x="2396" y="32947"/>
                      <a:pt x="2607" y="31957"/>
                    </a:cubicBezTo>
                    <a:cubicBezTo>
                      <a:pt x="3456" y="26866"/>
                      <a:pt x="3102" y="21564"/>
                      <a:pt x="3032" y="16473"/>
                    </a:cubicBezTo>
                    <a:cubicBezTo>
                      <a:pt x="2961" y="11383"/>
                      <a:pt x="2678" y="5939"/>
                      <a:pt x="2325" y="636"/>
                    </a:cubicBezTo>
                    <a:cubicBezTo>
                      <a:pt x="2325" y="-212"/>
                      <a:pt x="1052" y="-212"/>
                      <a:pt x="981" y="636"/>
                    </a:cubicBezTo>
                    <a:lnTo>
                      <a:pt x="981" y="63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3" name="Google Shape;1483;p54"/>
              <p:cNvSpPr/>
              <p:nvPr/>
            </p:nvSpPr>
            <p:spPr>
              <a:xfrm>
                <a:off x="6866027" y="5774949"/>
                <a:ext cx="20993" cy="13329"/>
              </a:xfrm>
              <a:custGeom>
                <a:rect b="b" l="l" r="r" t="t"/>
                <a:pathLst>
                  <a:path extrusionOk="0" h="13329" w="20993">
                    <a:moveTo>
                      <a:pt x="331" y="12495"/>
                    </a:moveTo>
                    <a:cubicBezTo>
                      <a:pt x="1038" y="13061"/>
                      <a:pt x="2240" y="13131"/>
                      <a:pt x="3088" y="13273"/>
                    </a:cubicBezTo>
                    <a:cubicBezTo>
                      <a:pt x="4149" y="13414"/>
                      <a:pt x="5139" y="13273"/>
                      <a:pt x="6199" y="13061"/>
                    </a:cubicBezTo>
                    <a:cubicBezTo>
                      <a:pt x="8249" y="12707"/>
                      <a:pt x="10300" y="11930"/>
                      <a:pt x="12067" y="10869"/>
                    </a:cubicBezTo>
                    <a:cubicBezTo>
                      <a:pt x="13835" y="9809"/>
                      <a:pt x="15531" y="8465"/>
                      <a:pt x="17016" y="6980"/>
                    </a:cubicBezTo>
                    <a:cubicBezTo>
                      <a:pt x="17794" y="6274"/>
                      <a:pt x="18501" y="5496"/>
                      <a:pt x="19208" y="4647"/>
                    </a:cubicBezTo>
                    <a:cubicBezTo>
                      <a:pt x="19915" y="3799"/>
                      <a:pt x="20763" y="2809"/>
                      <a:pt x="20976" y="1678"/>
                    </a:cubicBezTo>
                    <a:cubicBezTo>
                      <a:pt x="21117" y="688"/>
                      <a:pt x="20410" y="-231"/>
                      <a:pt x="19350" y="52"/>
                    </a:cubicBezTo>
                    <a:cubicBezTo>
                      <a:pt x="17582" y="547"/>
                      <a:pt x="16168" y="2455"/>
                      <a:pt x="14966" y="3728"/>
                    </a:cubicBezTo>
                    <a:cubicBezTo>
                      <a:pt x="13623" y="5142"/>
                      <a:pt x="12279" y="6485"/>
                      <a:pt x="10724" y="7546"/>
                    </a:cubicBezTo>
                    <a:cubicBezTo>
                      <a:pt x="9169" y="8607"/>
                      <a:pt x="7613" y="9596"/>
                      <a:pt x="5916" y="10162"/>
                    </a:cubicBezTo>
                    <a:cubicBezTo>
                      <a:pt x="5068" y="10445"/>
                      <a:pt x="4149" y="10657"/>
                      <a:pt x="3230" y="10799"/>
                    </a:cubicBezTo>
                    <a:cubicBezTo>
                      <a:pt x="2310" y="10940"/>
                      <a:pt x="1320" y="10940"/>
                      <a:pt x="472" y="11223"/>
                    </a:cubicBezTo>
                    <a:cubicBezTo>
                      <a:pt x="-93" y="11435"/>
                      <a:pt x="-164" y="12142"/>
                      <a:pt x="331" y="12495"/>
                    </a:cubicBezTo>
                    <a:lnTo>
                      <a:pt x="331" y="1249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4" name="Google Shape;1484;p54"/>
              <p:cNvSpPr/>
              <p:nvPr/>
            </p:nvSpPr>
            <p:spPr>
              <a:xfrm>
                <a:off x="6864687" y="5760036"/>
                <a:ext cx="19158" cy="14768"/>
              </a:xfrm>
              <a:custGeom>
                <a:rect b="b" l="l" r="r" t="t"/>
                <a:pathLst>
                  <a:path extrusionOk="0" h="14768" w="19158">
                    <a:moveTo>
                      <a:pt x="681" y="14541"/>
                    </a:moveTo>
                    <a:cubicBezTo>
                      <a:pt x="2731" y="15107"/>
                      <a:pt x="4993" y="14541"/>
                      <a:pt x="6832" y="13693"/>
                    </a:cubicBezTo>
                    <a:cubicBezTo>
                      <a:pt x="8670" y="12844"/>
                      <a:pt x="10649" y="11854"/>
                      <a:pt x="12488" y="10723"/>
                    </a:cubicBezTo>
                    <a:cubicBezTo>
                      <a:pt x="14326" y="9592"/>
                      <a:pt x="16164" y="8319"/>
                      <a:pt x="17437" y="6623"/>
                    </a:cubicBezTo>
                    <a:cubicBezTo>
                      <a:pt x="18639" y="4996"/>
                      <a:pt x="19770" y="2663"/>
                      <a:pt x="18780" y="683"/>
                    </a:cubicBezTo>
                    <a:cubicBezTo>
                      <a:pt x="18427" y="-94"/>
                      <a:pt x="17225" y="-236"/>
                      <a:pt x="16659" y="401"/>
                    </a:cubicBezTo>
                    <a:cubicBezTo>
                      <a:pt x="16094" y="1037"/>
                      <a:pt x="15740" y="1815"/>
                      <a:pt x="15387" y="2522"/>
                    </a:cubicBezTo>
                    <a:cubicBezTo>
                      <a:pt x="15033" y="3229"/>
                      <a:pt x="14609" y="3794"/>
                      <a:pt x="14114" y="4360"/>
                    </a:cubicBezTo>
                    <a:cubicBezTo>
                      <a:pt x="12983" y="5703"/>
                      <a:pt x="11639" y="6764"/>
                      <a:pt x="10225" y="7754"/>
                    </a:cubicBezTo>
                    <a:cubicBezTo>
                      <a:pt x="8811" y="8744"/>
                      <a:pt x="7256" y="9804"/>
                      <a:pt x="5701" y="10723"/>
                    </a:cubicBezTo>
                    <a:cubicBezTo>
                      <a:pt x="4145" y="11642"/>
                      <a:pt x="2378" y="12208"/>
                      <a:pt x="610" y="12844"/>
                    </a:cubicBezTo>
                    <a:cubicBezTo>
                      <a:pt x="-168" y="13127"/>
                      <a:pt x="-238" y="14258"/>
                      <a:pt x="610" y="14470"/>
                    </a:cubicBezTo>
                    <a:lnTo>
                      <a:pt x="610" y="1447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5" name="Google Shape;1485;p54"/>
              <p:cNvSpPr/>
              <p:nvPr/>
            </p:nvSpPr>
            <p:spPr>
              <a:xfrm>
                <a:off x="6866782" y="5742299"/>
                <a:ext cx="19015" cy="13966"/>
              </a:xfrm>
              <a:custGeom>
                <a:rect b="b" l="l" r="r" t="t"/>
                <a:pathLst>
                  <a:path extrusionOk="0" h="13966" w="19015">
                    <a:moveTo>
                      <a:pt x="283" y="12835"/>
                    </a:moveTo>
                    <a:cubicBezTo>
                      <a:pt x="637" y="13047"/>
                      <a:pt x="778" y="13401"/>
                      <a:pt x="1203" y="13613"/>
                    </a:cubicBezTo>
                    <a:cubicBezTo>
                      <a:pt x="1698" y="13825"/>
                      <a:pt x="2192" y="13966"/>
                      <a:pt x="2687" y="13966"/>
                    </a:cubicBezTo>
                    <a:cubicBezTo>
                      <a:pt x="3748" y="13966"/>
                      <a:pt x="4738" y="13542"/>
                      <a:pt x="5657" y="13189"/>
                    </a:cubicBezTo>
                    <a:cubicBezTo>
                      <a:pt x="7495" y="12482"/>
                      <a:pt x="9333" y="11634"/>
                      <a:pt x="10889" y="10573"/>
                    </a:cubicBezTo>
                    <a:cubicBezTo>
                      <a:pt x="12444" y="9512"/>
                      <a:pt x="14070" y="8169"/>
                      <a:pt x="15484" y="6755"/>
                    </a:cubicBezTo>
                    <a:cubicBezTo>
                      <a:pt x="16898" y="5341"/>
                      <a:pt x="18312" y="3715"/>
                      <a:pt x="18949" y="1664"/>
                    </a:cubicBezTo>
                    <a:cubicBezTo>
                      <a:pt x="19373" y="250"/>
                      <a:pt x="17676" y="-456"/>
                      <a:pt x="16686" y="321"/>
                    </a:cubicBezTo>
                    <a:cubicBezTo>
                      <a:pt x="15343" y="1382"/>
                      <a:pt x="14424" y="2796"/>
                      <a:pt x="13222" y="4069"/>
                    </a:cubicBezTo>
                    <a:cubicBezTo>
                      <a:pt x="12020" y="5341"/>
                      <a:pt x="10889" y="6401"/>
                      <a:pt x="9545" y="7391"/>
                    </a:cubicBezTo>
                    <a:cubicBezTo>
                      <a:pt x="8202" y="8381"/>
                      <a:pt x="6859" y="9300"/>
                      <a:pt x="5374" y="10078"/>
                    </a:cubicBezTo>
                    <a:cubicBezTo>
                      <a:pt x="4667" y="10502"/>
                      <a:pt x="3889" y="10856"/>
                      <a:pt x="3112" y="11139"/>
                    </a:cubicBezTo>
                    <a:cubicBezTo>
                      <a:pt x="2687" y="11280"/>
                      <a:pt x="2263" y="11350"/>
                      <a:pt x="1768" y="11492"/>
                    </a:cubicBezTo>
                    <a:cubicBezTo>
                      <a:pt x="1485" y="11563"/>
                      <a:pt x="920" y="11845"/>
                      <a:pt x="708" y="11775"/>
                    </a:cubicBezTo>
                    <a:cubicBezTo>
                      <a:pt x="72" y="11563"/>
                      <a:pt x="-282" y="12482"/>
                      <a:pt x="283" y="12835"/>
                    </a:cubicBezTo>
                    <a:lnTo>
                      <a:pt x="283" y="1283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6" name="Google Shape;1486;p54"/>
              <p:cNvSpPr/>
              <p:nvPr/>
            </p:nvSpPr>
            <p:spPr>
              <a:xfrm>
                <a:off x="6866572" y="5724288"/>
                <a:ext cx="18288" cy="14465"/>
              </a:xfrm>
              <a:custGeom>
                <a:rect b="b" l="l" r="r" t="t"/>
                <a:pathLst>
                  <a:path extrusionOk="0" h="14465" w="18288">
                    <a:moveTo>
                      <a:pt x="988" y="14373"/>
                    </a:moveTo>
                    <a:cubicBezTo>
                      <a:pt x="4452" y="13595"/>
                      <a:pt x="7916" y="12110"/>
                      <a:pt x="10886" y="10060"/>
                    </a:cubicBezTo>
                    <a:cubicBezTo>
                      <a:pt x="13855" y="8010"/>
                      <a:pt x="16613" y="5323"/>
                      <a:pt x="18168" y="1929"/>
                    </a:cubicBezTo>
                    <a:cubicBezTo>
                      <a:pt x="18734" y="728"/>
                      <a:pt x="17178" y="-757"/>
                      <a:pt x="16189" y="445"/>
                    </a:cubicBezTo>
                    <a:cubicBezTo>
                      <a:pt x="14067" y="3061"/>
                      <a:pt x="11875" y="5677"/>
                      <a:pt x="9260" y="7869"/>
                    </a:cubicBezTo>
                    <a:cubicBezTo>
                      <a:pt x="6644" y="10060"/>
                      <a:pt x="3745" y="11757"/>
                      <a:pt x="563" y="12888"/>
                    </a:cubicBezTo>
                    <a:cubicBezTo>
                      <a:pt x="-426" y="13242"/>
                      <a:pt x="-2" y="14656"/>
                      <a:pt x="988" y="14444"/>
                    </a:cubicBezTo>
                    <a:lnTo>
                      <a:pt x="988" y="1444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7" name="Google Shape;1487;p54"/>
              <p:cNvSpPr/>
              <p:nvPr/>
            </p:nvSpPr>
            <p:spPr>
              <a:xfrm>
                <a:off x="6865614" y="5704378"/>
                <a:ext cx="19739" cy="14604"/>
              </a:xfrm>
              <a:custGeom>
                <a:rect b="b" l="l" r="r" t="t"/>
                <a:pathLst>
                  <a:path extrusionOk="0" h="14604" w="19739">
                    <a:moveTo>
                      <a:pt x="531" y="14486"/>
                    </a:moveTo>
                    <a:cubicBezTo>
                      <a:pt x="2511" y="14840"/>
                      <a:pt x="4632" y="14345"/>
                      <a:pt x="6541" y="13779"/>
                    </a:cubicBezTo>
                    <a:cubicBezTo>
                      <a:pt x="8450" y="13214"/>
                      <a:pt x="10430" y="12224"/>
                      <a:pt x="12127" y="11093"/>
                    </a:cubicBezTo>
                    <a:cubicBezTo>
                      <a:pt x="15662" y="8759"/>
                      <a:pt x="18489" y="5436"/>
                      <a:pt x="19692" y="1336"/>
                    </a:cubicBezTo>
                    <a:cubicBezTo>
                      <a:pt x="20045" y="134"/>
                      <a:pt x="18348" y="-502"/>
                      <a:pt x="17712" y="488"/>
                    </a:cubicBezTo>
                    <a:cubicBezTo>
                      <a:pt x="15732" y="3528"/>
                      <a:pt x="13470" y="6426"/>
                      <a:pt x="10571" y="8618"/>
                    </a:cubicBezTo>
                    <a:cubicBezTo>
                      <a:pt x="9086" y="9749"/>
                      <a:pt x="7531" y="10598"/>
                      <a:pt x="5834" y="11375"/>
                    </a:cubicBezTo>
                    <a:cubicBezTo>
                      <a:pt x="4137" y="12153"/>
                      <a:pt x="2299" y="12365"/>
                      <a:pt x="531" y="13001"/>
                    </a:cubicBezTo>
                    <a:cubicBezTo>
                      <a:pt x="-105" y="13214"/>
                      <a:pt x="-246" y="14274"/>
                      <a:pt x="531" y="14415"/>
                    </a:cubicBezTo>
                    <a:lnTo>
                      <a:pt x="531" y="1441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8" name="Google Shape;1488;p54"/>
              <p:cNvSpPr/>
              <p:nvPr/>
            </p:nvSpPr>
            <p:spPr>
              <a:xfrm>
                <a:off x="6865364" y="5684469"/>
                <a:ext cx="18250" cy="14245"/>
              </a:xfrm>
              <a:custGeom>
                <a:rect b="b" l="l" r="r" t="t"/>
                <a:pathLst>
                  <a:path extrusionOk="0" h="14245" w="18250">
                    <a:moveTo>
                      <a:pt x="1064" y="14246"/>
                    </a:moveTo>
                    <a:cubicBezTo>
                      <a:pt x="4741" y="13751"/>
                      <a:pt x="7923" y="11771"/>
                      <a:pt x="10821" y="9650"/>
                    </a:cubicBezTo>
                    <a:cubicBezTo>
                      <a:pt x="12306" y="8589"/>
                      <a:pt x="13720" y="7458"/>
                      <a:pt x="14993" y="6186"/>
                    </a:cubicBezTo>
                    <a:cubicBezTo>
                      <a:pt x="16407" y="4842"/>
                      <a:pt x="17467" y="3428"/>
                      <a:pt x="18174" y="1519"/>
                    </a:cubicBezTo>
                    <a:cubicBezTo>
                      <a:pt x="18669" y="105"/>
                      <a:pt x="16619" y="-531"/>
                      <a:pt x="15912" y="530"/>
                    </a:cubicBezTo>
                    <a:cubicBezTo>
                      <a:pt x="14074" y="3216"/>
                      <a:pt x="11387" y="5196"/>
                      <a:pt x="8983" y="7317"/>
                    </a:cubicBezTo>
                    <a:cubicBezTo>
                      <a:pt x="6579" y="9438"/>
                      <a:pt x="3893" y="11559"/>
                      <a:pt x="640" y="12407"/>
                    </a:cubicBezTo>
                    <a:cubicBezTo>
                      <a:pt x="-491" y="12690"/>
                      <a:pt x="4" y="14246"/>
                      <a:pt x="1135" y="14104"/>
                    </a:cubicBezTo>
                    <a:lnTo>
                      <a:pt x="1135" y="1410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9" name="Google Shape;1489;p54"/>
              <p:cNvSpPr/>
              <p:nvPr/>
            </p:nvSpPr>
            <p:spPr>
              <a:xfrm>
                <a:off x="6866130" y="5663722"/>
                <a:ext cx="18051" cy="14560"/>
              </a:xfrm>
              <a:custGeom>
                <a:rect b="b" l="l" r="r" t="t"/>
                <a:pathLst>
                  <a:path extrusionOk="0" h="14560" w="18051">
                    <a:moveTo>
                      <a:pt x="511" y="14207"/>
                    </a:moveTo>
                    <a:cubicBezTo>
                      <a:pt x="935" y="14277"/>
                      <a:pt x="1218" y="14560"/>
                      <a:pt x="1642" y="14560"/>
                    </a:cubicBezTo>
                    <a:cubicBezTo>
                      <a:pt x="2137" y="14560"/>
                      <a:pt x="2632" y="14489"/>
                      <a:pt x="3127" y="14348"/>
                    </a:cubicBezTo>
                    <a:cubicBezTo>
                      <a:pt x="4117" y="14136"/>
                      <a:pt x="5036" y="13712"/>
                      <a:pt x="5955" y="13287"/>
                    </a:cubicBezTo>
                    <a:cubicBezTo>
                      <a:pt x="7864" y="12439"/>
                      <a:pt x="9702" y="11590"/>
                      <a:pt x="11469" y="10459"/>
                    </a:cubicBezTo>
                    <a:cubicBezTo>
                      <a:pt x="13025" y="9469"/>
                      <a:pt x="14580" y="8268"/>
                      <a:pt x="15782" y="6783"/>
                    </a:cubicBezTo>
                    <a:cubicBezTo>
                      <a:pt x="17055" y="5157"/>
                      <a:pt x="17833" y="3389"/>
                      <a:pt x="18045" y="1268"/>
                    </a:cubicBezTo>
                    <a:cubicBezTo>
                      <a:pt x="18186" y="-4"/>
                      <a:pt x="16206" y="-499"/>
                      <a:pt x="15641" y="632"/>
                    </a:cubicBezTo>
                    <a:cubicBezTo>
                      <a:pt x="14298" y="3389"/>
                      <a:pt x="12247" y="5934"/>
                      <a:pt x="9773" y="7773"/>
                    </a:cubicBezTo>
                    <a:cubicBezTo>
                      <a:pt x="8359" y="8833"/>
                      <a:pt x="6803" y="9682"/>
                      <a:pt x="5248" y="10530"/>
                    </a:cubicBezTo>
                    <a:cubicBezTo>
                      <a:pt x="4470" y="10954"/>
                      <a:pt x="3763" y="11308"/>
                      <a:pt x="2985" y="11803"/>
                    </a:cubicBezTo>
                    <a:cubicBezTo>
                      <a:pt x="2561" y="12015"/>
                      <a:pt x="2208" y="12227"/>
                      <a:pt x="1783" y="12368"/>
                    </a:cubicBezTo>
                    <a:cubicBezTo>
                      <a:pt x="1642" y="12368"/>
                      <a:pt x="1430" y="12439"/>
                      <a:pt x="1289" y="12509"/>
                    </a:cubicBezTo>
                    <a:cubicBezTo>
                      <a:pt x="1147" y="12509"/>
                      <a:pt x="1006" y="12580"/>
                      <a:pt x="935" y="12722"/>
                    </a:cubicBezTo>
                    <a:cubicBezTo>
                      <a:pt x="935" y="12863"/>
                      <a:pt x="794" y="12863"/>
                      <a:pt x="723" y="12722"/>
                    </a:cubicBezTo>
                    <a:cubicBezTo>
                      <a:pt x="-126" y="12651"/>
                      <a:pt x="-267" y="13994"/>
                      <a:pt x="511" y="14207"/>
                    </a:cubicBezTo>
                    <a:lnTo>
                      <a:pt x="511" y="1420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0" name="Google Shape;1490;p54"/>
              <p:cNvSpPr/>
              <p:nvPr/>
            </p:nvSpPr>
            <p:spPr>
              <a:xfrm>
                <a:off x="6865876" y="5645819"/>
                <a:ext cx="16516" cy="14787"/>
              </a:xfrm>
              <a:custGeom>
                <a:rect b="b" l="l" r="r" t="t"/>
                <a:pathLst>
                  <a:path extrusionOk="0" h="14787" w="16516">
                    <a:moveTo>
                      <a:pt x="835" y="14788"/>
                    </a:moveTo>
                    <a:cubicBezTo>
                      <a:pt x="2532" y="14505"/>
                      <a:pt x="4158" y="13656"/>
                      <a:pt x="5714" y="12808"/>
                    </a:cubicBezTo>
                    <a:cubicBezTo>
                      <a:pt x="7269" y="11960"/>
                      <a:pt x="8683" y="10970"/>
                      <a:pt x="10097" y="9909"/>
                    </a:cubicBezTo>
                    <a:cubicBezTo>
                      <a:pt x="11511" y="8849"/>
                      <a:pt x="12642" y="7647"/>
                      <a:pt x="13774" y="6304"/>
                    </a:cubicBezTo>
                    <a:cubicBezTo>
                      <a:pt x="14339" y="5597"/>
                      <a:pt x="14905" y="4960"/>
                      <a:pt x="15329" y="4112"/>
                    </a:cubicBezTo>
                    <a:cubicBezTo>
                      <a:pt x="15753" y="3263"/>
                      <a:pt x="16107" y="2415"/>
                      <a:pt x="16460" y="1496"/>
                    </a:cubicBezTo>
                    <a:cubicBezTo>
                      <a:pt x="16672" y="930"/>
                      <a:pt x="16248" y="294"/>
                      <a:pt x="15753" y="82"/>
                    </a:cubicBezTo>
                    <a:cubicBezTo>
                      <a:pt x="15187" y="-130"/>
                      <a:pt x="14622" y="82"/>
                      <a:pt x="14268" y="577"/>
                    </a:cubicBezTo>
                    <a:cubicBezTo>
                      <a:pt x="13774" y="1213"/>
                      <a:pt x="13279" y="1779"/>
                      <a:pt x="12784" y="2415"/>
                    </a:cubicBezTo>
                    <a:cubicBezTo>
                      <a:pt x="12289" y="3051"/>
                      <a:pt x="11865" y="3617"/>
                      <a:pt x="11441" y="4253"/>
                    </a:cubicBezTo>
                    <a:cubicBezTo>
                      <a:pt x="10451" y="5526"/>
                      <a:pt x="9320" y="6728"/>
                      <a:pt x="8117" y="7859"/>
                    </a:cubicBezTo>
                    <a:cubicBezTo>
                      <a:pt x="6916" y="8990"/>
                      <a:pt x="5785" y="9980"/>
                      <a:pt x="4512" y="10828"/>
                    </a:cubicBezTo>
                    <a:cubicBezTo>
                      <a:pt x="3239" y="11677"/>
                      <a:pt x="1684" y="12454"/>
                      <a:pt x="340" y="13374"/>
                    </a:cubicBezTo>
                    <a:cubicBezTo>
                      <a:pt x="-366" y="13869"/>
                      <a:pt x="128" y="14859"/>
                      <a:pt x="906" y="14717"/>
                    </a:cubicBezTo>
                    <a:lnTo>
                      <a:pt x="906" y="1471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1" name="Google Shape;1491;p54"/>
              <p:cNvSpPr/>
              <p:nvPr/>
            </p:nvSpPr>
            <p:spPr>
              <a:xfrm>
                <a:off x="6867042" y="5624509"/>
                <a:ext cx="18955" cy="16192"/>
              </a:xfrm>
              <a:custGeom>
                <a:rect b="b" l="l" r="r" t="t"/>
                <a:pathLst>
                  <a:path extrusionOk="0" h="16192" w="18955">
                    <a:moveTo>
                      <a:pt x="588" y="16160"/>
                    </a:moveTo>
                    <a:cubicBezTo>
                      <a:pt x="2709" y="16372"/>
                      <a:pt x="4548" y="15524"/>
                      <a:pt x="6315" y="14393"/>
                    </a:cubicBezTo>
                    <a:cubicBezTo>
                      <a:pt x="8012" y="13332"/>
                      <a:pt x="9638" y="12272"/>
                      <a:pt x="11264" y="11069"/>
                    </a:cubicBezTo>
                    <a:cubicBezTo>
                      <a:pt x="12890" y="9868"/>
                      <a:pt x="14304" y="8595"/>
                      <a:pt x="15648" y="7110"/>
                    </a:cubicBezTo>
                    <a:cubicBezTo>
                      <a:pt x="16355" y="6333"/>
                      <a:pt x="16991" y="5484"/>
                      <a:pt x="17627" y="4636"/>
                    </a:cubicBezTo>
                    <a:cubicBezTo>
                      <a:pt x="18264" y="3787"/>
                      <a:pt x="18617" y="2798"/>
                      <a:pt x="18900" y="1808"/>
                    </a:cubicBezTo>
                    <a:cubicBezTo>
                      <a:pt x="19112" y="1101"/>
                      <a:pt x="18688" y="323"/>
                      <a:pt x="18051" y="111"/>
                    </a:cubicBezTo>
                    <a:cubicBezTo>
                      <a:pt x="17345" y="-172"/>
                      <a:pt x="16637" y="111"/>
                      <a:pt x="16213" y="677"/>
                    </a:cubicBezTo>
                    <a:cubicBezTo>
                      <a:pt x="15648" y="1454"/>
                      <a:pt x="15082" y="2091"/>
                      <a:pt x="14587" y="2868"/>
                    </a:cubicBezTo>
                    <a:cubicBezTo>
                      <a:pt x="14163" y="3575"/>
                      <a:pt x="13668" y="4212"/>
                      <a:pt x="13173" y="4777"/>
                    </a:cubicBezTo>
                    <a:cubicBezTo>
                      <a:pt x="12042" y="6121"/>
                      <a:pt x="10769" y="7393"/>
                      <a:pt x="9426" y="8595"/>
                    </a:cubicBezTo>
                    <a:cubicBezTo>
                      <a:pt x="8083" y="9797"/>
                      <a:pt x="6810" y="10858"/>
                      <a:pt x="5467" y="11847"/>
                    </a:cubicBezTo>
                    <a:cubicBezTo>
                      <a:pt x="3982" y="12979"/>
                      <a:pt x="2356" y="14251"/>
                      <a:pt x="518" y="14605"/>
                    </a:cubicBezTo>
                    <a:cubicBezTo>
                      <a:pt x="-331" y="14817"/>
                      <a:pt x="-48" y="16019"/>
                      <a:pt x="730" y="16089"/>
                    </a:cubicBezTo>
                    <a:lnTo>
                      <a:pt x="730" y="16089"/>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2" name="Google Shape;1492;p54"/>
              <p:cNvSpPr/>
              <p:nvPr/>
            </p:nvSpPr>
            <p:spPr>
              <a:xfrm>
                <a:off x="6865948" y="5606691"/>
                <a:ext cx="16783" cy="16181"/>
              </a:xfrm>
              <a:custGeom>
                <a:rect b="b" l="l" r="r" t="t"/>
                <a:pathLst>
                  <a:path extrusionOk="0" h="16181" w="16783">
                    <a:moveTo>
                      <a:pt x="905" y="16162"/>
                    </a:moveTo>
                    <a:cubicBezTo>
                      <a:pt x="4864" y="16445"/>
                      <a:pt x="8116" y="13546"/>
                      <a:pt x="10803" y="11072"/>
                    </a:cubicBezTo>
                    <a:cubicBezTo>
                      <a:pt x="12217" y="9799"/>
                      <a:pt x="13418" y="8314"/>
                      <a:pt x="14550" y="6758"/>
                    </a:cubicBezTo>
                    <a:cubicBezTo>
                      <a:pt x="15681" y="5203"/>
                      <a:pt x="16317" y="3436"/>
                      <a:pt x="16742" y="1597"/>
                    </a:cubicBezTo>
                    <a:cubicBezTo>
                      <a:pt x="17095" y="254"/>
                      <a:pt x="15115" y="-665"/>
                      <a:pt x="14408" y="607"/>
                    </a:cubicBezTo>
                    <a:cubicBezTo>
                      <a:pt x="13631" y="2092"/>
                      <a:pt x="12641" y="3436"/>
                      <a:pt x="11651" y="4779"/>
                    </a:cubicBezTo>
                    <a:cubicBezTo>
                      <a:pt x="10661" y="6122"/>
                      <a:pt x="9672" y="7324"/>
                      <a:pt x="8611" y="8526"/>
                    </a:cubicBezTo>
                    <a:cubicBezTo>
                      <a:pt x="7550" y="9728"/>
                      <a:pt x="6278" y="10859"/>
                      <a:pt x="5005" y="11920"/>
                    </a:cubicBezTo>
                    <a:cubicBezTo>
                      <a:pt x="3732" y="12980"/>
                      <a:pt x="2318" y="14112"/>
                      <a:pt x="622" y="14394"/>
                    </a:cubicBezTo>
                    <a:cubicBezTo>
                      <a:pt x="-368" y="14607"/>
                      <a:pt x="-85" y="16021"/>
                      <a:pt x="834" y="16091"/>
                    </a:cubicBezTo>
                    <a:lnTo>
                      <a:pt x="834" y="1609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3" name="Google Shape;1493;p54"/>
              <p:cNvSpPr/>
              <p:nvPr/>
            </p:nvSpPr>
            <p:spPr>
              <a:xfrm>
                <a:off x="6865983" y="5588235"/>
                <a:ext cx="18003" cy="15196"/>
              </a:xfrm>
              <a:custGeom>
                <a:rect b="b" l="l" r="r" t="t"/>
                <a:pathLst>
                  <a:path extrusionOk="0" h="15196" w="18003">
                    <a:moveTo>
                      <a:pt x="1082" y="15175"/>
                    </a:moveTo>
                    <a:cubicBezTo>
                      <a:pt x="4687" y="14185"/>
                      <a:pt x="7869" y="12630"/>
                      <a:pt x="10838" y="10367"/>
                    </a:cubicBezTo>
                    <a:cubicBezTo>
                      <a:pt x="12323" y="9236"/>
                      <a:pt x="13737" y="8034"/>
                      <a:pt x="14868" y="6620"/>
                    </a:cubicBezTo>
                    <a:cubicBezTo>
                      <a:pt x="15999" y="5206"/>
                      <a:pt x="17060" y="3580"/>
                      <a:pt x="17838" y="1812"/>
                    </a:cubicBezTo>
                    <a:cubicBezTo>
                      <a:pt x="18120" y="1247"/>
                      <a:pt x="18050" y="681"/>
                      <a:pt x="17555" y="257"/>
                    </a:cubicBezTo>
                    <a:cubicBezTo>
                      <a:pt x="17131" y="-97"/>
                      <a:pt x="16353" y="-97"/>
                      <a:pt x="15999" y="328"/>
                    </a:cubicBezTo>
                    <a:cubicBezTo>
                      <a:pt x="11616" y="5630"/>
                      <a:pt x="6596" y="10438"/>
                      <a:pt x="445" y="13549"/>
                    </a:cubicBezTo>
                    <a:cubicBezTo>
                      <a:pt x="-474" y="13973"/>
                      <a:pt x="162" y="15387"/>
                      <a:pt x="1152" y="15175"/>
                    </a:cubicBezTo>
                    <a:lnTo>
                      <a:pt x="1152" y="1517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4" name="Google Shape;1494;p54"/>
              <p:cNvSpPr/>
              <p:nvPr/>
            </p:nvSpPr>
            <p:spPr>
              <a:xfrm>
                <a:off x="6868039" y="5570988"/>
                <a:ext cx="17887" cy="12695"/>
              </a:xfrm>
              <a:custGeom>
                <a:rect b="b" l="l" r="r" t="t"/>
                <a:pathLst>
                  <a:path extrusionOk="0" h="12695" w="17887">
                    <a:moveTo>
                      <a:pt x="1006" y="12696"/>
                    </a:moveTo>
                    <a:cubicBezTo>
                      <a:pt x="4187" y="11423"/>
                      <a:pt x="7298" y="10009"/>
                      <a:pt x="10268" y="8242"/>
                    </a:cubicBezTo>
                    <a:cubicBezTo>
                      <a:pt x="11681" y="7393"/>
                      <a:pt x="13095" y="6474"/>
                      <a:pt x="14509" y="5555"/>
                    </a:cubicBezTo>
                    <a:cubicBezTo>
                      <a:pt x="15216" y="5060"/>
                      <a:pt x="15924" y="4636"/>
                      <a:pt x="16489" y="4000"/>
                    </a:cubicBezTo>
                    <a:cubicBezTo>
                      <a:pt x="17055" y="3293"/>
                      <a:pt x="17479" y="2586"/>
                      <a:pt x="17832" y="1737"/>
                    </a:cubicBezTo>
                    <a:cubicBezTo>
                      <a:pt x="18044" y="1101"/>
                      <a:pt x="17620" y="323"/>
                      <a:pt x="17055" y="111"/>
                    </a:cubicBezTo>
                    <a:cubicBezTo>
                      <a:pt x="16418" y="-172"/>
                      <a:pt x="15711" y="111"/>
                      <a:pt x="15358" y="677"/>
                    </a:cubicBezTo>
                    <a:cubicBezTo>
                      <a:pt x="15004" y="1242"/>
                      <a:pt x="14439" y="1596"/>
                      <a:pt x="13944" y="1949"/>
                    </a:cubicBezTo>
                    <a:cubicBezTo>
                      <a:pt x="13378" y="2444"/>
                      <a:pt x="12813" y="2939"/>
                      <a:pt x="12176" y="3434"/>
                    </a:cubicBezTo>
                    <a:cubicBezTo>
                      <a:pt x="10974" y="4424"/>
                      <a:pt x="9702" y="5343"/>
                      <a:pt x="8429" y="6191"/>
                    </a:cubicBezTo>
                    <a:cubicBezTo>
                      <a:pt x="5813" y="7959"/>
                      <a:pt x="3197" y="9656"/>
                      <a:pt x="369" y="11140"/>
                    </a:cubicBezTo>
                    <a:cubicBezTo>
                      <a:pt x="-408" y="11564"/>
                      <a:pt x="157" y="12979"/>
                      <a:pt x="1006" y="12625"/>
                    </a:cubicBezTo>
                    <a:lnTo>
                      <a:pt x="1006" y="1262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5" name="Google Shape;1495;p54"/>
              <p:cNvSpPr/>
              <p:nvPr/>
            </p:nvSpPr>
            <p:spPr>
              <a:xfrm>
                <a:off x="6866058" y="5556927"/>
                <a:ext cx="16611" cy="12084"/>
              </a:xfrm>
              <a:custGeom>
                <a:rect b="b" l="l" r="r" t="t"/>
                <a:pathLst>
                  <a:path extrusionOk="0" h="12084" w="16611">
                    <a:moveTo>
                      <a:pt x="1289" y="12051"/>
                    </a:moveTo>
                    <a:cubicBezTo>
                      <a:pt x="4259" y="10566"/>
                      <a:pt x="7299" y="9223"/>
                      <a:pt x="10127" y="7597"/>
                    </a:cubicBezTo>
                    <a:cubicBezTo>
                      <a:pt x="11400" y="6890"/>
                      <a:pt x="12602" y="6183"/>
                      <a:pt x="13733" y="5264"/>
                    </a:cubicBezTo>
                    <a:cubicBezTo>
                      <a:pt x="14864" y="4345"/>
                      <a:pt x="15783" y="3072"/>
                      <a:pt x="16490" y="1800"/>
                    </a:cubicBezTo>
                    <a:cubicBezTo>
                      <a:pt x="17056" y="669"/>
                      <a:pt x="15500" y="-675"/>
                      <a:pt x="14652" y="386"/>
                    </a:cubicBezTo>
                    <a:cubicBezTo>
                      <a:pt x="13804" y="1446"/>
                      <a:pt x="12743" y="2224"/>
                      <a:pt x="11683" y="3143"/>
                    </a:cubicBezTo>
                    <a:cubicBezTo>
                      <a:pt x="10622" y="4062"/>
                      <a:pt x="9562" y="4769"/>
                      <a:pt x="8501" y="5476"/>
                    </a:cubicBezTo>
                    <a:cubicBezTo>
                      <a:pt x="5885" y="7173"/>
                      <a:pt x="3269" y="9153"/>
                      <a:pt x="441" y="10566"/>
                    </a:cubicBezTo>
                    <a:cubicBezTo>
                      <a:pt x="-548" y="11061"/>
                      <a:pt x="300" y="12475"/>
                      <a:pt x="1289" y="11980"/>
                    </a:cubicBezTo>
                    <a:lnTo>
                      <a:pt x="1289" y="1198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6" name="Google Shape;1496;p54"/>
              <p:cNvSpPr/>
              <p:nvPr/>
            </p:nvSpPr>
            <p:spPr>
              <a:xfrm>
                <a:off x="6866404" y="5548150"/>
                <a:ext cx="14956" cy="7727"/>
              </a:xfrm>
              <a:custGeom>
                <a:rect b="b" l="l" r="r" t="t"/>
                <a:pathLst>
                  <a:path extrusionOk="0" h="7727" w="14956">
                    <a:moveTo>
                      <a:pt x="236" y="6759"/>
                    </a:moveTo>
                    <a:cubicBezTo>
                      <a:pt x="943" y="7820"/>
                      <a:pt x="2145" y="7890"/>
                      <a:pt x="3276" y="7537"/>
                    </a:cubicBezTo>
                    <a:cubicBezTo>
                      <a:pt x="4691" y="7112"/>
                      <a:pt x="6034" y="6547"/>
                      <a:pt x="7307" y="5981"/>
                    </a:cubicBezTo>
                    <a:cubicBezTo>
                      <a:pt x="9922" y="4850"/>
                      <a:pt x="12751" y="3648"/>
                      <a:pt x="14730" y="1598"/>
                    </a:cubicBezTo>
                    <a:cubicBezTo>
                      <a:pt x="15296" y="961"/>
                      <a:pt x="14730" y="-240"/>
                      <a:pt x="13811" y="42"/>
                    </a:cubicBezTo>
                    <a:cubicBezTo>
                      <a:pt x="11478" y="820"/>
                      <a:pt x="9357" y="2234"/>
                      <a:pt x="7165" y="3436"/>
                    </a:cubicBezTo>
                    <a:cubicBezTo>
                      <a:pt x="6105" y="4002"/>
                      <a:pt x="4973" y="4567"/>
                      <a:pt x="3913" y="5062"/>
                    </a:cubicBezTo>
                    <a:cubicBezTo>
                      <a:pt x="3418" y="5274"/>
                      <a:pt x="2923" y="5557"/>
                      <a:pt x="2357" y="5698"/>
                    </a:cubicBezTo>
                    <a:cubicBezTo>
                      <a:pt x="1933" y="5840"/>
                      <a:pt x="1438" y="6052"/>
                      <a:pt x="1014" y="5840"/>
                    </a:cubicBezTo>
                    <a:cubicBezTo>
                      <a:pt x="449" y="5557"/>
                      <a:pt x="-259" y="6193"/>
                      <a:pt x="95" y="6759"/>
                    </a:cubicBezTo>
                    <a:lnTo>
                      <a:pt x="95" y="6759"/>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7" name="Google Shape;1497;p54"/>
              <p:cNvSpPr/>
              <p:nvPr/>
            </p:nvSpPr>
            <p:spPr>
              <a:xfrm>
                <a:off x="6944153" y="5534295"/>
                <a:ext cx="129801" cy="13527"/>
              </a:xfrm>
              <a:custGeom>
                <a:rect b="b" l="l" r="r" t="t"/>
                <a:pathLst>
                  <a:path extrusionOk="0" h="13527" w="129801">
                    <a:moveTo>
                      <a:pt x="1037" y="13403"/>
                    </a:moveTo>
                    <a:cubicBezTo>
                      <a:pt x="10511" y="9514"/>
                      <a:pt x="20055" y="5555"/>
                      <a:pt x="30236" y="3858"/>
                    </a:cubicBezTo>
                    <a:cubicBezTo>
                      <a:pt x="41761" y="1878"/>
                      <a:pt x="53214" y="3929"/>
                      <a:pt x="64527" y="6474"/>
                    </a:cubicBezTo>
                    <a:cubicBezTo>
                      <a:pt x="85737" y="11211"/>
                      <a:pt x="106735" y="14463"/>
                      <a:pt x="128582" y="12978"/>
                    </a:cubicBezTo>
                    <a:cubicBezTo>
                      <a:pt x="130208" y="12837"/>
                      <a:pt x="130208" y="10433"/>
                      <a:pt x="128582" y="10433"/>
                    </a:cubicBezTo>
                    <a:cubicBezTo>
                      <a:pt x="117128" y="10292"/>
                      <a:pt x="105604" y="9656"/>
                      <a:pt x="94291" y="8312"/>
                    </a:cubicBezTo>
                    <a:cubicBezTo>
                      <a:pt x="82979" y="6969"/>
                      <a:pt x="71314" y="4141"/>
                      <a:pt x="59789" y="1878"/>
                    </a:cubicBezTo>
                    <a:cubicBezTo>
                      <a:pt x="50033" y="-30"/>
                      <a:pt x="40135" y="-808"/>
                      <a:pt x="30307" y="1101"/>
                    </a:cubicBezTo>
                    <a:cubicBezTo>
                      <a:pt x="19843" y="3151"/>
                      <a:pt x="10087" y="7605"/>
                      <a:pt x="401" y="11989"/>
                    </a:cubicBezTo>
                    <a:cubicBezTo>
                      <a:pt x="-448" y="12342"/>
                      <a:pt x="188" y="13827"/>
                      <a:pt x="1037" y="13473"/>
                    </a:cubicBezTo>
                    <a:lnTo>
                      <a:pt x="1037" y="1347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8" name="Google Shape;1498;p54"/>
              <p:cNvSpPr/>
              <p:nvPr/>
            </p:nvSpPr>
            <p:spPr>
              <a:xfrm>
                <a:off x="6980602" y="5549809"/>
                <a:ext cx="45301" cy="6513"/>
              </a:xfrm>
              <a:custGeom>
                <a:rect b="b" l="l" r="r" t="t"/>
                <a:pathLst>
                  <a:path extrusionOk="0" h="6513" w="45301">
                    <a:moveTo>
                      <a:pt x="574" y="1635"/>
                    </a:moveTo>
                    <a:cubicBezTo>
                      <a:pt x="14997" y="4393"/>
                      <a:pt x="29561" y="6372"/>
                      <a:pt x="44267" y="6514"/>
                    </a:cubicBezTo>
                    <a:cubicBezTo>
                      <a:pt x="45681" y="6514"/>
                      <a:pt x="45611" y="4463"/>
                      <a:pt x="44267" y="4393"/>
                    </a:cubicBezTo>
                    <a:cubicBezTo>
                      <a:pt x="29845" y="3403"/>
                      <a:pt x="15350" y="2272"/>
                      <a:pt x="1069" y="9"/>
                    </a:cubicBezTo>
                    <a:cubicBezTo>
                      <a:pt x="8" y="-132"/>
                      <a:pt x="-487" y="1423"/>
                      <a:pt x="645" y="1635"/>
                    </a:cubicBezTo>
                    <a:lnTo>
                      <a:pt x="645" y="163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99" name="Google Shape;1499;p54"/>
            <p:cNvSpPr/>
            <p:nvPr/>
          </p:nvSpPr>
          <p:spPr>
            <a:xfrm>
              <a:off x="6950829" y="5372063"/>
              <a:ext cx="109463" cy="122534"/>
            </a:xfrm>
            <a:custGeom>
              <a:rect b="b" l="l" r="r" t="t"/>
              <a:pathLst>
                <a:path extrusionOk="0" h="122534" w="109463">
                  <a:moveTo>
                    <a:pt x="52759" y="71491"/>
                  </a:moveTo>
                  <a:cubicBezTo>
                    <a:pt x="55304" y="54523"/>
                    <a:pt x="56931" y="37484"/>
                    <a:pt x="57567" y="20375"/>
                  </a:cubicBezTo>
                  <a:cubicBezTo>
                    <a:pt x="57779" y="14082"/>
                    <a:pt x="57779" y="7365"/>
                    <a:pt x="54102" y="2204"/>
                  </a:cubicBezTo>
                  <a:cubicBezTo>
                    <a:pt x="53537" y="1356"/>
                    <a:pt x="52830" y="578"/>
                    <a:pt x="51840" y="225"/>
                  </a:cubicBezTo>
                  <a:cubicBezTo>
                    <a:pt x="49861" y="-553"/>
                    <a:pt x="47598" y="790"/>
                    <a:pt x="46679" y="2699"/>
                  </a:cubicBezTo>
                  <a:cubicBezTo>
                    <a:pt x="45689" y="4537"/>
                    <a:pt x="45689" y="6729"/>
                    <a:pt x="45760" y="8850"/>
                  </a:cubicBezTo>
                  <a:cubicBezTo>
                    <a:pt x="46113" y="30061"/>
                    <a:pt x="48022" y="51271"/>
                    <a:pt x="51345" y="72269"/>
                  </a:cubicBezTo>
                  <a:cubicBezTo>
                    <a:pt x="46891" y="56008"/>
                    <a:pt x="36145" y="41514"/>
                    <a:pt x="21792" y="32606"/>
                  </a:cubicBezTo>
                  <a:cubicBezTo>
                    <a:pt x="18964" y="30838"/>
                    <a:pt x="14651" y="29636"/>
                    <a:pt x="12954" y="32535"/>
                  </a:cubicBezTo>
                  <a:cubicBezTo>
                    <a:pt x="12459" y="33313"/>
                    <a:pt x="12389" y="34232"/>
                    <a:pt x="12389" y="35151"/>
                  </a:cubicBezTo>
                  <a:cubicBezTo>
                    <a:pt x="12530" y="39676"/>
                    <a:pt x="15783" y="43423"/>
                    <a:pt x="18894" y="46604"/>
                  </a:cubicBezTo>
                  <a:cubicBezTo>
                    <a:pt x="28862" y="56785"/>
                    <a:pt x="39821" y="65976"/>
                    <a:pt x="51557" y="73966"/>
                  </a:cubicBezTo>
                  <a:cubicBezTo>
                    <a:pt x="43002" y="72198"/>
                    <a:pt x="34306" y="70643"/>
                    <a:pt x="25610" y="71279"/>
                  </a:cubicBezTo>
                  <a:cubicBezTo>
                    <a:pt x="16914" y="71915"/>
                    <a:pt x="8076" y="75097"/>
                    <a:pt x="2137" y="81460"/>
                  </a:cubicBezTo>
                  <a:cubicBezTo>
                    <a:pt x="865" y="82803"/>
                    <a:pt x="-337" y="84500"/>
                    <a:pt x="87" y="86338"/>
                  </a:cubicBezTo>
                  <a:cubicBezTo>
                    <a:pt x="653" y="88672"/>
                    <a:pt x="3481" y="89591"/>
                    <a:pt x="5884" y="89803"/>
                  </a:cubicBezTo>
                  <a:cubicBezTo>
                    <a:pt x="21085" y="91005"/>
                    <a:pt x="34801" y="81460"/>
                    <a:pt x="47032" y="72410"/>
                  </a:cubicBezTo>
                  <a:cubicBezTo>
                    <a:pt x="42154" y="77571"/>
                    <a:pt x="37205" y="82803"/>
                    <a:pt x="33599" y="88954"/>
                  </a:cubicBezTo>
                  <a:cubicBezTo>
                    <a:pt x="29994" y="95106"/>
                    <a:pt x="27731" y="102317"/>
                    <a:pt x="28791" y="109387"/>
                  </a:cubicBezTo>
                  <a:cubicBezTo>
                    <a:pt x="29074" y="111225"/>
                    <a:pt x="29781" y="113346"/>
                    <a:pt x="31549" y="113912"/>
                  </a:cubicBezTo>
                  <a:cubicBezTo>
                    <a:pt x="33175" y="114407"/>
                    <a:pt x="34872" y="113488"/>
                    <a:pt x="36145" y="112427"/>
                  </a:cubicBezTo>
                  <a:cubicBezTo>
                    <a:pt x="47527" y="103307"/>
                    <a:pt x="49436" y="87046"/>
                    <a:pt x="50426" y="72552"/>
                  </a:cubicBezTo>
                  <a:cubicBezTo>
                    <a:pt x="51982" y="84783"/>
                    <a:pt x="54315" y="96873"/>
                    <a:pt x="57426" y="108751"/>
                  </a:cubicBezTo>
                  <a:cubicBezTo>
                    <a:pt x="58627" y="113417"/>
                    <a:pt x="60253" y="118437"/>
                    <a:pt x="64142" y="121265"/>
                  </a:cubicBezTo>
                  <a:cubicBezTo>
                    <a:pt x="65273" y="122113"/>
                    <a:pt x="66617" y="122750"/>
                    <a:pt x="68031" y="122467"/>
                  </a:cubicBezTo>
                  <a:cubicBezTo>
                    <a:pt x="71354" y="121901"/>
                    <a:pt x="71707" y="117305"/>
                    <a:pt x="71141" y="114053"/>
                  </a:cubicBezTo>
                  <a:cubicBezTo>
                    <a:pt x="68455" y="99206"/>
                    <a:pt x="62021" y="84995"/>
                    <a:pt x="52688" y="73117"/>
                  </a:cubicBezTo>
                  <a:cubicBezTo>
                    <a:pt x="59829" y="76157"/>
                    <a:pt x="65061" y="82308"/>
                    <a:pt x="70788" y="87611"/>
                  </a:cubicBezTo>
                  <a:cubicBezTo>
                    <a:pt x="76444" y="92913"/>
                    <a:pt x="83585" y="97722"/>
                    <a:pt x="91291" y="97085"/>
                  </a:cubicBezTo>
                  <a:cubicBezTo>
                    <a:pt x="93059" y="96943"/>
                    <a:pt x="95038" y="96378"/>
                    <a:pt x="95957" y="94823"/>
                  </a:cubicBezTo>
                  <a:cubicBezTo>
                    <a:pt x="97584" y="92136"/>
                    <a:pt x="95038" y="88884"/>
                    <a:pt x="92564" y="86975"/>
                  </a:cubicBezTo>
                  <a:cubicBezTo>
                    <a:pt x="80969" y="77784"/>
                    <a:pt x="66051" y="72693"/>
                    <a:pt x="51274" y="72976"/>
                  </a:cubicBezTo>
                  <a:cubicBezTo>
                    <a:pt x="61879" y="69582"/>
                    <a:pt x="73121" y="68875"/>
                    <a:pt x="83797" y="65765"/>
                  </a:cubicBezTo>
                  <a:cubicBezTo>
                    <a:pt x="94473" y="62654"/>
                    <a:pt x="105149" y="56220"/>
                    <a:pt x="108967" y="45756"/>
                  </a:cubicBezTo>
                  <a:cubicBezTo>
                    <a:pt x="109320" y="44837"/>
                    <a:pt x="109603" y="43777"/>
                    <a:pt x="109391" y="42787"/>
                  </a:cubicBezTo>
                  <a:cubicBezTo>
                    <a:pt x="108967" y="40595"/>
                    <a:pt x="106492" y="39393"/>
                    <a:pt x="104230" y="39110"/>
                  </a:cubicBezTo>
                  <a:cubicBezTo>
                    <a:pt x="97371" y="38120"/>
                    <a:pt x="90655" y="41231"/>
                    <a:pt x="84716" y="44766"/>
                  </a:cubicBezTo>
                  <a:cubicBezTo>
                    <a:pt x="73404" y="51483"/>
                    <a:pt x="63152" y="59967"/>
                    <a:pt x="54456" y="69795"/>
                  </a:cubicBezTo>
                  <a:cubicBezTo>
                    <a:pt x="64425" y="58129"/>
                    <a:pt x="74606" y="46109"/>
                    <a:pt x="80333" y="31828"/>
                  </a:cubicBezTo>
                  <a:cubicBezTo>
                    <a:pt x="81959" y="27727"/>
                    <a:pt x="83231" y="23202"/>
                    <a:pt x="82171" y="18960"/>
                  </a:cubicBezTo>
                  <a:cubicBezTo>
                    <a:pt x="81110" y="14718"/>
                    <a:pt x="77010" y="10900"/>
                    <a:pt x="72626" y="11607"/>
                  </a:cubicBezTo>
                  <a:cubicBezTo>
                    <a:pt x="67606" y="12456"/>
                    <a:pt x="65203" y="18041"/>
                    <a:pt x="63788" y="22920"/>
                  </a:cubicBezTo>
                  <a:cubicBezTo>
                    <a:pt x="58627" y="40100"/>
                    <a:pt x="54244" y="57493"/>
                    <a:pt x="50709" y="75097"/>
                  </a:cubicBezTo>
                </a:path>
              </a:pathLst>
            </a:custGeom>
            <a:solidFill>
              <a:schemeClr val="dk1"/>
            </a:solid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00" name="Google Shape;1500;p54"/>
          <p:cNvGrpSpPr/>
          <p:nvPr/>
        </p:nvGrpSpPr>
        <p:grpSpPr>
          <a:xfrm flipH="1" rot="1756359">
            <a:off x="745131" y="160260"/>
            <a:ext cx="673204" cy="755365"/>
            <a:chOff x="234529" y="1302452"/>
            <a:chExt cx="607781" cy="681957"/>
          </a:xfrm>
        </p:grpSpPr>
        <p:sp>
          <p:nvSpPr>
            <p:cNvPr id="1501" name="Google Shape;1501;p54"/>
            <p:cNvSpPr/>
            <p:nvPr/>
          </p:nvSpPr>
          <p:spPr>
            <a:xfrm>
              <a:off x="253319" y="1360428"/>
              <a:ext cx="566091" cy="567591"/>
            </a:xfrm>
            <a:custGeom>
              <a:rect b="b" l="l" r="r" t="t"/>
              <a:pathLst>
                <a:path extrusionOk="0" h="366779" w="365810">
                  <a:moveTo>
                    <a:pt x="230572" y="360918"/>
                  </a:moveTo>
                  <a:cubicBezTo>
                    <a:pt x="304879" y="340980"/>
                    <a:pt x="370560" y="264482"/>
                    <a:pt x="365540" y="185226"/>
                  </a:cubicBezTo>
                  <a:cubicBezTo>
                    <a:pt x="360591" y="107879"/>
                    <a:pt x="311878" y="29754"/>
                    <a:pt x="235026" y="7059"/>
                  </a:cubicBezTo>
                  <a:cubicBezTo>
                    <a:pt x="162699" y="-14363"/>
                    <a:pt x="78353" y="14271"/>
                    <a:pt x="34023" y="75356"/>
                  </a:cubicBezTo>
                  <a:cubicBezTo>
                    <a:pt x="-10307" y="136371"/>
                    <a:pt x="-11438" y="225455"/>
                    <a:pt x="31336" y="287601"/>
                  </a:cubicBezTo>
                  <a:cubicBezTo>
                    <a:pt x="74110" y="349747"/>
                    <a:pt x="157679" y="380502"/>
                    <a:pt x="230572" y="360918"/>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2" name="Google Shape;1502;p54"/>
            <p:cNvSpPr/>
            <p:nvPr/>
          </p:nvSpPr>
          <p:spPr>
            <a:xfrm>
              <a:off x="234529" y="1302452"/>
              <a:ext cx="607781" cy="681957"/>
            </a:xfrm>
            <a:custGeom>
              <a:rect b="b" l="l" r="r" t="t"/>
              <a:pathLst>
                <a:path extrusionOk="0" h="440683" w="392750">
                  <a:moveTo>
                    <a:pt x="119420" y="51546"/>
                  </a:moveTo>
                  <a:cubicBezTo>
                    <a:pt x="106057" y="29417"/>
                    <a:pt x="84211" y="5944"/>
                    <a:pt x="57627" y="995"/>
                  </a:cubicBezTo>
                  <a:cubicBezTo>
                    <a:pt x="33801" y="-3388"/>
                    <a:pt x="7288" y="6651"/>
                    <a:pt x="1420" y="32245"/>
                  </a:cubicBezTo>
                  <a:cubicBezTo>
                    <a:pt x="-1832" y="46527"/>
                    <a:pt x="1066" y="61727"/>
                    <a:pt x="4460" y="75726"/>
                  </a:cubicBezTo>
                  <a:cubicBezTo>
                    <a:pt x="8207" y="91068"/>
                    <a:pt x="13722" y="105986"/>
                    <a:pt x="20297" y="120339"/>
                  </a:cubicBezTo>
                  <a:cubicBezTo>
                    <a:pt x="33377" y="148973"/>
                    <a:pt x="50910" y="175344"/>
                    <a:pt x="68657" y="201221"/>
                  </a:cubicBezTo>
                  <a:cubicBezTo>
                    <a:pt x="102310" y="250287"/>
                    <a:pt x="137378" y="298859"/>
                    <a:pt x="178879" y="341633"/>
                  </a:cubicBezTo>
                  <a:cubicBezTo>
                    <a:pt x="199171" y="362490"/>
                    <a:pt x="221017" y="381862"/>
                    <a:pt x="244702" y="398901"/>
                  </a:cubicBezTo>
                  <a:cubicBezTo>
                    <a:pt x="256721" y="407526"/>
                    <a:pt x="269165" y="415445"/>
                    <a:pt x="282032" y="422727"/>
                  </a:cubicBezTo>
                  <a:cubicBezTo>
                    <a:pt x="294900" y="430009"/>
                    <a:pt x="307838" y="435877"/>
                    <a:pt x="321907" y="438847"/>
                  </a:cubicBezTo>
                  <a:cubicBezTo>
                    <a:pt x="335129" y="441675"/>
                    <a:pt x="349057" y="441604"/>
                    <a:pt x="361571" y="436019"/>
                  </a:cubicBezTo>
                  <a:cubicBezTo>
                    <a:pt x="373307" y="430787"/>
                    <a:pt x="382145" y="420959"/>
                    <a:pt x="387165" y="409223"/>
                  </a:cubicBezTo>
                  <a:cubicBezTo>
                    <a:pt x="398972" y="381932"/>
                    <a:pt x="390346" y="352945"/>
                    <a:pt x="377196" y="327917"/>
                  </a:cubicBezTo>
                  <a:cubicBezTo>
                    <a:pt x="373519" y="320917"/>
                    <a:pt x="369136" y="314272"/>
                    <a:pt x="364823" y="307626"/>
                  </a:cubicBezTo>
                  <a:cubicBezTo>
                    <a:pt x="362278" y="303737"/>
                    <a:pt x="356480" y="307131"/>
                    <a:pt x="358601" y="311231"/>
                  </a:cubicBezTo>
                  <a:cubicBezTo>
                    <a:pt x="371469" y="335623"/>
                    <a:pt x="387447" y="361995"/>
                    <a:pt x="383347" y="390699"/>
                  </a:cubicBezTo>
                  <a:cubicBezTo>
                    <a:pt x="381721" y="402224"/>
                    <a:pt x="376984" y="413536"/>
                    <a:pt x="368358" y="421525"/>
                  </a:cubicBezTo>
                  <a:cubicBezTo>
                    <a:pt x="358813" y="430363"/>
                    <a:pt x="345875" y="433191"/>
                    <a:pt x="333220" y="432272"/>
                  </a:cubicBezTo>
                  <a:cubicBezTo>
                    <a:pt x="306283" y="430292"/>
                    <a:pt x="281042" y="414313"/>
                    <a:pt x="259196" y="399537"/>
                  </a:cubicBezTo>
                  <a:cubicBezTo>
                    <a:pt x="237349" y="384760"/>
                    <a:pt x="215715" y="366732"/>
                    <a:pt x="196272" y="347713"/>
                  </a:cubicBezTo>
                  <a:cubicBezTo>
                    <a:pt x="156609" y="308969"/>
                    <a:pt x="122955" y="264569"/>
                    <a:pt x="91281" y="219179"/>
                  </a:cubicBezTo>
                  <a:cubicBezTo>
                    <a:pt x="59607" y="173789"/>
                    <a:pt x="22984" y="123379"/>
                    <a:pt x="10964" y="66606"/>
                  </a:cubicBezTo>
                  <a:cubicBezTo>
                    <a:pt x="8136" y="53314"/>
                    <a:pt x="5874" y="37760"/>
                    <a:pt x="12661" y="25246"/>
                  </a:cubicBezTo>
                  <a:cubicBezTo>
                    <a:pt x="17893" y="15701"/>
                    <a:pt x="27791" y="10257"/>
                    <a:pt x="38326" y="8348"/>
                  </a:cubicBezTo>
                  <a:cubicBezTo>
                    <a:pt x="64485" y="3540"/>
                    <a:pt x="86261" y="20933"/>
                    <a:pt x="103017" y="38891"/>
                  </a:cubicBezTo>
                  <a:cubicBezTo>
                    <a:pt x="107613" y="43769"/>
                    <a:pt x="111996" y="48648"/>
                    <a:pt x="116874" y="53243"/>
                  </a:cubicBezTo>
                  <a:cubicBezTo>
                    <a:pt x="118076" y="54375"/>
                    <a:pt x="120127" y="52961"/>
                    <a:pt x="119208" y="51405"/>
                  </a:cubicBezTo>
                  <a:lnTo>
                    <a:pt x="119208" y="5140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3" name="Google Shape;1503;p54"/>
            <p:cNvSpPr/>
            <p:nvPr/>
          </p:nvSpPr>
          <p:spPr>
            <a:xfrm>
              <a:off x="286266" y="1344550"/>
              <a:ext cx="514513" cy="590432"/>
            </a:xfrm>
            <a:custGeom>
              <a:rect b="b" l="l" r="r" t="t"/>
              <a:pathLst>
                <a:path extrusionOk="0" h="381539" w="332480">
                  <a:moveTo>
                    <a:pt x="73381" y="31113"/>
                  </a:moveTo>
                  <a:cubicBezTo>
                    <a:pt x="61362" y="18458"/>
                    <a:pt x="47434" y="2691"/>
                    <a:pt x="29122" y="217"/>
                  </a:cubicBezTo>
                  <a:cubicBezTo>
                    <a:pt x="19365" y="-1127"/>
                    <a:pt x="11305" y="3893"/>
                    <a:pt x="6074" y="11953"/>
                  </a:cubicBezTo>
                  <a:cubicBezTo>
                    <a:pt x="-926" y="22770"/>
                    <a:pt x="-784" y="35992"/>
                    <a:pt x="1124" y="48223"/>
                  </a:cubicBezTo>
                  <a:cubicBezTo>
                    <a:pt x="9114" y="100259"/>
                    <a:pt x="41424" y="145225"/>
                    <a:pt x="70836" y="187362"/>
                  </a:cubicBezTo>
                  <a:cubicBezTo>
                    <a:pt x="100247" y="229500"/>
                    <a:pt x="130154" y="269093"/>
                    <a:pt x="166211" y="304231"/>
                  </a:cubicBezTo>
                  <a:cubicBezTo>
                    <a:pt x="183957" y="321553"/>
                    <a:pt x="203117" y="337390"/>
                    <a:pt x="223691" y="351247"/>
                  </a:cubicBezTo>
                  <a:cubicBezTo>
                    <a:pt x="244265" y="365105"/>
                    <a:pt x="265688" y="378397"/>
                    <a:pt x="290080" y="381154"/>
                  </a:cubicBezTo>
                  <a:cubicBezTo>
                    <a:pt x="301180" y="382427"/>
                    <a:pt x="313340" y="380659"/>
                    <a:pt x="322814" y="374225"/>
                  </a:cubicBezTo>
                  <a:cubicBezTo>
                    <a:pt x="328965" y="370054"/>
                    <a:pt x="331369" y="363055"/>
                    <a:pt x="332147" y="355914"/>
                  </a:cubicBezTo>
                  <a:cubicBezTo>
                    <a:pt x="333136" y="347217"/>
                    <a:pt x="331793" y="338309"/>
                    <a:pt x="329884" y="329825"/>
                  </a:cubicBezTo>
                  <a:cubicBezTo>
                    <a:pt x="327975" y="321341"/>
                    <a:pt x="325289" y="312291"/>
                    <a:pt x="321400" y="304231"/>
                  </a:cubicBezTo>
                  <a:cubicBezTo>
                    <a:pt x="319845" y="301050"/>
                    <a:pt x="318148" y="297868"/>
                    <a:pt x="316168" y="294899"/>
                  </a:cubicBezTo>
                  <a:cubicBezTo>
                    <a:pt x="313623" y="291010"/>
                    <a:pt x="307896" y="294404"/>
                    <a:pt x="309947" y="298504"/>
                  </a:cubicBezTo>
                  <a:cubicBezTo>
                    <a:pt x="316734" y="312079"/>
                    <a:pt x="321471" y="328128"/>
                    <a:pt x="323097" y="343187"/>
                  </a:cubicBezTo>
                  <a:cubicBezTo>
                    <a:pt x="323804" y="349621"/>
                    <a:pt x="324440" y="357752"/>
                    <a:pt x="321047" y="363620"/>
                  </a:cubicBezTo>
                  <a:cubicBezTo>
                    <a:pt x="316875" y="370832"/>
                    <a:pt x="305210" y="372811"/>
                    <a:pt x="297645" y="373023"/>
                  </a:cubicBezTo>
                  <a:cubicBezTo>
                    <a:pt x="274950" y="373660"/>
                    <a:pt x="253456" y="361004"/>
                    <a:pt x="234862" y="349338"/>
                  </a:cubicBezTo>
                  <a:cubicBezTo>
                    <a:pt x="216268" y="337673"/>
                    <a:pt x="197532" y="322755"/>
                    <a:pt x="180776" y="307130"/>
                  </a:cubicBezTo>
                  <a:cubicBezTo>
                    <a:pt x="146910" y="275668"/>
                    <a:pt x="118064" y="239257"/>
                    <a:pt x="91268" y="201715"/>
                  </a:cubicBezTo>
                  <a:cubicBezTo>
                    <a:pt x="77552" y="182555"/>
                    <a:pt x="64119" y="163183"/>
                    <a:pt x="51464" y="143316"/>
                  </a:cubicBezTo>
                  <a:cubicBezTo>
                    <a:pt x="38808" y="123449"/>
                    <a:pt x="26011" y="101531"/>
                    <a:pt x="17810" y="78554"/>
                  </a:cubicBezTo>
                  <a:cubicBezTo>
                    <a:pt x="13214" y="65686"/>
                    <a:pt x="9114" y="51829"/>
                    <a:pt x="8407" y="38042"/>
                  </a:cubicBezTo>
                  <a:cubicBezTo>
                    <a:pt x="7912" y="27578"/>
                    <a:pt x="10457" y="11034"/>
                    <a:pt x="22618" y="7782"/>
                  </a:cubicBezTo>
                  <a:cubicBezTo>
                    <a:pt x="33152" y="4883"/>
                    <a:pt x="44464" y="13791"/>
                    <a:pt x="52524" y="19377"/>
                  </a:cubicBezTo>
                  <a:cubicBezTo>
                    <a:pt x="59099" y="23972"/>
                    <a:pt x="64402" y="29770"/>
                    <a:pt x="71613" y="33446"/>
                  </a:cubicBezTo>
                  <a:cubicBezTo>
                    <a:pt x="73098" y="34224"/>
                    <a:pt x="74653" y="32386"/>
                    <a:pt x="73452" y="31113"/>
                  </a:cubicBezTo>
                  <a:lnTo>
                    <a:pt x="73452" y="3111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4" name="Google Shape;1504;p54"/>
            <p:cNvSpPr/>
            <p:nvPr/>
          </p:nvSpPr>
          <p:spPr>
            <a:xfrm>
              <a:off x="428822" y="1363405"/>
              <a:ext cx="142008" cy="94336"/>
            </a:xfrm>
            <a:custGeom>
              <a:rect b="b" l="l" r="r" t="t"/>
              <a:pathLst>
                <a:path extrusionOk="0" h="60960" w="91766">
                  <a:moveTo>
                    <a:pt x="87820" y="1105"/>
                  </a:moveTo>
                  <a:cubicBezTo>
                    <a:pt x="94183" y="25214"/>
                    <a:pt x="79053" y="50383"/>
                    <a:pt x="54449" y="55332"/>
                  </a:cubicBezTo>
                  <a:cubicBezTo>
                    <a:pt x="29845" y="60281"/>
                    <a:pt x="8494" y="43313"/>
                    <a:pt x="3615" y="19770"/>
                  </a:cubicBezTo>
                  <a:cubicBezTo>
                    <a:pt x="3191" y="17790"/>
                    <a:pt x="-203" y="18144"/>
                    <a:pt x="10" y="20265"/>
                  </a:cubicBezTo>
                  <a:cubicBezTo>
                    <a:pt x="2767" y="46919"/>
                    <a:pt x="29209" y="65301"/>
                    <a:pt x="55156" y="60069"/>
                  </a:cubicBezTo>
                  <a:cubicBezTo>
                    <a:pt x="81104" y="54837"/>
                    <a:pt x="98001" y="26557"/>
                    <a:pt x="89588" y="610"/>
                  </a:cubicBezTo>
                  <a:cubicBezTo>
                    <a:pt x="89234" y="-451"/>
                    <a:pt x="87608" y="-27"/>
                    <a:pt x="87891" y="1105"/>
                  </a:cubicBezTo>
                  <a:lnTo>
                    <a:pt x="87891" y="110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5" name="Google Shape;1505;p54"/>
            <p:cNvSpPr/>
            <p:nvPr/>
          </p:nvSpPr>
          <p:spPr>
            <a:xfrm>
              <a:off x="561957" y="1708289"/>
              <a:ext cx="94427" cy="86544"/>
            </a:xfrm>
            <a:custGeom>
              <a:rect b="b" l="l" r="r" t="t"/>
              <a:pathLst>
                <a:path extrusionOk="0" h="55925" w="61019">
                  <a:moveTo>
                    <a:pt x="60628" y="29155"/>
                  </a:moveTo>
                  <a:cubicBezTo>
                    <a:pt x="60628" y="17418"/>
                    <a:pt x="52568" y="6672"/>
                    <a:pt x="41892" y="2147"/>
                  </a:cubicBezTo>
                  <a:cubicBezTo>
                    <a:pt x="31216" y="-2378"/>
                    <a:pt x="18207" y="521"/>
                    <a:pt x="9511" y="8298"/>
                  </a:cubicBezTo>
                  <a:cubicBezTo>
                    <a:pt x="-104" y="16923"/>
                    <a:pt x="-3569" y="31629"/>
                    <a:pt x="4491" y="42376"/>
                  </a:cubicBezTo>
                  <a:cubicBezTo>
                    <a:pt x="12551" y="53122"/>
                    <a:pt x="27964" y="58001"/>
                    <a:pt x="41044" y="55102"/>
                  </a:cubicBezTo>
                  <a:cubicBezTo>
                    <a:pt x="46558" y="53900"/>
                    <a:pt x="51861" y="51213"/>
                    <a:pt x="55538" y="46901"/>
                  </a:cubicBezTo>
                  <a:cubicBezTo>
                    <a:pt x="59850" y="41810"/>
                    <a:pt x="61476" y="35730"/>
                    <a:pt x="60911" y="29155"/>
                  </a:cubicBezTo>
                  <a:cubicBezTo>
                    <a:pt x="60769" y="27882"/>
                    <a:pt x="58648" y="27316"/>
                    <a:pt x="58436" y="28801"/>
                  </a:cubicBezTo>
                  <a:cubicBezTo>
                    <a:pt x="56881" y="37992"/>
                    <a:pt x="53558" y="46264"/>
                    <a:pt x="44367" y="49941"/>
                  </a:cubicBezTo>
                  <a:cubicBezTo>
                    <a:pt x="33549" y="54254"/>
                    <a:pt x="19833" y="51708"/>
                    <a:pt x="11208" y="43860"/>
                  </a:cubicBezTo>
                  <a:cubicBezTo>
                    <a:pt x="6966" y="39972"/>
                    <a:pt x="4067" y="34811"/>
                    <a:pt x="4138" y="28872"/>
                  </a:cubicBezTo>
                  <a:cubicBezTo>
                    <a:pt x="4208" y="22933"/>
                    <a:pt x="6683" y="17489"/>
                    <a:pt x="10572" y="13247"/>
                  </a:cubicBezTo>
                  <a:cubicBezTo>
                    <a:pt x="17359" y="5823"/>
                    <a:pt x="28105" y="2147"/>
                    <a:pt x="37933" y="4834"/>
                  </a:cubicBezTo>
                  <a:cubicBezTo>
                    <a:pt x="49174" y="7874"/>
                    <a:pt x="57022" y="18125"/>
                    <a:pt x="58648" y="29437"/>
                  </a:cubicBezTo>
                  <a:cubicBezTo>
                    <a:pt x="58790" y="30569"/>
                    <a:pt x="60628" y="30286"/>
                    <a:pt x="60628" y="29155"/>
                  </a:cubicBezTo>
                  <a:lnTo>
                    <a:pt x="60628" y="2915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6" name="Google Shape;1506;p54"/>
            <p:cNvSpPr/>
            <p:nvPr/>
          </p:nvSpPr>
          <p:spPr>
            <a:xfrm>
              <a:off x="337743" y="1728969"/>
              <a:ext cx="90615" cy="90991"/>
            </a:xfrm>
            <a:custGeom>
              <a:rect b="b" l="l" r="r" t="t"/>
              <a:pathLst>
                <a:path extrusionOk="0" h="58799" w="58556">
                  <a:moveTo>
                    <a:pt x="53953" y="46114"/>
                  </a:moveTo>
                  <a:cubicBezTo>
                    <a:pt x="60458" y="36498"/>
                    <a:pt x="59821" y="22994"/>
                    <a:pt x="53600" y="13379"/>
                  </a:cubicBezTo>
                  <a:cubicBezTo>
                    <a:pt x="47378" y="3764"/>
                    <a:pt x="34864" y="-1327"/>
                    <a:pt x="23269" y="299"/>
                  </a:cubicBezTo>
                  <a:cubicBezTo>
                    <a:pt x="10755" y="2067"/>
                    <a:pt x="-345" y="11824"/>
                    <a:pt x="8" y="25115"/>
                  </a:cubicBezTo>
                  <a:cubicBezTo>
                    <a:pt x="362" y="38407"/>
                    <a:pt x="9270" y="50143"/>
                    <a:pt x="20653" y="55587"/>
                  </a:cubicBezTo>
                  <a:cubicBezTo>
                    <a:pt x="26168" y="58274"/>
                    <a:pt x="32389" y="59547"/>
                    <a:pt x="38470" y="58345"/>
                  </a:cubicBezTo>
                  <a:cubicBezTo>
                    <a:pt x="41580" y="57708"/>
                    <a:pt x="44621" y="56365"/>
                    <a:pt x="47166" y="54527"/>
                  </a:cubicBezTo>
                  <a:cubicBezTo>
                    <a:pt x="50347" y="52265"/>
                    <a:pt x="52398" y="49649"/>
                    <a:pt x="54236" y="46255"/>
                  </a:cubicBezTo>
                  <a:cubicBezTo>
                    <a:pt x="54943" y="45053"/>
                    <a:pt x="53246" y="43639"/>
                    <a:pt x="52256" y="44700"/>
                  </a:cubicBezTo>
                  <a:cubicBezTo>
                    <a:pt x="48651" y="48517"/>
                    <a:pt x="44408" y="52477"/>
                    <a:pt x="39247" y="54032"/>
                  </a:cubicBezTo>
                  <a:cubicBezTo>
                    <a:pt x="34864" y="55375"/>
                    <a:pt x="30268" y="54951"/>
                    <a:pt x="26026" y="53537"/>
                  </a:cubicBezTo>
                  <a:cubicBezTo>
                    <a:pt x="15633" y="50143"/>
                    <a:pt x="7008" y="40740"/>
                    <a:pt x="4604" y="29994"/>
                  </a:cubicBezTo>
                  <a:cubicBezTo>
                    <a:pt x="3331" y="24196"/>
                    <a:pt x="4250" y="18116"/>
                    <a:pt x="7997" y="13379"/>
                  </a:cubicBezTo>
                  <a:cubicBezTo>
                    <a:pt x="11250" y="9278"/>
                    <a:pt x="15916" y="6450"/>
                    <a:pt x="20936" y="5107"/>
                  </a:cubicBezTo>
                  <a:cubicBezTo>
                    <a:pt x="30551" y="2562"/>
                    <a:pt x="41368" y="5460"/>
                    <a:pt x="48156" y="12743"/>
                  </a:cubicBezTo>
                  <a:cubicBezTo>
                    <a:pt x="56216" y="21368"/>
                    <a:pt x="57205" y="34731"/>
                    <a:pt x="52186" y="45124"/>
                  </a:cubicBezTo>
                  <a:cubicBezTo>
                    <a:pt x="51620" y="46326"/>
                    <a:pt x="53176" y="47245"/>
                    <a:pt x="53953" y="46184"/>
                  </a:cubicBezTo>
                  <a:lnTo>
                    <a:pt x="53953" y="4618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7" name="Google Shape;1507;p54"/>
            <p:cNvSpPr/>
            <p:nvPr/>
          </p:nvSpPr>
          <p:spPr>
            <a:xfrm>
              <a:off x="397686" y="1521844"/>
              <a:ext cx="69017" cy="63514"/>
            </a:xfrm>
            <a:custGeom>
              <a:rect b="b" l="l" r="r" t="t"/>
              <a:pathLst>
                <a:path extrusionOk="0" h="41043" w="44599">
                  <a:moveTo>
                    <a:pt x="44110" y="21321"/>
                  </a:moveTo>
                  <a:cubicBezTo>
                    <a:pt x="44322" y="12696"/>
                    <a:pt x="38313" y="4777"/>
                    <a:pt x="30536" y="1525"/>
                  </a:cubicBezTo>
                  <a:cubicBezTo>
                    <a:pt x="22758" y="-1727"/>
                    <a:pt x="13002" y="394"/>
                    <a:pt x="6709" y="6262"/>
                  </a:cubicBezTo>
                  <a:cubicBezTo>
                    <a:pt x="-361" y="12766"/>
                    <a:pt x="-2553" y="23654"/>
                    <a:pt x="3599" y="31502"/>
                  </a:cubicBezTo>
                  <a:cubicBezTo>
                    <a:pt x="9750" y="39350"/>
                    <a:pt x="20850" y="42602"/>
                    <a:pt x="30324" y="40340"/>
                  </a:cubicBezTo>
                  <a:cubicBezTo>
                    <a:pt x="34353" y="39350"/>
                    <a:pt x="38242" y="37300"/>
                    <a:pt x="40858" y="34047"/>
                  </a:cubicBezTo>
                  <a:cubicBezTo>
                    <a:pt x="42272" y="32350"/>
                    <a:pt x="43262" y="30442"/>
                    <a:pt x="43969" y="28321"/>
                  </a:cubicBezTo>
                  <a:cubicBezTo>
                    <a:pt x="44817" y="25846"/>
                    <a:pt x="44676" y="23584"/>
                    <a:pt x="44322" y="21038"/>
                  </a:cubicBezTo>
                  <a:cubicBezTo>
                    <a:pt x="44110" y="19766"/>
                    <a:pt x="42131" y="19907"/>
                    <a:pt x="41848" y="21038"/>
                  </a:cubicBezTo>
                  <a:cubicBezTo>
                    <a:pt x="40505" y="27260"/>
                    <a:pt x="38383" y="33128"/>
                    <a:pt x="32020" y="35673"/>
                  </a:cubicBezTo>
                  <a:cubicBezTo>
                    <a:pt x="24526" y="38714"/>
                    <a:pt x="14911" y="36946"/>
                    <a:pt x="8972" y="31502"/>
                  </a:cubicBezTo>
                  <a:cubicBezTo>
                    <a:pt x="6073" y="28815"/>
                    <a:pt x="4093" y="25280"/>
                    <a:pt x="4093" y="21250"/>
                  </a:cubicBezTo>
                  <a:cubicBezTo>
                    <a:pt x="4093" y="17220"/>
                    <a:pt x="5861" y="13403"/>
                    <a:pt x="8477" y="10504"/>
                  </a:cubicBezTo>
                  <a:cubicBezTo>
                    <a:pt x="13143" y="5343"/>
                    <a:pt x="20567" y="2797"/>
                    <a:pt x="27425" y="4636"/>
                  </a:cubicBezTo>
                  <a:cubicBezTo>
                    <a:pt x="35343" y="6757"/>
                    <a:pt x="40717" y="13898"/>
                    <a:pt x="42060" y="21675"/>
                  </a:cubicBezTo>
                  <a:cubicBezTo>
                    <a:pt x="42272" y="22877"/>
                    <a:pt x="44040" y="22523"/>
                    <a:pt x="44040" y="21392"/>
                  </a:cubicBezTo>
                  <a:lnTo>
                    <a:pt x="44040" y="2139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8" name="Google Shape;1508;p54"/>
            <p:cNvSpPr/>
            <p:nvPr/>
          </p:nvSpPr>
          <p:spPr>
            <a:xfrm>
              <a:off x="580495" y="1530422"/>
              <a:ext cx="139345" cy="136524"/>
            </a:xfrm>
            <a:custGeom>
              <a:rect b="b" l="l" r="r" t="t"/>
              <a:pathLst>
                <a:path extrusionOk="0" h="88222" w="90045">
                  <a:moveTo>
                    <a:pt x="89719" y="45610"/>
                  </a:moveTo>
                  <a:cubicBezTo>
                    <a:pt x="89436" y="27510"/>
                    <a:pt x="78123" y="9976"/>
                    <a:pt x="61367" y="2977"/>
                  </a:cubicBezTo>
                  <a:cubicBezTo>
                    <a:pt x="44611" y="-4022"/>
                    <a:pt x="25381" y="1916"/>
                    <a:pt x="13149" y="14572"/>
                  </a:cubicBezTo>
                  <a:cubicBezTo>
                    <a:pt x="-637" y="28853"/>
                    <a:pt x="-5162" y="51690"/>
                    <a:pt x="7281" y="68305"/>
                  </a:cubicBezTo>
                  <a:cubicBezTo>
                    <a:pt x="19725" y="84919"/>
                    <a:pt x="41218" y="91495"/>
                    <a:pt x="60307" y="86687"/>
                  </a:cubicBezTo>
                  <a:cubicBezTo>
                    <a:pt x="79396" y="81879"/>
                    <a:pt x="90850" y="65265"/>
                    <a:pt x="90001" y="45610"/>
                  </a:cubicBezTo>
                  <a:cubicBezTo>
                    <a:pt x="90001" y="43913"/>
                    <a:pt x="87668" y="44054"/>
                    <a:pt x="87456" y="45610"/>
                  </a:cubicBezTo>
                  <a:cubicBezTo>
                    <a:pt x="85618" y="60386"/>
                    <a:pt x="80174" y="74314"/>
                    <a:pt x="65751" y="80607"/>
                  </a:cubicBezTo>
                  <a:cubicBezTo>
                    <a:pt x="49136" y="87889"/>
                    <a:pt x="28209" y="83717"/>
                    <a:pt x="15129" y="71274"/>
                  </a:cubicBezTo>
                  <a:cubicBezTo>
                    <a:pt x="-13434" y="43913"/>
                    <a:pt x="19583" y="-4022"/>
                    <a:pt x="55428" y="5098"/>
                  </a:cubicBezTo>
                  <a:cubicBezTo>
                    <a:pt x="73740" y="9764"/>
                    <a:pt x="85759" y="27510"/>
                    <a:pt x="87739" y="45610"/>
                  </a:cubicBezTo>
                  <a:cubicBezTo>
                    <a:pt x="87880" y="46882"/>
                    <a:pt x="89789" y="46953"/>
                    <a:pt x="89789" y="45610"/>
                  </a:cubicBezTo>
                  <a:lnTo>
                    <a:pt x="89789" y="4561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09" name="Google Shape;1509;p54"/>
          <p:cNvSpPr/>
          <p:nvPr/>
        </p:nvSpPr>
        <p:spPr>
          <a:xfrm rot="836180">
            <a:off x="1084120" y="969186"/>
            <a:ext cx="206793" cy="198243"/>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0" name="Google Shape;1510;p54"/>
          <p:cNvSpPr/>
          <p:nvPr/>
        </p:nvSpPr>
        <p:spPr>
          <a:xfrm rot="1702143">
            <a:off x="801478" y="876318"/>
            <a:ext cx="140802" cy="134980"/>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1" name="Google Shape;1511;p54"/>
          <p:cNvSpPr/>
          <p:nvPr/>
        </p:nvSpPr>
        <p:spPr>
          <a:xfrm flipH="1" rot="-120013">
            <a:off x="2580406" y="2801611"/>
            <a:ext cx="3983188" cy="112565"/>
          </a:xfrm>
          <a:custGeom>
            <a:rect b="b" l="l" r="r" t="t"/>
            <a:pathLst>
              <a:path extrusionOk="0" h="4503" w="159342">
                <a:moveTo>
                  <a:pt x="0" y="861"/>
                </a:moveTo>
                <a:cubicBezTo>
                  <a:pt x="34596" y="861"/>
                  <a:pt x="69192" y="523"/>
                  <a:pt x="103787" y="657"/>
                </a:cubicBezTo>
                <a:cubicBezTo>
                  <a:pt x="122074" y="728"/>
                  <a:pt x="140600" y="-1332"/>
                  <a:pt x="158638" y="1677"/>
                </a:cubicBezTo>
                <a:cubicBezTo>
                  <a:pt x="160046" y="1912"/>
                  <a:pt x="155783" y="1677"/>
                  <a:pt x="154356" y="1677"/>
                </a:cubicBezTo>
                <a:cubicBezTo>
                  <a:pt x="146268" y="1677"/>
                  <a:pt x="138179" y="1677"/>
                  <a:pt x="130091" y="1677"/>
                </a:cubicBezTo>
                <a:cubicBezTo>
                  <a:pt x="100320" y="1677"/>
                  <a:pt x="70539" y="1434"/>
                  <a:pt x="40781" y="2289"/>
                </a:cubicBezTo>
                <a:cubicBezTo>
                  <a:pt x="34257" y="2476"/>
                  <a:pt x="27732" y="2587"/>
                  <a:pt x="21206" y="2696"/>
                </a:cubicBezTo>
                <a:cubicBezTo>
                  <a:pt x="20160" y="2713"/>
                  <a:pt x="11910" y="3392"/>
                  <a:pt x="12030" y="3512"/>
                </a:cubicBezTo>
                <a:cubicBezTo>
                  <a:pt x="14145" y="5627"/>
                  <a:pt x="18011" y="3512"/>
                  <a:pt x="21002" y="3512"/>
                </a:cubicBezTo>
                <a:cubicBezTo>
                  <a:pt x="27187" y="3512"/>
                  <a:pt x="33377" y="3562"/>
                  <a:pt x="39557" y="3308"/>
                </a:cubicBezTo>
                <a:cubicBezTo>
                  <a:pt x="63945" y="2306"/>
                  <a:pt x="88351" y="1473"/>
                  <a:pt x="112759" y="1473"/>
                </a:cubicBezTo>
              </a:path>
            </a:pathLst>
          </a:custGeom>
          <a:noFill/>
          <a:ln cap="flat" cmpd="sng" w="19050">
            <a:solidFill>
              <a:schemeClr val="dk2"/>
            </a:solidFill>
            <a:prstDash val="solid"/>
            <a:round/>
            <a:headEnd len="med" w="med" type="none"/>
            <a:tailEnd len="med" w="med" type="none"/>
          </a:ln>
        </p:spPr>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5" name="Shape 1515"/>
        <p:cNvGrpSpPr/>
        <p:nvPr/>
      </p:nvGrpSpPr>
      <p:grpSpPr>
        <a:xfrm>
          <a:off x="0" y="0"/>
          <a:ext cx="0" cy="0"/>
          <a:chOff x="0" y="0"/>
          <a:chExt cx="0" cy="0"/>
        </a:xfrm>
      </p:grpSpPr>
      <p:sp>
        <p:nvSpPr>
          <p:cNvPr id="1516" name="Google Shape;1516;p55"/>
          <p:cNvSpPr txBox="1"/>
          <p:nvPr>
            <p:ph idx="1" type="subTitle"/>
          </p:nvPr>
        </p:nvSpPr>
        <p:spPr>
          <a:xfrm>
            <a:off x="917167" y="1788474"/>
            <a:ext cx="36549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1517" name="Google Shape;1517;p55"/>
          <p:cNvSpPr txBox="1"/>
          <p:nvPr>
            <p:ph type="title"/>
          </p:nvPr>
        </p:nvSpPr>
        <p:spPr>
          <a:xfrm>
            <a:off x="917167" y="1106675"/>
            <a:ext cx="36549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a:t>
            </a:r>
            <a:r>
              <a:rPr lang="en"/>
              <a:t>h 55m 23s</a:t>
            </a:r>
            <a:endParaRPr/>
          </a:p>
        </p:txBody>
      </p:sp>
      <p:sp>
        <p:nvSpPr>
          <p:cNvPr id="1518" name="Google Shape;1518;p55"/>
          <p:cNvSpPr txBox="1"/>
          <p:nvPr>
            <p:ph idx="2" type="title"/>
          </p:nvPr>
        </p:nvSpPr>
        <p:spPr>
          <a:xfrm>
            <a:off x="4571933" y="1106679"/>
            <a:ext cx="36549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519" name="Google Shape;1519;p55"/>
          <p:cNvSpPr txBox="1"/>
          <p:nvPr>
            <p:ph idx="3" type="subTitle"/>
          </p:nvPr>
        </p:nvSpPr>
        <p:spPr>
          <a:xfrm>
            <a:off x="4571933" y="1791050"/>
            <a:ext cx="36549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1520" name="Google Shape;1520;p55"/>
          <p:cNvSpPr txBox="1"/>
          <p:nvPr>
            <p:ph idx="4" type="title"/>
          </p:nvPr>
        </p:nvSpPr>
        <p:spPr>
          <a:xfrm>
            <a:off x="2660595" y="2729983"/>
            <a:ext cx="36549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521" name="Google Shape;1521;p55"/>
          <p:cNvSpPr txBox="1"/>
          <p:nvPr>
            <p:ph idx="5" type="subTitle"/>
          </p:nvPr>
        </p:nvSpPr>
        <p:spPr>
          <a:xfrm>
            <a:off x="2660595" y="3416925"/>
            <a:ext cx="36549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1522" name="Google Shape;1522;p55"/>
          <p:cNvGrpSpPr/>
          <p:nvPr/>
        </p:nvGrpSpPr>
        <p:grpSpPr>
          <a:xfrm rot="-2306813">
            <a:off x="513477" y="558130"/>
            <a:ext cx="1101209" cy="347853"/>
            <a:chOff x="3943025" y="484800"/>
            <a:chExt cx="1424125" cy="449857"/>
          </a:xfrm>
        </p:grpSpPr>
        <p:sp>
          <p:nvSpPr>
            <p:cNvPr id="1523" name="Google Shape;1523;p55"/>
            <p:cNvSpPr/>
            <p:nvPr/>
          </p:nvSpPr>
          <p:spPr>
            <a:xfrm>
              <a:off x="3943025" y="484800"/>
              <a:ext cx="1424125" cy="449857"/>
            </a:xfrm>
            <a:custGeom>
              <a:rect b="b" l="l" r="r" t="t"/>
              <a:pathLst>
                <a:path extrusionOk="0" h="354917" w="1123570">
                  <a:moveTo>
                    <a:pt x="4485" y="700"/>
                  </a:moveTo>
                  <a:cubicBezTo>
                    <a:pt x="117889" y="700"/>
                    <a:pt x="232354" y="-2764"/>
                    <a:pt x="345405" y="5720"/>
                  </a:cubicBezTo>
                  <a:cubicBezTo>
                    <a:pt x="468001" y="14982"/>
                    <a:pt x="571790" y="12790"/>
                    <a:pt x="687032" y="14911"/>
                  </a:cubicBezTo>
                  <a:cubicBezTo>
                    <a:pt x="834939" y="17668"/>
                    <a:pt x="961777" y="14840"/>
                    <a:pt x="1116188" y="16678"/>
                  </a:cubicBezTo>
                  <a:cubicBezTo>
                    <a:pt x="1123540" y="120044"/>
                    <a:pt x="1128065" y="212025"/>
                    <a:pt x="1116612" y="333207"/>
                  </a:cubicBezTo>
                  <a:cubicBezTo>
                    <a:pt x="1022368" y="341903"/>
                    <a:pt x="935194" y="350882"/>
                    <a:pt x="840383" y="354064"/>
                  </a:cubicBezTo>
                  <a:cubicBezTo>
                    <a:pt x="715031" y="358235"/>
                    <a:pt x="596111" y="346145"/>
                    <a:pt x="476485" y="338934"/>
                  </a:cubicBezTo>
                  <a:cubicBezTo>
                    <a:pt x="370716" y="332571"/>
                    <a:pt x="266573" y="343459"/>
                    <a:pt x="155219" y="337732"/>
                  </a:cubicBezTo>
                  <a:cubicBezTo>
                    <a:pt x="107567" y="335258"/>
                    <a:pt x="51571" y="337732"/>
                    <a:pt x="596" y="335469"/>
                  </a:cubicBezTo>
                  <a:cubicBezTo>
                    <a:pt x="-1878" y="219025"/>
                    <a:pt x="4131" y="120114"/>
                    <a:pt x="4414" y="700"/>
                  </a:cubicBez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4" name="Google Shape;1524;p55"/>
            <p:cNvSpPr/>
            <p:nvPr/>
          </p:nvSpPr>
          <p:spPr>
            <a:xfrm>
              <a:off x="4032871" y="835567"/>
              <a:ext cx="102046" cy="76459"/>
            </a:xfrm>
            <a:custGeom>
              <a:rect b="b" l="l" r="r" t="t"/>
              <a:pathLst>
                <a:path extrusionOk="0" h="60323" w="80510">
                  <a:moveTo>
                    <a:pt x="71703" y="60324"/>
                  </a:moveTo>
                  <a:cubicBezTo>
                    <a:pt x="53179" y="59617"/>
                    <a:pt x="33666" y="59617"/>
                    <a:pt x="13799" y="59617"/>
                  </a:cubicBezTo>
                  <a:cubicBezTo>
                    <a:pt x="11536" y="56294"/>
                    <a:pt x="9416" y="52758"/>
                    <a:pt x="7294" y="48941"/>
                  </a:cubicBezTo>
                  <a:cubicBezTo>
                    <a:pt x="2133" y="39396"/>
                    <a:pt x="-3240" y="19459"/>
                    <a:pt x="2417" y="8995"/>
                  </a:cubicBezTo>
                  <a:cubicBezTo>
                    <a:pt x="14506" y="-13418"/>
                    <a:pt x="35716" y="13095"/>
                    <a:pt x="41938" y="25821"/>
                  </a:cubicBezTo>
                  <a:cubicBezTo>
                    <a:pt x="46251" y="13307"/>
                    <a:pt x="49221" y="440"/>
                    <a:pt x="59897" y="16"/>
                  </a:cubicBezTo>
                  <a:cubicBezTo>
                    <a:pt x="74885" y="-550"/>
                    <a:pt x="79410" y="14226"/>
                    <a:pt x="80329" y="25185"/>
                  </a:cubicBezTo>
                  <a:cubicBezTo>
                    <a:pt x="81460" y="38547"/>
                    <a:pt x="77147" y="49365"/>
                    <a:pt x="71703" y="6032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5" name="Google Shape;1525;p55"/>
            <p:cNvSpPr/>
            <p:nvPr/>
          </p:nvSpPr>
          <p:spPr>
            <a:xfrm>
              <a:off x="4008707" y="485060"/>
              <a:ext cx="76799" cy="59771"/>
            </a:xfrm>
            <a:custGeom>
              <a:rect b="b" l="l" r="r" t="t"/>
              <a:pathLst>
                <a:path extrusionOk="0" h="47157" w="60591">
                  <a:moveTo>
                    <a:pt x="60591" y="0"/>
                  </a:moveTo>
                  <a:cubicBezTo>
                    <a:pt x="57905" y="5514"/>
                    <a:pt x="54864" y="10959"/>
                    <a:pt x="51965" y="16756"/>
                  </a:cubicBezTo>
                  <a:cubicBezTo>
                    <a:pt x="46946" y="26584"/>
                    <a:pt x="40936" y="36057"/>
                    <a:pt x="32805" y="47157"/>
                  </a:cubicBezTo>
                  <a:cubicBezTo>
                    <a:pt x="26160" y="36411"/>
                    <a:pt x="19019" y="26301"/>
                    <a:pt x="13575" y="19019"/>
                  </a:cubicBezTo>
                  <a:cubicBezTo>
                    <a:pt x="8979" y="12938"/>
                    <a:pt x="4383" y="6999"/>
                    <a:pt x="0" y="283"/>
                  </a:cubicBezTo>
                  <a:cubicBezTo>
                    <a:pt x="20150" y="212"/>
                    <a:pt x="40370" y="71"/>
                    <a:pt x="60591" y="0"/>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6" name="Google Shape;1526;p55"/>
            <p:cNvSpPr/>
            <p:nvPr/>
          </p:nvSpPr>
          <p:spPr>
            <a:xfrm>
              <a:off x="3943100" y="779151"/>
              <a:ext cx="41541" cy="96886"/>
            </a:xfrm>
            <a:custGeom>
              <a:rect b="b" l="l" r="r" t="t"/>
              <a:pathLst>
                <a:path extrusionOk="0" h="76439" w="32774">
                  <a:moveTo>
                    <a:pt x="21040" y="54169"/>
                  </a:moveTo>
                  <a:cubicBezTo>
                    <a:pt x="17364" y="61381"/>
                    <a:pt x="12980" y="68310"/>
                    <a:pt x="7042" y="76440"/>
                  </a:cubicBezTo>
                  <a:cubicBezTo>
                    <a:pt x="4708" y="72693"/>
                    <a:pt x="2375" y="69087"/>
                    <a:pt x="42" y="65764"/>
                  </a:cubicBezTo>
                  <a:lnTo>
                    <a:pt x="42" y="65764"/>
                  </a:lnTo>
                  <a:cubicBezTo>
                    <a:pt x="-28" y="47453"/>
                    <a:pt x="-28" y="29495"/>
                    <a:pt x="184" y="11819"/>
                  </a:cubicBezTo>
                  <a:cubicBezTo>
                    <a:pt x="2092" y="14294"/>
                    <a:pt x="3577" y="16839"/>
                    <a:pt x="4567" y="18890"/>
                  </a:cubicBezTo>
                  <a:cubicBezTo>
                    <a:pt x="7678" y="9769"/>
                    <a:pt x="9870" y="366"/>
                    <a:pt x="17718" y="12"/>
                  </a:cubicBezTo>
                  <a:cubicBezTo>
                    <a:pt x="28605" y="-412"/>
                    <a:pt x="31929" y="10405"/>
                    <a:pt x="32635" y="18465"/>
                  </a:cubicBezTo>
                  <a:cubicBezTo>
                    <a:pt x="33837" y="32252"/>
                    <a:pt x="27050" y="42292"/>
                    <a:pt x="21040" y="54169"/>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7" name="Google Shape;1527;p55"/>
            <p:cNvSpPr/>
            <p:nvPr/>
          </p:nvSpPr>
          <p:spPr>
            <a:xfrm>
              <a:off x="3945660" y="577467"/>
              <a:ext cx="34681" cy="95184"/>
            </a:xfrm>
            <a:custGeom>
              <a:rect b="b" l="l" r="r" t="t"/>
              <a:pathLst>
                <a:path extrusionOk="0" h="75096" w="27362">
                  <a:moveTo>
                    <a:pt x="15838" y="53250"/>
                  </a:moveTo>
                  <a:cubicBezTo>
                    <a:pt x="12303" y="60320"/>
                    <a:pt x="7989" y="67107"/>
                    <a:pt x="2121" y="75097"/>
                  </a:cubicBezTo>
                  <a:cubicBezTo>
                    <a:pt x="1415" y="73965"/>
                    <a:pt x="708" y="72763"/>
                    <a:pt x="0" y="71632"/>
                  </a:cubicBezTo>
                  <a:cubicBezTo>
                    <a:pt x="425" y="52472"/>
                    <a:pt x="919" y="33241"/>
                    <a:pt x="1344" y="13587"/>
                  </a:cubicBezTo>
                  <a:lnTo>
                    <a:pt x="1344" y="13587"/>
                  </a:lnTo>
                  <a:cubicBezTo>
                    <a:pt x="3747" y="6446"/>
                    <a:pt x="6292" y="295"/>
                    <a:pt x="12585" y="12"/>
                  </a:cubicBezTo>
                  <a:cubicBezTo>
                    <a:pt x="23332" y="-412"/>
                    <a:pt x="26584" y="10264"/>
                    <a:pt x="27221" y="18112"/>
                  </a:cubicBezTo>
                  <a:cubicBezTo>
                    <a:pt x="28422" y="31686"/>
                    <a:pt x="21776" y="41514"/>
                    <a:pt x="15838" y="53250"/>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8" name="Google Shape;1528;p55"/>
            <p:cNvSpPr/>
            <p:nvPr/>
          </p:nvSpPr>
          <p:spPr>
            <a:xfrm>
              <a:off x="3982795" y="694615"/>
              <a:ext cx="54727" cy="71073"/>
            </a:xfrm>
            <a:custGeom>
              <a:rect b="b" l="l" r="r" t="t"/>
              <a:pathLst>
                <a:path extrusionOk="0" h="56073" w="43177">
                  <a:moveTo>
                    <a:pt x="24346" y="56073"/>
                  </a:moveTo>
                  <a:cubicBezTo>
                    <a:pt x="20811" y="50276"/>
                    <a:pt x="16922" y="44832"/>
                    <a:pt x="14023" y="41014"/>
                  </a:cubicBezTo>
                  <a:cubicBezTo>
                    <a:pt x="10558" y="36348"/>
                    <a:pt x="7023" y="31964"/>
                    <a:pt x="3913" y="26238"/>
                  </a:cubicBezTo>
                  <a:cubicBezTo>
                    <a:pt x="1156" y="21147"/>
                    <a:pt x="-1743" y="10471"/>
                    <a:pt x="1297" y="4815"/>
                  </a:cubicBezTo>
                  <a:cubicBezTo>
                    <a:pt x="7801" y="-7204"/>
                    <a:pt x="19185" y="7007"/>
                    <a:pt x="22507" y="13865"/>
                  </a:cubicBezTo>
                  <a:cubicBezTo>
                    <a:pt x="24769" y="7148"/>
                    <a:pt x="26395" y="290"/>
                    <a:pt x="32123" y="7"/>
                  </a:cubicBezTo>
                  <a:cubicBezTo>
                    <a:pt x="40112" y="-275"/>
                    <a:pt x="42586" y="7643"/>
                    <a:pt x="43082" y="13511"/>
                  </a:cubicBezTo>
                  <a:cubicBezTo>
                    <a:pt x="43930" y="23622"/>
                    <a:pt x="38980" y="30974"/>
                    <a:pt x="34597" y="39741"/>
                  </a:cubicBezTo>
                  <a:cubicBezTo>
                    <a:pt x="31910" y="45044"/>
                    <a:pt x="28729" y="50135"/>
                    <a:pt x="24346" y="5607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9" name="Google Shape;1529;p55"/>
            <p:cNvSpPr/>
            <p:nvPr/>
          </p:nvSpPr>
          <p:spPr>
            <a:xfrm>
              <a:off x="4075440" y="563218"/>
              <a:ext cx="151959" cy="202552"/>
            </a:xfrm>
            <a:custGeom>
              <a:rect b="b" l="l" r="r" t="t"/>
              <a:pathLst>
                <a:path extrusionOk="0" h="159804" w="119889">
                  <a:moveTo>
                    <a:pt x="67437" y="159804"/>
                  </a:moveTo>
                  <a:cubicBezTo>
                    <a:pt x="57610" y="143755"/>
                    <a:pt x="46934" y="128696"/>
                    <a:pt x="38875" y="117949"/>
                  </a:cubicBezTo>
                  <a:cubicBezTo>
                    <a:pt x="29188" y="105082"/>
                    <a:pt x="19502" y="92780"/>
                    <a:pt x="10876" y="76943"/>
                  </a:cubicBezTo>
                  <a:cubicBezTo>
                    <a:pt x="3170" y="62803"/>
                    <a:pt x="-4819" y="33179"/>
                    <a:pt x="3594" y="17554"/>
                  </a:cubicBezTo>
                  <a:cubicBezTo>
                    <a:pt x="21623" y="-15817"/>
                    <a:pt x="51742" y="15928"/>
                    <a:pt x="61003" y="34946"/>
                  </a:cubicBezTo>
                  <a:cubicBezTo>
                    <a:pt x="67366" y="16352"/>
                    <a:pt x="74507" y="657"/>
                    <a:pt x="90486" y="20"/>
                  </a:cubicBezTo>
                  <a:cubicBezTo>
                    <a:pt x="112686" y="-828"/>
                    <a:pt x="118201" y="25402"/>
                    <a:pt x="119615" y="41663"/>
                  </a:cubicBezTo>
                  <a:cubicBezTo>
                    <a:pt x="122018" y="69731"/>
                    <a:pt x="108232" y="90164"/>
                    <a:pt x="96001" y="114485"/>
                  </a:cubicBezTo>
                  <a:cubicBezTo>
                    <a:pt x="88577" y="129120"/>
                    <a:pt x="79668" y="143260"/>
                    <a:pt x="67508" y="15973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0" name="Google Shape;1530;p55"/>
            <p:cNvSpPr/>
            <p:nvPr/>
          </p:nvSpPr>
          <p:spPr>
            <a:xfrm>
              <a:off x="4116973" y="625202"/>
              <a:ext cx="77067" cy="100023"/>
            </a:xfrm>
            <a:custGeom>
              <a:rect b="b" l="l" r="r" t="t"/>
              <a:pathLst>
                <a:path extrusionOk="0" h="78914" w="60802">
                  <a:moveTo>
                    <a:pt x="34224" y="78844"/>
                  </a:moveTo>
                  <a:cubicBezTo>
                    <a:pt x="29204" y="70713"/>
                    <a:pt x="23831" y="63077"/>
                    <a:pt x="19730" y="57633"/>
                  </a:cubicBezTo>
                  <a:cubicBezTo>
                    <a:pt x="14852" y="51058"/>
                    <a:pt x="9903" y="44907"/>
                    <a:pt x="5519" y="36847"/>
                  </a:cubicBezTo>
                  <a:cubicBezTo>
                    <a:pt x="1631" y="29706"/>
                    <a:pt x="-2470" y="14647"/>
                    <a:pt x="1843" y="6728"/>
                  </a:cubicBezTo>
                  <a:cubicBezTo>
                    <a:pt x="10964" y="-10240"/>
                    <a:pt x="27013" y="9839"/>
                    <a:pt x="31679" y="19455"/>
                  </a:cubicBezTo>
                  <a:cubicBezTo>
                    <a:pt x="34931" y="10052"/>
                    <a:pt x="37123" y="295"/>
                    <a:pt x="45253" y="12"/>
                  </a:cubicBezTo>
                  <a:cubicBezTo>
                    <a:pt x="56495" y="-412"/>
                    <a:pt x="59960" y="10758"/>
                    <a:pt x="60667" y="19030"/>
                  </a:cubicBezTo>
                  <a:cubicBezTo>
                    <a:pt x="61868" y="33241"/>
                    <a:pt x="54869" y="43635"/>
                    <a:pt x="48718" y="55936"/>
                  </a:cubicBezTo>
                  <a:cubicBezTo>
                    <a:pt x="44971" y="63360"/>
                    <a:pt x="40446" y="70501"/>
                    <a:pt x="34295" y="7891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1" name="Google Shape;1531;p55"/>
            <p:cNvSpPr/>
            <p:nvPr/>
          </p:nvSpPr>
          <p:spPr>
            <a:xfrm>
              <a:off x="4445633" y="821149"/>
              <a:ext cx="102136" cy="92052"/>
            </a:xfrm>
            <a:custGeom>
              <a:rect b="b" l="l" r="r" t="t"/>
              <a:pathLst>
                <a:path extrusionOk="0" h="72625" w="80581">
                  <a:moveTo>
                    <a:pt x="65197" y="72626"/>
                  </a:moveTo>
                  <a:cubicBezTo>
                    <a:pt x="50915" y="71989"/>
                    <a:pt x="36634" y="71565"/>
                    <a:pt x="22423" y="71424"/>
                  </a:cubicBezTo>
                  <a:cubicBezTo>
                    <a:pt x="17191" y="64495"/>
                    <a:pt x="12030" y="57496"/>
                    <a:pt x="7363" y="48870"/>
                  </a:cubicBezTo>
                  <a:cubicBezTo>
                    <a:pt x="2131" y="39396"/>
                    <a:pt x="-3242" y="19459"/>
                    <a:pt x="2415" y="8995"/>
                  </a:cubicBezTo>
                  <a:cubicBezTo>
                    <a:pt x="14575" y="-13488"/>
                    <a:pt x="35785" y="13025"/>
                    <a:pt x="42007" y="25822"/>
                  </a:cubicBezTo>
                  <a:cubicBezTo>
                    <a:pt x="46249" y="13308"/>
                    <a:pt x="49219" y="440"/>
                    <a:pt x="59965" y="16"/>
                  </a:cubicBezTo>
                  <a:cubicBezTo>
                    <a:pt x="74883" y="-550"/>
                    <a:pt x="79408" y="14227"/>
                    <a:pt x="80398" y="25185"/>
                  </a:cubicBezTo>
                  <a:cubicBezTo>
                    <a:pt x="81953" y="43497"/>
                    <a:pt x="73328" y="56930"/>
                    <a:pt x="65197" y="72626"/>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2" name="Google Shape;1532;p55"/>
            <p:cNvSpPr/>
            <p:nvPr/>
          </p:nvSpPr>
          <p:spPr>
            <a:xfrm>
              <a:off x="4372659" y="491508"/>
              <a:ext cx="99022" cy="89882"/>
            </a:xfrm>
            <a:custGeom>
              <a:rect b="b" l="l" r="r" t="t"/>
              <a:pathLst>
                <a:path extrusionOk="0" h="70913" w="78124">
                  <a:moveTo>
                    <a:pt x="78125" y="4737"/>
                  </a:moveTo>
                  <a:cubicBezTo>
                    <a:pt x="75791" y="17393"/>
                    <a:pt x="69004" y="28210"/>
                    <a:pt x="62783" y="40512"/>
                  </a:cubicBezTo>
                  <a:cubicBezTo>
                    <a:pt x="57834" y="50339"/>
                    <a:pt x="51824" y="59813"/>
                    <a:pt x="43623" y="70913"/>
                  </a:cubicBezTo>
                  <a:cubicBezTo>
                    <a:pt x="37047" y="60167"/>
                    <a:pt x="29836" y="50056"/>
                    <a:pt x="24462" y="42845"/>
                  </a:cubicBezTo>
                  <a:cubicBezTo>
                    <a:pt x="17958" y="34149"/>
                    <a:pt x="11454" y="25877"/>
                    <a:pt x="5586" y="15272"/>
                  </a:cubicBezTo>
                  <a:cubicBezTo>
                    <a:pt x="3535" y="11454"/>
                    <a:pt x="1414" y="5939"/>
                    <a:pt x="0" y="0"/>
                  </a:cubicBezTo>
                  <a:cubicBezTo>
                    <a:pt x="2051" y="142"/>
                    <a:pt x="4171" y="283"/>
                    <a:pt x="6222" y="424"/>
                  </a:cubicBezTo>
                  <a:cubicBezTo>
                    <a:pt x="30826" y="2333"/>
                    <a:pt x="54723" y="3677"/>
                    <a:pt x="78125" y="4737"/>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3" name="Google Shape;1533;p55"/>
            <p:cNvSpPr/>
            <p:nvPr/>
          </p:nvSpPr>
          <p:spPr>
            <a:xfrm>
              <a:off x="4276625" y="635053"/>
              <a:ext cx="73227" cy="95184"/>
            </a:xfrm>
            <a:custGeom>
              <a:rect b="b" l="l" r="r" t="t"/>
              <a:pathLst>
                <a:path extrusionOk="0" h="75096" w="57773">
                  <a:moveTo>
                    <a:pt x="32548" y="75097"/>
                  </a:moveTo>
                  <a:cubicBezTo>
                    <a:pt x="27811" y="67319"/>
                    <a:pt x="22649" y="60108"/>
                    <a:pt x="18761" y="54876"/>
                  </a:cubicBezTo>
                  <a:cubicBezTo>
                    <a:pt x="14095" y="48655"/>
                    <a:pt x="9428" y="42716"/>
                    <a:pt x="5257" y="35080"/>
                  </a:cubicBezTo>
                  <a:cubicBezTo>
                    <a:pt x="1510" y="28222"/>
                    <a:pt x="-2308" y="13940"/>
                    <a:pt x="1722" y="6446"/>
                  </a:cubicBezTo>
                  <a:cubicBezTo>
                    <a:pt x="10418" y="-9674"/>
                    <a:pt x="25690" y="9345"/>
                    <a:pt x="30144" y="18536"/>
                  </a:cubicBezTo>
                  <a:cubicBezTo>
                    <a:pt x="33184" y="9557"/>
                    <a:pt x="35305" y="295"/>
                    <a:pt x="43011" y="12"/>
                  </a:cubicBezTo>
                  <a:cubicBezTo>
                    <a:pt x="53758" y="-412"/>
                    <a:pt x="57010" y="10193"/>
                    <a:pt x="57647" y="18112"/>
                  </a:cubicBezTo>
                  <a:cubicBezTo>
                    <a:pt x="58778" y="31686"/>
                    <a:pt x="52132" y="41514"/>
                    <a:pt x="46263" y="53250"/>
                  </a:cubicBezTo>
                  <a:cubicBezTo>
                    <a:pt x="42658" y="60320"/>
                    <a:pt x="38416" y="67108"/>
                    <a:pt x="32548" y="75097"/>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4" name="Google Shape;1534;p55"/>
            <p:cNvSpPr/>
            <p:nvPr/>
          </p:nvSpPr>
          <p:spPr>
            <a:xfrm>
              <a:off x="4412659" y="707690"/>
              <a:ext cx="54727" cy="71073"/>
            </a:xfrm>
            <a:custGeom>
              <a:rect b="b" l="l" r="r" t="t"/>
              <a:pathLst>
                <a:path extrusionOk="0" h="56073" w="43177">
                  <a:moveTo>
                    <a:pt x="24346" y="56073"/>
                  </a:moveTo>
                  <a:cubicBezTo>
                    <a:pt x="20811" y="50276"/>
                    <a:pt x="16922" y="44832"/>
                    <a:pt x="14023" y="41014"/>
                  </a:cubicBezTo>
                  <a:cubicBezTo>
                    <a:pt x="10558" y="36348"/>
                    <a:pt x="7023" y="31964"/>
                    <a:pt x="3913" y="26238"/>
                  </a:cubicBezTo>
                  <a:cubicBezTo>
                    <a:pt x="1156" y="21147"/>
                    <a:pt x="-1743" y="10471"/>
                    <a:pt x="1297" y="4815"/>
                  </a:cubicBezTo>
                  <a:cubicBezTo>
                    <a:pt x="7801" y="-7204"/>
                    <a:pt x="19185" y="7007"/>
                    <a:pt x="22507" y="13865"/>
                  </a:cubicBezTo>
                  <a:cubicBezTo>
                    <a:pt x="24769" y="7148"/>
                    <a:pt x="26395" y="290"/>
                    <a:pt x="32123" y="7"/>
                  </a:cubicBezTo>
                  <a:cubicBezTo>
                    <a:pt x="40112" y="-275"/>
                    <a:pt x="42586" y="7643"/>
                    <a:pt x="43082" y="13511"/>
                  </a:cubicBezTo>
                  <a:cubicBezTo>
                    <a:pt x="43930" y="23622"/>
                    <a:pt x="38980" y="30974"/>
                    <a:pt x="34597" y="39741"/>
                  </a:cubicBezTo>
                  <a:cubicBezTo>
                    <a:pt x="31910" y="45044"/>
                    <a:pt x="28729" y="50135"/>
                    <a:pt x="24346" y="5607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5" name="Google Shape;1535;p55"/>
            <p:cNvSpPr/>
            <p:nvPr/>
          </p:nvSpPr>
          <p:spPr>
            <a:xfrm>
              <a:off x="4276625" y="509320"/>
              <a:ext cx="54727" cy="71073"/>
            </a:xfrm>
            <a:custGeom>
              <a:rect b="b" l="l" r="r" t="t"/>
              <a:pathLst>
                <a:path extrusionOk="0" h="56073" w="43177">
                  <a:moveTo>
                    <a:pt x="24345" y="56074"/>
                  </a:moveTo>
                  <a:cubicBezTo>
                    <a:pt x="20810" y="50276"/>
                    <a:pt x="16922" y="44832"/>
                    <a:pt x="14023" y="41014"/>
                  </a:cubicBezTo>
                  <a:cubicBezTo>
                    <a:pt x="10559" y="36348"/>
                    <a:pt x="7024" y="31964"/>
                    <a:pt x="3913" y="26238"/>
                  </a:cubicBezTo>
                  <a:cubicBezTo>
                    <a:pt x="1155" y="21147"/>
                    <a:pt x="-1743" y="10471"/>
                    <a:pt x="1297" y="4815"/>
                  </a:cubicBezTo>
                  <a:cubicBezTo>
                    <a:pt x="7802" y="-7204"/>
                    <a:pt x="19184" y="7007"/>
                    <a:pt x="22507" y="13865"/>
                  </a:cubicBezTo>
                  <a:cubicBezTo>
                    <a:pt x="24770" y="7148"/>
                    <a:pt x="26396" y="290"/>
                    <a:pt x="32122" y="7"/>
                  </a:cubicBezTo>
                  <a:cubicBezTo>
                    <a:pt x="40112" y="-275"/>
                    <a:pt x="42587" y="7643"/>
                    <a:pt x="43081" y="13511"/>
                  </a:cubicBezTo>
                  <a:cubicBezTo>
                    <a:pt x="43930" y="23622"/>
                    <a:pt x="38981" y="30974"/>
                    <a:pt x="34597" y="39741"/>
                  </a:cubicBezTo>
                  <a:cubicBezTo>
                    <a:pt x="31911" y="45044"/>
                    <a:pt x="28729" y="50135"/>
                    <a:pt x="24345" y="56074"/>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6" name="Google Shape;1536;p55"/>
            <p:cNvSpPr/>
            <p:nvPr/>
          </p:nvSpPr>
          <p:spPr>
            <a:xfrm>
              <a:off x="4503245" y="573875"/>
              <a:ext cx="151959" cy="202552"/>
            </a:xfrm>
            <a:custGeom>
              <a:rect b="b" l="l" r="r" t="t"/>
              <a:pathLst>
                <a:path extrusionOk="0" h="159804" w="119889">
                  <a:moveTo>
                    <a:pt x="67437" y="159804"/>
                  </a:moveTo>
                  <a:cubicBezTo>
                    <a:pt x="57610" y="143755"/>
                    <a:pt x="46934" y="128696"/>
                    <a:pt x="38874" y="117949"/>
                  </a:cubicBezTo>
                  <a:cubicBezTo>
                    <a:pt x="29188" y="105082"/>
                    <a:pt x="19502" y="92780"/>
                    <a:pt x="10876" y="76943"/>
                  </a:cubicBezTo>
                  <a:cubicBezTo>
                    <a:pt x="3170" y="62803"/>
                    <a:pt x="-4819" y="33179"/>
                    <a:pt x="3594" y="17554"/>
                  </a:cubicBezTo>
                  <a:cubicBezTo>
                    <a:pt x="21623" y="-15817"/>
                    <a:pt x="51742" y="15928"/>
                    <a:pt x="61003" y="34946"/>
                  </a:cubicBezTo>
                  <a:cubicBezTo>
                    <a:pt x="67366" y="16352"/>
                    <a:pt x="74507" y="657"/>
                    <a:pt x="90486" y="20"/>
                  </a:cubicBezTo>
                  <a:cubicBezTo>
                    <a:pt x="112686" y="-828"/>
                    <a:pt x="118201" y="25402"/>
                    <a:pt x="119615" y="41663"/>
                  </a:cubicBezTo>
                  <a:cubicBezTo>
                    <a:pt x="122018" y="69731"/>
                    <a:pt x="108232" y="90164"/>
                    <a:pt x="96001" y="114485"/>
                  </a:cubicBezTo>
                  <a:cubicBezTo>
                    <a:pt x="88577" y="129120"/>
                    <a:pt x="79668" y="143260"/>
                    <a:pt x="67508" y="15973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7" name="Google Shape;1537;p55"/>
            <p:cNvSpPr/>
            <p:nvPr/>
          </p:nvSpPr>
          <p:spPr>
            <a:xfrm>
              <a:off x="4544688" y="635770"/>
              <a:ext cx="77067" cy="100023"/>
            </a:xfrm>
            <a:custGeom>
              <a:rect b="b" l="l" r="r" t="t"/>
              <a:pathLst>
                <a:path extrusionOk="0" h="78914" w="60802">
                  <a:moveTo>
                    <a:pt x="34225" y="78844"/>
                  </a:moveTo>
                  <a:cubicBezTo>
                    <a:pt x="29204" y="70713"/>
                    <a:pt x="23831" y="63077"/>
                    <a:pt x="19731" y="57633"/>
                  </a:cubicBezTo>
                  <a:cubicBezTo>
                    <a:pt x="14853" y="51058"/>
                    <a:pt x="9903" y="44907"/>
                    <a:pt x="5520" y="36847"/>
                  </a:cubicBezTo>
                  <a:cubicBezTo>
                    <a:pt x="1631" y="29706"/>
                    <a:pt x="-2470" y="14647"/>
                    <a:pt x="1843" y="6728"/>
                  </a:cubicBezTo>
                  <a:cubicBezTo>
                    <a:pt x="10964" y="-10240"/>
                    <a:pt x="27013" y="9839"/>
                    <a:pt x="31679" y="19455"/>
                  </a:cubicBezTo>
                  <a:cubicBezTo>
                    <a:pt x="34931" y="10052"/>
                    <a:pt x="37123" y="295"/>
                    <a:pt x="45253" y="12"/>
                  </a:cubicBezTo>
                  <a:cubicBezTo>
                    <a:pt x="56495" y="-412"/>
                    <a:pt x="59959" y="10758"/>
                    <a:pt x="60667" y="19030"/>
                  </a:cubicBezTo>
                  <a:cubicBezTo>
                    <a:pt x="61868" y="33241"/>
                    <a:pt x="54869" y="43635"/>
                    <a:pt x="48718" y="55936"/>
                  </a:cubicBezTo>
                  <a:cubicBezTo>
                    <a:pt x="44970" y="63360"/>
                    <a:pt x="40446" y="70501"/>
                    <a:pt x="34295" y="7891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8" name="Google Shape;1538;p55"/>
            <p:cNvSpPr/>
            <p:nvPr/>
          </p:nvSpPr>
          <p:spPr>
            <a:xfrm>
              <a:off x="4213893" y="790062"/>
              <a:ext cx="151881" cy="124681"/>
            </a:xfrm>
            <a:custGeom>
              <a:rect b="b" l="l" r="r" t="t"/>
              <a:pathLst>
                <a:path extrusionOk="0" h="98368" w="119827">
                  <a:moveTo>
                    <a:pt x="104980" y="97096"/>
                  </a:moveTo>
                  <a:cubicBezTo>
                    <a:pt x="98404" y="97167"/>
                    <a:pt x="91829" y="97308"/>
                    <a:pt x="85254" y="97449"/>
                  </a:cubicBezTo>
                  <a:cubicBezTo>
                    <a:pt x="72316" y="97803"/>
                    <a:pt x="59378" y="98015"/>
                    <a:pt x="46297" y="98157"/>
                  </a:cubicBezTo>
                  <a:cubicBezTo>
                    <a:pt x="39087" y="98298"/>
                    <a:pt x="31804" y="98368"/>
                    <a:pt x="24451" y="98368"/>
                  </a:cubicBezTo>
                  <a:cubicBezTo>
                    <a:pt x="19784" y="91793"/>
                    <a:pt x="15190" y="84794"/>
                    <a:pt x="10877" y="76946"/>
                  </a:cubicBezTo>
                  <a:cubicBezTo>
                    <a:pt x="3170" y="62806"/>
                    <a:pt x="-4819" y="33111"/>
                    <a:pt x="3595" y="17557"/>
                  </a:cubicBezTo>
                  <a:cubicBezTo>
                    <a:pt x="21623" y="-15814"/>
                    <a:pt x="51741" y="15931"/>
                    <a:pt x="61004" y="34950"/>
                  </a:cubicBezTo>
                  <a:cubicBezTo>
                    <a:pt x="67367" y="16285"/>
                    <a:pt x="74437" y="660"/>
                    <a:pt x="90416" y="23"/>
                  </a:cubicBezTo>
                  <a:cubicBezTo>
                    <a:pt x="112686" y="-896"/>
                    <a:pt x="118130" y="25405"/>
                    <a:pt x="119544" y="41666"/>
                  </a:cubicBezTo>
                  <a:cubicBezTo>
                    <a:pt x="121382" y="62806"/>
                    <a:pt x="114029" y="79633"/>
                    <a:pt x="104980" y="97096"/>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9" name="Google Shape;1539;p55"/>
            <p:cNvSpPr/>
            <p:nvPr/>
          </p:nvSpPr>
          <p:spPr>
            <a:xfrm>
              <a:off x="4255426" y="851871"/>
              <a:ext cx="77074" cy="62565"/>
            </a:xfrm>
            <a:custGeom>
              <a:rect b="b" l="l" r="r" t="t"/>
              <a:pathLst>
                <a:path extrusionOk="0" h="49361" w="60808">
                  <a:moveTo>
                    <a:pt x="52464" y="48654"/>
                  </a:moveTo>
                  <a:cubicBezTo>
                    <a:pt x="39526" y="49008"/>
                    <a:pt x="26588" y="49220"/>
                    <a:pt x="13508" y="49361"/>
                  </a:cubicBezTo>
                  <a:cubicBezTo>
                    <a:pt x="10751" y="45543"/>
                    <a:pt x="8065" y="41513"/>
                    <a:pt x="5519" y="36847"/>
                  </a:cubicBezTo>
                  <a:cubicBezTo>
                    <a:pt x="1631" y="29706"/>
                    <a:pt x="-2470" y="14647"/>
                    <a:pt x="1843" y="6728"/>
                  </a:cubicBezTo>
                  <a:cubicBezTo>
                    <a:pt x="10963" y="-10169"/>
                    <a:pt x="27012" y="9839"/>
                    <a:pt x="31679" y="19455"/>
                  </a:cubicBezTo>
                  <a:cubicBezTo>
                    <a:pt x="34931" y="10052"/>
                    <a:pt x="37123" y="295"/>
                    <a:pt x="45254" y="12"/>
                  </a:cubicBezTo>
                  <a:cubicBezTo>
                    <a:pt x="56495" y="-412"/>
                    <a:pt x="59959" y="10758"/>
                    <a:pt x="60666" y="18960"/>
                  </a:cubicBezTo>
                  <a:cubicBezTo>
                    <a:pt x="61656" y="30343"/>
                    <a:pt x="57343" y="39251"/>
                    <a:pt x="52464" y="4865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0" name="Google Shape;1540;p55"/>
            <p:cNvSpPr/>
            <p:nvPr/>
          </p:nvSpPr>
          <p:spPr>
            <a:xfrm>
              <a:off x="4831616" y="811207"/>
              <a:ext cx="102140" cy="122700"/>
            </a:xfrm>
            <a:custGeom>
              <a:rect b="b" l="l" r="r" t="t"/>
              <a:pathLst>
                <a:path extrusionOk="0" h="96805" w="80584">
                  <a:moveTo>
                    <a:pt x="64490" y="74110"/>
                  </a:moveTo>
                  <a:cubicBezTo>
                    <a:pt x="60742" y="81605"/>
                    <a:pt x="56359" y="88887"/>
                    <a:pt x="50915" y="96806"/>
                  </a:cubicBezTo>
                  <a:cubicBezTo>
                    <a:pt x="47380" y="96735"/>
                    <a:pt x="43845" y="96664"/>
                    <a:pt x="40310" y="96593"/>
                  </a:cubicBezTo>
                  <a:cubicBezTo>
                    <a:pt x="35290" y="88816"/>
                    <a:pt x="30271" y="81817"/>
                    <a:pt x="26169" y="76444"/>
                  </a:cubicBezTo>
                  <a:cubicBezTo>
                    <a:pt x="19665" y="67747"/>
                    <a:pt x="13161" y="59546"/>
                    <a:pt x="7364" y="48870"/>
                  </a:cubicBezTo>
                  <a:cubicBezTo>
                    <a:pt x="2132" y="39396"/>
                    <a:pt x="-3242" y="19459"/>
                    <a:pt x="2414" y="8995"/>
                  </a:cubicBezTo>
                  <a:cubicBezTo>
                    <a:pt x="14575" y="-13488"/>
                    <a:pt x="35786" y="13025"/>
                    <a:pt x="42006" y="25822"/>
                  </a:cubicBezTo>
                  <a:cubicBezTo>
                    <a:pt x="46249" y="13308"/>
                    <a:pt x="49218" y="440"/>
                    <a:pt x="59965" y="16"/>
                  </a:cubicBezTo>
                  <a:cubicBezTo>
                    <a:pt x="74883" y="-550"/>
                    <a:pt x="79478" y="14227"/>
                    <a:pt x="80397" y="25185"/>
                  </a:cubicBezTo>
                  <a:cubicBezTo>
                    <a:pt x="82023" y="44062"/>
                    <a:pt x="72762" y="57778"/>
                    <a:pt x="64490" y="74110"/>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1" name="Google Shape;1541;p55"/>
            <p:cNvSpPr/>
            <p:nvPr/>
          </p:nvSpPr>
          <p:spPr>
            <a:xfrm>
              <a:off x="4820704" y="503777"/>
              <a:ext cx="53409" cy="41043"/>
            </a:xfrm>
            <a:custGeom>
              <a:rect b="b" l="l" r="r" t="t"/>
              <a:pathLst>
                <a:path extrusionOk="0" h="32381" w="42137">
                  <a:moveTo>
                    <a:pt x="42138" y="636"/>
                  </a:moveTo>
                  <a:cubicBezTo>
                    <a:pt x="41925" y="1061"/>
                    <a:pt x="41714" y="1556"/>
                    <a:pt x="41501" y="1980"/>
                  </a:cubicBezTo>
                  <a:cubicBezTo>
                    <a:pt x="36552" y="11807"/>
                    <a:pt x="30542" y="21281"/>
                    <a:pt x="22341" y="32381"/>
                  </a:cubicBezTo>
                  <a:cubicBezTo>
                    <a:pt x="15766" y="21634"/>
                    <a:pt x="8555" y="11524"/>
                    <a:pt x="3181" y="4242"/>
                  </a:cubicBezTo>
                  <a:cubicBezTo>
                    <a:pt x="2121" y="2828"/>
                    <a:pt x="1061" y="1414"/>
                    <a:pt x="0" y="0"/>
                  </a:cubicBezTo>
                  <a:cubicBezTo>
                    <a:pt x="14211" y="283"/>
                    <a:pt x="28280" y="495"/>
                    <a:pt x="42138" y="636"/>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2" name="Google Shape;1542;p55"/>
            <p:cNvSpPr/>
            <p:nvPr/>
          </p:nvSpPr>
          <p:spPr>
            <a:xfrm>
              <a:off x="4717019" y="735357"/>
              <a:ext cx="74625" cy="96886"/>
            </a:xfrm>
            <a:custGeom>
              <a:rect b="b" l="l" r="r" t="t"/>
              <a:pathLst>
                <a:path extrusionOk="0" h="76439" w="58876">
                  <a:moveTo>
                    <a:pt x="33143" y="76440"/>
                  </a:moveTo>
                  <a:cubicBezTo>
                    <a:pt x="28335" y="68521"/>
                    <a:pt x="23103" y="61168"/>
                    <a:pt x="19144" y="55866"/>
                  </a:cubicBezTo>
                  <a:cubicBezTo>
                    <a:pt x="14407" y="49503"/>
                    <a:pt x="9669" y="43493"/>
                    <a:pt x="5357" y="35716"/>
                  </a:cubicBezTo>
                  <a:cubicBezTo>
                    <a:pt x="1540" y="28787"/>
                    <a:pt x="-2349" y="14223"/>
                    <a:pt x="1751" y="6587"/>
                  </a:cubicBezTo>
                  <a:cubicBezTo>
                    <a:pt x="10589" y="-9815"/>
                    <a:pt x="26143" y="9557"/>
                    <a:pt x="30668" y="18889"/>
                  </a:cubicBezTo>
                  <a:cubicBezTo>
                    <a:pt x="33779" y="9768"/>
                    <a:pt x="35971" y="366"/>
                    <a:pt x="43819" y="12"/>
                  </a:cubicBezTo>
                  <a:cubicBezTo>
                    <a:pt x="54706" y="-412"/>
                    <a:pt x="58030" y="10405"/>
                    <a:pt x="58736" y="18394"/>
                  </a:cubicBezTo>
                  <a:cubicBezTo>
                    <a:pt x="59939" y="32181"/>
                    <a:pt x="53151" y="42220"/>
                    <a:pt x="47141" y="54169"/>
                  </a:cubicBezTo>
                  <a:cubicBezTo>
                    <a:pt x="43536" y="61381"/>
                    <a:pt x="39152" y="68309"/>
                    <a:pt x="33143" y="76440"/>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3" name="Google Shape;1543;p55"/>
            <p:cNvSpPr/>
            <p:nvPr/>
          </p:nvSpPr>
          <p:spPr>
            <a:xfrm>
              <a:off x="4669445" y="502076"/>
              <a:ext cx="69988" cy="60668"/>
            </a:xfrm>
            <a:custGeom>
              <a:rect b="b" l="l" r="r" t="t"/>
              <a:pathLst>
                <a:path extrusionOk="0" h="47864" w="55217">
                  <a:moveTo>
                    <a:pt x="55217" y="495"/>
                  </a:moveTo>
                  <a:cubicBezTo>
                    <a:pt x="53520" y="9474"/>
                    <a:pt x="48642" y="17251"/>
                    <a:pt x="44188" y="26018"/>
                  </a:cubicBezTo>
                  <a:cubicBezTo>
                    <a:pt x="40653" y="33088"/>
                    <a:pt x="36340" y="39875"/>
                    <a:pt x="30472" y="47865"/>
                  </a:cubicBezTo>
                  <a:cubicBezTo>
                    <a:pt x="25735" y="40088"/>
                    <a:pt x="20574" y="32876"/>
                    <a:pt x="16685" y="27644"/>
                  </a:cubicBezTo>
                  <a:cubicBezTo>
                    <a:pt x="12019" y="21423"/>
                    <a:pt x="7353" y="15484"/>
                    <a:pt x="3181" y="7848"/>
                  </a:cubicBezTo>
                  <a:cubicBezTo>
                    <a:pt x="2051" y="5798"/>
                    <a:pt x="919" y="3040"/>
                    <a:pt x="0" y="0"/>
                  </a:cubicBezTo>
                  <a:cubicBezTo>
                    <a:pt x="18311" y="142"/>
                    <a:pt x="36693" y="283"/>
                    <a:pt x="55217" y="495"/>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4" name="Google Shape;1544;p55"/>
            <p:cNvSpPr/>
            <p:nvPr/>
          </p:nvSpPr>
          <p:spPr>
            <a:xfrm>
              <a:off x="4754222" y="607744"/>
              <a:ext cx="54726" cy="71073"/>
            </a:xfrm>
            <a:custGeom>
              <a:rect b="b" l="l" r="r" t="t"/>
              <a:pathLst>
                <a:path extrusionOk="0" h="56073" w="43176">
                  <a:moveTo>
                    <a:pt x="24346" y="56073"/>
                  </a:moveTo>
                  <a:cubicBezTo>
                    <a:pt x="20811" y="50276"/>
                    <a:pt x="16922" y="44832"/>
                    <a:pt x="14023" y="41014"/>
                  </a:cubicBezTo>
                  <a:cubicBezTo>
                    <a:pt x="10558" y="36347"/>
                    <a:pt x="7023" y="31964"/>
                    <a:pt x="3913" y="26237"/>
                  </a:cubicBezTo>
                  <a:cubicBezTo>
                    <a:pt x="1156" y="21147"/>
                    <a:pt x="-1743" y="10471"/>
                    <a:pt x="1297" y="4815"/>
                  </a:cubicBezTo>
                  <a:cubicBezTo>
                    <a:pt x="7801" y="-7204"/>
                    <a:pt x="19184" y="7007"/>
                    <a:pt x="22507" y="13865"/>
                  </a:cubicBezTo>
                  <a:cubicBezTo>
                    <a:pt x="24769" y="7148"/>
                    <a:pt x="26395" y="290"/>
                    <a:pt x="32123" y="7"/>
                  </a:cubicBezTo>
                  <a:cubicBezTo>
                    <a:pt x="40112" y="-276"/>
                    <a:pt x="42586" y="7643"/>
                    <a:pt x="43081" y="13511"/>
                  </a:cubicBezTo>
                  <a:cubicBezTo>
                    <a:pt x="43929" y="23621"/>
                    <a:pt x="38980" y="30974"/>
                    <a:pt x="34597" y="39741"/>
                  </a:cubicBezTo>
                  <a:cubicBezTo>
                    <a:pt x="31910" y="45044"/>
                    <a:pt x="28729" y="50134"/>
                    <a:pt x="24346" y="5607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5" name="Google Shape;1545;p55"/>
            <p:cNvSpPr/>
            <p:nvPr/>
          </p:nvSpPr>
          <p:spPr>
            <a:xfrm>
              <a:off x="4627592" y="816412"/>
              <a:ext cx="54727" cy="71073"/>
            </a:xfrm>
            <a:custGeom>
              <a:rect b="b" l="l" r="r" t="t"/>
              <a:pathLst>
                <a:path extrusionOk="0" h="56073" w="43177">
                  <a:moveTo>
                    <a:pt x="24346" y="56073"/>
                  </a:moveTo>
                  <a:cubicBezTo>
                    <a:pt x="20811" y="50276"/>
                    <a:pt x="16922" y="44832"/>
                    <a:pt x="14023" y="41014"/>
                  </a:cubicBezTo>
                  <a:cubicBezTo>
                    <a:pt x="10558" y="36348"/>
                    <a:pt x="7023" y="31964"/>
                    <a:pt x="3913" y="26237"/>
                  </a:cubicBezTo>
                  <a:cubicBezTo>
                    <a:pt x="1156" y="21147"/>
                    <a:pt x="-1743" y="10471"/>
                    <a:pt x="1297" y="4815"/>
                  </a:cubicBezTo>
                  <a:cubicBezTo>
                    <a:pt x="7801" y="-7204"/>
                    <a:pt x="19185" y="7007"/>
                    <a:pt x="22507" y="13865"/>
                  </a:cubicBezTo>
                  <a:cubicBezTo>
                    <a:pt x="24769" y="7148"/>
                    <a:pt x="26395" y="290"/>
                    <a:pt x="32123" y="7"/>
                  </a:cubicBezTo>
                  <a:cubicBezTo>
                    <a:pt x="40112" y="-276"/>
                    <a:pt x="42586" y="7643"/>
                    <a:pt x="43082" y="13511"/>
                  </a:cubicBezTo>
                  <a:cubicBezTo>
                    <a:pt x="43930" y="23621"/>
                    <a:pt x="38980" y="30974"/>
                    <a:pt x="34597" y="39741"/>
                  </a:cubicBezTo>
                  <a:cubicBezTo>
                    <a:pt x="31910" y="45044"/>
                    <a:pt x="28729" y="50134"/>
                    <a:pt x="24346" y="5607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6" name="Google Shape;1546;p55"/>
            <p:cNvSpPr/>
            <p:nvPr/>
          </p:nvSpPr>
          <p:spPr>
            <a:xfrm>
              <a:off x="4874271" y="563218"/>
              <a:ext cx="151961" cy="202552"/>
            </a:xfrm>
            <a:custGeom>
              <a:rect b="b" l="l" r="r" t="t"/>
              <a:pathLst>
                <a:path extrusionOk="0" h="159804" w="119890">
                  <a:moveTo>
                    <a:pt x="67438" y="159804"/>
                  </a:moveTo>
                  <a:cubicBezTo>
                    <a:pt x="57610" y="143755"/>
                    <a:pt x="46934" y="128696"/>
                    <a:pt x="38874" y="117949"/>
                  </a:cubicBezTo>
                  <a:cubicBezTo>
                    <a:pt x="29188" y="105082"/>
                    <a:pt x="19502" y="92780"/>
                    <a:pt x="10877" y="76943"/>
                  </a:cubicBezTo>
                  <a:cubicBezTo>
                    <a:pt x="3170" y="62803"/>
                    <a:pt x="-4819" y="33179"/>
                    <a:pt x="3595" y="17554"/>
                  </a:cubicBezTo>
                  <a:cubicBezTo>
                    <a:pt x="21623" y="-15817"/>
                    <a:pt x="51741" y="15928"/>
                    <a:pt x="61004" y="34946"/>
                  </a:cubicBezTo>
                  <a:cubicBezTo>
                    <a:pt x="67367" y="16352"/>
                    <a:pt x="74508" y="657"/>
                    <a:pt x="90486" y="20"/>
                  </a:cubicBezTo>
                  <a:cubicBezTo>
                    <a:pt x="112686" y="-828"/>
                    <a:pt x="118201" y="25402"/>
                    <a:pt x="119615" y="41663"/>
                  </a:cubicBezTo>
                  <a:cubicBezTo>
                    <a:pt x="122019" y="69731"/>
                    <a:pt x="108232" y="90164"/>
                    <a:pt x="96000" y="114485"/>
                  </a:cubicBezTo>
                  <a:cubicBezTo>
                    <a:pt x="88577" y="129120"/>
                    <a:pt x="79669" y="143260"/>
                    <a:pt x="67509" y="15973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7" name="Google Shape;1547;p55"/>
            <p:cNvSpPr/>
            <p:nvPr/>
          </p:nvSpPr>
          <p:spPr>
            <a:xfrm>
              <a:off x="4915716" y="625202"/>
              <a:ext cx="77065" cy="100023"/>
            </a:xfrm>
            <a:custGeom>
              <a:rect b="b" l="l" r="r" t="t"/>
              <a:pathLst>
                <a:path extrusionOk="0" h="78914" w="60801">
                  <a:moveTo>
                    <a:pt x="34224" y="78844"/>
                  </a:moveTo>
                  <a:cubicBezTo>
                    <a:pt x="29204" y="70713"/>
                    <a:pt x="23831" y="63077"/>
                    <a:pt x="19731" y="57633"/>
                  </a:cubicBezTo>
                  <a:cubicBezTo>
                    <a:pt x="14852" y="51058"/>
                    <a:pt x="9903" y="44907"/>
                    <a:pt x="5520" y="36847"/>
                  </a:cubicBezTo>
                  <a:cubicBezTo>
                    <a:pt x="1631" y="29706"/>
                    <a:pt x="-2470" y="14647"/>
                    <a:pt x="1843" y="6728"/>
                  </a:cubicBezTo>
                  <a:cubicBezTo>
                    <a:pt x="10963" y="-10240"/>
                    <a:pt x="27012" y="9839"/>
                    <a:pt x="31679" y="19455"/>
                  </a:cubicBezTo>
                  <a:cubicBezTo>
                    <a:pt x="34931" y="10052"/>
                    <a:pt x="37123" y="295"/>
                    <a:pt x="45253" y="12"/>
                  </a:cubicBezTo>
                  <a:cubicBezTo>
                    <a:pt x="56495" y="-412"/>
                    <a:pt x="59959" y="10758"/>
                    <a:pt x="60666" y="19030"/>
                  </a:cubicBezTo>
                  <a:cubicBezTo>
                    <a:pt x="61868" y="33241"/>
                    <a:pt x="54869" y="43635"/>
                    <a:pt x="48718" y="55936"/>
                  </a:cubicBezTo>
                  <a:cubicBezTo>
                    <a:pt x="44970" y="63360"/>
                    <a:pt x="40445" y="70501"/>
                    <a:pt x="34294" y="7891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8" name="Google Shape;1548;p55"/>
            <p:cNvSpPr/>
            <p:nvPr/>
          </p:nvSpPr>
          <p:spPr>
            <a:xfrm>
              <a:off x="5220285" y="824999"/>
              <a:ext cx="102134" cy="91963"/>
            </a:xfrm>
            <a:custGeom>
              <a:rect b="b" l="l" r="r" t="t"/>
              <a:pathLst>
                <a:path extrusionOk="0" h="72555" w="80579">
                  <a:moveTo>
                    <a:pt x="67459" y="68455"/>
                  </a:moveTo>
                  <a:cubicBezTo>
                    <a:pt x="52612" y="69798"/>
                    <a:pt x="37907" y="71212"/>
                    <a:pt x="23271" y="72555"/>
                  </a:cubicBezTo>
                  <a:cubicBezTo>
                    <a:pt x="17757" y="65273"/>
                    <a:pt x="12313" y="57920"/>
                    <a:pt x="7363" y="48870"/>
                  </a:cubicBezTo>
                  <a:cubicBezTo>
                    <a:pt x="2131" y="39396"/>
                    <a:pt x="-3242" y="19459"/>
                    <a:pt x="2415" y="8995"/>
                  </a:cubicBezTo>
                  <a:cubicBezTo>
                    <a:pt x="14575" y="-13488"/>
                    <a:pt x="35785" y="13096"/>
                    <a:pt x="42007" y="25822"/>
                  </a:cubicBezTo>
                  <a:cubicBezTo>
                    <a:pt x="46249" y="13308"/>
                    <a:pt x="49219" y="440"/>
                    <a:pt x="59965" y="16"/>
                  </a:cubicBezTo>
                  <a:cubicBezTo>
                    <a:pt x="74883" y="-550"/>
                    <a:pt x="79479" y="14227"/>
                    <a:pt x="80398" y="25185"/>
                  </a:cubicBezTo>
                  <a:cubicBezTo>
                    <a:pt x="81812" y="41871"/>
                    <a:pt x="74742" y="54526"/>
                    <a:pt x="67459" y="68455"/>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9" name="Google Shape;1549;p55"/>
            <p:cNvSpPr/>
            <p:nvPr/>
          </p:nvSpPr>
          <p:spPr>
            <a:xfrm>
              <a:off x="5175790" y="505031"/>
              <a:ext cx="92749" cy="76350"/>
            </a:xfrm>
            <a:custGeom>
              <a:rect b="b" l="l" r="r" t="t"/>
              <a:pathLst>
                <a:path extrusionOk="0" h="60237" w="73175">
                  <a:moveTo>
                    <a:pt x="73175" y="142"/>
                  </a:moveTo>
                  <a:cubicBezTo>
                    <a:pt x="70135" y="10323"/>
                    <a:pt x="64550" y="19584"/>
                    <a:pt x="59388" y="29836"/>
                  </a:cubicBezTo>
                  <a:cubicBezTo>
                    <a:pt x="54369" y="39663"/>
                    <a:pt x="48359" y="49137"/>
                    <a:pt x="40228" y="60237"/>
                  </a:cubicBezTo>
                  <a:cubicBezTo>
                    <a:pt x="33583" y="49491"/>
                    <a:pt x="26442" y="39381"/>
                    <a:pt x="20998" y="32169"/>
                  </a:cubicBezTo>
                  <a:cubicBezTo>
                    <a:pt x="14493" y="23473"/>
                    <a:pt x="7989" y="15201"/>
                    <a:pt x="2191" y="4596"/>
                  </a:cubicBezTo>
                  <a:cubicBezTo>
                    <a:pt x="1484" y="3252"/>
                    <a:pt x="707" y="1697"/>
                    <a:pt x="0" y="0"/>
                  </a:cubicBezTo>
                  <a:cubicBezTo>
                    <a:pt x="23967" y="0"/>
                    <a:pt x="48288" y="0"/>
                    <a:pt x="73175" y="142"/>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0" name="Google Shape;1550;p55"/>
            <p:cNvSpPr/>
            <p:nvPr/>
          </p:nvSpPr>
          <p:spPr>
            <a:xfrm>
              <a:off x="5075456" y="635053"/>
              <a:ext cx="73227" cy="95184"/>
            </a:xfrm>
            <a:custGeom>
              <a:rect b="b" l="l" r="r" t="t"/>
              <a:pathLst>
                <a:path extrusionOk="0" h="75096" w="57773">
                  <a:moveTo>
                    <a:pt x="32547" y="75097"/>
                  </a:moveTo>
                  <a:cubicBezTo>
                    <a:pt x="27811" y="67319"/>
                    <a:pt x="22650" y="60108"/>
                    <a:pt x="18761" y="54876"/>
                  </a:cubicBezTo>
                  <a:cubicBezTo>
                    <a:pt x="14095" y="48655"/>
                    <a:pt x="9429" y="42716"/>
                    <a:pt x="5257" y="35080"/>
                  </a:cubicBezTo>
                  <a:cubicBezTo>
                    <a:pt x="1510" y="28222"/>
                    <a:pt x="-2308" y="13940"/>
                    <a:pt x="1722" y="6446"/>
                  </a:cubicBezTo>
                  <a:cubicBezTo>
                    <a:pt x="10418" y="-9674"/>
                    <a:pt x="25690" y="9345"/>
                    <a:pt x="30144" y="18536"/>
                  </a:cubicBezTo>
                  <a:cubicBezTo>
                    <a:pt x="33184" y="9557"/>
                    <a:pt x="35305" y="295"/>
                    <a:pt x="43012" y="12"/>
                  </a:cubicBezTo>
                  <a:cubicBezTo>
                    <a:pt x="53758" y="-412"/>
                    <a:pt x="57011" y="10193"/>
                    <a:pt x="57647" y="18112"/>
                  </a:cubicBezTo>
                  <a:cubicBezTo>
                    <a:pt x="58778" y="31686"/>
                    <a:pt x="52132" y="41514"/>
                    <a:pt x="46264" y="53250"/>
                  </a:cubicBezTo>
                  <a:cubicBezTo>
                    <a:pt x="42658" y="60320"/>
                    <a:pt x="38416" y="67108"/>
                    <a:pt x="32547" y="75097"/>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1" name="Google Shape;1551;p55"/>
            <p:cNvSpPr/>
            <p:nvPr/>
          </p:nvSpPr>
          <p:spPr>
            <a:xfrm>
              <a:off x="5211491" y="707690"/>
              <a:ext cx="54727" cy="71073"/>
            </a:xfrm>
            <a:custGeom>
              <a:rect b="b" l="l" r="r" t="t"/>
              <a:pathLst>
                <a:path extrusionOk="0" h="56073" w="43177">
                  <a:moveTo>
                    <a:pt x="24345" y="56073"/>
                  </a:moveTo>
                  <a:cubicBezTo>
                    <a:pt x="20810" y="50276"/>
                    <a:pt x="16922" y="44832"/>
                    <a:pt x="14023" y="41014"/>
                  </a:cubicBezTo>
                  <a:cubicBezTo>
                    <a:pt x="10559" y="36348"/>
                    <a:pt x="7024" y="31964"/>
                    <a:pt x="3913" y="26238"/>
                  </a:cubicBezTo>
                  <a:cubicBezTo>
                    <a:pt x="1155" y="21147"/>
                    <a:pt x="-1743" y="10471"/>
                    <a:pt x="1297" y="4815"/>
                  </a:cubicBezTo>
                  <a:cubicBezTo>
                    <a:pt x="7802" y="-7204"/>
                    <a:pt x="19184" y="7007"/>
                    <a:pt x="22507" y="13865"/>
                  </a:cubicBezTo>
                  <a:cubicBezTo>
                    <a:pt x="24770" y="7148"/>
                    <a:pt x="26396" y="290"/>
                    <a:pt x="32122" y="7"/>
                  </a:cubicBezTo>
                  <a:cubicBezTo>
                    <a:pt x="40112" y="-275"/>
                    <a:pt x="42586" y="7643"/>
                    <a:pt x="43081" y="13511"/>
                  </a:cubicBezTo>
                  <a:cubicBezTo>
                    <a:pt x="43930" y="23622"/>
                    <a:pt x="38981" y="30974"/>
                    <a:pt x="34597" y="39741"/>
                  </a:cubicBezTo>
                  <a:cubicBezTo>
                    <a:pt x="31911" y="45044"/>
                    <a:pt x="28729" y="50135"/>
                    <a:pt x="24345" y="5607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2" name="Google Shape;1552;p55"/>
            <p:cNvSpPr/>
            <p:nvPr/>
          </p:nvSpPr>
          <p:spPr>
            <a:xfrm>
              <a:off x="5075457" y="509320"/>
              <a:ext cx="54726" cy="71073"/>
            </a:xfrm>
            <a:custGeom>
              <a:rect b="b" l="l" r="r" t="t"/>
              <a:pathLst>
                <a:path extrusionOk="0" h="56073" w="43176">
                  <a:moveTo>
                    <a:pt x="24346" y="56074"/>
                  </a:moveTo>
                  <a:cubicBezTo>
                    <a:pt x="20811" y="50276"/>
                    <a:pt x="16922" y="44832"/>
                    <a:pt x="14023" y="41014"/>
                  </a:cubicBezTo>
                  <a:cubicBezTo>
                    <a:pt x="10558" y="36348"/>
                    <a:pt x="7023" y="31964"/>
                    <a:pt x="3913" y="26238"/>
                  </a:cubicBezTo>
                  <a:cubicBezTo>
                    <a:pt x="1156" y="21147"/>
                    <a:pt x="-1743" y="10471"/>
                    <a:pt x="1297" y="4815"/>
                  </a:cubicBezTo>
                  <a:cubicBezTo>
                    <a:pt x="7801" y="-7204"/>
                    <a:pt x="19184" y="7007"/>
                    <a:pt x="22507" y="13865"/>
                  </a:cubicBezTo>
                  <a:cubicBezTo>
                    <a:pt x="24769" y="7148"/>
                    <a:pt x="26395" y="290"/>
                    <a:pt x="32123" y="7"/>
                  </a:cubicBezTo>
                  <a:cubicBezTo>
                    <a:pt x="40112" y="-275"/>
                    <a:pt x="42586" y="7643"/>
                    <a:pt x="43081" y="13511"/>
                  </a:cubicBezTo>
                  <a:cubicBezTo>
                    <a:pt x="43929" y="23622"/>
                    <a:pt x="38980" y="30974"/>
                    <a:pt x="34597" y="39741"/>
                  </a:cubicBezTo>
                  <a:cubicBezTo>
                    <a:pt x="31910" y="45044"/>
                    <a:pt x="28729" y="50135"/>
                    <a:pt x="24346" y="56074"/>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3" name="Google Shape;1553;p55"/>
            <p:cNvSpPr/>
            <p:nvPr/>
          </p:nvSpPr>
          <p:spPr>
            <a:xfrm>
              <a:off x="5280852" y="585155"/>
              <a:ext cx="85435" cy="197089"/>
            </a:xfrm>
            <a:custGeom>
              <a:rect b="b" l="l" r="r" t="t"/>
              <a:pathLst>
                <a:path extrusionOk="0" h="155494" w="67404">
                  <a:moveTo>
                    <a:pt x="67296" y="124316"/>
                  </a:moveTo>
                  <a:lnTo>
                    <a:pt x="67296" y="124316"/>
                  </a:lnTo>
                  <a:cubicBezTo>
                    <a:pt x="67155" y="134638"/>
                    <a:pt x="67013" y="144960"/>
                    <a:pt x="66659" y="155495"/>
                  </a:cubicBezTo>
                  <a:cubicBezTo>
                    <a:pt x="57044" y="139940"/>
                    <a:pt x="46722" y="125376"/>
                    <a:pt x="38874" y="114912"/>
                  </a:cubicBezTo>
                  <a:cubicBezTo>
                    <a:pt x="29188" y="102045"/>
                    <a:pt x="19502" y="89814"/>
                    <a:pt x="10876" y="73977"/>
                  </a:cubicBezTo>
                  <a:cubicBezTo>
                    <a:pt x="3170" y="59766"/>
                    <a:pt x="-4819" y="30142"/>
                    <a:pt x="3595" y="14588"/>
                  </a:cubicBezTo>
                  <a:cubicBezTo>
                    <a:pt x="21623" y="-18784"/>
                    <a:pt x="51671" y="12962"/>
                    <a:pt x="60933" y="31909"/>
                  </a:cubicBezTo>
                  <a:cubicBezTo>
                    <a:pt x="62276" y="28021"/>
                    <a:pt x="63620" y="24274"/>
                    <a:pt x="65104" y="20809"/>
                  </a:cubicBezTo>
                  <a:cubicBezTo>
                    <a:pt x="65740" y="33465"/>
                    <a:pt x="66236" y="46050"/>
                    <a:pt x="66589" y="58847"/>
                  </a:cubicBezTo>
                  <a:lnTo>
                    <a:pt x="66589" y="58847"/>
                  </a:lnTo>
                  <a:cubicBezTo>
                    <a:pt x="67296" y="80339"/>
                    <a:pt x="67578" y="101974"/>
                    <a:pt x="67296" y="124316"/>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4" name="Google Shape;1554;p55"/>
            <p:cNvSpPr/>
            <p:nvPr/>
          </p:nvSpPr>
          <p:spPr>
            <a:xfrm>
              <a:off x="5322338" y="643426"/>
              <a:ext cx="43921" cy="99800"/>
            </a:xfrm>
            <a:custGeom>
              <a:rect b="b" l="l" r="r" t="t"/>
              <a:pathLst>
                <a:path extrusionOk="0" h="78738" w="34652">
                  <a:moveTo>
                    <a:pt x="34545" y="78314"/>
                  </a:moveTo>
                  <a:lnTo>
                    <a:pt x="34545" y="78314"/>
                  </a:lnTo>
                  <a:cubicBezTo>
                    <a:pt x="34545" y="78314"/>
                    <a:pt x="34332" y="78597"/>
                    <a:pt x="34262" y="78738"/>
                  </a:cubicBezTo>
                  <a:cubicBezTo>
                    <a:pt x="29242" y="70536"/>
                    <a:pt x="23869" y="62901"/>
                    <a:pt x="19768" y="57457"/>
                  </a:cubicBezTo>
                  <a:cubicBezTo>
                    <a:pt x="14819" y="50953"/>
                    <a:pt x="9940" y="44731"/>
                    <a:pt x="5557" y="36671"/>
                  </a:cubicBezTo>
                  <a:cubicBezTo>
                    <a:pt x="1598" y="29530"/>
                    <a:pt x="-2433" y="14471"/>
                    <a:pt x="1810" y="6552"/>
                  </a:cubicBezTo>
                  <a:cubicBezTo>
                    <a:pt x="11001" y="-10346"/>
                    <a:pt x="26979" y="9663"/>
                    <a:pt x="31717" y="19278"/>
                  </a:cubicBezTo>
                  <a:cubicBezTo>
                    <a:pt x="32423" y="17157"/>
                    <a:pt x="33130" y="14966"/>
                    <a:pt x="33837" y="12915"/>
                  </a:cubicBezTo>
                  <a:cubicBezTo>
                    <a:pt x="34545" y="34338"/>
                    <a:pt x="34827" y="55972"/>
                    <a:pt x="34545" y="78314"/>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5" name="Google Shape;1555;p55"/>
            <p:cNvSpPr/>
            <p:nvPr/>
          </p:nvSpPr>
          <p:spPr>
            <a:xfrm>
              <a:off x="5012724" y="790062"/>
              <a:ext cx="151877" cy="141260"/>
            </a:xfrm>
            <a:custGeom>
              <a:rect b="b" l="l" r="r" t="t"/>
              <a:pathLst>
                <a:path extrusionOk="0" h="111448" w="119824">
                  <a:moveTo>
                    <a:pt x="99536" y="107418"/>
                  </a:moveTo>
                  <a:cubicBezTo>
                    <a:pt x="92819" y="107843"/>
                    <a:pt x="86102" y="108337"/>
                    <a:pt x="79314" y="108762"/>
                  </a:cubicBezTo>
                  <a:cubicBezTo>
                    <a:pt x="71396" y="109327"/>
                    <a:pt x="63407" y="109822"/>
                    <a:pt x="55418" y="110246"/>
                  </a:cubicBezTo>
                  <a:cubicBezTo>
                    <a:pt x="48277" y="110670"/>
                    <a:pt x="41207" y="111095"/>
                    <a:pt x="33996" y="111448"/>
                  </a:cubicBezTo>
                  <a:cubicBezTo>
                    <a:pt x="26006" y="100843"/>
                    <a:pt x="18088" y="90167"/>
                    <a:pt x="10876" y="76946"/>
                  </a:cubicBezTo>
                  <a:cubicBezTo>
                    <a:pt x="3170" y="62806"/>
                    <a:pt x="-4819" y="33111"/>
                    <a:pt x="3594" y="17557"/>
                  </a:cubicBezTo>
                  <a:cubicBezTo>
                    <a:pt x="21623" y="-15814"/>
                    <a:pt x="51671" y="15931"/>
                    <a:pt x="60932" y="34950"/>
                  </a:cubicBezTo>
                  <a:cubicBezTo>
                    <a:pt x="67296" y="16285"/>
                    <a:pt x="74437" y="660"/>
                    <a:pt x="90415" y="23"/>
                  </a:cubicBezTo>
                  <a:cubicBezTo>
                    <a:pt x="112615" y="-896"/>
                    <a:pt x="118130" y="25405"/>
                    <a:pt x="119544" y="41666"/>
                  </a:cubicBezTo>
                  <a:cubicBezTo>
                    <a:pt x="121735" y="66977"/>
                    <a:pt x="110706" y="86066"/>
                    <a:pt x="99536" y="107418"/>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6" name="Google Shape;1556;p55"/>
            <p:cNvSpPr/>
            <p:nvPr/>
          </p:nvSpPr>
          <p:spPr>
            <a:xfrm>
              <a:off x="5054210" y="851871"/>
              <a:ext cx="77044" cy="77888"/>
            </a:xfrm>
            <a:custGeom>
              <a:rect b="b" l="l" r="r" t="t"/>
              <a:pathLst>
                <a:path extrusionOk="0" h="61450" w="60784">
                  <a:moveTo>
                    <a:pt x="48685" y="55936"/>
                  </a:moveTo>
                  <a:cubicBezTo>
                    <a:pt x="47978" y="57280"/>
                    <a:pt x="47271" y="58623"/>
                    <a:pt x="46563" y="59966"/>
                  </a:cubicBezTo>
                  <a:cubicBezTo>
                    <a:pt x="38645" y="60532"/>
                    <a:pt x="30655" y="61027"/>
                    <a:pt x="22667" y="61451"/>
                  </a:cubicBezTo>
                  <a:cubicBezTo>
                    <a:pt x="21606" y="60108"/>
                    <a:pt x="20687" y="58835"/>
                    <a:pt x="19768" y="57633"/>
                  </a:cubicBezTo>
                  <a:cubicBezTo>
                    <a:pt x="14818" y="51129"/>
                    <a:pt x="9941" y="44907"/>
                    <a:pt x="5557" y="36847"/>
                  </a:cubicBezTo>
                  <a:cubicBezTo>
                    <a:pt x="1597" y="29706"/>
                    <a:pt x="-2432" y="14647"/>
                    <a:pt x="1810" y="6728"/>
                  </a:cubicBezTo>
                  <a:cubicBezTo>
                    <a:pt x="11001" y="-10169"/>
                    <a:pt x="26980" y="9839"/>
                    <a:pt x="31716" y="19455"/>
                  </a:cubicBezTo>
                  <a:cubicBezTo>
                    <a:pt x="34898" y="10052"/>
                    <a:pt x="37160" y="295"/>
                    <a:pt x="45220" y="12"/>
                  </a:cubicBezTo>
                  <a:cubicBezTo>
                    <a:pt x="56532" y="-412"/>
                    <a:pt x="59926" y="10758"/>
                    <a:pt x="60633" y="18960"/>
                  </a:cubicBezTo>
                  <a:cubicBezTo>
                    <a:pt x="61906" y="33241"/>
                    <a:pt x="54906" y="43635"/>
                    <a:pt x="48685" y="55936"/>
                  </a:cubicBezTo>
                  <a:close/>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57" name="Google Shape;1557;p55"/>
          <p:cNvSpPr/>
          <p:nvPr/>
        </p:nvSpPr>
        <p:spPr>
          <a:xfrm rot="3938075">
            <a:off x="6757482" y="2901163"/>
            <a:ext cx="2824260" cy="3796665"/>
          </a:xfrm>
          <a:custGeom>
            <a:rect b="b" l="l" r="r" t="t"/>
            <a:pathLst>
              <a:path extrusionOk="0" h="2286616" w="1700966">
                <a:moveTo>
                  <a:pt x="1700967" y="1750199"/>
                </a:moveTo>
                <a:cubicBezTo>
                  <a:pt x="1691980" y="1731661"/>
                  <a:pt x="1684213" y="1712809"/>
                  <a:pt x="1685654" y="1691640"/>
                </a:cubicBezTo>
                <a:cubicBezTo>
                  <a:pt x="1691666" y="1653279"/>
                  <a:pt x="1680769" y="1613854"/>
                  <a:pt x="1688097" y="1575994"/>
                </a:cubicBezTo>
                <a:cubicBezTo>
                  <a:pt x="1696990" y="1544428"/>
                  <a:pt x="1702721" y="1513457"/>
                  <a:pt x="1690445" y="1480545"/>
                </a:cubicBezTo>
                <a:cubicBezTo>
                  <a:pt x="1677669" y="1453395"/>
                  <a:pt x="1668775" y="1424398"/>
                  <a:pt x="1650644" y="1399815"/>
                </a:cubicBezTo>
                <a:cubicBezTo>
                  <a:pt x="1646761" y="1379304"/>
                  <a:pt x="1661259" y="1358041"/>
                  <a:pt x="1657815" y="1335870"/>
                </a:cubicBezTo>
                <a:cubicBezTo>
                  <a:pt x="1654464" y="1306340"/>
                  <a:pt x="1684464" y="1288835"/>
                  <a:pt x="1672314" y="1260400"/>
                </a:cubicBezTo>
                <a:cubicBezTo>
                  <a:pt x="1640717" y="1189848"/>
                  <a:pt x="1665831" y="1198052"/>
                  <a:pt x="1653055" y="1148167"/>
                </a:cubicBezTo>
                <a:cubicBezTo>
                  <a:pt x="1643817" y="1137583"/>
                  <a:pt x="1650769" y="1123585"/>
                  <a:pt x="1640185" y="1115443"/>
                </a:cubicBezTo>
                <a:cubicBezTo>
                  <a:pt x="1638243" y="1113971"/>
                  <a:pt x="1640811" y="1110527"/>
                  <a:pt x="1642909" y="1108929"/>
                </a:cubicBezTo>
                <a:cubicBezTo>
                  <a:pt x="1649485" y="1103888"/>
                  <a:pt x="1648953" y="1096247"/>
                  <a:pt x="1650988" y="1089326"/>
                </a:cubicBezTo>
                <a:cubicBezTo>
                  <a:pt x="1655341" y="1074546"/>
                  <a:pt x="1646197" y="1057040"/>
                  <a:pt x="1660195" y="1044170"/>
                </a:cubicBezTo>
                <a:cubicBezTo>
                  <a:pt x="1661134" y="1043324"/>
                  <a:pt x="1660664" y="1039911"/>
                  <a:pt x="1659756" y="1038283"/>
                </a:cubicBezTo>
                <a:cubicBezTo>
                  <a:pt x="1633827" y="966289"/>
                  <a:pt x="1609026" y="892417"/>
                  <a:pt x="1593212" y="817511"/>
                </a:cubicBezTo>
                <a:cubicBezTo>
                  <a:pt x="1592178" y="803169"/>
                  <a:pt x="1582909" y="787919"/>
                  <a:pt x="1588734" y="775048"/>
                </a:cubicBezTo>
                <a:cubicBezTo>
                  <a:pt x="1603483" y="731364"/>
                  <a:pt x="1591302" y="687209"/>
                  <a:pt x="1598191" y="642398"/>
                </a:cubicBezTo>
                <a:cubicBezTo>
                  <a:pt x="1600258" y="628963"/>
                  <a:pt x="1583034" y="619788"/>
                  <a:pt x="1592679" y="605947"/>
                </a:cubicBezTo>
                <a:cubicBezTo>
                  <a:pt x="1602231" y="583400"/>
                  <a:pt x="1591552" y="562231"/>
                  <a:pt x="1590393" y="539841"/>
                </a:cubicBezTo>
                <a:cubicBezTo>
                  <a:pt x="1596469" y="512753"/>
                  <a:pt x="1580279" y="507649"/>
                  <a:pt x="1577241" y="487576"/>
                </a:cubicBezTo>
                <a:cubicBezTo>
                  <a:pt x="1586573" y="461083"/>
                  <a:pt x="1563306" y="442106"/>
                  <a:pt x="1564151" y="415864"/>
                </a:cubicBezTo>
                <a:cubicBezTo>
                  <a:pt x="1561490" y="399393"/>
                  <a:pt x="1567095" y="380604"/>
                  <a:pt x="1554318" y="366731"/>
                </a:cubicBezTo>
                <a:cubicBezTo>
                  <a:pt x="1532492" y="348005"/>
                  <a:pt x="1556260" y="315468"/>
                  <a:pt x="1531521" y="301063"/>
                </a:cubicBezTo>
                <a:cubicBezTo>
                  <a:pt x="1526354" y="298589"/>
                  <a:pt x="1529360" y="292984"/>
                  <a:pt x="1528953" y="288506"/>
                </a:cubicBezTo>
                <a:cubicBezTo>
                  <a:pt x="1534433" y="230448"/>
                  <a:pt x="1509757" y="257191"/>
                  <a:pt x="1519997" y="209592"/>
                </a:cubicBezTo>
                <a:cubicBezTo>
                  <a:pt x="1511323" y="187264"/>
                  <a:pt x="1523912" y="163559"/>
                  <a:pt x="1516271" y="141482"/>
                </a:cubicBezTo>
                <a:cubicBezTo>
                  <a:pt x="1495853" y="100490"/>
                  <a:pt x="1502774" y="37610"/>
                  <a:pt x="1463004" y="9739"/>
                </a:cubicBezTo>
                <a:cubicBezTo>
                  <a:pt x="1439267" y="-1190"/>
                  <a:pt x="1413933" y="9833"/>
                  <a:pt x="1389319" y="2161"/>
                </a:cubicBezTo>
                <a:cubicBezTo>
                  <a:pt x="1381960" y="-188"/>
                  <a:pt x="1371094" y="-1722"/>
                  <a:pt x="1364361" y="3570"/>
                </a:cubicBezTo>
                <a:cubicBezTo>
                  <a:pt x="1323245" y="27902"/>
                  <a:pt x="1274049" y="5418"/>
                  <a:pt x="1230583" y="19603"/>
                </a:cubicBezTo>
                <a:cubicBezTo>
                  <a:pt x="1217963" y="32975"/>
                  <a:pt x="1155020" y="38111"/>
                  <a:pt x="1138079" y="30658"/>
                </a:cubicBezTo>
                <a:cubicBezTo>
                  <a:pt x="1119885" y="25992"/>
                  <a:pt x="1106137" y="52829"/>
                  <a:pt x="1084530" y="46315"/>
                </a:cubicBezTo>
                <a:cubicBezTo>
                  <a:pt x="1058319" y="37516"/>
                  <a:pt x="1052432" y="73090"/>
                  <a:pt x="1031420" y="72025"/>
                </a:cubicBezTo>
                <a:cubicBezTo>
                  <a:pt x="1006681" y="74499"/>
                  <a:pt x="981910" y="68204"/>
                  <a:pt x="958142" y="78758"/>
                </a:cubicBezTo>
                <a:cubicBezTo>
                  <a:pt x="941170" y="68017"/>
                  <a:pt x="917464" y="67077"/>
                  <a:pt x="902276" y="51420"/>
                </a:cubicBezTo>
                <a:cubicBezTo>
                  <a:pt x="878383" y="46754"/>
                  <a:pt x="851421" y="50261"/>
                  <a:pt x="829594" y="35292"/>
                </a:cubicBezTo>
                <a:cubicBezTo>
                  <a:pt x="827465" y="33820"/>
                  <a:pt x="822642" y="33664"/>
                  <a:pt x="820544" y="35073"/>
                </a:cubicBezTo>
                <a:cubicBezTo>
                  <a:pt x="809897" y="42244"/>
                  <a:pt x="792298" y="34760"/>
                  <a:pt x="786097" y="51670"/>
                </a:cubicBezTo>
                <a:cubicBezTo>
                  <a:pt x="785346" y="53706"/>
                  <a:pt x="779646" y="54238"/>
                  <a:pt x="776139" y="54927"/>
                </a:cubicBezTo>
                <a:cubicBezTo>
                  <a:pt x="742068" y="63695"/>
                  <a:pt x="698415" y="104812"/>
                  <a:pt x="661933" y="88371"/>
                </a:cubicBezTo>
                <a:cubicBezTo>
                  <a:pt x="651161" y="77630"/>
                  <a:pt x="643958" y="83330"/>
                  <a:pt x="635785" y="90877"/>
                </a:cubicBezTo>
                <a:cubicBezTo>
                  <a:pt x="631651" y="94697"/>
                  <a:pt x="630274" y="101586"/>
                  <a:pt x="621161" y="99551"/>
                </a:cubicBezTo>
                <a:cubicBezTo>
                  <a:pt x="569460" y="86085"/>
                  <a:pt x="516036" y="81388"/>
                  <a:pt x="462456" y="88966"/>
                </a:cubicBezTo>
                <a:cubicBezTo>
                  <a:pt x="436903" y="87213"/>
                  <a:pt x="415922" y="98924"/>
                  <a:pt x="392655" y="104780"/>
                </a:cubicBezTo>
                <a:cubicBezTo>
                  <a:pt x="382540" y="103465"/>
                  <a:pt x="372050" y="99739"/>
                  <a:pt x="364753" y="111231"/>
                </a:cubicBezTo>
                <a:cubicBezTo>
                  <a:pt x="347812" y="112797"/>
                  <a:pt x="342394" y="93069"/>
                  <a:pt x="334628" y="119592"/>
                </a:cubicBezTo>
                <a:cubicBezTo>
                  <a:pt x="326517" y="114018"/>
                  <a:pt x="318908" y="107411"/>
                  <a:pt x="309012" y="117275"/>
                </a:cubicBezTo>
                <a:cubicBezTo>
                  <a:pt x="295860" y="130396"/>
                  <a:pt x="280672" y="139728"/>
                  <a:pt x="260756" y="136565"/>
                </a:cubicBezTo>
                <a:cubicBezTo>
                  <a:pt x="238867" y="147275"/>
                  <a:pt x="217134" y="160239"/>
                  <a:pt x="191236" y="154070"/>
                </a:cubicBezTo>
                <a:cubicBezTo>
                  <a:pt x="162520" y="151377"/>
                  <a:pt x="143136" y="171983"/>
                  <a:pt x="116362" y="170511"/>
                </a:cubicBezTo>
                <a:cubicBezTo>
                  <a:pt x="100986" y="170417"/>
                  <a:pt x="83450" y="166064"/>
                  <a:pt x="74838" y="185699"/>
                </a:cubicBezTo>
                <a:cubicBezTo>
                  <a:pt x="40047" y="195970"/>
                  <a:pt x="49786" y="211346"/>
                  <a:pt x="25799" y="223277"/>
                </a:cubicBezTo>
                <a:cubicBezTo>
                  <a:pt x="18941" y="233141"/>
                  <a:pt x="18127" y="247828"/>
                  <a:pt x="7135" y="256314"/>
                </a:cubicBezTo>
                <a:cubicBezTo>
                  <a:pt x="308" y="263830"/>
                  <a:pt x="-3387" y="273381"/>
                  <a:pt x="4254" y="284529"/>
                </a:cubicBezTo>
                <a:cubicBezTo>
                  <a:pt x="13054" y="297337"/>
                  <a:pt x="2876" y="316157"/>
                  <a:pt x="16436" y="328151"/>
                </a:cubicBezTo>
                <a:cubicBezTo>
                  <a:pt x="6603" y="350009"/>
                  <a:pt x="19097" y="369330"/>
                  <a:pt x="24390" y="389059"/>
                </a:cubicBezTo>
                <a:cubicBezTo>
                  <a:pt x="29212" y="407002"/>
                  <a:pt x="24014" y="428547"/>
                  <a:pt x="41863" y="442388"/>
                </a:cubicBezTo>
                <a:cubicBezTo>
                  <a:pt x="34442" y="464935"/>
                  <a:pt x="41018" y="489267"/>
                  <a:pt x="34912" y="512283"/>
                </a:cubicBezTo>
                <a:cubicBezTo>
                  <a:pt x="34003" y="514475"/>
                  <a:pt x="35381" y="516668"/>
                  <a:pt x="37448" y="517388"/>
                </a:cubicBezTo>
                <a:cubicBezTo>
                  <a:pt x="62062" y="527409"/>
                  <a:pt x="41300" y="553557"/>
                  <a:pt x="46122" y="571907"/>
                </a:cubicBezTo>
                <a:cubicBezTo>
                  <a:pt x="48220" y="584715"/>
                  <a:pt x="48346" y="595801"/>
                  <a:pt x="35945" y="603473"/>
                </a:cubicBezTo>
                <a:cubicBezTo>
                  <a:pt x="29651" y="612398"/>
                  <a:pt x="41926" y="627241"/>
                  <a:pt x="27208" y="635039"/>
                </a:cubicBezTo>
                <a:cubicBezTo>
                  <a:pt x="22793" y="638859"/>
                  <a:pt x="22761" y="645592"/>
                  <a:pt x="24202" y="651291"/>
                </a:cubicBezTo>
                <a:cubicBezTo>
                  <a:pt x="28930" y="670080"/>
                  <a:pt x="18189" y="686364"/>
                  <a:pt x="15527" y="703932"/>
                </a:cubicBezTo>
                <a:cubicBezTo>
                  <a:pt x="8701" y="735904"/>
                  <a:pt x="26832" y="753754"/>
                  <a:pt x="42803" y="776113"/>
                </a:cubicBezTo>
                <a:cubicBezTo>
                  <a:pt x="47845" y="793900"/>
                  <a:pt x="72677" y="786384"/>
                  <a:pt x="74807" y="805674"/>
                </a:cubicBezTo>
                <a:cubicBezTo>
                  <a:pt x="81101" y="830946"/>
                  <a:pt x="77124" y="858847"/>
                  <a:pt x="93815" y="881551"/>
                </a:cubicBezTo>
                <a:cubicBezTo>
                  <a:pt x="95099" y="883304"/>
                  <a:pt x="93095" y="884119"/>
                  <a:pt x="91717" y="884651"/>
                </a:cubicBezTo>
                <a:cubicBezTo>
                  <a:pt x="85955" y="886937"/>
                  <a:pt x="86863" y="888972"/>
                  <a:pt x="91623" y="891603"/>
                </a:cubicBezTo>
                <a:cubicBezTo>
                  <a:pt x="133773" y="944056"/>
                  <a:pt x="33534" y="971582"/>
                  <a:pt x="75684" y="1034274"/>
                </a:cubicBezTo>
                <a:cubicBezTo>
                  <a:pt x="83262" y="1047677"/>
                  <a:pt x="97667" y="1057949"/>
                  <a:pt x="98043" y="1075485"/>
                </a:cubicBezTo>
                <a:cubicBezTo>
                  <a:pt x="98137" y="1080276"/>
                  <a:pt x="103679" y="1080715"/>
                  <a:pt x="106435" y="1083220"/>
                </a:cubicBezTo>
                <a:cubicBezTo>
                  <a:pt x="128512" y="1097343"/>
                  <a:pt x="109473" y="1117917"/>
                  <a:pt x="113043" y="1137270"/>
                </a:cubicBezTo>
                <a:cubicBezTo>
                  <a:pt x="113700" y="1141528"/>
                  <a:pt x="113356" y="1146852"/>
                  <a:pt x="109786" y="1148825"/>
                </a:cubicBezTo>
                <a:cubicBezTo>
                  <a:pt x="85266" y="1160317"/>
                  <a:pt x="110099" y="1189628"/>
                  <a:pt x="97322" y="1197019"/>
                </a:cubicBezTo>
                <a:cubicBezTo>
                  <a:pt x="81320" y="1201340"/>
                  <a:pt x="98826" y="1219816"/>
                  <a:pt x="93815" y="1231309"/>
                </a:cubicBezTo>
                <a:cubicBezTo>
                  <a:pt x="93721" y="1240390"/>
                  <a:pt x="93032" y="1248939"/>
                  <a:pt x="102082" y="1256486"/>
                </a:cubicBezTo>
                <a:cubicBezTo>
                  <a:pt x="121310" y="1271893"/>
                  <a:pt x="111947" y="1305494"/>
                  <a:pt x="139974" y="1312571"/>
                </a:cubicBezTo>
                <a:cubicBezTo>
                  <a:pt x="151184" y="1316266"/>
                  <a:pt x="151529" y="1325818"/>
                  <a:pt x="141665" y="1333302"/>
                </a:cubicBezTo>
                <a:cubicBezTo>
                  <a:pt x="136466" y="1337216"/>
                  <a:pt x="138189" y="1341882"/>
                  <a:pt x="139535" y="1345985"/>
                </a:cubicBezTo>
                <a:cubicBezTo>
                  <a:pt x="147990" y="1371726"/>
                  <a:pt x="139473" y="1397467"/>
                  <a:pt x="138157" y="1422894"/>
                </a:cubicBezTo>
                <a:cubicBezTo>
                  <a:pt x="139880" y="1442216"/>
                  <a:pt x="125850" y="1469992"/>
                  <a:pt x="136028" y="1485869"/>
                </a:cubicBezTo>
                <a:cubicBezTo>
                  <a:pt x="158857" y="1492414"/>
                  <a:pt x="121498" y="1510702"/>
                  <a:pt x="122719" y="1564407"/>
                </a:cubicBezTo>
                <a:cubicBezTo>
                  <a:pt x="102489" y="1620900"/>
                  <a:pt x="170161" y="1641505"/>
                  <a:pt x="157385" y="1676828"/>
                </a:cubicBezTo>
                <a:cubicBezTo>
                  <a:pt x="151153" y="1696651"/>
                  <a:pt x="179023" y="1713623"/>
                  <a:pt x="163616" y="1735669"/>
                </a:cubicBezTo>
                <a:cubicBezTo>
                  <a:pt x="162207" y="1757308"/>
                  <a:pt x="179994" y="1778508"/>
                  <a:pt x="175485" y="1802464"/>
                </a:cubicBezTo>
                <a:cubicBezTo>
                  <a:pt x="168752" y="1813487"/>
                  <a:pt x="196403" y="1839698"/>
                  <a:pt x="173168" y="1835596"/>
                </a:cubicBezTo>
                <a:cubicBezTo>
                  <a:pt x="168188" y="1834437"/>
                  <a:pt x="166748" y="1837882"/>
                  <a:pt x="165934" y="1841702"/>
                </a:cubicBezTo>
                <a:cubicBezTo>
                  <a:pt x="165276" y="1844771"/>
                  <a:pt x="164337" y="1848717"/>
                  <a:pt x="168408" y="1849625"/>
                </a:cubicBezTo>
                <a:cubicBezTo>
                  <a:pt x="197092" y="1855136"/>
                  <a:pt x="133523" y="1898727"/>
                  <a:pt x="144671" y="1919927"/>
                </a:cubicBezTo>
                <a:cubicBezTo>
                  <a:pt x="145203" y="1922370"/>
                  <a:pt x="142541" y="1924123"/>
                  <a:pt x="140381" y="1925877"/>
                </a:cubicBezTo>
                <a:cubicBezTo>
                  <a:pt x="128011" y="1936461"/>
                  <a:pt x="130235" y="1977296"/>
                  <a:pt x="145360" y="1984374"/>
                </a:cubicBezTo>
                <a:cubicBezTo>
                  <a:pt x="162239" y="1977954"/>
                  <a:pt x="161988" y="1992390"/>
                  <a:pt x="165996" y="2001378"/>
                </a:cubicBezTo>
                <a:cubicBezTo>
                  <a:pt x="171007" y="2012369"/>
                  <a:pt x="186007" y="2012776"/>
                  <a:pt x="187698" y="2026492"/>
                </a:cubicBezTo>
                <a:cubicBezTo>
                  <a:pt x="191643" y="2043058"/>
                  <a:pt x="211528" y="2050448"/>
                  <a:pt x="203762" y="2069425"/>
                </a:cubicBezTo>
                <a:cubicBezTo>
                  <a:pt x="193554" y="2088997"/>
                  <a:pt x="208522" y="2108256"/>
                  <a:pt x="204608" y="2127264"/>
                </a:cubicBezTo>
                <a:cubicBezTo>
                  <a:pt x="195934" y="2151940"/>
                  <a:pt x="237363" y="2158579"/>
                  <a:pt x="228125" y="2183725"/>
                </a:cubicBezTo>
                <a:cubicBezTo>
                  <a:pt x="218512" y="2210468"/>
                  <a:pt x="241121" y="2230573"/>
                  <a:pt x="245223" y="2255875"/>
                </a:cubicBezTo>
                <a:cubicBezTo>
                  <a:pt x="252457" y="2285750"/>
                  <a:pt x="290223" y="2267587"/>
                  <a:pt x="309106" y="2258600"/>
                </a:cubicBezTo>
                <a:cubicBezTo>
                  <a:pt x="328897" y="2245197"/>
                  <a:pt x="321601" y="2264706"/>
                  <a:pt x="331778" y="2272723"/>
                </a:cubicBezTo>
                <a:cubicBezTo>
                  <a:pt x="340077" y="2247044"/>
                  <a:pt x="367008" y="2266522"/>
                  <a:pt x="383323" y="2252462"/>
                </a:cubicBezTo>
                <a:cubicBezTo>
                  <a:pt x="402143" y="2241627"/>
                  <a:pt x="422623" y="2249487"/>
                  <a:pt x="441757" y="2247295"/>
                </a:cubicBezTo>
                <a:cubicBezTo>
                  <a:pt x="467560" y="2233015"/>
                  <a:pt x="472039" y="2293516"/>
                  <a:pt x="481934" y="2279205"/>
                </a:cubicBezTo>
                <a:cubicBezTo>
                  <a:pt x="489043" y="2272253"/>
                  <a:pt x="494178" y="2275510"/>
                  <a:pt x="498625" y="2281648"/>
                </a:cubicBezTo>
                <a:cubicBezTo>
                  <a:pt x="516005" y="2298933"/>
                  <a:pt x="500159" y="2265082"/>
                  <a:pt x="565764" y="2271251"/>
                </a:cubicBezTo>
                <a:cubicBezTo>
                  <a:pt x="596140" y="2267399"/>
                  <a:pt x="678875" y="2222493"/>
                  <a:pt x="696286" y="2252650"/>
                </a:cubicBezTo>
                <a:cubicBezTo>
                  <a:pt x="702236" y="2265051"/>
                  <a:pt x="706902" y="2277733"/>
                  <a:pt x="724344" y="2267086"/>
                </a:cubicBezTo>
                <a:cubicBezTo>
                  <a:pt x="753436" y="2280113"/>
                  <a:pt x="771035" y="2254873"/>
                  <a:pt x="796056" y="2247639"/>
                </a:cubicBezTo>
                <a:cubicBezTo>
                  <a:pt x="808895" y="2250614"/>
                  <a:pt x="813122" y="2235176"/>
                  <a:pt x="824521" y="2235270"/>
                </a:cubicBezTo>
                <a:cubicBezTo>
                  <a:pt x="848884" y="2237274"/>
                  <a:pt x="873153" y="2252712"/>
                  <a:pt x="898111" y="2235489"/>
                </a:cubicBezTo>
                <a:cubicBezTo>
                  <a:pt x="900084" y="2234111"/>
                  <a:pt x="911452" y="2231731"/>
                  <a:pt x="916274" y="2239404"/>
                </a:cubicBezTo>
                <a:cubicBezTo>
                  <a:pt x="938414" y="2251115"/>
                  <a:pt x="961587" y="2224153"/>
                  <a:pt x="985136" y="2232232"/>
                </a:cubicBezTo>
                <a:cubicBezTo>
                  <a:pt x="1004645" y="2236491"/>
                  <a:pt x="1020647" y="2214696"/>
                  <a:pt x="1040689" y="2233047"/>
                </a:cubicBezTo>
                <a:cubicBezTo>
                  <a:pt x="1093361" y="2202702"/>
                  <a:pt x="1153548" y="2227097"/>
                  <a:pt x="1208412" y="2215134"/>
                </a:cubicBezTo>
                <a:cubicBezTo>
                  <a:pt x="1230333" y="2206711"/>
                  <a:pt x="1252723" y="2197379"/>
                  <a:pt x="1277337" y="2204800"/>
                </a:cubicBezTo>
                <a:cubicBezTo>
                  <a:pt x="1282128" y="2206241"/>
                  <a:pt x="1286763" y="2205301"/>
                  <a:pt x="1290270" y="2201450"/>
                </a:cubicBezTo>
                <a:cubicBezTo>
                  <a:pt x="1301731" y="2185792"/>
                  <a:pt x="1327128" y="2197692"/>
                  <a:pt x="1333954" y="2178089"/>
                </a:cubicBezTo>
                <a:cubicBezTo>
                  <a:pt x="1343599" y="2165719"/>
                  <a:pt x="1359915" y="2193934"/>
                  <a:pt x="1375353" y="2181596"/>
                </a:cubicBezTo>
                <a:cubicBezTo>
                  <a:pt x="1415123" y="2161554"/>
                  <a:pt x="1406981" y="2204425"/>
                  <a:pt x="1423077" y="2180938"/>
                </a:cubicBezTo>
                <a:cubicBezTo>
                  <a:pt x="1452701" y="2214602"/>
                  <a:pt x="1538223" y="2211627"/>
                  <a:pt x="1552252" y="2161085"/>
                </a:cubicBezTo>
                <a:cubicBezTo>
                  <a:pt x="1553849" y="2156669"/>
                  <a:pt x="1556886" y="2152254"/>
                  <a:pt x="1561051" y="2154289"/>
                </a:cubicBezTo>
                <a:cubicBezTo>
                  <a:pt x="1592585" y="2161366"/>
                  <a:pt x="1623274" y="2146492"/>
                  <a:pt x="1655216" y="2158423"/>
                </a:cubicBezTo>
                <a:cubicBezTo>
                  <a:pt x="1671562" y="2161304"/>
                  <a:pt x="1686030" y="2153350"/>
                  <a:pt x="1700936" y="2146805"/>
                </a:cubicBezTo>
                <a:lnTo>
                  <a:pt x="1700936" y="17503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58" name="Google Shape;1558;p55"/>
          <p:cNvGrpSpPr/>
          <p:nvPr/>
        </p:nvGrpSpPr>
        <p:grpSpPr>
          <a:xfrm>
            <a:off x="7569983" y="3930142"/>
            <a:ext cx="1229210" cy="1089970"/>
            <a:chOff x="7569983" y="3930142"/>
            <a:chExt cx="1229210" cy="1089970"/>
          </a:xfrm>
        </p:grpSpPr>
        <p:grpSp>
          <p:nvGrpSpPr>
            <p:cNvPr id="1559" name="Google Shape;1559;p55"/>
            <p:cNvGrpSpPr/>
            <p:nvPr/>
          </p:nvGrpSpPr>
          <p:grpSpPr>
            <a:xfrm rot="1317473">
              <a:off x="7676132" y="4092525"/>
              <a:ext cx="1016912" cy="765204"/>
              <a:chOff x="6878624" y="4723667"/>
              <a:chExt cx="539896" cy="406228"/>
            </a:xfrm>
          </p:grpSpPr>
          <p:sp>
            <p:nvSpPr>
              <p:cNvPr id="1560" name="Google Shape;1560;p55"/>
              <p:cNvSpPr/>
              <p:nvPr/>
            </p:nvSpPr>
            <p:spPr>
              <a:xfrm>
                <a:off x="6878624" y="4723667"/>
                <a:ext cx="539896" cy="406228"/>
              </a:xfrm>
              <a:custGeom>
                <a:rect b="b" l="l" r="r" t="t"/>
                <a:pathLst>
                  <a:path extrusionOk="0" h="406228" w="539896">
                    <a:moveTo>
                      <a:pt x="522092" y="76367"/>
                    </a:moveTo>
                    <a:cubicBezTo>
                      <a:pt x="503993" y="47733"/>
                      <a:pt x="474016" y="29846"/>
                      <a:pt x="442624" y="18957"/>
                    </a:cubicBezTo>
                    <a:cubicBezTo>
                      <a:pt x="405224" y="5949"/>
                      <a:pt x="364712" y="1706"/>
                      <a:pt x="325331" y="363"/>
                    </a:cubicBezTo>
                    <a:cubicBezTo>
                      <a:pt x="282699" y="-1122"/>
                      <a:pt x="240207" y="2130"/>
                      <a:pt x="197857" y="6797"/>
                    </a:cubicBezTo>
                    <a:cubicBezTo>
                      <a:pt x="171344" y="9695"/>
                      <a:pt x="144761" y="13019"/>
                      <a:pt x="118814" y="19170"/>
                    </a:cubicBezTo>
                    <a:cubicBezTo>
                      <a:pt x="94210" y="24967"/>
                      <a:pt x="69535" y="33451"/>
                      <a:pt x="48678" y="48086"/>
                    </a:cubicBezTo>
                    <a:cubicBezTo>
                      <a:pt x="27821" y="62721"/>
                      <a:pt x="13399" y="82023"/>
                      <a:pt x="6045" y="105637"/>
                    </a:cubicBezTo>
                    <a:cubicBezTo>
                      <a:pt x="-4065" y="138371"/>
                      <a:pt x="-388" y="174641"/>
                      <a:pt x="8944" y="207093"/>
                    </a:cubicBezTo>
                    <a:cubicBezTo>
                      <a:pt x="18984" y="242161"/>
                      <a:pt x="36588" y="277653"/>
                      <a:pt x="64586" y="301832"/>
                    </a:cubicBezTo>
                    <a:cubicBezTo>
                      <a:pt x="89685" y="323467"/>
                      <a:pt x="121500" y="334496"/>
                      <a:pt x="153811" y="339587"/>
                    </a:cubicBezTo>
                    <a:cubicBezTo>
                      <a:pt x="174031" y="342768"/>
                      <a:pt x="194535" y="344324"/>
                      <a:pt x="214897" y="345950"/>
                    </a:cubicBezTo>
                    <a:cubicBezTo>
                      <a:pt x="238015" y="347788"/>
                      <a:pt x="261135" y="349131"/>
                      <a:pt x="284254" y="349838"/>
                    </a:cubicBezTo>
                    <a:cubicBezTo>
                      <a:pt x="295849" y="350192"/>
                      <a:pt x="307444" y="350333"/>
                      <a:pt x="319039" y="350404"/>
                    </a:cubicBezTo>
                    <a:lnTo>
                      <a:pt x="317342" y="349131"/>
                    </a:lnTo>
                    <a:cubicBezTo>
                      <a:pt x="321867" y="367726"/>
                      <a:pt x="326392" y="386320"/>
                      <a:pt x="330846" y="404914"/>
                    </a:cubicBezTo>
                    <a:cubicBezTo>
                      <a:pt x="331129" y="405975"/>
                      <a:pt x="332543" y="406611"/>
                      <a:pt x="333462" y="405975"/>
                    </a:cubicBezTo>
                    <a:cubicBezTo>
                      <a:pt x="345835" y="397420"/>
                      <a:pt x="356299" y="386673"/>
                      <a:pt x="365419" y="374725"/>
                    </a:cubicBezTo>
                    <a:cubicBezTo>
                      <a:pt x="370226" y="368432"/>
                      <a:pt x="374681" y="361857"/>
                      <a:pt x="378923" y="355211"/>
                    </a:cubicBezTo>
                    <a:cubicBezTo>
                      <a:pt x="379983" y="353515"/>
                      <a:pt x="380902" y="351747"/>
                      <a:pt x="382104" y="350121"/>
                    </a:cubicBezTo>
                    <a:cubicBezTo>
                      <a:pt x="383660" y="348000"/>
                      <a:pt x="384579" y="348283"/>
                      <a:pt x="387195" y="348141"/>
                    </a:cubicBezTo>
                    <a:cubicBezTo>
                      <a:pt x="391649" y="347859"/>
                      <a:pt x="396103" y="347505"/>
                      <a:pt x="400557" y="347151"/>
                    </a:cubicBezTo>
                    <a:cubicBezTo>
                      <a:pt x="426434" y="344960"/>
                      <a:pt x="452664" y="341354"/>
                      <a:pt x="475147" y="327426"/>
                    </a:cubicBezTo>
                    <a:cubicBezTo>
                      <a:pt x="497630" y="313498"/>
                      <a:pt x="509932" y="293419"/>
                      <a:pt x="517355" y="269593"/>
                    </a:cubicBezTo>
                    <a:cubicBezTo>
                      <a:pt x="522304" y="253543"/>
                      <a:pt x="525840" y="236999"/>
                      <a:pt x="529516" y="220597"/>
                    </a:cubicBezTo>
                    <a:cubicBezTo>
                      <a:pt x="532839" y="205820"/>
                      <a:pt x="535879" y="190902"/>
                      <a:pt x="537859" y="175914"/>
                    </a:cubicBezTo>
                    <a:cubicBezTo>
                      <a:pt x="542313" y="141836"/>
                      <a:pt x="540475" y="106485"/>
                      <a:pt x="522092" y="76508"/>
                    </a:cubicBezTo>
                    <a:cubicBezTo>
                      <a:pt x="520890" y="74599"/>
                      <a:pt x="517850" y="76367"/>
                      <a:pt x="519052" y="78276"/>
                    </a:cubicBezTo>
                    <a:cubicBezTo>
                      <a:pt x="535243" y="104647"/>
                      <a:pt x="538354" y="135473"/>
                      <a:pt x="535526" y="165733"/>
                    </a:cubicBezTo>
                    <a:cubicBezTo>
                      <a:pt x="532697" y="195993"/>
                      <a:pt x="525345" y="226394"/>
                      <a:pt x="517638" y="255806"/>
                    </a:cubicBezTo>
                    <a:cubicBezTo>
                      <a:pt x="513962" y="269805"/>
                      <a:pt x="509719" y="283733"/>
                      <a:pt x="502013" y="296035"/>
                    </a:cubicBezTo>
                    <a:cubicBezTo>
                      <a:pt x="495721" y="306145"/>
                      <a:pt x="487378" y="314912"/>
                      <a:pt x="477551" y="321699"/>
                    </a:cubicBezTo>
                    <a:cubicBezTo>
                      <a:pt x="456835" y="336052"/>
                      <a:pt x="431948" y="340789"/>
                      <a:pt x="407345" y="343051"/>
                    </a:cubicBezTo>
                    <a:cubicBezTo>
                      <a:pt x="402608" y="343475"/>
                      <a:pt x="397870" y="343899"/>
                      <a:pt x="393134" y="344253"/>
                    </a:cubicBezTo>
                    <a:cubicBezTo>
                      <a:pt x="390588" y="344465"/>
                      <a:pt x="388114" y="344606"/>
                      <a:pt x="385568" y="344819"/>
                    </a:cubicBezTo>
                    <a:cubicBezTo>
                      <a:pt x="384296" y="344889"/>
                      <a:pt x="382458" y="344677"/>
                      <a:pt x="381327" y="345314"/>
                    </a:cubicBezTo>
                    <a:cubicBezTo>
                      <a:pt x="380195" y="345950"/>
                      <a:pt x="379418" y="348071"/>
                      <a:pt x="378711" y="349131"/>
                    </a:cubicBezTo>
                    <a:cubicBezTo>
                      <a:pt x="377650" y="350828"/>
                      <a:pt x="376590" y="352525"/>
                      <a:pt x="375529" y="354221"/>
                    </a:cubicBezTo>
                    <a:cubicBezTo>
                      <a:pt x="373267" y="357757"/>
                      <a:pt x="370933" y="361292"/>
                      <a:pt x="368530" y="364756"/>
                    </a:cubicBezTo>
                    <a:cubicBezTo>
                      <a:pt x="358349" y="379391"/>
                      <a:pt x="346471" y="392895"/>
                      <a:pt x="331694" y="403076"/>
                    </a:cubicBezTo>
                    <a:lnTo>
                      <a:pt x="334310" y="404137"/>
                    </a:lnTo>
                    <a:cubicBezTo>
                      <a:pt x="329786" y="385542"/>
                      <a:pt x="325261" y="366948"/>
                      <a:pt x="320807" y="348354"/>
                    </a:cubicBezTo>
                    <a:cubicBezTo>
                      <a:pt x="320594" y="347576"/>
                      <a:pt x="319887" y="347081"/>
                      <a:pt x="319110" y="347081"/>
                    </a:cubicBezTo>
                    <a:cubicBezTo>
                      <a:pt x="274568" y="347081"/>
                      <a:pt x="230026" y="344394"/>
                      <a:pt x="185697" y="340081"/>
                    </a:cubicBezTo>
                    <a:cubicBezTo>
                      <a:pt x="151690" y="336759"/>
                      <a:pt x="117399" y="331527"/>
                      <a:pt x="87422" y="313993"/>
                    </a:cubicBezTo>
                    <a:cubicBezTo>
                      <a:pt x="57445" y="296459"/>
                      <a:pt x="35669" y="266058"/>
                      <a:pt x="21953" y="233323"/>
                    </a:cubicBezTo>
                    <a:cubicBezTo>
                      <a:pt x="8237" y="200588"/>
                      <a:pt x="-106" y="161279"/>
                      <a:pt x="5480" y="124868"/>
                    </a:cubicBezTo>
                    <a:cubicBezTo>
                      <a:pt x="9298" y="99910"/>
                      <a:pt x="20610" y="77074"/>
                      <a:pt x="39558" y="60176"/>
                    </a:cubicBezTo>
                    <a:cubicBezTo>
                      <a:pt x="58505" y="43278"/>
                      <a:pt x="81059" y="33805"/>
                      <a:pt x="104461" y="26947"/>
                    </a:cubicBezTo>
                    <a:cubicBezTo>
                      <a:pt x="129490" y="19665"/>
                      <a:pt x="155437" y="15705"/>
                      <a:pt x="181243" y="12594"/>
                    </a:cubicBezTo>
                    <a:cubicBezTo>
                      <a:pt x="217442" y="8211"/>
                      <a:pt x="253782" y="4676"/>
                      <a:pt x="290193" y="3969"/>
                    </a:cubicBezTo>
                    <a:cubicBezTo>
                      <a:pt x="331694" y="3191"/>
                      <a:pt x="374044" y="5454"/>
                      <a:pt x="414627" y="14857"/>
                    </a:cubicBezTo>
                    <a:cubicBezTo>
                      <a:pt x="446867" y="22351"/>
                      <a:pt x="479742" y="35218"/>
                      <a:pt x="503569" y="58974"/>
                    </a:cubicBezTo>
                    <a:cubicBezTo>
                      <a:pt x="509508" y="64842"/>
                      <a:pt x="514669" y="71347"/>
                      <a:pt x="519123" y="78417"/>
                    </a:cubicBezTo>
                    <a:cubicBezTo>
                      <a:pt x="520325" y="80326"/>
                      <a:pt x="523365" y="78558"/>
                      <a:pt x="522163" y="7665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1" name="Google Shape;1561;p55"/>
              <p:cNvSpPr/>
              <p:nvPr/>
            </p:nvSpPr>
            <p:spPr>
              <a:xfrm>
                <a:off x="6900341" y="4775908"/>
                <a:ext cx="76804" cy="119513"/>
              </a:xfrm>
              <a:custGeom>
                <a:rect b="b" l="l" r="r" t="t"/>
                <a:pathLst>
                  <a:path extrusionOk="0" h="119513" w="76804">
                    <a:moveTo>
                      <a:pt x="76240" y="17"/>
                    </a:moveTo>
                    <a:cubicBezTo>
                      <a:pt x="51848" y="6451"/>
                      <a:pt x="30709" y="20803"/>
                      <a:pt x="16710" y="41943"/>
                    </a:cubicBezTo>
                    <a:cubicBezTo>
                      <a:pt x="1863" y="64426"/>
                      <a:pt x="-3510" y="92777"/>
                      <a:pt x="2287" y="119077"/>
                    </a:cubicBezTo>
                    <a:cubicBezTo>
                      <a:pt x="2428" y="119855"/>
                      <a:pt x="3560" y="119502"/>
                      <a:pt x="3489" y="118724"/>
                    </a:cubicBezTo>
                    <a:cubicBezTo>
                      <a:pt x="-965" y="92706"/>
                      <a:pt x="3772" y="65133"/>
                      <a:pt x="18478" y="42933"/>
                    </a:cubicBezTo>
                    <a:cubicBezTo>
                      <a:pt x="31769" y="22783"/>
                      <a:pt x="53050" y="6946"/>
                      <a:pt x="76523" y="795"/>
                    </a:cubicBezTo>
                    <a:cubicBezTo>
                      <a:pt x="77018" y="653"/>
                      <a:pt x="76806" y="-124"/>
                      <a:pt x="76311" y="17"/>
                    </a:cubicBezTo>
                    <a:lnTo>
                      <a:pt x="76311" y="1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2" name="Google Shape;1562;p55"/>
              <p:cNvSpPr/>
              <p:nvPr/>
            </p:nvSpPr>
            <p:spPr>
              <a:xfrm>
                <a:off x="6905157" y="4906440"/>
                <a:ext cx="7792" cy="22764"/>
              </a:xfrm>
              <a:custGeom>
                <a:rect b="b" l="l" r="r" t="t"/>
                <a:pathLst>
                  <a:path extrusionOk="0" h="22764" w="7792">
                    <a:moveTo>
                      <a:pt x="87" y="635"/>
                    </a:moveTo>
                    <a:cubicBezTo>
                      <a:pt x="652" y="2544"/>
                      <a:pt x="864" y="4524"/>
                      <a:pt x="1288" y="6433"/>
                    </a:cubicBezTo>
                    <a:cubicBezTo>
                      <a:pt x="1713" y="8342"/>
                      <a:pt x="2208" y="10109"/>
                      <a:pt x="2703" y="11947"/>
                    </a:cubicBezTo>
                    <a:cubicBezTo>
                      <a:pt x="3197" y="13786"/>
                      <a:pt x="3692" y="15624"/>
                      <a:pt x="4187" y="17462"/>
                    </a:cubicBezTo>
                    <a:cubicBezTo>
                      <a:pt x="4682" y="19159"/>
                      <a:pt x="4894" y="21351"/>
                      <a:pt x="6308" y="22552"/>
                    </a:cubicBezTo>
                    <a:cubicBezTo>
                      <a:pt x="6733" y="22906"/>
                      <a:pt x="7439" y="22835"/>
                      <a:pt x="7652" y="22199"/>
                    </a:cubicBezTo>
                    <a:cubicBezTo>
                      <a:pt x="8146" y="20431"/>
                      <a:pt x="7227" y="18452"/>
                      <a:pt x="6662" y="16755"/>
                    </a:cubicBezTo>
                    <a:cubicBezTo>
                      <a:pt x="6096" y="14917"/>
                      <a:pt x="5460" y="13149"/>
                      <a:pt x="4894" y="11311"/>
                    </a:cubicBezTo>
                    <a:cubicBezTo>
                      <a:pt x="4329" y="9473"/>
                      <a:pt x="3692" y="7705"/>
                      <a:pt x="3056" y="5867"/>
                    </a:cubicBezTo>
                    <a:cubicBezTo>
                      <a:pt x="2419" y="4029"/>
                      <a:pt x="1430" y="2261"/>
                      <a:pt x="864" y="282"/>
                    </a:cubicBezTo>
                    <a:cubicBezTo>
                      <a:pt x="723" y="-213"/>
                      <a:pt x="-126" y="-1"/>
                      <a:pt x="16" y="494"/>
                    </a:cubicBezTo>
                    <a:lnTo>
                      <a:pt x="16" y="49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3" name="Google Shape;1563;p55"/>
              <p:cNvSpPr/>
              <p:nvPr/>
            </p:nvSpPr>
            <p:spPr>
              <a:xfrm>
                <a:off x="6995405" y="4838847"/>
                <a:ext cx="282247" cy="10041"/>
              </a:xfrm>
              <a:custGeom>
                <a:rect b="b" l="l" r="r" t="t"/>
                <a:pathLst>
                  <a:path extrusionOk="0" h="10041" w="282247">
                    <a:moveTo>
                      <a:pt x="477" y="10041"/>
                    </a:moveTo>
                    <a:cubicBezTo>
                      <a:pt x="73865" y="6506"/>
                      <a:pt x="147394" y="7355"/>
                      <a:pt x="220782" y="5022"/>
                    </a:cubicBezTo>
                    <a:cubicBezTo>
                      <a:pt x="240931" y="4385"/>
                      <a:pt x="261081" y="3537"/>
                      <a:pt x="281160" y="2264"/>
                    </a:cubicBezTo>
                    <a:cubicBezTo>
                      <a:pt x="282574" y="2193"/>
                      <a:pt x="282645" y="-69"/>
                      <a:pt x="281160" y="2"/>
                    </a:cubicBezTo>
                    <a:cubicBezTo>
                      <a:pt x="207772" y="3607"/>
                      <a:pt x="134244" y="3254"/>
                      <a:pt x="60856" y="6011"/>
                    </a:cubicBezTo>
                    <a:cubicBezTo>
                      <a:pt x="40706" y="6789"/>
                      <a:pt x="20556" y="7708"/>
                      <a:pt x="477" y="9052"/>
                    </a:cubicBezTo>
                    <a:cubicBezTo>
                      <a:pt x="-159" y="9052"/>
                      <a:pt x="-159" y="10041"/>
                      <a:pt x="477" y="10041"/>
                    </a:cubicBezTo>
                    <a:lnTo>
                      <a:pt x="477" y="1004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4" name="Google Shape;1564;p55"/>
              <p:cNvSpPr/>
              <p:nvPr/>
            </p:nvSpPr>
            <p:spPr>
              <a:xfrm>
                <a:off x="6968008" y="4901912"/>
                <a:ext cx="368414" cy="8442"/>
              </a:xfrm>
              <a:custGeom>
                <a:rect b="b" l="l" r="r" t="t"/>
                <a:pathLst>
                  <a:path extrusionOk="0" h="8442" w="368414">
                    <a:moveTo>
                      <a:pt x="725" y="6294"/>
                    </a:moveTo>
                    <a:cubicBezTo>
                      <a:pt x="24056" y="6719"/>
                      <a:pt x="47317" y="7991"/>
                      <a:pt x="70648" y="8203"/>
                    </a:cubicBezTo>
                    <a:cubicBezTo>
                      <a:pt x="93979" y="8416"/>
                      <a:pt x="118725" y="8486"/>
                      <a:pt x="142763" y="8416"/>
                    </a:cubicBezTo>
                    <a:cubicBezTo>
                      <a:pt x="191193" y="8203"/>
                      <a:pt x="239623" y="7355"/>
                      <a:pt x="287983" y="5375"/>
                    </a:cubicBezTo>
                    <a:cubicBezTo>
                      <a:pt x="314496" y="4315"/>
                      <a:pt x="341080" y="3042"/>
                      <a:pt x="367593" y="1699"/>
                    </a:cubicBezTo>
                    <a:cubicBezTo>
                      <a:pt x="368653" y="1699"/>
                      <a:pt x="368724" y="-69"/>
                      <a:pt x="367593" y="2"/>
                    </a:cubicBezTo>
                    <a:cubicBezTo>
                      <a:pt x="271934" y="3254"/>
                      <a:pt x="176134" y="4315"/>
                      <a:pt x="80405" y="4385"/>
                    </a:cubicBezTo>
                    <a:cubicBezTo>
                      <a:pt x="53892" y="4385"/>
                      <a:pt x="27308" y="5234"/>
                      <a:pt x="796" y="4739"/>
                    </a:cubicBezTo>
                    <a:cubicBezTo>
                      <a:pt x="-265" y="4739"/>
                      <a:pt x="-265" y="6365"/>
                      <a:pt x="796" y="6365"/>
                    </a:cubicBezTo>
                    <a:lnTo>
                      <a:pt x="796" y="636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5" name="Google Shape;1565;p55"/>
              <p:cNvSpPr/>
              <p:nvPr/>
            </p:nvSpPr>
            <p:spPr>
              <a:xfrm>
                <a:off x="7035157" y="4969220"/>
                <a:ext cx="268531" cy="5940"/>
              </a:xfrm>
              <a:custGeom>
                <a:rect b="b" l="l" r="r" t="t"/>
                <a:pathLst>
                  <a:path extrusionOk="0" h="5940" w="268531">
                    <a:moveTo>
                      <a:pt x="742" y="5728"/>
                    </a:moveTo>
                    <a:cubicBezTo>
                      <a:pt x="16368" y="5375"/>
                      <a:pt x="32063" y="5940"/>
                      <a:pt x="47688" y="5940"/>
                    </a:cubicBezTo>
                    <a:cubicBezTo>
                      <a:pt x="65646" y="5870"/>
                      <a:pt x="83675" y="5870"/>
                      <a:pt x="101633" y="5870"/>
                    </a:cubicBezTo>
                    <a:cubicBezTo>
                      <a:pt x="139175" y="5870"/>
                      <a:pt x="176788" y="5940"/>
                      <a:pt x="214330" y="4809"/>
                    </a:cubicBezTo>
                    <a:cubicBezTo>
                      <a:pt x="232006" y="4244"/>
                      <a:pt x="249681" y="3607"/>
                      <a:pt x="267285" y="2617"/>
                    </a:cubicBezTo>
                    <a:cubicBezTo>
                      <a:pt x="268911" y="2547"/>
                      <a:pt x="268982" y="-69"/>
                      <a:pt x="267285" y="1"/>
                    </a:cubicBezTo>
                    <a:cubicBezTo>
                      <a:pt x="196160" y="2617"/>
                      <a:pt x="124893" y="1769"/>
                      <a:pt x="53768" y="2617"/>
                    </a:cubicBezTo>
                    <a:cubicBezTo>
                      <a:pt x="36093" y="2830"/>
                      <a:pt x="18418" y="3820"/>
                      <a:pt x="742" y="4173"/>
                    </a:cubicBezTo>
                    <a:cubicBezTo>
                      <a:pt x="-247" y="4173"/>
                      <a:pt x="-247" y="5728"/>
                      <a:pt x="742" y="5728"/>
                    </a:cubicBezTo>
                    <a:lnTo>
                      <a:pt x="742" y="572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6" name="Google Shape;1566;p55"/>
              <p:cNvSpPr/>
              <p:nvPr/>
            </p:nvSpPr>
            <p:spPr>
              <a:xfrm>
                <a:off x="7345091" y="4928573"/>
                <a:ext cx="37738" cy="91055"/>
              </a:xfrm>
              <a:custGeom>
                <a:rect b="b" l="l" r="r" t="t"/>
                <a:pathLst>
                  <a:path extrusionOk="0" h="91055" w="37738">
                    <a:moveTo>
                      <a:pt x="36819" y="279"/>
                    </a:moveTo>
                    <a:cubicBezTo>
                      <a:pt x="33567" y="17600"/>
                      <a:pt x="30880" y="34922"/>
                      <a:pt x="25648" y="51749"/>
                    </a:cubicBezTo>
                    <a:cubicBezTo>
                      <a:pt x="21053" y="66384"/>
                      <a:pt x="14266" y="81797"/>
                      <a:pt x="337" y="89786"/>
                    </a:cubicBezTo>
                    <a:cubicBezTo>
                      <a:pt x="-440" y="90210"/>
                      <a:pt x="267" y="91341"/>
                      <a:pt x="1045" y="90988"/>
                    </a:cubicBezTo>
                    <a:cubicBezTo>
                      <a:pt x="14619" y="83988"/>
                      <a:pt x="21689" y="69990"/>
                      <a:pt x="26285" y="56062"/>
                    </a:cubicBezTo>
                    <a:cubicBezTo>
                      <a:pt x="32223" y="38103"/>
                      <a:pt x="35264" y="19085"/>
                      <a:pt x="37738" y="420"/>
                    </a:cubicBezTo>
                    <a:cubicBezTo>
                      <a:pt x="37738" y="-75"/>
                      <a:pt x="36961" y="-146"/>
                      <a:pt x="36890" y="279"/>
                    </a:cubicBezTo>
                    <a:lnTo>
                      <a:pt x="36890" y="279"/>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7" name="Google Shape;1567;p55"/>
              <p:cNvSpPr/>
              <p:nvPr/>
            </p:nvSpPr>
            <p:spPr>
              <a:xfrm>
                <a:off x="7323511" y="5027664"/>
                <a:ext cx="9344" cy="5731"/>
              </a:xfrm>
              <a:custGeom>
                <a:rect b="b" l="l" r="r" t="t"/>
                <a:pathLst>
                  <a:path extrusionOk="0" h="5731" w="9344">
                    <a:moveTo>
                      <a:pt x="71" y="4905"/>
                    </a:moveTo>
                    <a:cubicBezTo>
                      <a:pt x="71" y="5683"/>
                      <a:pt x="990" y="5824"/>
                      <a:pt x="1626" y="5683"/>
                    </a:cubicBezTo>
                    <a:cubicBezTo>
                      <a:pt x="2545" y="5400"/>
                      <a:pt x="3464" y="4905"/>
                      <a:pt x="4313" y="4481"/>
                    </a:cubicBezTo>
                    <a:cubicBezTo>
                      <a:pt x="5161" y="4057"/>
                      <a:pt x="6009" y="3633"/>
                      <a:pt x="6787" y="3138"/>
                    </a:cubicBezTo>
                    <a:cubicBezTo>
                      <a:pt x="7636" y="2572"/>
                      <a:pt x="8413" y="2007"/>
                      <a:pt x="9120" y="1300"/>
                    </a:cubicBezTo>
                    <a:cubicBezTo>
                      <a:pt x="9757" y="734"/>
                      <a:pt x="8908" y="-326"/>
                      <a:pt x="8202" y="98"/>
                    </a:cubicBezTo>
                    <a:cubicBezTo>
                      <a:pt x="6858" y="946"/>
                      <a:pt x="5515" y="1724"/>
                      <a:pt x="4242" y="2572"/>
                    </a:cubicBezTo>
                    <a:cubicBezTo>
                      <a:pt x="3606" y="2996"/>
                      <a:pt x="2969" y="3350"/>
                      <a:pt x="2262" y="3774"/>
                    </a:cubicBezTo>
                    <a:cubicBezTo>
                      <a:pt x="1909" y="3986"/>
                      <a:pt x="1556" y="4128"/>
                      <a:pt x="1202" y="4340"/>
                    </a:cubicBezTo>
                    <a:cubicBezTo>
                      <a:pt x="1061" y="4410"/>
                      <a:pt x="919" y="4481"/>
                      <a:pt x="778" y="4623"/>
                    </a:cubicBezTo>
                    <a:cubicBezTo>
                      <a:pt x="636" y="4764"/>
                      <a:pt x="636" y="4623"/>
                      <a:pt x="778" y="4764"/>
                    </a:cubicBezTo>
                    <a:cubicBezTo>
                      <a:pt x="566" y="4481"/>
                      <a:pt x="0" y="4481"/>
                      <a:pt x="0" y="4976"/>
                    </a:cubicBezTo>
                    <a:lnTo>
                      <a:pt x="0" y="497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8" name="Google Shape;1568;p55"/>
              <p:cNvSpPr/>
              <p:nvPr/>
            </p:nvSpPr>
            <p:spPr>
              <a:xfrm>
                <a:off x="7292828" y="5038181"/>
                <a:ext cx="18551" cy="5968"/>
              </a:xfrm>
              <a:custGeom>
                <a:rect b="b" l="l" r="r" t="t"/>
                <a:pathLst>
                  <a:path extrusionOk="0" h="5968" w="18551">
                    <a:moveTo>
                      <a:pt x="282" y="5701"/>
                    </a:moveTo>
                    <a:cubicBezTo>
                      <a:pt x="1625" y="6125"/>
                      <a:pt x="3039" y="5984"/>
                      <a:pt x="4453" y="5701"/>
                    </a:cubicBezTo>
                    <a:cubicBezTo>
                      <a:pt x="6079" y="5489"/>
                      <a:pt x="7705" y="5136"/>
                      <a:pt x="9261" y="4782"/>
                    </a:cubicBezTo>
                    <a:cubicBezTo>
                      <a:pt x="12372" y="4004"/>
                      <a:pt x="15482" y="2944"/>
                      <a:pt x="18240" y="1247"/>
                    </a:cubicBezTo>
                    <a:cubicBezTo>
                      <a:pt x="18876" y="893"/>
                      <a:pt x="18452" y="-238"/>
                      <a:pt x="17745" y="45"/>
                    </a:cubicBezTo>
                    <a:cubicBezTo>
                      <a:pt x="14917" y="1035"/>
                      <a:pt x="12159" y="2237"/>
                      <a:pt x="9331" y="3156"/>
                    </a:cubicBezTo>
                    <a:cubicBezTo>
                      <a:pt x="7918" y="3580"/>
                      <a:pt x="6503" y="4075"/>
                      <a:pt x="5089" y="4428"/>
                    </a:cubicBezTo>
                    <a:cubicBezTo>
                      <a:pt x="3604" y="4782"/>
                      <a:pt x="2049" y="5277"/>
                      <a:pt x="494" y="4923"/>
                    </a:cubicBezTo>
                    <a:cubicBezTo>
                      <a:pt x="-1" y="4782"/>
                      <a:pt x="-213" y="5560"/>
                      <a:pt x="282" y="5701"/>
                    </a:cubicBezTo>
                    <a:lnTo>
                      <a:pt x="282" y="570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69" name="Google Shape;1569;p55"/>
            <p:cNvSpPr/>
            <p:nvPr/>
          </p:nvSpPr>
          <p:spPr>
            <a:xfrm rot="1317473">
              <a:off x="8618828" y="4351770"/>
              <a:ext cx="68154" cy="85465"/>
            </a:xfrm>
            <a:custGeom>
              <a:rect b="b" l="l" r="r" t="t"/>
              <a:pathLst>
                <a:path extrusionOk="0" h="45371" w="36184">
                  <a:moveTo>
                    <a:pt x="412" y="1451"/>
                  </a:moveTo>
                  <a:cubicBezTo>
                    <a:pt x="16603" y="10783"/>
                    <a:pt x="27844" y="26408"/>
                    <a:pt x="33006" y="44225"/>
                  </a:cubicBezTo>
                  <a:cubicBezTo>
                    <a:pt x="33571" y="46204"/>
                    <a:pt x="36682" y="45427"/>
                    <a:pt x="36116" y="43376"/>
                  </a:cubicBezTo>
                  <a:cubicBezTo>
                    <a:pt x="31379" y="24853"/>
                    <a:pt x="18017" y="8945"/>
                    <a:pt x="1190" y="107"/>
                  </a:cubicBezTo>
                  <a:cubicBezTo>
                    <a:pt x="271" y="-387"/>
                    <a:pt x="-507" y="956"/>
                    <a:pt x="412" y="1522"/>
                  </a:cubicBezTo>
                  <a:lnTo>
                    <a:pt x="412" y="152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0" name="Google Shape;1570;p55"/>
            <p:cNvSpPr/>
            <p:nvPr/>
          </p:nvSpPr>
          <p:spPr>
            <a:xfrm rot="1317473">
              <a:off x="8657959" y="4469093"/>
              <a:ext cx="6924" cy="32211"/>
            </a:xfrm>
            <a:custGeom>
              <a:rect b="b" l="l" r="r" t="t"/>
              <a:pathLst>
                <a:path extrusionOk="0" h="17100" w="3676">
                  <a:moveTo>
                    <a:pt x="212" y="981"/>
                  </a:moveTo>
                  <a:cubicBezTo>
                    <a:pt x="212" y="1617"/>
                    <a:pt x="71" y="2183"/>
                    <a:pt x="71" y="2819"/>
                  </a:cubicBezTo>
                  <a:cubicBezTo>
                    <a:pt x="71" y="3456"/>
                    <a:pt x="71" y="4021"/>
                    <a:pt x="71" y="4657"/>
                  </a:cubicBezTo>
                  <a:cubicBezTo>
                    <a:pt x="71" y="5860"/>
                    <a:pt x="0" y="6991"/>
                    <a:pt x="0" y="8193"/>
                  </a:cubicBezTo>
                  <a:cubicBezTo>
                    <a:pt x="0" y="10597"/>
                    <a:pt x="0" y="13000"/>
                    <a:pt x="142" y="15333"/>
                  </a:cubicBezTo>
                  <a:cubicBezTo>
                    <a:pt x="142" y="16253"/>
                    <a:pt x="919" y="17101"/>
                    <a:pt x="1909" y="17101"/>
                  </a:cubicBezTo>
                  <a:cubicBezTo>
                    <a:pt x="2828" y="17101"/>
                    <a:pt x="3677" y="16323"/>
                    <a:pt x="3677" y="15333"/>
                  </a:cubicBezTo>
                  <a:cubicBezTo>
                    <a:pt x="3606" y="12930"/>
                    <a:pt x="3394" y="10526"/>
                    <a:pt x="3252" y="8193"/>
                  </a:cubicBezTo>
                  <a:cubicBezTo>
                    <a:pt x="3182" y="6991"/>
                    <a:pt x="3040" y="5860"/>
                    <a:pt x="2899" y="4657"/>
                  </a:cubicBezTo>
                  <a:cubicBezTo>
                    <a:pt x="2899" y="4092"/>
                    <a:pt x="2757" y="3526"/>
                    <a:pt x="2687" y="2961"/>
                  </a:cubicBezTo>
                  <a:cubicBezTo>
                    <a:pt x="2616" y="2325"/>
                    <a:pt x="2404" y="1617"/>
                    <a:pt x="2404" y="981"/>
                  </a:cubicBezTo>
                  <a:cubicBezTo>
                    <a:pt x="2333" y="-292"/>
                    <a:pt x="353" y="-362"/>
                    <a:pt x="353" y="981"/>
                  </a:cubicBezTo>
                  <a:lnTo>
                    <a:pt x="353" y="98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1" name="Google Shape;1571;p55"/>
            <p:cNvSpPr/>
            <p:nvPr/>
          </p:nvSpPr>
          <p:spPr>
            <a:xfrm rot="1317473">
              <a:off x="8276144" y="3966543"/>
              <a:ext cx="34887" cy="69960"/>
            </a:xfrm>
            <a:custGeom>
              <a:rect b="b" l="l" r="r" t="t"/>
              <a:pathLst>
                <a:path extrusionOk="0" h="37140" w="18522">
                  <a:moveTo>
                    <a:pt x="122" y="1568"/>
                  </a:moveTo>
                  <a:cubicBezTo>
                    <a:pt x="1960" y="7790"/>
                    <a:pt x="4152" y="13870"/>
                    <a:pt x="6626" y="19809"/>
                  </a:cubicBezTo>
                  <a:cubicBezTo>
                    <a:pt x="7828" y="22637"/>
                    <a:pt x="9101" y="25465"/>
                    <a:pt x="10515" y="28222"/>
                  </a:cubicBezTo>
                  <a:cubicBezTo>
                    <a:pt x="12000" y="31192"/>
                    <a:pt x="13414" y="34090"/>
                    <a:pt x="15606" y="36635"/>
                  </a:cubicBezTo>
                  <a:cubicBezTo>
                    <a:pt x="16737" y="37908"/>
                    <a:pt x="18999" y="36565"/>
                    <a:pt x="18433" y="34939"/>
                  </a:cubicBezTo>
                  <a:cubicBezTo>
                    <a:pt x="17373" y="32040"/>
                    <a:pt x="15817" y="29353"/>
                    <a:pt x="14333" y="26667"/>
                  </a:cubicBezTo>
                  <a:cubicBezTo>
                    <a:pt x="12848" y="23980"/>
                    <a:pt x="11434" y="21152"/>
                    <a:pt x="10020" y="18324"/>
                  </a:cubicBezTo>
                  <a:cubicBezTo>
                    <a:pt x="7192" y="12668"/>
                    <a:pt x="4718" y="6800"/>
                    <a:pt x="2526" y="861"/>
                  </a:cubicBezTo>
                  <a:cubicBezTo>
                    <a:pt x="1960" y="-624"/>
                    <a:pt x="-373" y="-58"/>
                    <a:pt x="51" y="1568"/>
                  </a:cubicBezTo>
                  <a:lnTo>
                    <a:pt x="51" y="156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2" name="Google Shape;1572;p55"/>
            <p:cNvSpPr/>
            <p:nvPr/>
          </p:nvSpPr>
          <p:spPr>
            <a:xfrm rot="1317473">
              <a:off x="8380011" y="3934842"/>
              <a:ext cx="14688" cy="133932"/>
            </a:xfrm>
            <a:custGeom>
              <a:rect b="b" l="l" r="r" t="t"/>
              <a:pathLst>
                <a:path extrusionOk="0" h="71101" w="7798">
                  <a:moveTo>
                    <a:pt x="0" y="1176"/>
                  </a:moveTo>
                  <a:cubicBezTo>
                    <a:pt x="495" y="12700"/>
                    <a:pt x="636" y="24224"/>
                    <a:pt x="1202" y="35748"/>
                  </a:cubicBezTo>
                  <a:cubicBezTo>
                    <a:pt x="1485" y="41475"/>
                    <a:pt x="1838" y="47273"/>
                    <a:pt x="2121" y="52999"/>
                  </a:cubicBezTo>
                  <a:cubicBezTo>
                    <a:pt x="2404" y="58443"/>
                    <a:pt x="2121" y="64241"/>
                    <a:pt x="3394" y="69544"/>
                  </a:cubicBezTo>
                  <a:cubicBezTo>
                    <a:pt x="3959" y="72089"/>
                    <a:pt x="7424" y="71240"/>
                    <a:pt x="7636" y="68978"/>
                  </a:cubicBezTo>
                  <a:cubicBezTo>
                    <a:pt x="8202" y="63322"/>
                    <a:pt x="7141" y="57312"/>
                    <a:pt x="6787" y="51727"/>
                  </a:cubicBezTo>
                  <a:cubicBezTo>
                    <a:pt x="6434" y="46141"/>
                    <a:pt x="6081" y="40627"/>
                    <a:pt x="5656" y="35112"/>
                  </a:cubicBezTo>
                  <a:cubicBezTo>
                    <a:pt x="4808" y="23800"/>
                    <a:pt x="3535" y="12488"/>
                    <a:pt x="2687" y="1246"/>
                  </a:cubicBezTo>
                  <a:cubicBezTo>
                    <a:pt x="2546" y="-380"/>
                    <a:pt x="0" y="-451"/>
                    <a:pt x="71" y="1246"/>
                  </a:cubicBezTo>
                  <a:lnTo>
                    <a:pt x="71" y="124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3" name="Google Shape;1573;p55"/>
            <p:cNvSpPr/>
            <p:nvPr/>
          </p:nvSpPr>
          <p:spPr>
            <a:xfrm rot="1317473">
              <a:off x="8438582" y="4030616"/>
              <a:ext cx="23618" cy="49976"/>
            </a:xfrm>
            <a:custGeom>
              <a:rect b="b" l="l" r="r" t="t"/>
              <a:pathLst>
                <a:path extrusionOk="0" h="26531" w="12539">
                  <a:moveTo>
                    <a:pt x="10426" y="550"/>
                  </a:moveTo>
                  <a:cubicBezTo>
                    <a:pt x="6043" y="7903"/>
                    <a:pt x="2649" y="15963"/>
                    <a:pt x="104" y="24094"/>
                  </a:cubicBezTo>
                  <a:cubicBezTo>
                    <a:pt x="-674" y="26568"/>
                    <a:pt x="3144" y="27558"/>
                    <a:pt x="3922" y="25154"/>
                  </a:cubicBezTo>
                  <a:cubicBezTo>
                    <a:pt x="6608" y="17165"/>
                    <a:pt x="9578" y="9317"/>
                    <a:pt x="12477" y="1398"/>
                  </a:cubicBezTo>
                  <a:cubicBezTo>
                    <a:pt x="12901" y="197"/>
                    <a:pt x="11062" y="-581"/>
                    <a:pt x="10426" y="550"/>
                  </a:cubicBezTo>
                  <a:lnTo>
                    <a:pt x="10426" y="55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7" name="Shape 1577"/>
        <p:cNvGrpSpPr/>
        <p:nvPr/>
      </p:nvGrpSpPr>
      <p:grpSpPr>
        <a:xfrm>
          <a:off x="0" y="0"/>
          <a:ext cx="0" cy="0"/>
          <a:chOff x="0" y="0"/>
          <a:chExt cx="0" cy="0"/>
        </a:xfrm>
      </p:grpSpPr>
      <p:sp>
        <p:nvSpPr>
          <p:cNvPr id="1578" name="Google Shape;1578;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My hobbies</a:t>
            </a:r>
            <a:endParaRPr/>
          </a:p>
        </p:txBody>
      </p:sp>
      <p:sp>
        <p:nvSpPr>
          <p:cNvPr id="1579" name="Google Shape;1579;p56"/>
          <p:cNvSpPr/>
          <p:nvPr/>
        </p:nvSpPr>
        <p:spPr>
          <a:xfrm>
            <a:off x="1333750" y="1466275"/>
            <a:ext cx="1382700" cy="1382700"/>
          </a:xfrm>
          <a:prstGeom prst="donut">
            <a:avLst>
              <a:gd fmla="val 1193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6"/>
          <p:cNvSpPr/>
          <p:nvPr/>
        </p:nvSpPr>
        <p:spPr>
          <a:xfrm flipH="1">
            <a:off x="1333750" y="1466275"/>
            <a:ext cx="1382700" cy="1382700"/>
          </a:xfrm>
          <a:prstGeom prst="blockArc">
            <a:avLst>
              <a:gd fmla="val 10798115" name="adj1"/>
              <a:gd fmla="val 16200815" name="adj2"/>
              <a:gd fmla="val 11868" name="adj3"/>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6"/>
          <p:cNvSpPr/>
          <p:nvPr/>
        </p:nvSpPr>
        <p:spPr>
          <a:xfrm>
            <a:off x="3880650" y="1466275"/>
            <a:ext cx="1382700" cy="1382700"/>
          </a:xfrm>
          <a:prstGeom prst="donut">
            <a:avLst>
              <a:gd fmla="val 1193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6"/>
          <p:cNvSpPr/>
          <p:nvPr/>
        </p:nvSpPr>
        <p:spPr>
          <a:xfrm>
            <a:off x="6427550" y="1466275"/>
            <a:ext cx="1382700" cy="1382700"/>
          </a:xfrm>
          <a:prstGeom prst="donut">
            <a:avLst>
              <a:gd fmla="val 1193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6"/>
          <p:cNvSpPr txBox="1"/>
          <p:nvPr/>
        </p:nvSpPr>
        <p:spPr>
          <a:xfrm>
            <a:off x="938500" y="3476400"/>
            <a:ext cx="2173200" cy="7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ctor"/>
                <a:ea typeface="Actor"/>
                <a:cs typeface="Actor"/>
                <a:sym typeface="Actor"/>
              </a:rPr>
              <a:t>Mercury is the closest planet to the Sun and the smallest of them all</a:t>
            </a:r>
            <a:endParaRPr>
              <a:solidFill>
                <a:schemeClr val="dk1"/>
              </a:solidFill>
              <a:latin typeface="Actor"/>
              <a:ea typeface="Actor"/>
              <a:cs typeface="Actor"/>
              <a:sym typeface="Actor"/>
            </a:endParaRPr>
          </a:p>
        </p:txBody>
      </p:sp>
      <p:sp>
        <p:nvSpPr>
          <p:cNvPr id="1584" name="Google Shape;1584;p56"/>
          <p:cNvSpPr txBox="1"/>
          <p:nvPr/>
        </p:nvSpPr>
        <p:spPr>
          <a:xfrm>
            <a:off x="938500" y="3120525"/>
            <a:ext cx="2173200" cy="440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Mercury</a:t>
            </a:r>
            <a:endParaRPr b="1" sz="2000">
              <a:solidFill>
                <a:schemeClr val="dk1"/>
              </a:solidFill>
              <a:latin typeface="Shadows Into Light Two"/>
              <a:ea typeface="Shadows Into Light Two"/>
              <a:cs typeface="Shadows Into Light Two"/>
              <a:sym typeface="Shadows Into Light Two"/>
            </a:endParaRPr>
          </a:p>
        </p:txBody>
      </p:sp>
      <p:sp>
        <p:nvSpPr>
          <p:cNvPr id="1585" name="Google Shape;1585;p56"/>
          <p:cNvSpPr txBox="1"/>
          <p:nvPr/>
        </p:nvSpPr>
        <p:spPr>
          <a:xfrm>
            <a:off x="3485400" y="3476400"/>
            <a:ext cx="2173200" cy="7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ctor"/>
                <a:ea typeface="Actor"/>
                <a:cs typeface="Actor"/>
                <a:sym typeface="Actor"/>
              </a:rPr>
              <a:t>Venus has a beautiful name and is the second planet from the Sun</a:t>
            </a:r>
            <a:endParaRPr>
              <a:solidFill>
                <a:schemeClr val="dk1"/>
              </a:solidFill>
              <a:latin typeface="Actor"/>
              <a:ea typeface="Actor"/>
              <a:cs typeface="Actor"/>
              <a:sym typeface="Actor"/>
            </a:endParaRPr>
          </a:p>
        </p:txBody>
      </p:sp>
      <p:sp>
        <p:nvSpPr>
          <p:cNvPr id="1586" name="Google Shape;1586;p56"/>
          <p:cNvSpPr txBox="1"/>
          <p:nvPr/>
        </p:nvSpPr>
        <p:spPr>
          <a:xfrm>
            <a:off x="3485400" y="3120525"/>
            <a:ext cx="2173200" cy="440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Venus</a:t>
            </a:r>
            <a:endParaRPr b="1" sz="2000">
              <a:solidFill>
                <a:schemeClr val="dk1"/>
              </a:solidFill>
              <a:latin typeface="Shadows Into Light Two"/>
              <a:ea typeface="Shadows Into Light Two"/>
              <a:cs typeface="Shadows Into Light Two"/>
              <a:sym typeface="Shadows Into Light Two"/>
            </a:endParaRPr>
          </a:p>
        </p:txBody>
      </p:sp>
      <p:sp>
        <p:nvSpPr>
          <p:cNvPr id="1587" name="Google Shape;1587;p56"/>
          <p:cNvSpPr txBox="1"/>
          <p:nvPr/>
        </p:nvSpPr>
        <p:spPr>
          <a:xfrm>
            <a:off x="6032300" y="3476400"/>
            <a:ext cx="2173200" cy="7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ctor"/>
                <a:ea typeface="Actor"/>
                <a:cs typeface="Actor"/>
                <a:sym typeface="Actor"/>
              </a:rPr>
              <a:t>Despite being red, Mars is actually a cold place. It’s full of iron oxide dust</a:t>
            </a:r>
            <a:endParaRPr>
              <a:solidFill>
                <a:schemeClr val="dk1"/>
              </a:solidFill>
              <a:latin typeface="Actor"/>
              <a:ea typeface="Actor"/>
              <a:cs typeface="Actor"/>
              <a:sym typeface="Actor"/>
            </a:endParaRPr>
          </a:p>
        </p:txBody>
      </p:sp>
      <p:sp>
        <p:nvSpPr>
          <p:cNvPr id="1588" name="Google Shape;1588;p56"/>
          <p:cNvSpPr txBox="1"/>
          <p:nvPr/>
        </p:nvSpPr>
        <p:spPr>
          <a:xfrm>
            <a:off x="6032300" y="3120525"/>
            <a:ext cx="2173200" cy="440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Mars</a:t>
            </a:r>
            <a:endParaRPr b="1" sz="2000">
              <a:solidFill>
                <a:schemeClr val="dk1"/>
              </a:solidFill>
              <a:latin typeface="Shadows Into Light Two"/>
              <a:ea typeface="Shadows Into Light Two"/>
              <a:cs typeface="Shadows Into Light Two"/>
              <a:sym typeface="Shadows Into Light Two"/>
            </a:endParaRPr>
          </a:p>
        </p:txBody>
      </p:sp>
      <p:sp>
        <p:nvSpPr>
          <p:cNvPr id="1589" name="Google Shape;1589;p56"/>
          <p:cNvSpPr txBox="1"/>
          <p:nvPr/>
        </p:nvSpPr>
        <p:spPr>
          <a:xfrm>
            <a:off x="3873150" y="1884975"/>
            <a:ext cx="1397700" cy="560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Shadows Into Light Two"/>
                <a:ea typeface="Shadows Into Light Two"/>
                <a:cs typeface="Shadows Into Light Two"/>
                <a:sym typeface="Shadows Into Light Two"/>
              </a:rPr>
              <a:t>50%</a:t>
            </a:r>
            <a:endParaRPr b="1" sz="2400">
              <a:solidFill>
                <a:schemeClr val="dk1"/>
              </a:solidFill>
              <a:latin typeface="Shadows Into Light Two"/>
              <a:ea typeface="Shadows Into Light Two"/>
              <a:cs typeface="Shadows Into Light Two"/>
              <a:sym typeface="Shadows Into Light Two"/>
            </a:endParaRPr>
          </a:p>
        </p:txBody>
      </p:sp>
      <p:sp>
        <p:nvSpPr>
          <p:cNvPr id="1590" name="Google Shape;1590;p56"/>
          <p:cNvSpPr txBox="1"/>
          <p:nvPr/>
        </p:nvSpPr>
        <p:spPr>
          <a:xfrm>
            <a:off x="6420050" y="1884975"/>
            <a:ext cx="1397700" cy="560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Shadows Into Light Two"/>
                <a:ea typeface="Shadows Into Light Two"/>
                <a:cs typeface="Shadows Into Light Two"/>
                <a:sym typeface="Shadows Into Light Two"/>
              </a:rPr>
              <a:t>75%</a:t>
            </a:r>
            <a:endParaRPr b="1" sz="2400">
              <a:solidFill>
                <a:schemeClr val="dk1"/>
              </a:solidFill>
              <a:latin typeface="Shadows Into Light Two"/>
              <a:ea typeface="Shadows Into Light Two"/>
              <a:cs typeface="Shadows Into Light Two"/>
              <a:sym typeface="Shadows Into Light Two"/>
            </a:endParaRPr>
          </a:p>
        </p:txBody>
      </p:sp>
      <p:sp>
        <p:nvSpPr>
          <p:cNvPr id="1591" name="Google Shape;1591;p56"/>
          <p:cNvSpPr txBox="1"/>
          <p:nvPr/>
        </p:nvSpPr>
        <p:spPr>
          <a:xfrm>
            <a:off x="1325650" y="1884975"/>
            <a:ext cx="1398900" cy="560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Shadows Into Light Two"/>
                <a:ea typeface="Shadows Into Light Two"/>
                <a:cs typeface="Shadows Into Light Two"/>
                <a:sym typeface="Shadows Into Light Two"/>
              </a:rPr>
              <a:t>25%</a:t>
            </a:r>
            <a:endParaRPr b="1" sz="2400">
              <a:solidFill>
                <a:schemeClr val="dk1"/>
              </a:solidFill>
              <a:latin typeface="Shadows Into Light Two"/>
              <a:ea typeface="Shadows Into Light Two"/>
              <a:cs typeface="Shadows Into Light Two"/>
              <a:sym typeface="Shadows Into Light Two"/>
            </a:endParaRPr>
          </a:p>
        </p:txBody>
      </p:sp>
      <p:sp>
        <p:nvSpPr>
          <p:cNvPr id="1592" name="Google Shape;1592;p56"/>
          <p:cNvSpPr/>
          <p:nvPr/>
        </p:nvSpPr>
        <p:spPr>
          <a:xfrm flipH="1">
            <a:off x="3880650" y="1466275"/>
            <a:ext cx="1382700" cy="1382700"/>
          </a:xfrm>
          <a:prstGeom prst="blockArc">
            <a:avLst>
              <a:gd fmla="val 5382654" name="adj1"/>
              <a:gd fmla="val 16200815" name="adj2"/>
              <a:gd fmla="val 11868" name="adj3"/>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6"/>
          <p:cNvSpPr/>
          <p:nvPr/>
        </p:nvSpPr>
        <p:spPr>
          <a:xfrm flipH="1">
            <a:off x="6427550" y="1466275"/>
            <a:ext cx="1382700" cy="1382700"/>
          </a:xfrm>
          <a:prstGeom prst="blockArc">
            <a:avLst>
              <a:gd fmla="val 21583474" name="adj1"/>
              <a:gd fmla="val 16200815" name="adj2"/>
              <a:gd fmla="val 11868" name="adj3"/>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6"/>
          <p:cNvSpPr/>
          <p:nvPr/>
        </p:nvSpPr>
        <p:spPr>
          <a:xfrm flipH="1" rot="7094655">
            <a:off x="-1464694" y="-348792"/>
            <a:ext cx="3130057" cy="1674691"/>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95" name="Google Shape;1595;p56"/>
          <p:cNvGrpSpPr/>
          <p:nvPr/>
        </p:nvGrpSpPr>
        <p:grpSpPr>
          <a:xfrm>
            <a:off x="8265054" y="4235999"/>
            <a:ext cx="419369" cy="420659"/>
            <a:chOff x="8167854" y="1128661"/>
            <a:chExt cx="419369" cy="420659"/>
          </a:xfrm>
        </p:grpSpPr>
        <p:sp>
          <p:nvSpPr>
            <p:cNvPr id="1596" name="Google Shape;1596;p56"/>
            <p:cNvSpPr/>
            <p:nvPr/>
          </p:nvSpPr>
          <p:spPr>
            <a:xfrm flipH="1">
              <a:off x="8167854" y="1128661"/>
              <a:ext cx="206653" cy="198108"/>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7" name="Google Shape;1597;p56"/>
            <p:cNvSpPr/>
            <p:nvPr/>
          </p:nvSpPr>
          <p:spPr>
            <a:xfrm flipH="1" rot="-868596">
              <a:off x="8431841" y="1398939"/>
              <a:ext cx="140751" cy="134931"/>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1" name="Shape 1601"/>
        <p:cNvGrpSpPr/>
        <p:nvPr/>
      </p:nvGrpSpPr>
      <p:grpSpPr>
        <a:xfrm>
          <a:off x="0" y="0"/>
          <a:ext cx="0" cy="0"/>
          <a:chOff x="0" y="0"/>
          <a:chExt cx="0" cy="0"/>
        </a:xfrm>
      </p:grpSpPr>
      <p:sp>
        <p:nvSpPr>
          <p:cNvPr id="1602" name="Google Shape;1602;p57"/>
          <p:cNvSpPr/>
          <p:nvPr/>
        </p:nvSpPr>
        <p:spPr>
          <a:xfrm rot="1067348">
            <a:off x="5066281" y="917608"/>
            <a:ext cx="4069894" cy="1205422"/>
          </a:xfrm>
          <a:custGeom>
            <a:rect b="b" l="l" r="r" t="t"/>
            <a:pathLst>
              <a:path extrusionOk="0" h="613790" w="2072354">
                <a:moveTo>
                  <a:pt x="2068449" y="515398"/>
                </a:moveTo>
                <a:lnTo>
                  <a:pt x="2043589" y="489299"/>
                </a:lnTo>
                <a:lnTo>
                  <a:pt x="2072354" y="463201"/>
                </a:lnTo>
                <a:lnTo>
                  <a:pt x="2045970" y="437102"/>
                </a:lnTo>
                <a:lnTo>
                  <a:pt x="2036921" y="411004"/>
                </a:lnTo>
                <a:lnTo>
                  <a:pt x="2055685" y="384905"/>
                </a:lnTo>
                <a:lnTo>
                  <a:pt x="2036731" y="358807"/>
                </a:lnTo>
                <a:lnTo>
                  <a:pt x="2039017" y="332708"/>
                </a:lnTo>
                <a:lnTo>
                  <a:pt x="2048066" y="306610"/>
                </a:lnTo>
                <a:lnTo>
                  <a:pt x="2050161" y="280511"/>
                </a:lnTo>
                <a:lnTo>
                  <a:pt x="2063972" y="254413"/>
                </a:lnTo>
                <a:lnTo>
                  <a:pt x="2048351" y="228314"/>
                </a:lnTo>
                <a:lnTo>
                  <a:pt x="2041588" y="202216"/>
                </a:lnTo>
                <a:lnTo>
                  <a:pt x="2038921" y="176117"/>
                </a:lnTo>
                <a:lnTo>
                  <a:pt x="2056543" y="150019"/>
                </a:lnTo>
                <a:lnTo>
                  <a:pt x="2063401" y="123920"/>
                </a:lnTo>
                <a:lnTo>
                  <a:pt x="2065973" y="97822"/>
                </a:lnTo>
                <a:lnTo>
                  <a:pt x="2060924" y="71819"/>
                </a:lnTo>
                <a:lnTo>
                  <a:pt x="2051018" y="45720"/>
                </a:lnTo>
                <a:lnTo>
                  <a:pt x="2063686" y="9049"/>
                </a:lnTo>
                <a:lnTo>
                  <a:pt x="2026920" y="15526"/>
                </a:lnTo>
                <a:lnTo>
                  <a:pt x="2000631" y="11906"/>
                </a:lnTo>
                <a:lnTo>
                  <a:pt x="1974342" y="22669"/>
                </a:lnTo>
                <a:lnTo>
                  <a:pt x="1948053" y="37243"/>
                </a:lnTo>
                <a:lnTo>
                  <a:pt x="1921764" y="38005"/>
                </a:lnTo>
                <a:lnTo>
                  <a:pt x="1895570" y="24670"/>
                </a:lnTo>
                <a:lnTo>
                  <a:pt x="1869281" y="17050"/>
                </a:lnTo>
                <a:lnTo>
                  <a:pt x="1842992" y="26765"/>
                </a:lnTo>
                <a:lnTo>
                  <a:pt x="1816703" y="11049"/>
                </a:lnTo>
                <a:lnTo>
                  <a:pt x="1790414" y="8953"/>
                </a:lnTo>
                <a:lnTo>
                  <a:pt x="1764125" y="1238"/>
                </a:lnTo>
                <a:lnTo>
                  <a:pt x="1737932" y="5715"/>
                </a:lnTo>
                <a:lnTo>
                  <a:pt x="1711643" y="34861"/>
                </a:lnTo>
                <a:lnTo>
                  <a:pt x="1685449" y="35909"/>
                </a:lnTo>
                <a:lnTo>
                  <a:pt x="1659160" y="3238"/>
                </a:lnTo>
                <a:lnTo>
                  <a:pt x="1632966" y="13621"/>
                </a:lnTo>
                <a:lnTo>
                  <a:pt x="1606772" y="9811"/>
                </a:lnTo>
                <a:lnTo>
                  <a:pt x="1580578" y="33814"/>
                </a:lnTo>
                <a:lnTo>
                  <a:pt x="1554385" y="17145"/>
                </a:lnTo>
                <a:lnTo>
                  <a:pt x="1528191" y="5144"/>
                </a:lnTo>
                <a:lnTo>
                  <a:pt x="1501997" y="27813"/>
                </a:lnTo>
                <a:lnTo>
                  <a:pt x="1475803" y="35623"/>
                </a:lnTo>
                <a:lnTo>
                  <a:pt x="1449610" y="6286"/>
                </a:lnTo>
                <a:lnTo>
                  <a:pt x="1423416" y="7620"/>
                </a:lnTo>
                <a:lnTo>
                  <a:pt x="1397222" y="0"/>
                </a:lnTo>
                <a:lnTo>
                  <a:pt x="1371028" y="9430"/>
                </a:lnTo>
                <a:lnTo>
                  <a:pt x="1344835" y="3905"/>
                </a:lnTo>
                <a:lnTo>
                  <a:pt x="1318641" y="8192"/>
                </a:lnTo>
                <a:lnTo>
                  <a:pt x="1292447" y="11335"/>
                </a:lnTo>
                <a:lnTo>
                  <a:pt x="1266253" y="9811"/>
                </a:lnTo>
                <a:lnTo>
                  <a:pt x="1240060" y="30575"/>
                </a:lnTo>
                <a:lnTo>
                  <a:pt x="1213866" y="12002"/>
                </a:lnTo>
                <a:lnTo>
                  <a:pt x="1187672" y="7239"/>
                </a:lnTo>
                <a:lnTo>
                  <a:pt x="1161478" y="17145"/>
                </a:lnTo>
                <a:lnTo>
                  <a:pt x="1135285" y="18383"/>
                </a:lnTo>
                <a:lnTo>
                  <a:pt x="1109091" y="36195"/>
                </a:lnTo>
                <a:lnTo>
                  <a:pt x="1082897" y="13525"/>
                </a:lnTo>
                <a:lnTo>
                  <a:pt x="1056703" y="39052"/>
                </a:lnTo>
                <a:lnTo>
                  <a:pt x="1030510" y="35909"/>
                </a:lnTo>
                <a:lnTo>
                  <a:pt x="1004316" y="32575"/>
                </a:lnTo>
                <a:lnTo>
                  <a:pt x="978122" y="29623"/>
                </a:lnTo>
                <a:lnTo>
                  <a:pt x="951928" y="4477"/>
                </a:lnTo>
                <a:lnTo>
                  <a:pt x="925735" y="20955"/>
                </a:lnTo>
                <a:lnTo>
                  <a:pt x="899541" y="34576"/>
                </a:lnTo>
                <a:lnTo>
                  <a:pt x="873347" y="17907"/>
                </a:lnTo>
                <a:lnTo>
                  <a:pt x="847153" y="24289"/>
                </a:lnTo>
                <a:lnTo>
                  <a:pt x="820960" y="10954"/>
                </a:lnTo>
                <a:lnTo>
                  <a:pt x="794766" y="31432"/>
                </a:lnTo>
                <a:lnTo>
                  <a:pt x="768572" y="28099"/>
                </a:lnTo>
                <a:lnTo>
                  <a:pt x="742378" y="18859"/>
                </a:lnTo>
                <a:lnTo>
                  <a:pt x="716185" y="37909"/>
                </a:lnTo>
                <a:lnTo>
                  <a:pt x="689991" y="28194"/>
                </a:lnTo>
                <a:lnTo>
                  <a:pt x="663797" y="22765"/>
                </a:lnTo>
                <a:lnTo>
                  <a:pt x="637603" y="20002"/>
                </a:lnTo>
                <a:lnTo>
                  <a:pt x="611410" y="21050"/>
                </a:lnTo>
                <a:lnTo>
                  <a:pt x="585216" y="39338"/>
                </a:lnTo>
                <a:lnTo>
                  <a:pt x="559022" y="13525"/>
                </a:lnTo>
                <a:lnTo>
                  <a:pt x="532828" y="27432"/>
                </a:lnTo>
                <a:lnTo>
                  <a:pt x="506635" y="13049"/>
                </a:lnTo>
                <a:lnTo>
                  <a:pt x="480441" y="26956"/>
                </a:lnTo>
                <a:lnTo>
                  <a:pt x="454247" y="34195"/>
                </a:lnTo>
                <a:lnTo>
                  <a:pt x="428053" y="31147"/>
                </a:lnTo>
                <a:lnTo>
                  <a:pt x="401860" y="26575"/>
                </a:lnTo>
                <a:lnTo>
                  <a:pt x="375666" y="18574"/>
                </a:lnTo>
                <a:lnTo>
                  <a:pt x="349472" y="28003"/>
                </a:lnTo>
                <a:lnTo>
                  <a:pt x="323278" y="18955"/>
                </a:lnTo>
                <a:lnTo>
                  <a:pt x="297085" y="2000"/>
                </a:lnTo>
                <a:lnTo>
                  <a:pt x="270891" y="9239"/>
                </a:lnTo>
                <a:lnTo>
                  <a:pt x="244697" y="34385"/>
                </a:lnTo>
                <a:lnTo>
                  <a:pt x="218503" y="10287"/>
                </a:lnTo>
                <a:lnTo>
                  <a:pt x="192310" y="2667"/>
                </a:lnTo>
                <a:lnTo>
                  <a:pt x="166116" y="5620"/>
                </a:lnTo>
                <a:lnTo>
                  <a:pt x="139922" y="17240"/>
                </a:lnTo>
                <a:lnTo>
                  <a:pt x="113728" y="17050"/>
                </a:lnTo>
                <a:lnTo>
                  <a:pt x="87535" y="12192"/>
                </a:lnTo>
                <a:lnTo>
                  <a:pt x="61341" y="20002"/>
                </a:lnTo>
                <a:lnTo>
                  <a:pt x="6572" y="4477"/>
                </a:lnTo>
                <a:lnTo>
                  <a:pt x="476" y="6286"/>
                </a:lnTo>
                <a:lnTo>
                  <a:pt x="476" y="72580"/>
                </a:lnTo>
                <a:lnTo>
                  <a:pt x="39815" y="76295"/>
                </a:lnTo>
                <a:cubicBezTo>
                  <a:pt x="43434" y="64579"/>
                  <a:pt x="54292" y="56102"/>
                  <a:pt x="67151" y="56102"/>
                </a:cubicBezTo>
                <a:cubicBezTo>
                  <a:pt x="83058" y="56102"/>
                  <a:pt x="95917" y="68961"/>
                  <a:pt x="95917" y="84868"/>
                </a:cubicBezTo>
                <a:cubicBezTo>
                  <a:pt x="95917" y="100775"/>
                  <a:pt x="83058" y="113633"/>
                  <a:pt x="67151" y="113633"/>
                </a:cubicBezTo>
                <a:cubicBezTo>
                  <a:pt x="56864" y="113633"/>
                  <a:pt x="47911" y="108204"/>
                  <a:pt x="42767" y="100013"/>
                </a:cubicBezTo>
                <a:lnTo>
                  <a:pt x="18193" y="100584"/>
                </a:lnTo>
                <a:lnTo>
                  <a:pt x="381" y="104489"/>
                </a:lnTo>
                <a:lnTo>
                  <a:pt x="381" y="179737"/>
                </a:lnTo>
                <a:lnTo>
                  <a:pt x="39719" y="183452"/>
                </a:lnTo>
                <a:cubicBezTo>
                  <a:pt x="43339" y="171736"/>
                  <a:pt x="54197" y="163259"/>
                  <a:pt x="67056" y="163259"/>
                </a:cubicBezTo>
                <a:cubicBezTo>
                  <a:pt x="82963" y="163259"/>
                  <a:pt x="95821" y="176117"/>
                  <a:pt x="95821" y="192024"/>
                </a:cubicBezTo>
                <a:cubicBezTo>
                  <a:pt x="95821" y="207931"/>
                  <a:pt x="82963" y="220790"/>
                  <a:pt x="67056" y="220790"/>
                </a:cubicBezTo>
                <a:cubicBezTo>
                  <a:pt x="56769" y="220790"/>
                  <a:pt x="47816" y="215360"/>
                  <a:pt x="42672" y="207169"/>
                </a:cubicBezTo>
                <a:lnTo>
                  <a:pt x="18098" y="207740"/>
                </a:lnTo>
                <a:lnTo>
                  <a:pt x="286" y="211645"/>
                </a:lnTo>
                <a:lnTo>
                  <a:pt x="286" y="286893"/>
                </a:lnTo>
                <a:lnTo>
                  <a:pt x="39624" y="290608"/>
                </a:lnTo>
                <a:cubicBezTo>
                  <a:pt x="43243" y="278892"/>
                  <a:pt x="54102" y="270415"/>
                  <a:pt x="66961" y="270415"/>
                </a:cubicBezTo>
                <a:cubicBezTo>
                  <a:pt x="82867" y="270415"/>
                  <a:pt x="95726" y="283273"/>
                  <a:pt x="95726" y="299180"/>
                </a:cubicBezTo>
                <a:cubicBezTo>
                  <a:pt x="95726" y="315087"/>
                  <a:pt x="82867" y="327946"/>
                  <a:pt x="66961" y="327946"/>
                </a:cubicBezTo>
                <a:cubicBezTo>
                  <a:pt x="56674" y="327946"/>
                  <a:pt x="47720" y="322516"/>
                  <a:pt x="42577" y="314325"/>
                </a:cubicBezTo>
                <a:lnTo>
                  <a:pt x="18002" y="314897"/>
                </a:lnTo>
                <a:lnTo>
                  <a:pt x="190" y="318802"/>
                </a:lnTo>
                <a:lnTo>
                  <a:pt x="190" y="394049"/>
                </a:lnTo>
                <a:lnTo>
                  <a:pt x="39529" y="397764"/>
                </a:lnTo>
                <a:cubicBezTo>
                  <a:pt x="43148" y="386048"/>
                  <a:pt x="54007" y="377571"/>
                  <a:pt x="66866" y="377571"/>
                </a:cubicBezTo>
                <a:cubicBezTo>
                  <a:pt x="82772" y="377571"/>
                  <a:pt x="95631" y="390430"/>
                  <a:pt x="95631" y="406336"/>
                </a:cubicBezTo>
                <a:cubicBezTo>
                  <a:pt x="95631" y="422243"/>
                  <a:pt x="82772" y="435102"/>
                  <a:pt x="66866" y="435102"/>
                </a:cubicBezTo>
                <a:cubicBezTo>
                  <a:pt x="56578" y="435102"/>
                  <a:pt x="47625" y="429673"/>
                  <a:pt x="42482" y="421481"/>
                </a:cubicBezTo>
                <a:lnTo>
                  <a:pt x="17907" y="422053"/>
                </a:lnTo>
                <a:lnTo>
                  <a:pt x="95" y="425958"/>
                </a:lnTo>
                <a:lnTo>
                  <a:pt x="95" y="501206"/>
                </a:lnTo>
                <a:lnTo>
                  <a:pt x="39433" y="504920"/>
                </a:lnTo>
                <a:cubicBezTo>
                  <a:pt x="43053" y="493204"/>
                  <a:pt x="53911" y="484727"/>
                  <a:pt x="66770" y="484727"/>
                </a:cubicBezTo>
                <a:cubicBezTo>
                  <a:pt x="82677" y="484727"/>
                  <a:pt x="95536" y="497586"/>
                  <a:pt x="95536" y="513493"/>
                </a:cubicBezTo>
                <a:cubicBezTo>
                  <a:pt x="95536" y="529399"/>
                  <a:pt x="82677" y="542258"/>
                  <a:pt x="66770" y="542258"/>
                </a:cubicBezTo>
                <a:cubicBezTo>
                  <a:pt x="56483" y="542258"/>
                  <a:pt x="47530" y="536829"/>
                  <a:pt x="42386" y="528637"/>
                </a:cubicBezTo>
                <a:lnTo>
                  <a:pt x="17812" y="529209"/>
                </a:lnTo>
                <a:lnTo>
                  <a:pt x="0" y="533114"/>
                </a:lnTo>
                <a:lnTo>
                  <a:pt x="0" y="598837"/>
                </a:lnTo>
                <a:lnTo>
                  <a:pt x="6191" y="597408"/>
                </a:lnTo>
                <a:lnTo>
                  <a:pt x="61150" y="608362"/>
                </a:lnTo>
                <a:lnTo>
                  <a:pt x="87440" y="610172"/>
                </a:lnTo>
                <a:lnTo>
                  <a:pt x="113728" y="573786"/>
                </a:lnTo>
                <a:lnTo>
                  <a:pt x="140017" y="579501"/>
                </a:lnTo>
                <a:lnTo>
                  <a:pt x="166211" y="588645"/>
                </a:lnTo>
                <a:lnTo>
                  <a:pt x="192500" y="600837"/>
                </a:lnTo>
                <a:lnTo>
                  <a:pt x="218789" y="588740"/>
                </a:lnTo>
                <a:lnTo>
                  <a:pt x="245078" y="605504"/>
                </a:lnTo>
                <a:lnTo>
                  <a:pt x="271367" y="580739"/>
                </a:lnTo>
                <a:lnTo>
                  <a:pt x="297656" y="603409"/>
                </a:lnTo>
                <a:lnTo>
                  <a:pt x="323850" y="606457"/>
                </a:lnTo>
                <a:lnTo>
                  <a:pt x="350139" y="611124"/>
                </a:lnTo>
                <a:lnTo>
                  <a:pt x="376333" y="577882"/>
                </a:lnTo>
                <a:lnTo>
                  <a:pt x="402622" y="597694"/>
                </a:lnTo>
                <a:lnTo>
                  <a:pt x="428816" y="578834"/>
                </a:lnTo>
                <a:lnTo>
                  <a:pt x="455009" y="598646"/>
                </a:lnTo>
                <a:lnTo>
                  <a:pt x="481203" y="584549"/>
                </a:lnTo>
                <a:lnTo>
                  <a:pt x="507397" y="588740"/>
                </a:lnTo>
                <a:lnTo>
                  <a:pt x="533591" y="589598"/>
                </a:lnTo>
                <a:lnTo>
                  <a:pt x="559784" y="588074"/>
                </a:lnTo>
                <a:lnTo>
                  <a:pt x="585978" y="588074"/>
                </a:lnTo>
                <a:cubicBezTo>
                  <a:pt x="585978" y="588074"/>
                  <a:pt x="612172" y="603599"/>
                  <a:pt x="612172" y="603599"/>
                </a:cubicBezTo>
                <a:lnTo>
                  <a:pt x="638366" y="611886"/>
                </a:lnTo>
                <a:lnTo>
                  <a:pt x="664559" y="590169"/>
                </a:lnTo>
                <a:lnTo>
                  <a:pt x="690753" y="589026"/>
                </a:lnTo>
                <a:lnTo>
                  <a:pt x="716947" y="594360"/>
                </a:lnTo>
                <a:lnTo>
                  <a:pt x="743141" y="595217"/>
                </a:lnTo>
                <a:lnTo>
                  <a:pt x="769334" y="602361"/>
                </a:lnTo>
                <a:lnTo>
                  <a:pt x="795623" y="584168"/>
                </a:lnTo>
                <a:lnTo>
                  <a:pt x="821817" y="589693"/>
                </a:lnTo>
                <a:lnTo>
                  <a:pt x="848011" y="585311"/>
                </a:lnTo>
                <a:lnTo>
                  <a:pt x="874204" y="611791"/>
                </a:lnTo>
                <a:lnTo>
                  <a:pt x="900398" y="584645"/>
                </a:lnTo>
                <a:lnTo>
                  <a:pt x="926592" y="597122"/>
                </a:lnTo>
                <a:lnTo>
                  <a:pt x="952786" y="599408"/>
                </a:lnTo>
                <a:lnTo>
                  <a:pt x="978979" y="610933"/>
                </a:lnTo>
                <a:lnTo>
                  <a:pt x="1005173" y="606647"/>
                </a:lnTo>
                <a:lnTo>
                  <a:pt x="1031367" y="598837"/>
                </a:lnTo>
                <a:lnTo>
                  <a:pt x="1057561" y="613791"/>
                </a:lnTo>
                <a:lnTo>
                  <a:pt x="1083754" y="607124"/>
                </a:lnTo>
                <a:lnTo>
                  <a:pt x="1109948" y="591312"/>
                </a:lnTo>
                <a:lnTo>
                  <a:pt x="1136142" y="591312"/>
                </a:lnTo>
                <a:cubicBezTo>
                  <a:pt x="1136142" y="591312"/>
                  <a:pt x="1162336" y="589407"/>
                  <a:pt x="1162336" y="589407"/>
                </a:cubicBezTo>
                <a:lnTo>
                  <a:pt x="1188529" y="588740"/>
                </a:lnTo>
                <a:lnTo>
                  <a:pt x="1214723" y="600075"/>
                </a:lnTo>
                <a:lnTo>
                  <a:pt x="1240917" y="603599"/>
                </a:lnTo>
                <a:lnTo>
                  <a:pt x="1267111" y="607886"/>
                </a:lnTo>
                <a:lnTo>
                  <a:pt x="1293304" y="597884"/>
                </a:lnTo>
                <a:lnTo>
                  <a:pt x="1319498" y="591217"/>
                </a:lnTo>
                <a:lnTo>
                  <a:pt x="1345692" y="603028"/>
                </a:lnTo>
                <a:lnTo>
                  <a:pt x="1371886" y="593789"/>
                </a:lnTo>
                <a:lnTo>
                  <a:pt x="1398079" y="583025"/>
                </a:lnTo>
                <a:lnTo>
                  <a:pt x="1424273" y="611981"/>
                </a:lnTo>
                <a:lnTo>
                  <a:pt x="1450467" y="592836"/>
                </a:lnTo>
                <a:lnTo>
                  <a:pt x="1476661" y="593122"/>
                </a:lnTo>
                <a:lnTo>
                  <a:pt x="1502854" y="588359"/>
                </a:lnTo>
                <a:lnTo>
                  <a:pt x="1529048" y="588169"/>
                </a:lnTo>
                <a:lnTo>
                  <a:pt x="1555242" y="604647"/>
                </a:lnTo>
                <a:lnTo>
                  <a:pt x="1581436" y="595694"/>
                </a:lnTo>
                <a:lnTo>
                  <a:pt x="1607629" y="590550"/>
                </a:lnTo>
                <a:lnTo>
                  <a:pt x="1633823" y="590169"/>
                </a:lnTo>
                <a:lnTo>
                  <a:pt x="1660017" y="603028"/>
                </a:lnTo>
                <a:lnTo>
                  <a:pt x="1686211" y="584264"/>
                </a:lnTo>
                <a:lnTo>
                  <a:pt x="1712404" y="576644"/>
                </a:lnTo>
                <a:lnTo>
                  <a:pt x="1738598" y="590740"/>
                </a:lnTo>
                <a:lnTo>
                  <a:pt x="1764792" y="580549"/>
                </a:lnTo>
                <a:lnTo>
                  <a:pt x="1790986" y="573595"/>
                </a:lnTo>
                <a:lnTo>
                  <a:pt x="1817179" y="582549"/>
                </a:lnTo>
                <a:lnTo>
                  <a:pt x="1843373" y="593884"/>
                </a:lnTo>
                <a:lnTo>
                  <a:pt x="1869567" y="611981"/>
                </a:lnTo>
                <a:lnTo>
                  <a:pt x="1895761" y="588359"/>
                </a:lnTo>
                <a:lnTo>
                  <a:pt x="1921954" y="593217"/>
                </a:lnTo>
                <a:lnTo>
                  <a:pt x="1948148" y="601218"/>
                </a:lnTo>
                <a:lnTo>
                  <a:pt x="1974342" y="575882"/>
                </a:lnTo>
                <a:lnTo>
                  <a:pt x="2000536" y="587788"/>
                </a:lnTo>
                <a:lnTo>
                  <a:pt x="2026729" y="595217"/>
                </a:lnTo>
                <a:lnTo>
                  <a:pt x="2057210" y="598075"/>
                </a:lnTo>
                <a:lnTo>
                  <a:pt x="2041493" y="568547"/>
                </a:lnTo>
                <a:lnTo>
                  <a:pt x="2070926" y="541496"/>
                </a:lnTo>
                <a:lnTo>
                  <a:pt x="2068259" y="515398"/>
                </a:lnTo>
                <a:close/>
              </a:path>
            </a:pathLst>
          </a:custGeom>
          <a:solidFill>
            <a:schemeClr val="lt2"/>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grpSp>
        <p:nvGrpSpPr>
          <p:cNvPr id="1603" name="Google Shape;1603;p57"/>
          <p:cNvGrpSpPr/>
          <p:nvPr/>
        </p:nvGrpSpPr>
        <p:grpSpPr>
          <a:xfrm>
            <a:off x="4565580" y="1323602"/>
            <a:ext cx="3432984" cy="2496295"/>
            <a:chOff x="331763" y="414153"/>
            <a:chExt cx="6903246" cy="5019697"/>
          </a:xfrm>
        </p:grpSpPr>
        <p:sp>
          <p:nvSpPr>
            <p:cNvPr id="1604" name="Google Shape;1604;p57"/>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7"/>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7"/>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07" name="Google Shape;1607;p57"/>
          <p:cNvPicPr preferRelativeResize="0"/>
          <p:nvPr/>
        </p:nvPicPr>
        <p:blipFill rotWithShape="1">
          <a:blip r:embed="rId3">
            <a:alphaModFix/>
          </a:blip>
          <a:srcRect b="0" l="3891" r="3882" t="0"/>
          <a:stretch/>
        </p:blipFill>
        <p:spPr>
          <a:xfrm>
            <a:off x="4657517" y="1415829"/>
            <a:ext cx="3249110" cy="1981718"/>
          </a:xfrm>
          <a:prstGeom prst="rect">
            <a:avLst/>
          </a:prstGeom>
          <a:noFill/>
          <a:ln>
            <a:noFill/>
          </a:ln>
        </p:spPr>
      </p:pic>
      <p:sp>
        <p:nvSpPr>
          <p:cNvPr id="1608" name="Google Shape;1608;p57"/>
          <p:cNvSpPr txBox="1"/>
          <p:nvPr>
            <p:ph type="title"/>
          </p:nvPr>
        </p:nvSpPr>
        <p:spPr>
          <a:xfrm>
            <a:off x="991450" y="1882800"/>
            <a:ext cx="3233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a:t>
            </a:r>
            <a:r>
              <a:rPr lang="en"/>
              <a:t>omputer mockup</a:t>
            </a:r>
            <a:endParaRPr/>
          </a:p>
        </p:txBody>
      </p:sp>
      <p:sp>
        <p:nvSpPr>
          <p:cNvPr id="1609" name="Google Shape;1609;p57"/>
          <p:cNvSpPr txBox="1"/>
          <p:nvPr>
            <p:ph idx="1" type="subTitle"/>
          </p:nvPr>
        </p:nvSpPr>
        <p:spPr>
          <a:xfrm>
            <a:off x="991450" y="2455500"/>
            <a:ext cx="32331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1610" name="Google Shape;1610;p57"/>
          <p:cNvSpPr/>
          <p:nvPr/>
        </p:nvSpPr>
        <p:spPr>
          <a:xfrm rot="774501">
            <a:off x="3214702" y="4291188"/>
            <a:ext cx="283554" cy="302566"/>
          </a:xfrm>
          <a:custGeom>
            <a:rect b="b" l="l" r="r" t="t"/>
            <a:pathLst>
              <a:path extrusionOk="0" h="97253" w="91142">
                <a:moveTo>
                  <a:pt x="45558" y="44124"/>
                </a:moveTo>
                <a:cubicBezTo>
                  <a:pt x="43932" y="36417"/>
                  <a:pt x="41598" y="28993"/>
                  <a:pt x="38487" y="21782"/>
                </a:cubicBezTo>
                <a:cubicBezTo>
                  <a:pt x="35730" y="15490"/>
                  <a:pt x="32620" y="7995"/>
                  <a:pt x="27246" y="3470"/>
                </a:cubicBezTo>
                <a:cubicBezTo>
                  <a:pt x="16994" y="-5155"/>
                  <a:pt x="4127" y="3682"/>
                  <a:pt x="1157" y="14853"/>
                </a:cubicBezTo>
                <a:cubicBezTo>
                  <a:pt x="-2590" y="28923"/>
                  <a:pt x="3349" y="44265"/>
                  <a:pt x="10561" y="56214"/>
                </a:cubicBezTo>
                <a:cubicBezTo>
                  <a:pt x="19257" y="70636"/>
                  <a:pt x="31276" y="82585"/>
                  <a:pt x="40821" y="96372"/>
                </a:cubicBezTo>
                <a:cubicBezTo>
                  <a:pt x="41527" y="97361"/>
                  <a:pt x="42800" y="97573"/>
                  <a:pt x="43649" y="96725"/>
                </a:cubicBezTo>
                <a:cubicBezTo>
                  <a:pt x="61960" y="79474"/>
                  <a:pt x="78646" y="58051"/>
                  <a:pt x="88120" y="34579"/>
                </a:cubicBezTo>
                <a:cubicBezTo>
                  <a:pt x="91867" y="25176"/>
                  <a:pt x="93564" y="13369"/>
                  <a:pt x="84514" y="6440"/>
                </a:cubicBezTo>
                <a:cubicBezTo>
                  <a:pt x="76595" y="360"/>
                  <a:pt x="65566" y="1491"/>
                  <a:pt x="57506" y="6581"/>
                </a:cubicBezTo>
                <a:cubicBezTo>
                  <a:pt x="45416" y="14287"/>
                  <a:pt x="39477" y="28287"/>
                  <a:pt x="32973" y="40518"/>
                </a:cubicBezTo>
                <a:cubicBezTo>
                  <a:pt x="32195" y="42073"/>
                  <a:pt x="34316" y="43275"/>
                  <a:pt x="35235" y="41861"/>
                </a:cubicBezTo>
                <a:cubicBezTo>
                  <a:pt x="43083" y="30619"/>
                  <a:pt x="47962" y="16126"/>
                  <a:pt x="60263" y="8702"/>
                </a:cubicBezTo>
                <a:cubicBezTo>
                  <a:pt x="66203" y="5096"/>
                  <a:pt x="73626" y="3965"/>
                  <a:pt x="80060" y="7005"/>
                </a:cubicBezTo>
                <a:cubicBezTo>
                  <a:pt x="87342" y="10399"/>
                  <a:pt x="89605" y="18106"/>
                  <a:pt x="88261" y="25600"/>
                </a:cubicBezTo>
                <a:cubicBezTo>
                  <a:pt x="86989" y="32528"/>
                  <a:pt x="83524" y="38821"/>
                  <a:pt x="80130" y="44901"/>
                </a:cubicBezTo>
                <a:cubicBezTo>
                  <a:pt x="76737" y="50981"/>
                  <a:pt x="73202" y="56638"/>
                  <a:pt x="69313" y="62223"/>
                </a:cubicBezTo>
                <a:cubicBezTo>
                  <a:pt x="61112" y="73889"/>
                  <a:pt x="51567" y="84564"/>
                  <a:pt x="41033" y="94180"/>
                </a:cubicBezTo>
                <a:lnTo>
                  <a:pt x="43861" y="94533"/>
                </a:lnTo>
                <a:cubicBezTo>
                  <a:pt x="29226" y="73252"/>
                  <a:pt x="5470" y="53880"/>
                  <a:pt x="3632" y="26307"/>
                </a:cubicBezTo>
                <a:cubicBezTo>
                  <a:pt x="3208" y="19873"/>
                  <a:pt x="3985" y="12661"/>
                  <a:pt x="8581" y="7712"/>
                </a:cubicBezTo>
                <a:cubicBezTo>
                  <a:pt x="13813" y="1986"/>
                  <a:pt x="21590" y="1844"/>
                  <a:pt x="26893" y="7430"/>
                </a:cubicBezTo>
                <a:cubicBezTo>
                  <a:pt x="31347" y="12096"/>
                  <a:pt x="34316" y="18671"/>
                  <a:pt x="36932" y="24468"/>
                </a:cubicBezTo>
                <a:cubicBezTo>
                  <a:pt x="39831" y="30973"/>
                  <a:pt x="42093" y="37689"/>
                  <a:pt x="43719" y="44618"/>
                </a:cubicBezTo>
                <a:cubicBezTo>
                  <a:pt x="44002" y="45820"/>
                  <a:pt x="45770" y="45325"/>
                  <a:pt x="45558" y="44124"/>
                </a:cubicBezTo>
                <a:lnTo>
                  <a:pt x="45558" y="4412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11" name="Google Shape;1611;p57"/>
          <p:cNvGrpSpPr/>
          <p:nvPr/>
        </p:nvGrpSpPr>
        <p:grpSpPr>
          <a:xfrm flipH="1">
            <a:off x="-878571" y="-1188410"/>
            <a:ext cx="3086375" cy="2714505"/>
            <a:chOff x="6783141" y="-621410"/>
            <a:chExt cx="3086375" cy="2714505"/>
          </a:xfrm>
        </p:grpSpPr>
        <p:sp>
          <p:nvSpPr>
            <p:cNvPr id="1612" name="Google Shape;1612;p57"/>
            <p:cNvSpPr/>
            <p:nvPr/>
          </p:nvSpPr>
          <p:spPr>
            <a:xfrm rot="10800000">
              <a:off x="6783141" y="-618659"/>
              <a:ext cx="3059909" cy="2689841"/>
            </a:xfrm>
            <a:custGeom>
              <a:rect b="b" l="l" r="r" t="t"/>
              <a:pathLst>
                <a:path extrusionOk="0" h="1308925" w="1489007">
                  <a:moveTo>
                    <a:pt x="1209770" y="1308926"/>
                  </a:moveTo>
                  <a:lnTo>
                    <a:pt x="0" y="873919"/>
                  </a:lnTo>
                  <a:lnTo>
                    <a:pt x="117634" y="546830"/>
                  </a:lnTo>
                  <a:cubicBezTo>
                    <a:pt x="121063" y="546640"/>
                    <a:pt x="124587" y="546545"/>
                    <a:pt x="127445" y="547307"/>
                  </a:cubicBezTo>
                  <a:cubicBezTo>
                    <a:pt x="132112" y="540544"/>
                    <a:pt x="131636" y="533686"/>
                    <a:pt x="138398" y="528733"/>
                  </a:cubicBezTo>
                  <a:cubicBezTo>
                    <a:pt x="145732" y="523208"/>
                    <a:pt x="157067" y="521875"/>
                    <a:pt x="164211" y="516160"/>
                  </a:cubicBezTo>
                  <a:cubicBezTo>
                    <a:pt x="170974" y="510731"/>
                    <a:pt x="173641" y="500539"/>
                    <a:pt x="176308" y="490442"/>
                  </a:cubicBezTo>
                  <a:cubicBezTo>
                    <a:pt x="176974" y="487394"/>
                    <a:pt x="177832" y="484346"/>
                    <a:pt x="178689" y="481394"/>
                  </a:cubicBezTo>
                  <a:cubicBezTo>
                    <a:pt x="180022" y="476441"/>
                    <a:pt x="181832" y="471869"/>
                    <a:pt x="184309" y="468154"/>
                  </a:cubicBezTo>
                  <a:cubicBezTo>
                    <a:pt x="202882" y="475488"/>
                    <a:pt x="210788" y="436055"/>
                    <a:pt x="214884" y="424624"/>
                  </a:cubicBezTo>
                  <a:lnTo>
                    <a:pt x="226219" y="393192"/>
                  </a:lnTo>
                  <a:cubicBezTo>
                    <a:pt x="229076" y="385286"/>
                    <a:pt x="230600" y="375571"/>
                    <a:pt x="234887" y="368522"/>
                  </a:cubicBezTo>
                  <a:cubicBezTo>
                    <a:pt x="236125" y="366427"/>
                    <a:pt x="238411" y="367094"/>
                    <a:pt x="239554" y="365379"/>
                  </a:cubicBezTo>
                  <a:cubicBezTo>
                    <a:pt x="245554" y="356140"/>
                    <a:pt x="249746" y="347091"/>
                    <a:pt x="253651" y="337566"/>
                  </a:cubicBezTo>
                  <a:cubicBezTo>
                    <a:pt x="254889" y="334709"/>
                    <a:pt x="255937" y="331851"/>
                    <a:pt x="256985" y="328898"/>
                  </a:cubicBezTo>
                  <a:cubicBezTo>
                    <a:pt x="257461" y="327755"/>
                    <a:pt x="257842" y="326708"/>
                    <a:pt x="258223" y="325565"/>
                  </a:cubicBezTo>
                  <a:cubicBezTo>
                    <a:pt x="262128" y="314897"/>
                    <a:pt x="262319" y="319754"/>
                    <a:pt x="271939" y="320040"/>
                  </a:cubicBezTo>
                  <a:cubicBezTo>
                    <a:pt x="273939" y="320040"/>
                    <a:pt x="275463" y="319564"/>
                    <a:pt x="276987" y="318802"/>
                  </a:cubicBezTo>
                  <a:cubicBezTo>
                    <a:pt x="278416" y="318230"/>
                    <a:pt x="279845" y="317564"/>
                    <a:pt x="281369" y="317183"/>
                  </a:cubicBezTo>
                  <a:cubicBezTo>
                    <a:pt x="283845" y="316801"/>
                    <a:pt x="285464" y="317564"/>
                    <a:pt x="287179" y="317754"/>
                  </a:cubicBezTo>
                  <a:cubicBezTo>
                    <a:pt x="288417" y="317945"/>
                    <a:pt x="289750" y="317754"/>
                    <a:pt x="291655" y="316516"/>
                  </a:cubicBezTo>
                  <a:cubicBezTo>
                    <a:pt x="296799" y="312992"/>
                    <a:pt x="300609" y="302800"/>
                    <a:pt x="303562" y="297751"/>
                  </a:cubicBezTo>
                  <a:cubicBezTo>
                    <a:pt x="311277" y="299847"/>
                    <a:pt x="316992" y="298323"/>
                    <a:pt x="324803" y="300323"/>
                  </a:cubicBezTo>
                  <a:cubicBezTo>
                    <a:pt x="329660" y="293561"/>
                    <a:pt x="330232" y="283559"/>
                    <a:pt x="333661" y="275844"/>
                  </a:cubicBezTo>
                  <a:cubicBezTo>
                    <a:pt x="334899" y="273272"/>
                    <a:pt x="336423" y="270891"/>
                    <a:pt x="338709" y="269081"/>
                  </a:cubicBezTo>
                  <a:cubicBezTo>
                    <a:pt x="338995" y="268796"/>
                    <a:pt x="339471" y="268415"/>
                    <a:pt x="339947" y="268224"/>
                  </a:cubicBezTo>
                  <a:cubicBezTo>
                    <a:pt x="342233" y="266605"/>
                    <a:pt x="345377" y="265367"/>
                    <a:pt x="347853" y="264890"/>
                  </a:cubicBezTo>
                  <a:cubicBezTo>
                    <a:pt x="348996" y="264605"/>
                    <a:pt x="356521" y="265748"/>
                    <a:pt x="356806" y="265462"/>
                  </a:cubicBezTo>
                  <a:cubicBezTo>
                    <a:pt x="362236" y="261366"/>
                    <a:pt x="356806" y="241078"/>
                    <a:pt x="357473" y="234696"/>
                  </a:cubicBezTo>
                  <a:cubicBezTo>
                    <a:pt x="358330" y="226409"/>
                    <a:pt x="357092" y="220599"/>
                    <a:pt x="354806" y="212884"/>
                  </a:cubicBezTo>
                  <a:cubicBezTo>
                    <a:pt x="353949" y="210026"/>
                    <a:pt x="348424" y="201454"/>
                    <a:pt x="350330" y="198596"/>
                  </a:cubicBezTo>
                  <a:cubicBezTo>
                    <a:pt x="354139" y="193262"/>
                    <a:pt x="379952" y="203549"/>
                    <a:pt x="385096" y="204597"/>
                  </a:cubicBezTo>
                  <a:cubicBezTo>
                    <a:pt x="386239" y="204788"/>
                    <a:pt x="387191" y="204978"/>
                    <a:pt x="388334" y="205169"/>
                  </a:cubicBezTo>
                  <a:cubicBezTo>
                    <a:pt x="394525" y="206312"/>
                    <a:pt x="400717" y="207264"/>
                    <a:pt x="407003" y="208312"/>
                  </a:cubicBezTo>
                  <a:cubicBezTo>
                    <a:pt x="410051" y="208788"/>
                    <a:pt x="413290" y="209360"/>
                    <a:pt x="416338" y="209931"/>
                  </a:cubicBezTo>
                  <a:cubicBezTo>
                    <a:pt x="417481" y="210026"/>
                    <a:pt x="418433" y="210312"/>
                    <a:pt x="419576" y="210503"/>
                  </a:cubicBezTo>
                  <a:cubicBezTo>
                    <a:pt x="420433" y="209741"/>
                    <a:pt x="421100" y="208598"/>
                    <a:pt x="421291" y="207074"/>
                  </a:cubicBezTo>
                  <a:cubicBezTo>
                    <a:pt x="422148" y="204121"/>
                    <a:pt x="421767" y="199930"/>
                    <a:pt x="421291" y="195834"/>
                  </a:cubicBezTo>
                  <a:cubicBezTo>
                    <a:pt x="420814" y="191357"/>
                    <a:pt x="420338" y="186785"/>
                    <a:pt x="421005" y="183928"/>
                  </a:cubicBezTo>
                  <a:cubicBezTo>
                    <a:pt x="422624" y="177165"/>
                    <a:pt x="425958" y="171736"/>
                    <a:pt x="427387" y="164878"/>
                  </a:cubicBezTo>
                  <a:cubicBezTo>
                    <a:pt x="429196" y="155353"/>
                    <a:pt x="430435" y="141732"/>
                    <a:pt x="434816" y="131445"/>
                  </a:cubicBezTo>
                  <a:cubicBezTo>
                    <a:pt x="435864" y="128969"/>
                    <a:pt x="437197" y="126587"/>
                    <a:pt x="438626" y="124587"/>
                  </a:cubicBezTo>
                  <a:cubicBezTo>
                    <a:pt x="439007" y="124016"/>
                    <a:pt x="439388" y="123635"/>
                    <a:pt x="439769" y="123349"/>
                  </a:cubicBezTo>
                  <a:cubicBezTo>
                    <a:pt x="441388" y="121730"/>
                    <a:pt x="443103" y="121825"/>
                    <a:pt x="445198" y="120491"/>
                  </a:cubicBezTo>
                  <a:cubicBezTo>
                    <a:pt x="446627" y="119539"/>
                    <a:pt x="448056" y="118586"/>
                    <a:pt x="449389" y="117539"/>
                  </a:cubicBezTo>
                  <a:cubicBezTo>
                    <a:pt x="454247" y="114300"/>
                    <a:pt x="458819" y="110966"/>
                    <a:pt x="463487" y="107442"/>
                  </a:cubicBezTo>
                  <a:cubicBezTo>
                    <a:pt x="472821" y="100298"/>
                    <a:pt x="479679" y="93917"/>
                    <a:pt x="484441" y="83915"/>
                  </a:cubicBezTo>
                  <a:cubicBezTo>
                    <a:pt x="487680" y="77057"/>
                    <a:pt x="493966" y="70390"/>
                    <a:pt x="499396" y="64199"/>
                  </a:cubicBezTo>
                  <a:cubicBezTo>
                    <a:pt x="499967" y="63722"/>
                    <a:pt x="500348" y="63151"/>
                    <a:pt x="500824" y="62675"/>
                  </a:cubicBezTo>
                  <a:cubicBezTo>
                    <a:pt x="502920" y="60293"/>
                    <a:pt x="505111" y="58579"/>
                    <a:pt x="507302" y="57245"/>
                  </a:cubicBezTo>
                  <a:cubicBezTo>
                    <a:pt x="511493" y="54578"/>
                    <a:pt x="515874" y="52864"/>
                    <a:pt x="520065" y="49340"/>
                  </a:cubicBezTo>
                  <a:cubicBezTo>
                    <a:pt x="526352" y="44291"/>
                    <a:pt x="532447" y="40291"/>
                    <a:pt x="537686" y="34385"/>
                  </a:cubicBezTo>
                  <a:cubicBezTo>
                    <a:pt x="540353" y="31433"/>
                    <a:pt x="542449" y="26003"/>
                    <a:pt x="545306" y="23432"/>
                  </a:cubicBezTo>
                  <a:cubicBezTo>
                    <a:pt x="550640" y="18669"/>
                    <a:pt x="557784" y="20860"/>
                    <a:pt x="564166" y="22384"/>
                  </a:cubicBezTo>
                  <a:cubicBezTo>
                    <a:pt x="565499" y="22670"/>
                    <a:pt x="566928" y="22955"/>
                    <a:pt x="568071" y="23241"/>
                  </a:cubicBezTo>
                  <a:cubicBezTo>
                    <a:pt x="570166" y="20384"/>
                    <a:pt x="569309" y="16002"/>
                    <a:pt x="568071" y="11621"/>
                  </a:cubicBezTo>
                  <a:lnTo>
                    <a:pt x="572262" y="0"/>
                  </a:lnTo>
                  <a:lnTo>
                    <a:pt x="574643" y="857"/>
                  </a:lnTo>
                  <a:cubicBezTo>
                    <a:pt x="573500" y="3905"/>
                    <a:pt x="571976" y="6001"/>
                    <a:pt x="574167" y="9811"/>
                  </a:cubicBezTo>
                  <a:cubicBezTo>
                    <a:pt x="575024" y="11049"/>
                    <a:pt x="576167" y="12287"/>
                    <a:pt x="577310" y="13430"/>
                  </a:cubicBezTo>
                  <a:cubicBezTo>
                    <a:pt x="579691" y="15621"/>
                    <a:pt x="582549" y="17812"/>
                    <a:pt x="584454" y="20288"/>
                  </a:cubicBezTo>
                  <a:cubicBezTo>
                    <a:pt x="588836" y="26099"/>
                    <a:pt x="591312" y="26289"/>
                    <a:pt x="596741" y="29813"/>
                  </a:cubicBezTo>
                  <a:cubicBezTo>
                    <a:pt x="605219" y="35147"/>
                    <a:pt x="609314" y="48101"/>
                    <a:pt x="609505" y="58388"/>
                  </a:cubicBezTo>
                  <a:cubicBezTo>
                    <a:pt x="617506" y="62960"/>
                    <a:pt x="623506" y="67818"/>
                    <a:pt x="630936" y="73628"/>
                  </a:cubicBezTo>
                  <a:cubicBezTo>
                    <a:pt x="632365" y="74676"/>
                    <a:pt x="633698" y="75724"/>
                    <a:pt x="635127" y="76486"/>
                  </a:cubicBezTo>
                  <a:cubicBezTo>
                    <a:pt x="637889" y="78296"/>
                    <a:pt x="640652" y="79629"/>
                    <a:pt x="643414" y="80867"/>
                  </a:cubicBezTo>
                  <a:cubicBezTo>
                    <a:pt x="649986" y="83630"/>
                    <a:pt x="656844" y="85344"/>
                    <a:pt x="663988" y="87916"/>
                  </a:cubicBezTo>
                  <a:cubicBezTo>
                    <a:pt x="665036" y="86106"/>
                    <a:pt x="666464" y="85820"/>
                    <a:pt x="668369" y="87059"/>
                  </a:cubicBezTo>
                  <a:cubicBezTo>
                    <a:pt x="671989" y="90011"/>
                    <a:pt x="674561" y="93726"/>
                    <a:pt x="676180" y="98203"/>
                  </a:cubicBezTo>
                  <a:cubicBezTo>
                    <a:pt x="679323" y="104585"/>
                    <a:pt x="680466" y="110585"/>
                    <a:pt x="686657" y="114681"/>
                  </a:cubicBezTo>
                  <a:cubicBezTo>
                    <a:pt x="692468" y="118396"/>
                    <a:pt x="700754" y="120968"/>
                    <a:pt x="708850" y="123158"/>
                  </a:cubicBezTo>
                  <a:cubicBezTo>
                    <a:pt x="711898" y="123920"/>
                    <a:pt x="714947" y="124873"/>
                    <a:pt x="717804" y="125730"/>
                  </a:cubicBezTo>
                  <a:cubicBezTo>
                    <a:pt x="719899" y="126397"/>
                    <a:pt x="721900" y="126968"/>
                    <a:pt x="723710" y="127635"/>
                  </a:cubicBezTo>
                  <a:cubicBezTo>
                    <a:pt x="733425" y="131255"/>
                    <a:pt x="733520" y="130588"/>
                    <a:pt x="742093" y="129826"/>
                  </a:cubicBezTo>
                  <a:cubicBezTo>
                    <a:pt x="742950" y="129731"/>
                    <a:pt x="748379" y="129445"/>
                    <a:pt x="749141" y="129159"/>
                  </a:cubicBezTo>
                  <a:cubicBezTo>
                    <a:pt x="750856" y="127349"/>
                    <a:pt x="752951" y="126016"/>
                    <a:pt x="755332" y="125159"/>
                  </a:cubicBezTo>
                  <a:lnTo>
                    <a:pt x="769144" y="122968"/>
                  </a:lnTo>
                  <a:cubicBezTo>
                    <a:pt x="771620" y="122206"/>
                    <a:pt x="773621" y="120872"/>
                    <a:pt x="775430" y="118967"/>
                  </a:cubicBezTo>
                  <a:cubicBezTo>
                    <a:pt x="777049" y="119063"/>
                    <a:pt x="778764" y="119158"/>
                    <a:pt x="780383" y="119348"/>
                  </a:cubicBezTo>
                  <a:cubicBezTo>
                    <a:pt x="783241" y="118586"/>
                    <a:pt x="786289" y="117443"/>
                    <a:pt x="789146" y="116491"/>
                  </a:cubicBezTo>
                  <a:cubicBezTo>
                    <a:pt x="794766" y="114491"/>
                    <a:pt x="797243" y="112109"/>
                    <a:pt x="802386" y="113919"/>
                  </a:cubicBezTo>
                  <a:cubicBezTo>
                    <a:pt x="802862" y="114110"/>
                    <a:pt x="803338" y="114395"/>
                    <a:pt x="803815" y="114586"/>
                  </a:cubicBezTo>
                  <a:cubicBezTo>
                    <a:pt x="808482" y="116681"/>
                    <a:pt x="807720" y="117729"/>
                    <a:pt x="809911" y="120491"/>
                  </a:cubicBezTo>
                  <a:cubicBezTo>
                    <a:pt x="810197" y="120872"/>
                    <a:pt x="810387" y="121158"/>
                    <a:pt x="810673" y="121539"/>
                  </a:cubicBezTo>
                  <a:cubicBezTo>
                    <a:pt x="816673" y="128492"/>
                    <a:pt x="828485" y="126778"/>
                    <a:pt x="834485" y="133350"/>
                  </a:cubicBezTo>
                  <a:cubicBezTo>
                    <a:pt x="836771" y="135731"/>
                    <a:pt x="835914" y="138970"/>
                    <a:pt x="839057" y="141351"/>
                  </a:cubicBezTo>
                  <a:cubicBezTo>
                    <a:pt x="843439" y="144780"/>
                    <a:pt x="852202" y="146018"/>
                    <a:pt x="857536" y="147923"/>
                  </a:cubicBezTo>
                  <a:cubicBezTo>
                    <a:pt x="864489" y="150400"/>
                    <a:pt x="871347" y="152495"/>
                    <a:pt x="878205" y="154591"/>
                  </a:cubicBezTo>
                  <a:cubicBezTo>
                    <a:pt x="881158" y="155448"/>
                    <a:pt x="884206" y="156305"/>
                    <a:pt x="887254" y="157067"/>
                  </a:cubicBezTo>
                  <a:cubicBezTo>
                    <a:pt x="898970" y="160401"/>
                    <a:pt x="910780" y="163640"/>
                    <a:pt x="922591" y="167926"/>
                  </a:cubicBezTo>
                  <a:cubicBezTo>
                    <a:pt x="933926" y="172022"/>
                    <a:pt x="948309" y="174689"/>
                    <a:pt x="954596" y="186404"/>
                  </a:cubicBezTo>
                  <a:cubicBezTo>
                    <a:pt x="955262" y="187643"/>
                    <a:pt x="955548" y="188976"/>
                    <a:pt x="955834" y="190310"/>
                  </a:cubicBezTo>
                  <a:cubicBezTo>
                    <a:pt x="956310" y="192215"/>
                    <a:pt x="956881" y="193929"/>
                    <a:pt x="958691" y="195072"/>
                  </a:cubicBezTo>
                  <a:cubicBezTo>
                    <a:pt x="960025" y="195929"/>
                    <a:pt x="961739" y="196215"/>
                    <a:pt x="963549" y="196310"/>
                  </a:cubicBezTo>
                  <a:cubicBezTo>
                    <a:pt x="966883" y="196406"/>
                    <a:pt x="970597" y="195644"/>
                    <a:pt x="973455" y="196406"/>
                  </a:cubicBezTo>
                  <a:cubicBezTo>
                    <a:pt x="980599" y="198215"/>
                    <a:pt x="986695" y="203454"/>
                    <a:pt x="994505" y="201930"/>
                  </a:cubicBezTo>
                  <a:cubicBezTo>
                    <a:pt x="999744" y="200882"/>
                    <a:pt x="1003268" y="196691"/>
                    <a:pt x="1007936" y="194405"/>
                  </a:cubicBezTo>
                  <a:cubicBezTo>
                    <a:pt x="1022699" y="186785"/>
                    <a:pt x="1032034" y="189738"/>
                    <a:pt x="1044702" y="194405"/>
                  </a:cubicBezTo>
                  <a:cubicBezTo>
                    <a:pt x="1046893" y="195263"/>
                    <a:pt x="1049179" y="196120"/>
                    <a:pt x="1051465" y="196977"/>
                  </a:cubicBezTo>
                  <a:cubicBezTo>
                    <a:pt x="1052036" y="197168"/>
                    <a:pt x="1052703" y="197453"/>
                    <a:pt x="1053370" y="197739"/>
                  </a:cubicBezTo>
                  <a:cubicBezTo>
                    <a:pt x="1058894" y="200025"/>
                    <a:pt x="1066705" y="204407"/>
                    <a:pt x="1071944" y="204407"/>
                  </a:cubicBezTo>
                  <a:cubicBezTo>
                    <a:pt x="1074896" y="204407"/>
                    <a:pt x="1077468" y="202692"/>
                    <a:pt x="1079945" y="202597"/>
                  </a:cubicBezTo>
                  <a:cubicBezTo>
                    <a:pt x="1090803" y="202311"/>
                    <a:pt x="1109186" y="227933"/>
                    <a:pt x="1121093" y="218885"/>
                  </a:cubicBezTo>
                  <a:cubicBezTo>
                    <a:pt x="1125093" y="221456"/>
                    <a:pt x="1124426" y="224504"/>
                    <a:pt x="1123283" y="227648"/>
                  </a:cubicBezTo>
                  <a:lnTo>
                    <a:pt x="1122712" y="229267"/>
                  </a:lnTo>
                  <a:cubicBezTo>
                    <a:pt x="1122140" y="230886"/>
                    <a:pt x="1121664" y="232505"/>
                    <a:pt x="1121759" y="234029"/>
                  </a:cubicBezTo>
                  <a:cubicBezTo>
                    <a:pt x="1122140" y="236887"/>
                    <a:pt x="1124522" y="240411"/>
                    <a:pt x="1127284" y="243840"/>
                  </a:cubicBezTo>
                  <a:cubicBezTo>
                    <a:pt x="1130522" y="247555"/>
                    <a:pt x="1134332" y="251079"/>
                    <a:pt x="1136714" y="253174"/>
                  </a:cubicBezTo>
                  <a:cubicBezTo>
                    <a:pt x="1143476" y="258985"/>
                    <a:pt x="1145000" y="257556"/>
                    <a:pt x="1151858" y="258128"/>
                  </a:cubicBezTo>
                  <a:cubicBezTo>
                    <a:pt x="1157097" y="258509"/>
                    <a:pt x="1161955" y="260985"/>
                    <a:pt x="1167098" y="262795"/>
                  </a:cubicBezTo>
                  <a:cubicBezTo>
                    <a:pt x="1176242" y="266129"/>
                    <a:pt x="1185386" y="269558"/>
                    <a:pt x="1194625" y="272701"/>
                  </a:cubicBezTo>
                  <a:cubicBezTo>
                    <a:pt x="1195578" y="273082"/>
                    <a:pt x="1196435" y="273272"/>
                    <a:pt x="1197102" y="273463"/>
                  </a:cubicBezTo>
                  <a:cubicBezTo>
                    <a:pt x="1201007" y="274701"/>
                    <a:pt x="1202817" y="274701"/>
                    <a:pt x="1207103" y="273082"/>
                  </a:cubicBezTo>
                  <a:cubicBezTo>
                    <a:pt x="1207580" y="272891"/>
                    <a:pt x="1208056" y="272606"/>
                    <a:pt x="1208627" y="272415"/>
                  </a:cubicBezTo>
                  <a:cubicBezTo>
                    <a:pt x="1214152" y="270129"/>
                    <a:pt x="1213866" y="271272"/>
                    <a:pt x="1219295" y="271272"/>
                  </a:cubicBezTo>
                  <a:cubicBezTo>
                    <a:pt x="1225106" y="271177"/>
                    <a:pt x="1226630" y="270129"/>
                    <a:pt x="1232821" y="272510"/>
                  </a:cubicBezTo>
                  <a:cubicBezTo>
                    <a:pt x="1239869" y="275177"/>
                    <a:pt x="1248156" y="279845"/>
                    <a:pt x="1255681" y="280511"/>
                  </a:cubicBezTo>
                  <a:cubicBezTo>
                    <a:pt x="1264539" y="281369"/>
                    <a:pt x="1268444" y="275463"/>
                    <a:pt x="1277303" y="278130"/>
                  </a:cubicBezTo>
                  <a:cubicBezTo>
                    <a:pt x="1279684" y="278892"/>
                    <a:pt x="1282256" y="280035"/>
                    <a:pt x="1284732" y="281178"/>
                  </a:cubicBezTo>
                  <a:cubicBezTo>
                    <a:pt x="1287494" y="282321"/>
                    <a:pt x="1290161" y="283559"/>
                    <a:pt x="1292923" y="283940"/>
                  </a:cubicBezTo>
                  <a:cubicBezTo>
                    <a:pt x="1293114" y="283940"/>
                    <a:pt x="1293400" y="283940"/>
                    <a:pt x="1293590" y="283940"/>
                  </a:cubicBezTo>
                  <a:cubicBezTo>
                    <a:pt x="1298448" y="284512"/>
                    <a:pt x="1301210" y="282512"/>
                    <a:pt x="1305782" y="281273"/>
                  </a:cubicBezTo>
                  <a:cubicBezTo>
                    <a:pt x="1320832" y="277463"/>
                    <a:pt x="1337310" y="291846"/>
                    <a:pt x="1352360" y="294037"/>
                  </a:cubicBezTo>
                  <a:cubicBezTo>
                    <a:pt x="1353788" y="292703"/>
                    <a:pt x="1354931" y="290989"/>
                    <a:pt x="1355598" y="289179"/>
                  </a:cubicBezTo>
                  <a:cubicBezTo>
                    <a:pt x="1359980" y="289751"/>
                    <a:pt x="1359598" y="295085"/>
                    <a:pt x="1362361" y="297656"/>
                  </a:cubicBezTo>
                  <a:cubicBezTo>
                    <a:pt x="1363694" y="298895"/>
                    <a:pt x="1365885" y="299847"/>
                    <a:pt x="1368076" y="300609"/>
                  </a:cubicBezTo>
                  <a:cubicBezTo>
                    <a:pt x="1369409" y="301181"/>
                    <a:pt x="1370743" y="301752"/>
                    <a:pt x="1371695" y="302324"/>
                  </a:cubicBezTo>
                  <a:cubicBezTo>
                    <a:pt x="1373219" y="303181"/>
                    <a:pt x="1374743" y="304229"/>
                    <a:pt x="1376267" y="305276"/>
                  </a:cubicBezTo>
                  <a:cubicBezTo>
                    <a:pt x="1382839" y="310039"/>
                    <a:pt x="1388650" y="315849"/>
                    <a:pt x="1397032" y="317849"/>
                  </a:cubicBezTo>
                  <a:cubicBezTo>
                    <a:pt x="1406081" y="320040"/>
                    <a:pt x="1415320" y="316611"/>
                    <a:pt x="1424654" y="317849"/>
                  </a:cubicBezTo>
                  <a:cubicBezTo>
                    <a:pt x="1427416" y="318230"/>
                    <a:pt x="1429893" y="319754"/>
                    <a:pt x="1432465" y="320040"/>
                  </a:cubicBezTo>
                  <a:cubicBezTo>
                    <a:pt x="1434560" y="320231"/>
                    <a:pt x="1436941" y="319278"/>
                    <a:pt x="1438561" y="319373"/>
                  </a:cubicBezTo>
                  <a:cubicBezTo>
                    <a:pt x="1442371" y="319659"/>
                    <a:pt x="1446562" y="321088"/>
                    <a:pt x="1450562" y="322707"/>
                  </a:cubicBezTo>
                  <a:cubicBezTo>
                    <a:pt x="1453515" y="323850"/>
                    <a:pt x="1456468" y="325184"/>
                    <a:pt x="1459230" y="326136"/>
                  </a:cubicBezTo>
                  <a:lnTo>
                    <a:pt x="1459706" y="326326"/>
                  </a:lnTo>
                  <a:cubicBezTo>
                    <a:pt x="1466374" y="328708"/>
                    <a:pt x="1473041" y="330994"/>
                    <a:pt x="1479709" y="333566"/>
                  </a:cubicBezTo>
                  <a:cubicBezTo>
                    <a:pt x="1479709" y="334232"/>
                    <a:pt x="1479709" y="334899"/>
                    <a:pt x="1479042" y="335566"/>
                  </a:cubicBezTo>
                  <a:cubicBezTo>
                    <a:pt x="1475613" y="337090"/>
                    <a:pt x="1472565" y="339376"/>
                    <a:pt x="1469993" y="342233"/>
                  </a:cubicBezTo>
                  <a:cubicBezTo>
                    <a:pt x="1467422" y="345567"/>
                    <a:pt x="1462564" y="356330"/>
                    <a:pt x="1462373" y="360998"/>
                  </a:cubicBezTo>
                  <a:cubicBezTo>
                    <a:pt x="1461992" y="368046"/>
                    <a:pt x="1462754" y="365855"/>
                    <a:pt x="1467040" y="370523"/>
                  </a:cubicBezTo>
                  <a:cubicBezTo>
                    <a:pt x="1470089" y="373761"/>
                    <a:pt x="1472756" y="374904"/>
                    <a:pt x="1476089" y="377571"/>
                  </a:cubicBezTo>
                  <a:cubicBezTo>
                    <a:pt x="1482281" y="382619"/>
                    <a:pt x="1481519" y="379095"/>
                    <a:pt x="1483519" y="388715"/>
                  </a:cubicBezTo>
                  <a:cubicBezTo>
                    <a:pt x="1485233" y="396335"/>
                    <a:pt x="1485900" y="402336"/>
                    <a:pt x="1484566" y="408432"/>
                  </a:cubicBezTo>
                  <a:cubicBezTo>
                    <a:pt x="1483900" y="411290"/>
                    <a:pt x="1482852" y="414052"/>
                    <a:pt x="1481138" y="417100"/>
                  </a:cubicBezTo>
                  <a:cubicBezTo>
                    <a:pt x="1480566" y="418148"/>
                    <a:pt x="1479899" y="419291"/>
                    <a:pt x="1479137" y="420529"/>
                  </a:cubicBezTo>
                  <a:cubicBezTo>
                    <a:pt x="1476661" y="424434"/>
                    <a:pt x="1474470" y="421291"/>
                    <a:pt x="1474661" y="427958"/>
                  </a:cubicBezTo>
                  <a:cubicBezTo>
                    <a:pt x="1474946" y="435197"/>
                    <a:pt x="1481423" y="444818"/>
                    <a:pt x="1484376" y="451199"/>
                  </a:cubicBezTo>
                  <a:cubicBezTo>
                    <a:pt x="1487900" y="458629"/>
                    <a:pt x="1489329" y="462534"/>
                    <a:pt x="1488948" y="467487"/>
                  </a:cubicBezTo>
                  <a:cubicBezTo>
                    <a:pt x="1488662" y="470440"/>
                    <a:pt x="1487710" y="473678"/>
                    <a:pt x="1486281" y="478250"/>
                  </a:cubicBezTo>
                  <a:cubicBezTo>
                    <a:pt x="1484566" y="483680"/>
                    <a:pt x="1483709" y="490823"/>
                    <a:pt x="1482662" y="498158"/>
                  </a:cubicBezTo>
                  <a:cubicBezTo>
                    <a:pt x="1482185" y="501206"/>
                    <a:pt x="1481709" y="504444"/>
                    <a:pt x="1481042" y="507397"/>
                  </a:cubicBezTo>
                  <a:cubicBezTo>
                    <a:pt x="1479042" y="516731"/>
                    <a:pt x="1475708" y="525113"/>
                    <a:pt x="1468564" y="528828"/>
                  </a:cubicBezTo>
                  <a:cubicBezTo>
                    <a:pt x="1470089" y="529685"/>
                    <a:pt x="1472756" y="531209"/>
                    <a:pt x="1475327" y="532924"/>
                  </a:cubicBezTo>
                  <a:cubicBezTo>
                    <a:pt x="1478852" y="535210"/>
                    <a:pt x="1482281" y="537782"/>
                    <a:pt x="1483043" y="540163"/>
                  </a:cubicBezTo>
                  <a:cubicBezTo>
                    <a:pt x="1485614" y="548069"/>
                    <a:pt x="1474089" y="558356"/>
                    <a:pt x="1476280" y="566833"/>
                  </a:cubicBezTo>
                  <a:cubicBezTo>
                    <a:pt x="1477232" y="570833"/>
                    <a:pt x="1479423" y="569976"/>
                    <a:pt x="1479137" y="574929"/>
                  </a:cubicBezTo>
                  <a:cubicBezTo>
                    <a:pt x="1478947" y="577501"/>
                    <a:pt x="1476565" y="581216"/>
                    <a:pt x="1475708" y="583692"/>
                  </a:cubicBezTo>
                  <a:cubicBezTo>
                    <a:pt x="1475518" y="584264"/>
                    <a:pt x="1475137" y="584930"/>
                    <a:pt x="1474851" y="585692"/>
                  </a:cubicBezTo>
                  <a:cubicBezTo>
                    <a:pt x="1473708" y="588264"/>
                    <a:pt x="1472374" y="591312"/>
                    <a:pt x="1471231" y="594265"/>
                  </a:cubicBezTo>
                  <a:cubicBezTo>
                    <a:pt x="1470279" y="596837"/>
                    <a:pt x="1469612" y="599313"/>
                    <a:pt x="1469517" y="601504"/>
                  </a:cubicBezTo>
                  <a:cubicBezTo>
                    <a:pt x="1469136" y="610172"/>
                    <a:pt x="1481995" y="625697"/>
                    <a:pt x="1470660" y="630650"/>
                  </a:cubicBezTo>
                  <a:cubicBezTo>
                    <a:pt x="1468946" y="631317"/>
                    <a:pt x="1465516" y="628460"/>
                    <a:pt x="1463897" y="629222"/>
                  </a:cubicBezTo>
                  <a:cubicBezTo>
                    <a:pt x="1459516" y="631412"/>
                    <a:pt x="1457801" y="637699"/>
                    <a:pt x="1455039" y="641414"/>
                  </a:cubicBezTo>
                  <a:cubicBezTo>
                    <a:pt x="1448562" y="649986"/>
                    <a:pt x="1447514" y="649415"/>
                    <a:pt x="1437894" y="647414"/>
                  </a:cubicBezTo>
                  <a:cubicBezTo>
                    <a:pt x="1436465" y="650939"/>
                    <a:pt x="1433798" y="650843"/>
                    <a:pt x="1432179" y="653225"/>
                  </a:cubicBezTo>
                  <a:cubicBezTo>
                    <a:pt x="1431989" y="653415"/>
                    <a:pt x="1431893" y="653796"/>
                    <a:pt x="1431798" y="654082"/>
                  </a:cubicBezTo>
                  <a:cubicBezTo>
                    <a:pt x="1430750" y="655892"/>
                    <a:pt x="1430369" y="657987"/>
                    <a:pt x="1429226" y="659606"/>
                  </a:cubicBezTo>
                  <a:lnTo>
                    <a:pt x="1429226" y="659606"/>
                  </a:lnTo>
                  <a:cubicBezTo>
                    <a:pt x="1427131" y="662369"/>
                    <a:pt x="1425321" y="665036"/>
                    <a:pt x="1423416" y="667512"/>
                  </a:cubicBezTo>
                  <a:cubicBezTo>
                    <a:pt x="1420463" y="671608"/>
                    <a:pt x="1417320" y="675227"/>
                    <a:pt x="1413224" y="678275"/>
                  </a:cubicBezTo>
                  <a:cubicBezTo>
                    <a:pt x="1410843" y="680085"/>
                    <a:pt x="1408081" y="681800"/>
                    <a:pt x="1404842" y="683133"/>
                  </a:cubicBezTo>
                  <a:cubicBezTo>
                    <a:pt x="1395031" y="687419"/>
                    <a:pt x="1394174" y="688181"/>
                    <a:pt x="1393412" y="698659"/>
                  </a:cubicBezTo>
                  <a:cubicBezTo>
                    <a:pt x="1392841" y="708279"/>
                    <a:pt x="1393698" y="715042"/>
                    <a:pt x="1396746" y="724091"/>
                  </a:cubicBezTo>
                  <a:cubicBezTo>
                    <a:pt x="1396746" y="724091"/>
                    <a:pt x="1396746" y="724281"/>
                    <a:pt x="1396746" y="724376"/>
                  </a:cubicBezTo>
                  <a:cubicBezTo>
                    <a:pt x="1396746" y="724376"/>
                    <a:pt x="1396679" y="724376"/>
                    <a:pt x="1396556" y="724376"/>
                  </a:cubicBezTo>
                  <a:cubicBezTo>
                    <a:pt x="1391888" y="723995"/>
                    <a:pt x="1388936" y="720376"/>
                    <a:pt x="1384173" y="721709"/>
                  </a:cubicBezTo>
                  <a:cubicBezTo>
                    <a:pt x="1382649" y="722186"/>
                    <a:pt x="1378648" y="726472"/>
                    <a:pt x="1375220" y="730758"/>
                  </a:cubicBezTo>
                  <a:cubicBezTo>
                    <a:pt x="1372838" y="733520"/>
                    <a:pt x="1370743" y="736378"/>
                    <a:pt x="1369695" y="737997"/>
                  </a:cubicBezTo>
                  <a:lnTo>
                    <a:pt x="1369314" y="738569"/>
                  </a:lnTo>
                  <a:lnTo>
                    <a:pt x="1369314" y="738569"/>
                  </a:lnTo>
                  <a:cubicBezTo>
                    <a:pt x="1363599" y="748379"/>
                    <a:pt x="1361504" y="761714"/>
                    <a:pt x="1357503" y="772382"/>
                  </a:cubicBezTo>
                  <a:cubicBezTo>
                    <a:pt x="1355312" y="778097"/>
                    <a:pt x="1351502" y="784289"/>
                    <a:pt x="1353122" y="790575"/>
                  </a:cubicBezTo>
                  <a:cubicBezTo>
                    <a:pt x="1354455" y="796195"/>
                    <a:pt x="1358551" y="797909"/>
                    <a:pt x="1358074" y="804005"/>
                  </a:cubicBezTo>
                  <a:cubicBezTo>
                    <a:pt x="1357789" y="806958"/>
                    <a:pt x="1356360" y="810387"/>
                    <a:pt x="1354836" y="813816"/>
                  </a:cubicBezTo>
                  <a:cubicBezTo>
                    <a:pt x="1353693" y="816578"/>
                    <a:pt x="1352360" y="819150"/>
                    <a:pt x="1351502" y="821436"/>
                  </a:cubicBezTo>
                  <a:lnTo>
                    <a:pt x="1351121" y="822389"/>
                  </a:lnTo>
                  <a:cubicBezTo>
                    <a:pt x="1347788" y="831914"/>
                    <a:pt x="1347978" y="839915"/>
                    <a:pt x="1345882" y="849630"/>
                  </a:cubicBezTo>
                  <a:cubicBezTo>
                    <a:pt x="1347692" y="850487"/>
                    <a:pt x="1349312" y="851249"/>
                    <a:pt x="1350740" y="852011"/>
                  </a:cubicBezTo>
                  <a:cubicBezTo>
                    <a:pt x="1354169" y="853821"/>
                    <a:pt x="1356455" y="855821"/>
                    <a:pt x="1357503" y="860774"/>
                  </a:cubicBezTo>
                  <a:cubicBezTo>
                    <a:pt x="1357503" y="860965"/>
                    <a:pt x="1357503" y="861060"/>
                    <a:pt x="1357598" y="861346"/>
                  </a:cubicBezTo>
                  <a:cubicBezTo>
                    <a:pt x="1358646" y="866775"/>
                    <a:pt x="1355693" y="869537"/>
                    <a:pt x="1355789" y="874871"/>
                  </a:cubicBezTo>
                  <a:cubicBezTo>
                    <a:pt x="1355789" y="881158"/>
                    <a:pt x="1360551" y="887444"/>
                    <a:pt x="1360361" y="894493"/>
                  </a:cubicBezTo>
                  <a:cubicBezTo>
                    <a:pt x="1360265" y="897636"/>
                    <a:pt x="1359789" y="901827"/>
                    <a:pt x="1359027" y="905923"/>
                  </a:cubicBezTo>
                  <a:cubicBezTo>
                    <a:pt x="1358456" y="908971"/>
                    <a:pt x="1357789" y="911924"/>
                    <a:pt x="1357027" y="914210"/>
                  </a:cubicBezTo>
                  <a:lnTo>
                    <a:pt x="1356741" y="914972"/>
                  </a:lnTo>
                  <a:cubicBezTo>
                    <a:pt x="1354455" y="921449"/>
                    <a:pt x="1352931" y="919925"/>
                    <a:pt x="1348454" y="923735"/>
                  </a:cubicBezTo>
                  <a:cubicBezTo>
                    <a:pt x="1342263" y="929069"/>
                    <a:pt x="1343597" y="938498"/>
                    <a:pt x="1337786" y="943737"/>
                  </a:cubicBezTo>
                  <a:cubicBezTo>
                    <a:pt x="1331786" y="949166"/>
                    <a:pt x="1330452" y="945166"/>
                    <a:pt x="1327118" y="953738"/>
                  </a:cubicBezTo>
                  <a:cubicBezTo>
                    <a:pt x="1324547" y="960120"/>
                    <a:pt x="1319403" y="969454"/>
                    <a:pt x="1319689" y="976122"/>
                  </a:cubicBezTo>
                  <a:cubicBezTo>
                    <a:pt x="1325308" y="977646"/>
                    <a:pt x="1326452" y="980408"/>
                    <a:pt x="1327309" y="984790"/>
                  </a:cubicBezTo>
                  <a:cubicBezTo>
                    <a:pt x="1327404" y="985552"/>
                    <a:pt x="1327595" y="986409"/>
                    <a:pt x="1327785" y="987266"/>
                  </a:cubicBezTo>
                  <a:cubicBezTo>
                    <a:pt x="1328452" y="990695"/>
                    <a:pt x="1329976" y="993267"/>
                    <a:pt x="1331119" y="996125"/>
                  </a:cubicBezTo>
                  <a:cubicBezTo>
                    <a:pt x="1331405" y="996887"/>
                    <a:pt x="1331690" y="997839"/>
                    <a:pt x="1331976" y="998792"/>
                  </a:cubicBezTo>
                  <a:cubicBezTo>
                    <a:pt x="1333881" y="1007650"/>
                    <a:pt x="1326547" y="1022890"/>
                    <a:pt x="1318165" y="1026509"/>
                  </a:cubicBezTo>
                  <a:cubicBezTo>
                    <a:pt x="1320451" y="1030415"/>
                    <a:pt x="1317498" y="1036701"/>
                    <a:pt x="1314926" y="1040225"/>
                  </a:cubicBezTo>
                  <a:cubicBezTo>
                    <a:pt x="1307306" y="1038130"/>
                    <a:pt x="1301591" y="1039558"/>
                    <a:pt x="1293876" y="1037654"/>
                  </a:cubicBezTo>
                  <a:lnTo>
                    <a:pt x="1293686" y="1037654"/>
                  </a:lnTo>
                  <a:cubicBezTo>
                    <a:pt x="1289209" y="1044226"/>
                    <a:pt x="1287399" y="1052227"/>
                    <a:pt x="1285304" y="1060133"/>
                  </a:cubicBezTo>
                  <a:cubicBezTo>
                    <a:pt x="1284541" y="1063181"/>
                    <a:pt x="1283589" y="1066133"/>
                    <a:pt x="1282541" y="1068991"/>
                  </a:cubicBezTo>
                  <a:cubicBezTo>
                    <a:pt x="1281684" y="1070991"/>
                    <a:pt x="1280827" y="1072896"/>
                    <a:pt x="1279874" y="1074706"/>
                  </a:cubicBezTo>
                  <a:cubicBezTo>
                    <a:pt x="1277017" y="1079659"/>
                    <a:pt x="1277683" y="1078325"/>
                    <a:pt x="1273683" y="1081088"/>
                  </a:cubicBezTo>
                  <a:cubicBezTo>
                    <a:pt x="1272254" y="1082135"/>
                    <a:pt x="1269587" y="1082993"/>
                    <a:pt x="1267301" y="1084136"/>
                  </a:cubicBezTo>
                  <a:cubicBezTo>
                    <a:pt x="1265396" y="1084993"/>
                    <a:pt x="1263682" y="1086231"/>
                    <a:pt x="1263015" y="1087755"/>
                  </a:cubicBezTo>
                  <a:cubicBezTo>
                    <a:pt x="1262158" y="1089946"/>
                    <a:pt x="1262444" y="1092518"/>
                    <a:pt x="1263301" y="1095280"/>
                  </a:cubicBezTo>
                  <a:cubicBezTo>
                    <a:pt x="1264730" y="1099947"/>
                    <a:pt x="1267397" y="1104805"/>
                    <a:pt x="1267968" y="1108329"/>
                  </a:cubicBezTo>
                  <a:cubicBezTo>
                    <a:pt x="1267968" y="1108615"/>
                    <a:pt x="1267968" y="1108901"/>
                    <a:pt x="1268158" y="1109282"/>
                  </a:cubicBezTo>
                  <a:cubicBezTo>
                    <a:pt x="1269111" y="1115092"/>
                    <a:pt x="1268825" y="1115282"/>
                    <a:pt x="1267015" y="1121283"/>
                  </a:cubicBezTo>
                  <a:cubicBezTo>
                    <a:pt x="1265301" y="1126712"/>
                    <a:pt x="1263206" y="1131665"/>
                    <a:pt x="1262158" y="1137095"/>
                  </a:cubicBezTo>
                  <a:cubicBezTo>
                    <a:pt x="1261681" y="1139095"/>
                    <a:pt x="1263015" y="1140809"/>
                    <a:pt x="1263015" y="1142333"/>
                  </a:cubicBezTo>
                  <a:cubicBezTo>
                    <a:pt x="1263015" y="1143572"/>
                    <a:pt x="1262348" y="1144715"/>
                    <a:pt x="1259586" y="1145762"/>
                  </a:cubicBezTo>
                  <a:cubicBezTo>
                    <a:pt x="1259777" y="1147953"/>
                    <a:pt x="1260539" y="1149858"/>
                    <a:pt x="1261586" y="1151763"/>
                  </a:cubicBezTo>
                  <a:cubicBezTo>
                    <a:pt x="1264539" y="1157288"/>
                    <a:pt x="1269492" y="1162050"/>
                    <a:pt x="1268825" y="1169575"/>
                  </a:cubicBezTo>
                  <a:cubicBezTo>
                    <a:pt x="1268254" y="1174909"/>
                    <a:pt x="1264825" y="1183386"/>
                    <a:pt x="1261872" y="1187577"/>
                  </a:cubicBezTo>
                  <a:cubicBezTo>
                    <a:pt x="1259681" y="1187291"/>
                    <a:pt x="1257681" y="1186910"/>
                    <a:pt x="1255586" y="1186720"/>
                  </a:cubicBezTo>
                  <a:cubicBezTo>
                    <a:pt x="1254538" y="1190530"/>
                    <a:pt x="1256062" y="1193673"/>
                    <a:pt x="1255205" y="1197578"/>
                  </a:cubicBezTo>
                  <a:cubicBezTo>
                    <a:pt x="1254728" y="1200245"/>
                    <a:pt x="1251966" y="1202817"/>
                    <a:pt x="1252061" y="1205675"/>
                  </a:cubicBezTo>
                  <a:cubicBezTo>
                    <a:pt x="1252347" y="1216057"/>
                    <a:pt x="1268730" y="1221105"/>
                    <a:pt x="1270635" y="1229487"/>
                  </a:cubicBezTo>
                  <a:cubicBezTo>
                    <a:pt x="1261015" y="1230249"/>
                    <a:pt x="1258633" y="1224058"/>
                    <a:pt x="1255300" y="1230059"/>
                  </a:cubicBezTo>
                  <a:cubicBezTo>
                    <a:pt x="1254538" y="1231297"/>
                    <a:pt x="1253776" y="1233107"/>
                    <a:pt x="1253014" y="1235583"/>
                  </a:cubicBezTo>
                  <a:cubicBezTo>
                    <a:pt x="1252633" y="1236631"/>
                    <a:pt x="1252252" y="1237679"/>
                    <a:pt x="1251966" y="1238726"/>
                  </a:cubicBezTo>
                  <a:cubicBezTo>
                    <a:pt x="1249680" y="1245680"/>
                    <a:pt x="1247299" y="1253014"/>
                    <a:pt x="1244441" y="1259681"/>
                  </a:cubicBezTo>
                  <a:cubicBezTo>
                    <a:pt x="1242250" y="1264539"/>
                    <a:pt x="1238917" y="1267587"/>
                    <a:pt x="1236250" y="1272159"/>
                  </a:cubicBezTo>
                  <a:cubicBezTo>
                    <a:pt x="1233964" y="1276160"/>
                    <a:pt x="1233869" y="1282637"/>
                    <a:pt x="1231106" y="1285970"/>
                  </a:cubicBezTo>
                  <a:cubicBezTo>
                    <a:pt x="1224915" y="1293495"/>
                    <a:pt x="1219295" y="1287685"/>
                    <a:pt x="1211389" y="1287304"/>
                  </a:cubicBezTo>
                  <a:cubicBezTo>
                    <a:pt x="1210532" y="1294352"/>
                    <a:pt x="1217676" y="1295591"/>
                    <a:pt x="1212818" y="1304639"/>
                  </a:cubicBezTo>
                  <a:cubicBezTo>
                    <a:pt x="1212818" y="1304830"/>
                    <a:pt x="1212628" y="1304925"/>
                    <a:pt x="1212532" y="1305116"/>
                  </a:cubicBezTo>
                  <a:cubicBezTo>
                    <a:pt x="1211580" y="1306640"/>
                    <a:pt x="1210628" y="1307783"/>
                    <a:pt x="1209675" y="1308830"/>
                  </a:cubicBezTo>
                  <a:close/>
                </a:path>
              </a:pathLst>
            </a:custGeom>
            <a:solidFill>
              <a:schemeClr val="accent4"/>
            </a:solidFill>
            <a:ln>
              <a:noFill/>
            </a:ln>
            <a:effectLst>
              <a:outerShdw rotWithShape="0" algn="bl" dir="19140000" dist="47625">
                <a:srgbClr val="260D03">
                  <a:alpha val="14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13" name="Google Shape;1613;p57"/>
            <p:cNvGrpSpPr/>
            <p:nvPr/>
          </p:nvGrpSpPr>
          <p:grpSpPr>
            <a:xfrm rot="10800000">
              <a:off x="6784212" y="-617871"/>
              <a:ext cx="3059426" cy="2688663"/>
              <a:chOff x="9590772" y="632648"/>
              <a:chExt cx="1489424" cy="1308925"/>
            </a:xfrm>
          </p:grpSpPr>
          <p:grpSp>
            <p:nvGrpSpPr>
              <p:cNvPr id="1614" name="Google Shape;1614;p57"/>
              <p:cNvGrpSpPr/>
              <p:nvPr/>
            </p:nvGrpSpPr>
            <p:grpSpPr>
              <a:xfrm>
                <a:off x="9590772" y="689798"/>
                <a:ext cx="1484947" cy="1251775"/>
                <a:chOff x="9590772" y="689798"/>
                <a:chExt cx="1484947" cy="1251775"/>
              </a:xfrm>
            </p:grpSpPr>
            <p:sp>
              <p:nvSpPr>
                <p:cNvPr id="1615" name="Google Shape;1615;p57"/>
                <p:cNvSpPr/>
                <p:nvPr/>
              </p:nvSpPr>
              <p:spPr>
                <a:xfrm>
                  <a:off x="10090739" y="689798"/>
                  <a:ext cx="984980" cy="360045"/>
                </a:xfrm>
                <a:custGeom>
                  <a:rect b="b" l="l" r="r" t="t"/>
                  <a:pathLst>
                    <a:path extrusionOk="0" h="360045" w="984980">
                      <a:moveTo>
                        <a:pt x="981647" y="359950"/>
                      </a:moveTo>
                      <a:lnTo>
                        <a:pt x="0" y="6953"/>
                      </a:lnTo>
                      <a:cubicBezTo>
                        <a:pt x="571" y="6477"/>
                        <a:pt x="953" y="5906"/>
                        <a:pt x="1429" y="5429"/>
                      </a:cubicBezTo>
                      <a:cubicBezTo>
                        <a:pt x="3524" y="3048"/>
                        <a:pt x="5715" y="1333"/>
                        <a:pt x="7906" y="0"/>
                      </a:cubicBezTo>
                      <a:lnTo>
                        <a:pt x="984980" y="351377"/>
                      </a:lnTo>
                      <a:cubicBezTo>
                        <a:pt x="984313" y="354235"/>
                        <a:pt x="983266" y="356997"/>
                        <a:pt x="981551" y="360045"/>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6" name="Google Shape;1616;p57"/>
                <p:cNvSpPr/>
                <p:nvPr/>
              </p:nvSpPr>
              <p:spPr>
                <a:xfrm>
                  <a:off x="10025874" y="755045"/>
                  <a:ext cx="1047940" cy="385095"/>
                </a:xfrm>
                <a:custGeom>
                  <a:rect b="b" l="l" r="r" t="t"/>
                  <a:pathLst>
                    <a:path extrusionOk="0" h="385095" w="1047940">
                      <a:moveTo>
                        <a:pt x="1046321" y="385096"/>
                      </a:moveTo>
                      <a:lnTo>
                        <a:pt x="0" y="8763"/>
                      </a:lnTo>
                      <a:lnTo>
                        <a:pt x="3143" y="0"/>
                      </a:lnTo>
                      <a:lnTo>
                        <a:pt x="1047940" y="375761"/>
                      </a:lnTo>
                      <a:cubicBezTo>
                        <a:pt x="1047464" y="378809"/>
                        <a:pt x="1046988" y="382048"/>
                        <a:pt x="1046321" y="38500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7" name="Google Shape;1617;p57"/>
                <p:cNvSpPr/>
                <p:nvPr/>
              </p:nvSpPr>
              <p:spPr>
                <a:xfrm>
                  <a:off x="9979583" y="835150"/>
                  <a:ext cx="1086421" cy="391858"/>
                </a:xfrm>
                <a:custGeom>
                  <a:rect b="b" l="l" r="r" t="t"/>
                  <a:pathLst>
                    <a:path extrusionOk="0" h="391858" w="1086421">
                      <a:moveTo>
                        <a:pt x="1082802" y="391859"/>
                      </a:moveTo>
                      <a:lnTo>
                        <a:pt x="0" y="2476"/>
                      </a:lnTo>
                      <a:cubicBezTo>
                        <a:pt x="6191" y="3619"/>
                        <a:pt x="12382" y="4572"/>
                        <a:pt x="18669" y="5620"/>
                      </a:cubicBezTo>
                      <a:lnTo>
                        <a:pt x="20669" y="0"/>
                      </a:lnTo>
                      <a:lnTo>
                        <a:pt x="1086422" y="383286"/>
                      </a:lnTo>
                      <a:cubicBezTo>
                        <a:pt x="1085279" y="385858"/>
                        <a:pt x="1083945" y="388906"/>
                        <a:pt x="1082802" y="39185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8" name="Google Shape;1618;p57"/>
                <p:cNvSpPr/>
                <p:nvPr/>
              </p:nvSpPr>
              <p:spPr>
                <a:xfrm>
                  <a:off x="9924909" y="900682"/>
                  <a:ext cx="1095470" cy="399478"/>
                </a:xfrm>
                <a:custGeom>
                  <a:rect b="b" l="l" r="r" t="t"/>
                  <a:pathLst>
                    <a:path extrusionOk="0" h="399478" w="1095470">
                      <a:moveTo>
                        <a:pt x="1089660" y="399479"/>
                      </a:moveTo>
                      <a:lnTo>
                        <a:pt x="0" y="7620"/>
                      </a:lnTo>
                      <a:cubicBezTo>
                        <a:pt x="1238" y="5048"/>
                        <a:pt x="2762" y="2667"/>
                        <a:pt x="5048" y="857"/>
                      </a:cubicBezTo>
                      <a:cubicBezTo>
                        <a:pt x="5334" y="572"/>
                        <a:pt x="5810" y="191"/>
                        <a:pt x="6287" y="0"/>
                      </a:cubicBezTo>
                      <a:lnTo>
                        <a:pt x="1095470" y="391668"/>
                      </a:lnTo>
                      <a:cubicBezTo>
                        <a:pt x="1093375" y="394430"/>
                        <a:pt x="1091565" y="397002"/>
                        <a:pt x="1089660" y="39947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9" name="Google Shape;1619;p57"/>
                <p:cNvSpPr/>
                <p:nvPr/>
              </p:nvSpPr>
              <p:spPr>
                <a:xfrm>
                  <a:off x="9844423" y="961452"/>
                  <a:ext cx="1121949" cy="409670"/>
                </a:xfrm>
                <a:custGeom>
                  <a:rect b="b" l="l" r="r" t="t"/>
                  <a:pathLst>
                    <a:path extrusionOk="0" h="409670" w="1121949">
                      <a:moveTo>
                        <a:pt x="1121950" y="401955"/>
                      </a:moveTo>
                      <a:lnTo>
                        <a:pt x="1067467" y="382334"/>
                      </a:lnTo>
                      <a:lnTo>
                        <a:pt x="1058704" y="379190"/>
                      </a:lnTo>
                      <a:lnTo>
                        <a:pt x="987362" y="353568"/>
                      </a:lnTo>
                      <a:lnTo>
                        <a:pt x="978598" y="350425"/>
                      </a:lnTo>
                      <a:lnTo>
                        <a:pt x="907351" y="324803"/>
                      </a:lnTo>
                      <a:lnTo>
                        <a:pt x="898588" y="321659"/>
                      </a:lnTo>
                      <a:lnTo>
                        <a:pt x="827246" y="296037"/>
                      </a:lnTo>
                      <a:lnTo>
                        <a:pt x="818483" y="292894"/>
                      </a:lnTo>
                      <a:lnTo>
                        <a:pt x="747236" y="267271"/>
                      </a:lnTo>
                      <a:lnTo>
                        <a:pt x="738473" y="264128"/>
                      </a:lnTo>
                      <a:lnTo>
                        <a:pt x="667131" y="238506"/>
                      </a:lnTo>
                      <a:lnTo>
                        <a:pt x="658368" y="235363"/>
                      </a:lnTo>
                      <a:lnTo>
                        <a:pt x="587121" y="209740"/>
                      </a:lnTo>
                      <a:lnTo>
                        <a:pt x="578358" y="206597"/>
                      </a:lnTo>
                      <a:lnTo>
                        <a:pt x="507016" y="180975"/>
                      </a:lnTo>
                      <a:lnTo>
                        <a:pt x="498253" y="177832"/>
                      </a:lnTo>
                      <a:lnTo>
                        <a:pt x="426910" y="152209"/>
                      </a:lnTo>
                      <a:lnTo>
                        <a:pt x="418147" y="149066"/>
                      </a:lnTo>
                      <a:lnTo>
                        <a:pt x="346900" y="123444"/>
                      </a:lnTo>
                      <a:lnTo>
                        <a:pt x="338138" y="120301"/>
                      </a:lnTo>
                      <a:lnTo>
                        <a:pt x="266795" y="94678"/>
                      </a:lnTo>
                      <a:lnTo>
                        <a:pt x="258032" y="91535"/>
                      </a:lnTo>
                      <a:lnTo>
                        <a:pt x="186785" y="65913"/>
                      </a:lnTo>
                      <a:lnTo>
                        <a:pt x="178022" y="62770"/>
                      </a:lnTo>
                      <a:lnTo>
                        <a:pt x="106680" y="37147"/>
                      </a:lnTo>
                      <a:lnTo>
                        <a:pt x="97917" y="34004"/>
                      </a:lnTo>
                      <a:lnTo>
                        <a:pt x="26670" y="8382"/>
                      </a:lnTo>
                      <a:lnTo>
                        <a:pt x="17907" y="5239"/>
                      </a:lnTo>
                      <a:lnTo>
                        <a:pt x="3334" y="0"/>
                      </a:lnTo>
                      <a:cubicBezTo>
                        <a:pt x="2286" y="2953"/>
                        <a:pt x="1238" y="5905"/>
                        <a:pt x="0" y="8668"/>
                      </a:cubicBezTo>
                      <a:lnTo>
                        <a:pt x="14764" y="14002"/>
                      </a:lnTo>
                      <a:lnTo>
                        <a:pt x="23527" y="17145"/>
                      </a:lnTo>
                      <a:lnTo>
                        <a:pt x="94774" y="42767"/>
                      </a:lnTo>
                      <a:lnTo>
                        <a:pt x="103537" y="45910"/>
                      </a:lnTo>
                      <a:lnTo>
                        <a:pt x="174879" y="71533"/>
                      </a:lnTo>
                      <a:lnTo>
                        <a:pt x="183642" y="74676"/>
                      </a:lnTo>
                      <a:lnTo>
                        <a:pt x="254889" y="100298"/>
                      </a:lnTo>
                      <a:lnTo>
                        <a:pt x="263652" y="103442"/>
                      </a:lnTo>
                      <a:lnTo>
                        <a:pt x="334994" y="129064"/>
                      </a:lnTo>
                      <a:lnTo>
                        <a:pt x="343757" y="132207"/>
                      </a:lnTo>
                      <a:lnTo>
                        <a:pt x="415004" y="157829"/>
                      </a:lnTo>
                      <a:lnTo>
                        <a:pt x="423767" y="160972"/>
                      </a:lnTo>
                      <a:lnTo>
                        <a:pt x="495109" y="186595"/>
                      </a:lnTo>
                      <a:lnTo>
                        <a:pt x="503872" y="189738"/>
                      </a:lnTo>
                      <a:lnTo>
                        <a:pt x="575215" y="215360"/>
                      </a:lnTo>
                      <a:lnTo>
                        <a:pt x="583978" y="218503"/>
                      </a:lnTo>
                      <a:lnTo>
                        <a:pt x="655225" y="244126"/>
                      </a:lnTo>
                      <a:lnTo>
                        <a:pt x="663988" y="247269"/>
                      </a:lnTo>
                      <a:lnTo>
                        <a:pt x="735330" y="272891"/>
                      </a:lnTo>
                      <a:lnTo>
                        <a:pt x="744093" y="276034"/>
                      </a:lnTo>
                      <a:lnTo>
                        <a:pt x="815340" y="301657"/>
                      </a:lnTo>
                      <a:lnTo>
                        <a:pt x="824103" y="304800"/>
                      </a:lnTo>
                      <a:lnTo>
                        <a:pt x="895445" y="330422"/>
                      </a:lnTo>
                      <a:lnTo>
                        <a:pt x="904208" y="333565"/>
                      </a:lnTo>
                      <a:lnTo>
                        <a:pt x="975455" y="359188"/>
                      </a:lnTo>
                      <a:lnTo>
                        <a:pt x="984218" y="362331"/>
                      </a:lnTo>
                      <a:lnTo>
                        <a:pt x="1055560" y="387953"/>
                      </a:lnTo>
                      <a:lnTo>
                        <a:pt x="1064323" y="391096"/>
                      </a:lnTo>
                      <a:lnTo>
                        <a:pt x="1115949" y="409670"/>
                      </a:lnTo>
                      <a:lnTo>
                        <a:pt x="1121855" y="40195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0" name="Google Shape;1620;p57"/>
                <p:cNvSpPr/>
                <p:nvPr/>
              </p:nvSpPr>
              <p:spPr>
                <a:xfrm>
                  <a:off x="9809371" y="1038794"/>
                  <a:ext cx="1136523" cy="416147"/>
                </a:xfrm>
                <a:custGeom>
                  <a:rect b="b" l="l" r="r" t="t"/>
                  <a:pathLst>
                    <a:path extrusionOk="0" h="416147" w="1136523">
                      <a:moveTo>
                        <a:pt x="1132904" y="416147"/>
                      </a:moveTo>
                      <a:lnTo>
                        <a:pt x="0" y="8763"/>
                      </a:lnTo>
                      <a:lnTo>
                        <a:pt x="3143" y="0"/>
                      </a:lnTo>
                      <a:lnTo>
                        <a:pt x="1136523" y="407575"/>
                      </a:lnTo>
                      <a:cubicBezTo>
                        <a:pt x="1135380" y="410337"/>
                        <a:pt x="1134047" y="412909"/>
                        <a:pt x="1133189" y="415195"/>
                      </a:cubicBezTo>
                      <a:lnTo>
                        <a:pt x="1132809" y="41614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1" name="Google Shape;1621;p57"/>
                <p:cNvSpPr/>
                <p:nvPr/>
              </p:nvSpPr>
              <p:spPr>
                <a:xfrm>
                  <a:off x="9767271" y="1113852"/>
                  <a:ext cx="1182909" cy="433578"/>
                </a:xfrm>
                <a:custGeom>
                  <a:rect b="b" l="l" r="r" t="t"/>
                  <a:pathLst>
                    <a:path extrusionOk="0" h="433578" w="1182909">
                      <a:moveTo>
                        <a:pt x="1180624" y="433578"/>
                      </a:moveTo>
                      <a:lnTo>
                        <a:pt x="0" y="9049"/>
                      </a:lnTo>
                      <a:cubicBezTo>
                        <a:pt x="667" y="6001"/>
                        <a:pt x="1524" y="2953"/>
                        <a:pt x="2381" y="0"/>
                      </a:cubicBezTo>
                      <a:lnTo>
                        <a:pt x="1182910" y="424529"/>
                      </a:lnTo>
                      <a:cubicBezTo>
                        <a:pt x="1182338" y="427577"/>
                        <a:pt x="1181672" y="430530"/>
                        <a:pt x="1180910" y="432816"/>
                      </a:cubicBezTo>
                      <a:lnTo>
                        <a:pt x="1180624" y="43357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2" name="Google Shape;1622;p57"/>
                <p:cNvSpPr/>
                <p:nvPr/>
              </p:nvSpPr>
              <p:spPr>
                <a:xfrm>
                  <a:off x="9704691" y="1181860"/>
                  <a:ext cx="1217675" cy="446722"/>
                </a:xfrm>
                <a:custGeom>
                  <a:rect b="b" l="l" r="r" t="t"/>
                  <a:pathLst>
                    <a:path extrusionOk="0" h="446722" w="1217675">
                      <a:moveTo>
                        <a:pt x="1217676" y="446722"/>
                      </a:moveTo>
                      <a:lnTo>
                        <a:pt x="0" y="8763"/>
                      </a:lnTo>
                      <a:lnTo>
                        <a:pt x="3143" y="0"/>
                      </a:lnTo>
                      <a:lnTo>
                        <a:pt x="1213866" y="435388"/>
                      </a:lnTo>
                      <a:cubicBezTo>
                        <a:pt x="1213961" y="436150"/>
                        <a:pt x="1214152" y="437007"/>
                        <a:pt x="1214342" y="437864"/>
                      </a:cubicBezTo>
                      <a:cubicBezTo>
                        <a:pt x="1215009" y="441293"/>
                        <a:pt x="1216533" y="443865"/>
                        <a:pt x="1217676" y="446722"/>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3" name="Google Shape;1623;p57"/>
                <p:cNvSpPr/>
                <p:nvPr/>
              </p:nvSpPr>
              <p:spPr>
                <a:xfrm rot="-4214982">
                  <a:off x="10271028" y="845490"/>
                  <a:ext cx="9322" cy="1271428"/>
                </a:xfrm>
                <a:custGeom>
                  <a:rect b="b" l="l" r="r" t="t"/>
                  <a:pathLst>
                    <a:path extrusionOk="0" h="1273016" w="9334">
                      <a:moveTo>
                        <a:pt x="0" y="0"/>
                      </a:moveTo>
                      <a:lnTo>
                        <a:pt x="9335" y="0"/>
                      </a:lnTo>
                      <a:lnTo>
                        <a:pt x="9335" y="1273016"/>
                      </a:lnTo>
                      <a:lnTo>
                        <a:pt x="0" y="1273016"/>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4" name="Google Shape;1624;p57"/>
                <p:cNvSpPr/>
                <p:nvPr/>
              </p:nvSpPr>
              <p:spPr>
                <a:xfrm>
                  <a:off x="9647065" y="1341975"/>
                  <a:ext cx="1207008" cy="442341"/>
                </a:xfrm>
                <a:custGeom>
                  <a:rect b="b" l="l" r="r" t="t"/>
                  <a:pathLst>
                    <a:path extrusionOk="0" h="442341" w="1207008">
                      <a:moveTo>
                        <a:pt x="1205579" y="442341"/>
                      </a:moveTo>
                      <a:lnTo>
                        <a:pt x="0" y="8763"/>
                      </a:lnTo>
                      <a:lnTo>
                        <a:pt x="3143" y="0"/>
                      </a:lnTo>
                      <a:lnTo>
                        <a:pt x="1207008" y="432911"/>
                      </a:lnTo>
                      <a:cubicBezTo>
                        <a:pt x="1207008" y="434150"/>
                        <a:pt x="1206341" y="435292"/>
                        <a:pt x="1203579" y="436340"/>
                      </a:cubicBezTo>
                      <a:cubicBezTo>
                        <a:pt x="1203770" y="438531"/>
                        <a:pt x="1204531" y="440436"/>
                        <a:pt x="1205579" y="44234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5" name="Google Shape;1625;p57"/>
                <p:cNvSpPr/>
                <p:nvPr/>
              </p:nvSpPr>
              <p:spPr>
                <a:xfrm>
                  <a:off x="9618204" y="1422081"/>
                  <a:ext cx="1228058" cy="449199"/>
                </a:xfrm>
                <a:custGeom>
                  <a:rect b="b" l="l" r="r" t="t"/>
                  <a:pathLst>
                    <a:path extrusionOk="0" h="449199" w="1228058">
                      <a:moveTo>
                        <a:pt x="1224820" y="449199"/>
                      </a:moveTo>
                      <a:lnTo>
                        <a:pt x="0" y="8763"/>
                      </a:lnTo>
                      <a:lnTo>
                        <a:pt x="3143" y="0"/>
                      </a:lnTo>
                      <a:lnTo>
                        <a:pt x="1228058" y="440531"/>
                      </a:lnTo>
                      <a:cubicBezTo>
                        <a:pt x="1227297" y="441769"/>
                        <a:pt x="1226534" y="443579"/>
                        <a:pt x="1225772" y="446056"/>
                      </a:cubicBezTo>
                      <a:cubicBezTo>
                        <a:pt x="1225391" y="447104"/>
                        <a:pt x="1225010" y="448151"/>
                        <a:pt x="1224725" y="44919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6" name="Google Shape;1626;p57"/>
                <p:cNvSpPr/>
                <p:nvPr/>
              </p:nvSpPr>
              <p:spPr>
                <a:xfrm>
                  <a:off x="9590772" y="1502376"/>
                  <a:ext cx="1212532" cy="439197"/>
                </a:xfrm>
                <a:custGeom>
                  <a:rect b="b" l="l" r="r" t="t"/>
                  <a:pathLst>
                    <a:path extrusionOk="0" h="439197" w="1212532">
                      <a:moveTo>
                        <a:pt x="1109377" y="402812"/>
                      </a:moveTo>
                      <a:lnTo>
                        <a:pt x="1038035" y="377190"/>
                      </a:lnTo>
                      <a:lnTo>
                        <a:pt x="1029176" y="374237"/>
                      </a:lnTo>
                      <a:lnTo>
                        <a:pt x="1029176" y="374047"/>
                      </a:lnTo>
                      <a:cubicBezTo>
                        <a:pt x="1029176" y="374047"/>
                        <a:pt x="958024" y="348425"/>
                        <a:pt x="958024" y="348425"/>
                      </a:cubicBezTo>
                      <a:lnTo>
                        <a:pt x="949166" y="345472"/>
                      </a:lnTo>
                      <a:lnTo>
                        <a:pt x="949166" y="345281"/>
                      </a:lnTo>
                      <a:cubicBezTo>
                        <a:pt x="949166" y="345281"/>
                        <a:pt x="877919" y="319659"/>
                        <a:pt x="877919" y="319659"/>
                      </a:cubicBezTo>
                      <a:lnTo>
                        <a:pt x="869061" y="316706"/>
                      </a:lnTo>
                      <a:lnTo>
                        <a:pt x="869061" y="316516"/>
                      </a:lnTo>
                      <a:cubicBezTo>
                        <a:pt x="869061" y="316516"/>
                        <a:pt x="797909" y="290894"/>
                        <a:pt x="797909" y="290894"/>
                      </a:cubicBezTo>
                      <a:lnTo>
                        <a:pt x="789051" y="287941"/>
                      </a:lnTo>
                      <a:lnTo>
                        <a:pt x="789051" y="287750"/>
                      </a:lnTo>
                      <a:cubicBezTo>
                        <a:pt x="789051" y="287750"/>
                        <a:pt x="717804" y="262128"/>
                        <a:pt x="717804" y="262128"/>
                      </a:cubicBezTo>
                      <a:lnTo>
                        <a:pt x="708946" y="259175"/>
                      </a:lnTo>
                      <a:lnTo>
                        <a:pt x="708946" y="258985"/>
                      </a:lnTo>
                      <a:cubicBezTo>
                        <a:pt x="708946" y="258985"/>
                        <a:pt x="637794" y="233363"/>
                        <a:pt x="637794" y="233363"/>
                      </a:cubicBezTo>
                      <a:lnTo>
                        <a:pt x="628936" y="230410"/>
                      </a:lnTo>
                      <a:lnTo>
                        <a:pt x="628936" y="230219"/>
                      </a:lnTo>
                      <a:cubicBezTo>
                        <a:pt x="628936" y="230219"/>
                        <a:pt x="557689" y="204597"/>
                        <a:pt x="557689" y="204597"/>
                      </a:cubicBezTo>
                      <a:lnTo>
                        <a:pt x="548830" y="201644"/>
                      </a:lnTo>
                      <a:lnTo>
                        <a:pt x="548830" y="201454"/>
                      </a:lnTo>
                      <a:cubicBezTo>
                        <a:pt x="548830" y="201454"/>
                        <a:pt x="477583" y="175832"/>
                        <a:pt x="477583" y="175832"/>
                      </a:cubicBezTo>
                      <a:lnTo>
                        <a:pt x="468725" y="172879"/>
                      </a:lnTo>
                      <a:lnTo>
                        <a:pt x="468725" y="172688"/>
                      </a:lnTo>
                      <a:cubicBezTo>
                        <a:pt x="468725" y="172688"/>
                        <a:pt x="397573" y="147066"/>
                        <a:pt x="397573" y="147066"/>
                      </a:cubicBezTo>
                      <a:lnTo>
                        <a:pt x="388715" y="144113"/>
                      </a:lnTo>
                      <a:lnTo>
                        <a:pt x="388715" y="143923"/>
                      </a:lnTo>
                      <a:cubicBezTo>
                        <a:pt x="388715" y="143923"/>
                        <a:pt x="317468" y="118300"/>
                        <a:pt x="317468" y="118300"/>
                      </a:cubicBezTo>
                      <a:lnTo>
                        <a:pt x="308610" y="115348"/>
                      </a:lnTo>
                      <a:lnTo>
                        <a:pt x="308610" y="115157"/>
                      </a:lnTo>
                      <a:cubicBezTo>
                        <a:pt x="308610" y="115157"/>
                        <a:pt x="237458" y="89535"/>
                        <a:pt x="237458" y="89535"/>
                      </a:cubicBezTo>
                      <a:lnTo>
                        <a:pt x="228600" y="86582"/>
                      </a:lnTo>
                      <a:lnTo>
                        <a:pt x="228600" y="86392"/>
                      </a:lnTo>
                      <a:cubicBezTo>
                        <a:pt x="228600" y="86392"/>
                        <a:pt x="157353" y="60770"/>
                        <a:pt x="157353" y="60770"/>
                      </a:cubicBezTo>
                      <a:lnTo>
                        <a:pt x="148495" y="57817"/>
                      </a:lnTo>
                      <a:lnTo>
                        <a:pt x="148495" y="57626"/>
                      </a:lnTo>
                      <a:cubicBezTo>
                        <a:pt x="148495" y="57626"/>
                        <a:pt x="77343" y="32004"/>
                        <a:pt x="77343" y="32004"/>
                      </a:cubicBezTo>
                      <a:lnTo>
                        <a:pt x="68485" y="29051"/>
                      </a:lnTo>
                      <a:lnTo>
                        <a:pt x="68485" y="28861"/>
                      </a:lnTo>
                      <a:cubicBezTo>
                        <a:pt x="68485" y="28861"/>
                        <a:pt x="0" y="4191"/>
                        <a:pt x="0" y="4191"/>
                      </a:cubicBezTo>
                      <a:lnTo>
                        <a:pt x="1524" y="0"/>
                      </a:lnTo>
                      <a:lnTo>
                        <a:pt x="1212532" y="435483"/>
                      </a:lnTo>
                      <a:cubicBezTo>
                        <a:pt x="1211580" y="437007"/>
                        <a:pt x="1210628" y="438150"/>
                        <a:pt x="1209675" y="439198"/>
                      </a:cubicBezTo>
                      <a:lnTo>
                        <a:pt x="1197864" y="434912"/>
                      </a:lnTo>
                      <a:lnTo>
                        <a:pt x="1189006" y="431959"/>
                      </a:lnTo>
                      <a:lnTo>
                        <a:pt x="1189006" y="431768"/>
                      </a:lnTo>
                      <a:cubicBezTo>
                        <a:pt x="1189006" y="431768"/>
                        <a:pt x="1117759" y="406146"/>
                        <a:pt x="1117759" y="406146"/>
                      </a:cubicBezTo>
                      <a:lnTo>
                        <a:pt x="1108900" y="403193"/>
                      </a:lnTo>
                      <a:lnTo>
                        <a:pt x="1108900" y="40300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27" name="Google Shape;1627;p57"/>
              <p:cNvGrpSpPr/>
              <p:nvPr/>
            </p:nvGrpSpPr>
            <p:grpSpPr>
              <a:xfrm>
                <a:off x="9659447" y="632648"/>
                <a:ext cx="1420749" cy="1304449"/>
                <a:chOff x="9659447" y="632648"/>
                <a:chExt cx="1420749" cy="1304449"/>
              </a:xfrm>
            </p:grpSpPr>
            <p:grpSp>
              <p:nvGrpSpPr>
                <p:cNvPr id="1628" name="Google Shape;1628;p57"/>
                <p:cNvGrpSpPr/>
                <p:nvPr/>
              </p:nvGrpSpPr>
              <p:grpSpPr>
                <a:xfrm>
                  <a:off x="10780064" y="1100040"/>
                  <a:ext cx="300132" cy="837057"/>
                  <a:chOff x="10780064" y="1100040"/>
                  <a:chExt cx="300132" cy="837057"/>
                </a:xfrm>
              </p:grpSpPr>
              <p:sp>
                <p:nvSpPr>
                  <p:cNvPr id="1629" name="Google Shape;1629;p57"/>
                  <p:cNvSpPr/>
                  <p:nvPr/>
                </p:nvSpPr>
                <p:spPr>
                  <a:xfrm>
                    <a:off x="11004378" y="1100040"/>
                    <a:ext cx="75818" cy="210883"/>
                  </a:xfrm>
                  <a:custGeom>
                    <a:rect b="b" l="l" r="r" t="t"/>
                    <a:pathLst>
                      <a:path extrusionOk="0" h="210883" w="75818">
                        <a:moveTo>
                          <a:pt x="10192" y="200120"/>
                        </a:moveTo>
                        <a:cubicBezTo>
                          <a:pt x="7239" y="204216"/>
                          <a:pt x="4096" y="207836"/>
                          <a:pt x="0" y="210884"/>
                        </a:cubicBezTo>
                        <a:lnTo>
                          <a:pt x="75819" y="0"/>
                        </a:lnTo>
                        <a:cubicBezTo>
                          <a:pt x="75533" y="2953"/>
                          <a:pt x="74581" y="6191"/>
                          <a:pt x="73152" y="10763"/>
                        </a:cubicBezTo>
                        <a:cubicBezTo>
                          <a:pt x="71438" y="16193"/>
                          <a:pt x="70580" y="23336"/>
                          <a:pt x="69532" y="30671"/>
                        </a:cubicBezTo>
                        <a:cubicBezTo>
                          <a:pt x="69056" y="33719"/>
                          <a:pt x="68580" y="36957"/>
                          <a:pt x="67913" y="39910"/>
                        </a:cubicBezTo>
                        <a:cubicBezTo>
                          <a:pt x="65913" y="49244"/>
                          <a:pt x="62579" y="57626"/>
                          <a:pt x="55436" y="61341"/>
                        </a:cubicBezTo>
                        <a:cubicBezTo>
                          <a:pt x="56959" y="62198"/>
                          <a:pt x="59626" y="63722"/>
                          <a:pt x="62198" y="65437"/>
                        </a:cubicBezTo>
                        <a:lnTo>
                          <a:pt x="16573" y="192310"/>
                        </a:lnTo>
                        <a:lnTo>
                          <a:pt x="16002" y="192119"/>
                        </a:lnTo>
                        <a:cubicBezTo>
                          <a:pt x="13906" y="194881"/>
                          <a:pt x="12097" y="197453"/>
                          <a:pt x="10192" y="199930"/>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0" name="Google Shape;1630;p57"/>
                  <p:cNvSpPr/>
                  <p:nvPr/>
                </p:nvSpPr>
                <p:spPr>
                  <a:xfrm>
                    <a:off x="10987613" y="1356834"/>
                    <a:ext cx="190" cy="285"/>
                  </a:xfrm>
                  <a:custGeom>
                    <a:rect b="b" l="l" r="r" t="t"/>
                    <a:pathLst>
                      <a:path extrusionOk="0" h="285" w="190">
                        <a:moveTo>
                          <a:pt x="190" y="0"/>
                        </a:moveTo>
                        <a:cubicBezTo>
                          <a:pt x="190" y="0"/>
                          <a:pt x="190" y="191"/>
                          <a:pt x="190" y="286"/>
                        </a:cubicBezTo>
                        <a:cubicBezTo>
                          <a:pt x="190" y="286"/>
                          <a:pt x="124" y="286"/>
                          <a:pt x="0" y="286"/>
                        </a:cubicBezTo>
                        <a:lnTo>
                          <a:pt x="0" y="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1" name="Google Shape;1631;p57"/>
                  <p:cNvSpPr/>
                  <p:nvPr/>
                </p:nvSpPr>
                <p:spPr>
                  <a:xfrm>
                    <a:off x="10858455" y="1484565"/>
                    <a:ext cx="90201" cy="232124"/>
                  </a:xfrm>
                  <a:custGeom>
                    <a:rect b="b" l="l" r="r" t="t"/>
                    <a:pathLst>
                      <a:path extrusionOk="0" h="232124" w="90201">
                        <a:moveTo>
                          <a:pt x="0" y="232124"/>
                        </a:moveTo>
                        <a:lnTo>
                          <a:pt x="83439" y="0"/>
                        </a:lnTo>
                        <a:cubicBezTo>
                          <a:pt x="86868" y="1810"/>
                          <a:pt x="89154" y="3810"/>
                          <a:pt x="90202" y="8763"/>
                        </a:cubicBezTo>
                        <a:lnTo>
                          <a:pt x="26575" y="185547"/>
                        </a:lnTo>
                        <a:lnTo>
                          <a:pt x="26384" y="185547"/>
                        </a:lnTo>
                        <a:cubicBezTo>
                          <a:pt x="21907" y="192119"/>
                          <a:pt x="20098" y="200120"/>
                          <a:pt x="18002" y="208026"/>
                        </a:cubicBezTo>
                        <a:lnTo>
                          <a:pt x="18479" y="208217"/>
                        </a:lnTo>
                        <a:lnTo>
                          <a:pt x="15335" y="216979"/>
                        </a:lnTo>
                        <a:lnTo>
                          <a:pt x="15335" y="216979"/>
                        </a:lnTo>
                        <a:cubicBezTo>
                          <a:pt x="14478" y="218884"/>
                          <a:pt x="13621" y="220885"/>
                          <a:pt x="12668" y="222695"/>
                        </a:cubicBezTo>
                        <a:cubicBezTo>
                          <a:pt x="9811" y="227647"/>
                          <a:pt x="10478" y="226314"/>
                          <a:pt x="6477" y="229076"/>
                        </a:cubicBezTo>
                        <a:cubicBezTo>
                          <a:pt x="5048" y="230124"/>
                          <a:pt x="2381" y="230981"/>
                          <a:pt x="95" y="232124"/>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2" name="Google Shape;1632;p57"/>
                  <p:cNvSpPr/>
                  <p:nvPr/>
                </p:nvSpPr>
                <p:spPr>
                  <a:xfrm>
                    <a:off x="10780064" y="1727738"/>
                    <a:ext cx="79152" cy="209359"/>
                  </a:xfrm>
                  <a:custGeom>
                    <a:rect b="b" l="l" r="r" t="t"/>
                    <a:pathLst>
                      <a:path extrusionOk="0" h="209359" w="79152">
                        <a:moveTo>
                          <a:pt x="95" y="206407"/>
                        </a:moveTo>
                        <a:lnTo>
                          <a:pt x="74295" y="0"/>
                        </a:lnTo>
                        <a:cubicBezTo>
                          <a:pt x="75724" y="4667"/>
                          <a:pt x="78391" y="9525"/>
                          <a:pt x="78962" y="13049"/>
                        </a:cubicBezTo>
                        <a:cubicBezTo>
                          <a:pt x="78962" y="13335"/>
                          <a:pt x="78962" y="13621"/>
                          <a:pt x="79153" y="14002"/>
                        </a:cubicBezTo>
                        <a:lnTo>
                          <a:pt x="8858" y="209359"/>
                        </a:lnTo>
                        <a:lnTo>
                          <a:pt x="0" y="20640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33" name="Google Shape;1633;p57"/>
                <p:cNvSpPr/>
                <p:nvPr/>
              </p:nvSpPr>
              <p:spPr>
                <a:xfrm>
                  <a:off x="10700149" y="955356"/>
                  <a:ext cx="350329" cy="953071"/>
                </a:xfrm>
                <a:custGeom>
                  <a:rect b="b" l="l" r="r" t="t"/>
                  <a:pathLst>
                    <a:path extrusionOk="0" h="953071" w="350329">
                      <a:moveTo>
                        <a:pt x="0" y="950023"/>
                      </a:moveTo>
                      <a:lnTo>
                        <a:pt x="341662" y="0"/>
                      </a:lnTo>
                      <a:cubicBezTo>
                        <a:pt x="344614" y="1143"/>
                        <a:pt x="347567" y="2476"/>
                        <a:pt x="350330" y="3429"/>
                      </a:cubicBezTo>
                      <a:lnTo>
                        <a:pt x="8858" y="953072"/>
                      </a:lnTo>
                      <a:lnTo>
                        <a:pt x="0" y="950119"/>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4" name="Google Shape;1634;p57"/>
                <p:cNvSpPr/>
                <p:nvPr/>
              </p:nvSpPr>
              <p:spPr>
                <a:xfrm>
                  <a:off x="10619948" y="933257"/>
                  <a:ext cx="347567" cy="946404"/>
                </a:xfrm>
                <a:custGeom>
                  <a:rect b="b" l="l" r="r" t="t"/>
                  <a:pathLst>
                    <a:path extrusionOk="0" h="946404" w="347567">
                      <a:moveTo>
                        <a:pt x="95" y="943356"/>
                      </a:moveTo>
                      <a:lnTo>
                        <a:pt x="339376" y="0"/>
                      </a:lnTo>
                      <a:cubicBezTo>
                        <a:pt x="340709" y="572"/>
                        <a:pt x="342043" y="1143"/>
                        <a:pt x="342995" y="1715"/>
                      </a:cubicBezTo>
                      <a:cubicBezTo>
                        <a:pt x="344519" y="2572"/>
                        <a:pt x="346043" y="3620"/>
                        <a:pt x="347567" y="4667"/>
                      </a:cubicBezTo>
                      <a:lnTo>
                        <a:pt x="8858" y="946404"/>
                      </a:lnTo>
                      <a:lnTo>
                        <a:pt x="0" y="94345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5" name="Google Shape;1635;p57"/>
                <p:cNvSpPr/>
                <p:nvPr/>
              </p:nvSpPr>
              <p:spPr>
                <a:xfrm>
                  <a:off x="10539938" y="913731"/>
                  <a:ext cx="344900" cy="937069"/>
                </a:xfrm>
                <a:custGeom>
                  <a:rect b="b" l="l" r="r" t="t"/>
                  <a:pathLst>
                    <a:path extrusionOk="0" h="937069" w="344900">
                      <a:moveTo>
                        <a:pt x="95" y="934117"/>
                      </a:moveTo>
                      <a:lnTo>
                        <a:pt x="336042" y="0"/>
                      </a:lnTo>
                      <a:cubicBezTo>
                        <a:pt x="338804" y="1143"/>
                        <a:pt x="341471" y="2381"/>
                        <a:pt x="344234" y="2762"/>
                      </a:cubicBezTo>
                      <a:cubicBezTo>
                        <a:pt x="344424" y="2762"/>
                        <a:pt x="344710" y="2762"/>
                        <a:pt x="344900" y="2762"/>
                      </a:cubicBezTo>
                      <a:lnTo>
                        <a:pt x="8858" y="937070"/>
                      </a:lnTo>
                      <a:lnTo>
                        <a:pt x="0" y="93411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6" name="Google Shape;1636;p57"/>
                <p:cNvSpPr/>
                <p:nvPr/>
              </p:nvSpPr>
              <p:spPr>
                <a:xfrm>
                  <a:off x="10459833" y="905540"/>
                  <a:ext cx="338423" cy="916400"/>
                </a:xfrm>
                <a:custGeom>
                  <a:rect b="b" l="l" r="r" t="t"/>
                  <a:pathLst>
                    <a:path extrusionOk="0" h="916400" w="338423">
                      <a:moveTo>
                        <a:pt x="95" y="913448"/>
                      </a:moveTo>
                      <a:lnTo>
                        <a:pt x="328422" y="381"/>
                      </a:lnTo>
                      <a:cubicBezTo>
                        <a:pt x="332327" y="1619"/>
                        <a:pt x="334137" y="1619"/>
                        <a:pt x="338423" y="0"/>
                      </a:cubicBezTo>
                      <a:lnTo>
                        <a:pt x="8858" y="916400"/>
                      </a:lnTo>
                      <a:lnTo>
                        <a:pt x="0" y="91344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7" name="Google Shape;1637;p57"/>
                <p:cNvSpPr/>
                <p:nvPr/>
              </p:nvSpPr>
              <p:spPr>
                <a:xfrm>
                  <a:off x="10379823" y="861725"/>
                  <a:ext cx="338613" cy="931449"/>
                </a:xfrm>
                <a:custGeom>
                  <a:rect b="b" l="l" r="r" t="t"/>
                  <a:pathLst>
                    <a:path extrusionOk="0" h="931449" w="338613">
                      <a:moveTo>
                        <a:pt x="95" y="928497"/>
                      </a:moveTo>
                      <a:lnTo>
                        <a:pt x="334042" y="0"/>
                      </a:lnTo>
                      <a:cubicBezTo>
                        <a:pt x="333470" y="1619"/>
                        <a:pt x="332994" y="3238"/>
                        <a:pt x="333089" y="4763"/>
                      </a:cubicBezTo>
                      <a:cubicBezTo>
                        <a:pt x="333470" y="7620"/>
                        <a:pt x="335852" y="11144"/>
                        <a:pt x="338614" y="14573"/>
                      </a:cubicBezTo>
                      <a:lnTo>
                        <a:pt x="8858" y="931450"/>
                      </a:lnTo>
                      <a:lnTo>
                        <a:pt x="0" y="92849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8" name="Google Shape;1638;p57"/>
                <p:cNvSpPr/>
                <p:nvPr/>
              </p:nvSpPr>
              <p:spPr>
                <a:xfrm>
                  <a:off x="10299908" y="826863"/>
                  <a:ext cx="344805" cy="937545"/>
                </a:xfrm>
                <a:custGeom>
                  <a:rect b="b" l="l" r="r" t="t"/>
                  <a:pathLst>
                    <a:path extrusionOk="0" h="937545" w="344805">
                      <a:moveTo>
                        <a:pt x="0" y="934593"/>
                      </a:moveTo>
                      <a:lnTo>
                        <a:pt x="336137" y="0"/>
                      </a:lnTo>
                      <a:cubicBezTo>
                        <a:pt x="338328" y="857"/>
                        <a:pt x="340614" y="1715"/>
                        <a:pt x="342900" y="2572"/>
                      </a:cubicBezTo>
                      <a:cubicBezTo>
                        <a:pt x="343472" y="2762"/>
                        <a:pt x="344138" y="3048"/>
                        <a:pt x="344805" y="3334"/>
                      </a:cubicBezTo>
                      <a:lnTo>
                        <a:pt x="8858" y="937546"/>
                      </a:lnTo>
                      <a:lnTo>
                        <a:pt x="0" y="93459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9" name="Google Shape;1639;p57"/>
                <p:cNvSpPr/>
                <p:nvPr/>
              </p:nvSpPr>
              <p:spPr>
                <a:xfrm>
                  <a:off x="10219803" y="822768"/>
                  <a:ext cx="334994" cy="912780"/>
                </a:xfrm>
                <a:custGeom>
                  <a:rect b="b" l="l" r="r" t="t"/>
                  <a:pathLst>
                    <a:path extrusionOk="0" h="912780" w="334994">
                      <a:moveTo>
                        <a:pt x="95" y="909923"/>
                      </a:moveTo>
                      <a:lnTo>
                        <a:pt x="327279" y="0"/>
                      </a:lnTo>
                      <a:cubicBezTo>
                        <a:pt x="327755" y="1905"/>
                        <a:pt x="328327" y="3619"/>
                        <a:pt x="330136" y="4763"/>
                      </a:cubicBezTo>
                      <a:cubicBezTo>
                        <a:pt x="331470" y="5620"/>
                        <a:pt x="333184" y="5905"/>
                        <a:pt x="334994" y="6001"/>
                      </a:cubicBezTo>
                      <a:lnTo>
                        <a:pt x="8858" y="912781"/>
                      </a:lnTo>
                      <a:lnTo>
                        <a:pt x="0" y="90982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0" name="Google Shape;1640;p57"/>
                <p:cNvSpPr/>
                <p:nvPr/>
              </p:nvSpPr>
              <p:spPr>
                <a:xfrm>
                  <a:off x="10139793" y="787239"/>
                  <a:ext cx="338708" cy="919734"/>
                </a:xfrm>
                <a:custGeom>
                  <a:rect b="b" l="l" r="r" t="t"/>
                  <a:pathLst>
                    <a:path extrusionOk="0" h="919734" w="338708">
                      <a:moveTo>
                        <a:pt x="0" y="916686"/>
                      </a:moveTo>
                      <a:lnTo>
                        <a:pt x="329660" y="0"/>
                      </a:lnTo>
                      <a:cubicBezTo>
                        <a:pt x="332613" y="857"/>
                        <a:pt x="335661" y="1715"/>
                        <a:pt x="338709" y="2477"/>
                      </a:cubicBezTo>
                      <a:lnTo>
                        <a:pt x="8858" y="919734"/>
                      </a:lnTo>
                      <a:lnTo>
                        <a:pt x="0" y="91678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1" name="Google Shape;1641;p57"/>
                <p:cNvSpPr/>
                <p:nvPr/>
              </p:nvSpPr>
              <p:spPr>
                <a:xfrm>
                  <a:off x="10059688" y="746568"/>
                  <a:ext cx="341471" cy="931544"/>
                </a:xfrm>
                <a:custGeom>
                  <a:rect b="b" l="l" r="r" t="t"/>
                  <a:pathLst>
                    <a:path extrusionOk="0" h="931544" w="341471">
                      <a:moveTo>
                        <a:pt x="0" y="928497"/>
                      </a:moveTo>
                      <a:lnTo>
                        <a:pt x="333946" y="0"/>
                      </a:lnTo>
                      <a:cubicBezTo>
                        <a:pt x="333946" y="0"/>
                        <a:pt x="334899" y="476"/>
                        <a:pt x="335375" y="667"/>
                      </a:cubicBezTo>
                      <a:cubicBezTo>
                        <a:pt x="340042" y="2762"/>
                        <a:pt x="339280" y="3810"/>
                        <a:pt x="341471" y="6572"/>
                      </a:cubicBezTo>
                      <a:lnTo>
                        <a:pt x="8858" y="931545"/>
                      </a:lnTo>
                      <a:lnTo>
                        <a:pt x="0" y="92859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2" name="Google Shape;1642;p57"/>
                <p:cNvSpPr/>
                <p:nvPr/>
              </p:nvSpPr>
              <p:spPr>
                <a:xfrm>
                  <a:off x="9979678" y="755712"/>
                  <a:ext cx="329279" cy="893635"/>
                </a:xfrm>
                <a:custGeom>
                  <a:rect b="b" l="l" r="r" t="t"/>
                  <a:pathLst>
                    <a:path extrusionOk="0" h="893635" w="329279">
                      <a:moveTo>
                        <a:pt x="0" y="890587"/>
                      </a:moveTo>
                      <a:lnTo>
                        <a:pt x="320326" y="0"/>
                      </a:lnTo>
                      <a:cubicBezTo>
                        <a:pt x="323374" y="762"/>
                        <a:pt x="326422" y="1715"/>
                        <a:pt x="329279" y="2572"/>
                      </a:cubicBezTo>
                      <a:lnTo>
                        <a:pt x="8858" y="893636"/>
                      </a:lnTo>
                      <a:lnTo>
                        <a:pt x="0" y="89068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3" name="Google Shape;1643;p57"/>
                <p:cNvSpPr/>
                <p:nvPr/>
              </p:nvSpPr>
              <p:spPr>
                <a:xfrm>
                  <a:off x="9899573" y="709039"/>
                  <a:ext cx="335089" cy="911447"/>
                </a:xfrm>
                <a:custGeom>
                  <a:rect b="b" l="l" r="r" t="t"/>
                  <a:pathLst>
                    <a:path extrusionOk="0" h="911447" w="335089">
                      <a:moveTo>
                        <a:pt x="95" y="908494"/>
                      </a:moveTo>
                      <a:lnTo>
                        <a:pt x="326803" y="0"/>
                      </a:lnTo>
                      <a:cubicBezTo>
                        <a:pt x="329565" y="1810"/>
                        <a:pt x="332327" y="3143"/>
                        <a:pt x="335090" y="4381"/>
                      </a:cubicBezTo>
                      <a:lnTo>
                        <a:pt x="8858" y="911447"/>
                      </a:lnTo>
                      <a:lnTo>
                        <a:pt x="0" y="908494"/>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4" name="Google Shape;1644;p57"/>
                <p:cNvSpPr/>
                <p:nvPr/>
              </p:nvSpPr>
              <p:spPr>
                <a:xfrm>
                  <a:off x="9819658" y="632648"/>
                  <a:ext cx="348995" cy="959167"/>
                </a:xfrm>
                <a:custGeom>
                  <a:rect b="b" l="l" r="r" t="t"/>
                  <a:pathLst>
                    <a:path extrusionOk="0" h="959167" w="348995">
                      <a:moveTo>
                        <a:pt x="0" y="956120"/>
                      </a:moveTo>
                      <a:lnTo>
                        <a:pt x="335852" y="22384"/>
                      </a:lnTo>
                      <a:cubicBezTo>
                        <a:pt x="337185" y="22670"/>
                        <a:pt x="338614" y="22955"/>
                        <a:pt x="339757" y="23241"/>
                      </a:cubicBezTo>
                      <a:cubicBezTo>
                        <a:pt x="341852" y="20383"/>
                        <a:pt x="340995" y="16002"/>
                        <a:pt x="339757" y="11621"/>
                      </a:cubicBezTo>
                      <a:lnTo>
                        <a:pt x="343948" y="0"/>
                      </a:lnTo>
                      <a:lnTo>
                        <a:pt x="346329" y="857"/>
                      </a:lnTo>
                      <a:cubicBezTo>
                        <a:pt x="345186" y="3905"/>
                        <a:pt x="343662" y="6001"/>
                        <a:pt x="345853" y="9811"/>
                      </a:cubicBezTo>
                      <a:cubicBezTo>
                        <a:pt x="346710" y="11049"/>
                        <a:pt x="347853" y="12287"/>
                        <a:pt x="348996" y="13430"/>
                      </a:cubicBezTo>
                      <a:lnTo>
                        <a:pt x="8858" y="959168"/>
                      </a:lnTo>
                      <a:lnTo>
                        <a:pt x="0" y="95621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45" name="Google Shape;1645;p57"/>
                <p:cNvGrpSpPr/>
                <p:nvPr/>
              </p:nvGrpSpPr>
              <p:grpSpPr>
                <a:xfrm>
                  <a:off x="9739553" y="749996"/>
                  <a:ext cx="301084" cy="812959"/>
                  <a:chOff x="9739553" y="749996"/>
                  <a:chExt cx="301084" cy="812959"/>
                </a:xfrm>
              </p:grpSpPr>
              <p:sp>
                <p:nvSpPr>
                  <p:cNvPr id="1646" name="Google Shape;1646;p57"/>
                  <p:cNvSpPr/>
                  <p:nvPr/>
                </p:nvSpPr>
                <p:spPr>
                  <a:xfrm>
                    <a:off x="10011924" y="749996"/>
                    <a:ext cx="28713" cy="78295"/>
                  </a:xfrm>
                  <a:custGeom>
                    <a:rect b="b" l="l" r="r" t="t"/>
                    <a:pathLst>
                      <a:path extrusionOk="0" h="78295" w="28713">
                        <a:moveTo>
                          <a:pt x="615" y="78296"/>
                        </a:moveTo>
                        <a:cubicBezTo>
                          <a:pt x="139" y="73819"/>
                          <a:pt x="-338" y="69247"/>
                          <a:pt x="329" y="66389"/>
                        </a:cubicBezTo>
                        <a:cubicBezTo>
                          <a:pt x="1948" y="59627"/>
                          <a:pt x="5282" y="54197"/>
                          <a:pt x="6711" y="47339"/>
                        </a:cubicBezTo>
                        <a:cubicBezTo>
                          <a:pt x="8520" y="37814"/>
                          <a:pt x="9759" y="24194"/>
                          <a:pt x="14140" y="13907"/>
                        </a:cubicBezTo>
                        <a:lnTo>
                          <a:pt x="13854" y="13907"/>
                        </a:lnTo>
                        <a:cubicBezTo>
                          <a:pt x="13854" y="13907"/>
                          <a:pt x="16998" y="5048"/>
                          <a:pt x="16998" y="5048"/>
                        </a:cubicBezTo>
                        <a:lnTo>
                          <a:pt x="19093" y="5810"/>
                        </a:lnTo>
                        <a:cubicBezTo>
                          <a:pt x="20712" y="4191"/>
                          <a:pt x="22427" y="4286"/>
                          <a:pt x="24523" y="2953"/>
                        </a:cubicBezTo>
                        <a:cubicBezTo>
                          <a:pt x="25951" y="2000"/>
                          <a:pt x="27380" y="1048"/>
                          <a:pt x="28714" y="0"/>
                        </a:cubicBezTo>
                        <a:lnTo>
                          <a:pt x="615" y="7820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7" name="Google Shape;1647;p57"/>
                  <p:cNvSpPr/>
                  <p:nvPr/>
                </p:nvSpPr>
                <p:spPr>
                  <a:xfrm>
                    <a:off x="9739553" y="835055"/>
                    <a:ext cx="269462" cy="727900"/>
                  </a:xfrm>
                  <a:custGeom>
                    <a:rect b="b" l="l" r="r" t="t"/>
                    <a:pathLst>
                      <a:path extrusionOk="0" h="727900" w="269462">
                        <a:moveTo>
                          <a:pt x="0" y="724853"/>
                        </a:moveTo>
                        <a:lnTo>
                          <a:pt x="260699" y="0"/>
                        </a:lnTo>
                        <a:lnTo>
                          <a:pt x="269462" y="3143"/>
                        </a:lnTo>
                        <a:lnTo>
                          <a:pt x="8858" y="727901"/>
                        </a:lnTo>
                        <a:lnTo>
                          <a:pt x="0" y="72485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48" name="Google Shape;1648;p57"/>
                <p:cNvSpPr/>
                <p:nvPr/>
              </p:nvSpPr>
              <p:spPr>
                <a:xfrm>
                  <a:off x="9659447" y="949440"/>
                  <a:ext cx="218884" cy="584654"/>
                </a:xfrm>
                <a:custGeom>
                  <a:rect b="b" l="l" r="r" t="t"/>
                  <a:pathLst>
                    <a:path extrusionOk="0" h="584654" w="218884">
                      <a:moveTo>
                        <a:pt x="95" y="581702"/>
                      </a:moveTo>
                      <a:lnTo>
                        <a:pt x="208693" y="1724"/>
                      </a:lnTo>
                      <a:cubicBezTo>
                        <a:pt x="210121" y="1153"/>
                        <a:pt x="211550" y="486"/>
                        <a:pt x="213074" y="105"/>
                      </a:cubicBezTo>
                      <a:cubicBezTo>
                        <a:pt x="215551" y="-276"/>
                        <a:pt x="217170" y="486"/>
                        <a:pt x="218885" y="677"/>
                      </a:cubicBezTo>
                      <a:lnTo>
                        <a:pt x="8858" y="584654"/>
                      </a:lnTo>
                      <a:lnTo>
                        <a:pt x="0" y="58170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649" name="Google Shape;1649;p57"/>
            <p:cNvSpPr/>
            <p:nvPr/>
          </p:nvSpPr>
          <p:spPr>
            <a:xfrm rot="10800000">
              <a:off x="6783141" y="-621410"/>
              <a:ext cx="3085593" cy="2714505"/>
            </a:xfrm>
            <a:custGeom>
              <a:rect b="b" l="l" r="r" t="t"/>
              <a:pathLst>
                <a:path extrusionOk="0" h="1320927" w="1501505">
                  <a:moveTo>
                    <a:pt x="1212247" y="1320927"/>
                  </a:moveTo>
                  <a:lnTo>
                    <a:pt x="0" y="884492"/>
                  </a:lnTo>
                  <a:lnTo>
                    <a:pt x="115824" y="562547"/>
                  </a:lnTo>
                  <a:cubicBezTo>
                    <a:pt x="119253" y="562356"/>
                    <a:pt x="113157" y="555879"/>
                    <a:pt x="116110" y="556641"/>
                  </a:cubicBezTo>
                  <a:cubicBezTo>
                    <a:pt x="120872" y="549783"/>
                    <a:pt x="120396" y="542830"/>
                    <a:pt x="127254" y="537686"/>
                  </a:cubicBezTo>
                  <a:cubicBezTo>
                    <a:pt x="134684" y="532067"/>
                    <a:pt x="146209" y="530733"/>
                    <a:pt x="153448" y="524923"/>
                  </a:cubicBezTo>
                  <a:cubicBezTo>
                    <a:pt x="160401" y="519398"/>
                    <a:pt x="163449" y="497681"/>
                    <a:pt x="166116" y="487394"/>
                  </a:cubicBezTo>
                  <a:cubicBezTo>
                    <a:pt x="166783" y="484346"/>
                    <a:pt x="167640" y="481203"/>
                    <a:pt x="168497" y="478250"/>
                  </a:cubicBezTo>
                  <a:cubicBezTo>
                    <a:pt x="169926" y="473202"/>
                    <a:pt x="171641" y="468535"/>
                    <a:pt x="174308" y="464725"/>
                  </a:cubicBezTo>
                  <a:cubicBezTo>
                    <a:pt x="193262" y="472250"/>
                    <a:pt x="200882" y="443389"/>
                    <a:pt x="205073" y="431768"/>
                  </a:cubicBezTo>
                  <a:lnTo>
                    <a:pt x="216599" y="399764"/>
                  </a:lnTo>
                  <a:cubicBezTo>
                    <a:pt x="219456" y="391763"/>
                    <a:pt x="214503" y="376238"/>
                    <a:pt x="218884" y="369094"/>
                  </a:cubicBezTo>
                  <a:cubicBezTo>
                    <a:pt x="220123" y="366903"/>
                    <a:pt x="222504" y="367665"/>
                    <a:pt x="223647" y="365855"/>
                  </a:cubicBezTo>
                  <a:cubicBezTo>
                    <a:pt x="229743" y="356521"/>
                    <a:pt x="234029" y="347282"/>
                    <a:pt x="237934" y="337566"/>
                  </a:cubicBezTo>
                  <a:cubicBezTo>
                    <a:pt x="239173" y="334709"/>
                    <a:pt x="240221" y="331756"/>
                    <a:pt x="241268" y="328708"/>
                  </a:cubicBezTo>
                  <a:cubicBezTo>
                    <a:pt x="241744" y="327565"/>
                    <a:pt x="242125" y="326517"/>
                    <a:pt x="242602" y="325374"/>
                  </a:cubicBezTo>
                  <a:cubicBezTo>
                    <a:pt x="246602" y="314516"/>
                    <a:pt x="253270" y="325088"/>
                    <a:pt x="263081" y="325374"/>
                  </a:cubicBezTo>
                  <a:cubicBezTo>
                    <a:pt x="265081" y="325374"/>
                    <a:pt x="266700" y="324898"/>
                    <a:pt x="268224" y="324136"/>
                  </a:cubicBezTo>
                  <a:cubicBezTo>
                    <a:pt x="269653" y="323564"/>
                    <a:pt x="271082" y="322898"/>
                    <a:pt x="272701" y="322517"/>
                  </a:cubicBezTo>
                  <a:cubicBezTo>
                    <a:pt x="275273" y="322136"/>
                    <a:pt x="276892" y="322898"/>
                    <a:pt x="278606" y="323088"/>
                  </a:cubicBezTo>
                  <a:cubicBezTo>
                    <a:pt x="279844" y="323279"/>
                    <a:pt x="281178" y="323088"/>
                    <a:pt x="283178" y="321850"/>
                  </a:cubicBezTo>
                  <a:cubicBezTo>
                    <a:pt x="288417" y="318325"/>
                    <a:pt x="284988" y="300323"/>
                    <a:pt x="287941" y="295180"/>
                  </a:cubicBezTo>
                  <a:cubicBezTo>
                    <a:pt x="295847" y="297275"/>
                    <a:pt x="301561" y="295751"/>
                    <a:pt x="309563" y="297847"/>
                  </a:cubicBezTo>
                  <a:cubicBezTo>
                    <a:pt x="314516" y="290989"/>
                    <a:pt x="315944" y="279368"/>
                    <a:pt x="319564" y="271463"/>
                  </a:cubicBezTo>
                  <a:cubicBezTo>
                    <a:pt x="320802" y="268796"/>
                    <a:pt x="322421" y="266414"/>
                    <a:pt x="324707" y="264509"/>
                  </a:cubicBezTo>
                  <a:cubicBezTo>
                    <a:pt x="324993" y="264223"/>
                    <a:pt x="325469" y="263842"/>
                    <a:pt x="325946" y="263652"/>
                  </a:cubicBezTo>
                  <a:cubicBezTo>
                    <a:pt x="328232" y="261938"/>
                    <a:pt x="337852" y="269843"/>
                    <a:pt x="340424" y="269367"/>
                  </a:cubicBezTo>
                  <a:cubicBezTo>
                    <a:pt x="341662" y="269081"/>
                    <a:pt x="342805" y="261080"/>
                    <a:pt x="343091" y="260794"/>
                  </a:cubicBezTo>
                  <a:cubicBezTo>
                    <a:pt x="348615" y="256604"/>
                    <a:pt x="349567" y="245078"/>
                    <a:pt x="350234" y="238601"/>
                  </a:cubicBezTo>
                  <a:cubicBezTo>
                    <a:pt x="351092" y="230124"/>
                    <a:pt x="349853" y="224314"/>
                    <a:pt x="347567" y="216408"/>
                  </a:cubicBezTo>
                  <a:cubicBezTo>
                    <a:pt x="346710" y="213455"/>
                    <a:pt x="341090" y="204692"/>
                    <a:pt x="342995" y="201930"/>
                  </a:cubicBezTo>
                  <a:cubicBezTo>
                    <a:pt x="346900" y="196501"/>
                    <a:pt x="373190" y="206978"/>
                    <a:pt x="378333" y="208026"/>
                  </a:cubicBezTo>
                  <a:cubicBezTo>
                    <a:pt x="379476" y="208217"/>
                    <a:pt x="380524" y="208407"/>
                    <a:pt x="381667" y="208598"/>
                  </a:cubicBezTo>
                  <a:cubicBezTo>
                    <a:pt x="387953" y="209741"/>
                    <a:pt x="394240" y="210693"/>
                    <a:pt x="400622" y="211836"/>
                  </a:cubicBezTo>
                  <a:cubicBezTo>
                    <a:pt x="403765" y="212312"/>
                    <a:pt x="407003" y="212884"/>
                    <a:pt x="410051" y="213551"/>
                  </a:cubicBezTo>
                  <a:cubicBezTo>
                    <a:pt x="411194" y="213646"/>
                    <a:pt x="412242" y="213931"/>
                    <a:pt x="413385" y="214122"/>
                  </a:cubicBezTo>
                  <a:cubicBezTo>
                    <a:pt x="414242" y="213360"/>
                    <a:pt x="414909" y="212122"/>
                    <a:pt x="415100" y="210598"/>
                  </a:cubicBezTo>
                  <a:cubicBezTo>
                    <a:pt x="415957" y="207550"/>
                    <a:pt x="415576" y="203359"/>
                    <a:pt x="415100" y="199168"/>
                  </a:cubicBezTo>
                  <a:cubicBezTo>
                    <a:pt x="414623" y="194596"/>
                    <a:pt x="414052" y="189929"/>
                    <a:pt x="414814" y="187071"/>
                  </a:cubicBezTo>
                  <a:cubicBezTo>
                    <a:pt x="416433" y="180213"/>
                    <a:pt x="419862" y="174689"/>
                    <a:pt x="421291" y="167640"/>
                  </a:cubicBezTo>
                  <a:cubicBezTo>
                    <a:pt x="423196" y="157925"/>
                    <a:pt x="424434" y="144113"/>
                    <a:pt x="428911" y="133636"/>
                  </a:cubicBezTo>
                  <a:cubicBezTo>
                    <a:pt x="429959" y="131064"/>
                    <a:pt x="431292" y="128683"/>
                    <a:pt x="432816" y="126682"/>
                  </a:cubicBezTo>
                  <a:cubicBezTo>
                    <a:pt x="433197" y="126111"/>
                    <a:pt x="433578" y="125730"/>
                    <a:pt x="433959" y="125349"/>
                  </a:cubicBezTo>
                  <a:cubicBezTo>
                    <a:pt x="435674" y="123730"/>
                    <a:pt x="437388" y="123730"/>
                    <a:pt x="439484" y="122396"/>
                  </a:cubicBezTo>
                  <a:cubicBezTo>
                    <a:pt x="440912" y="121444"/>
                    <a:pt x="442436" y="120396"/>
                    <a:pt x="443770" y="119444"/>
                  </a:cubicBezTo>
                  <a:cubicBezTo>
                    <a:pt x="448627" y="116205"/>
                    <a:pt x="453295" y="112681"/>
                    <a:pt x="458152" y="109252"/>
                  </a:cubicBezTo>
                  <a:cubicBezTo>
                    <a:pt x="467677" y="102013"/>
                    <a:pt x="474631" y="95441"/>
                    <a:pt x="479393" y="85344"/>
                  </a:cubicBezTo>
                  <a:cubicBezTo>
                    <a:pt x="482727" y="78391"/>
                    <a:pt x="489014" y="71628"/>
                    <a:pt x="494633" y="65246"/>
                  </a:cubicBezTo>
                  <a:cubicBezTo>
                    <a:pt x="495205" y="64770"/>
                    <a:pt x="495586" y="64199"/>
                    <a:pt x="496062" y="63627"/>
                  </a:cubicBezTo>
                  <a:cubicBezTo>
                    <a:pt x="498158" y="61151"/>
                    <a:pt x="500348" y="59436"/>
                    <a:pt x="502730" y="58103"/>
                  </a:cubicBezTo>
                  <a:cubicBezTo>
                    <a:pt x="507016" y="55435"/>
                    <a:pt x="511492" y="53626"/>
                    <a:pt x="515684" y="50102"/>
                  </a:cubicBezTo>
                  <a:cubicBezTo>
                    <a:pt x="522065" y="44958"/>
                    <a:pt x="528257" y="40862"/>
                    <a:pt x="533591" y="34957"/>
                  </a:cubicBezTo>
                  <a:cubicBezTo>
                    <a:pt x="536258" y="31909"/>
                    <a:pt x="538448" y="26479"/>
                    <a:pt x="541306" y="23813"/>
                  </a:cubicBezTo>
                  <a:cubicBezTo>
                    <a:pt x="546735" y="18955"/>
                    <a:pt x="554069" y="21146"/>
                    <a:pt x="560451" y="22765"/>
                  </a:cubicBezTo>
                  <a:cubicBezTo>
                    <a:pt x="561880" y="23051"/>
                    <a:pt x="563213" y="23336"/>
                    <a:pt x="564451" y="23622"/>
                  </a:cubicBezTo>
                  <a:cubicBezTo>
                    <a:pt x="566642" y="20669"/>
                    <a:pt x="565690" y="16193"/>
                    <a:pt x="564451" y="11811"/>
                  </a:cubicBezTo>
                  <a:lnTo>
                    <a:pt x="568738" y="0"/>
                  </a:lnTo>
                  <a:lnTo>
                    <a:pt x="571119" y="857"/>
                  </a:lnTo>
                  <a:cubicBezTo>
                    <a:pt x="569881" y="3905"/>
                    <a:pt x="568452" y="6096"/>
                    <a:pt x="570643" y="9906"/>
                  </a:cubicBezTo>
                  <a:cubicBezTo>
                    <a:pt x="571500" y="11240"/>
                    <a:pt x="572643" y="12478"/>
                    <a:pt x="573881" y="13526"/>
                  </a:cubicBezTo>
                  <a:cubicBezTo>
                    <a:pt x="576358" y="15716"/>
                    <a:pt x="579215" y="18002"/>
                    <a:pt x="581120" y="20479"/>
                  </a:cubicBezTo>
                  <a:cubicBezTo>
                    <a:pt x="585597" y="26384"/>
                    <a:pt x="588074" y="26575"/>
                    <a:pt x="593598" y="30194"/>
                  </a:cubicBezTo>
                  <a:cubicBezTo>
                    <a:pt x="602171" y="35624"/>
                    <a:pt x="606457" y="48768"/>
                    <a:pt x="606552" y="59246"/>
                  </a:cubicBezTo>
                  <a:cubicBezTo>
                    <a:pt x="614743" y="63913"/>
                    <a:pt x="620840" y="68771"/>
                    <a:pt x="628364" y="74676"/>
                  </a:cubicBezTo>
                  <a:cubicBezTo>
                    <a:pt x="629793" y="75819"/>
                    <a:pt x="631222" y="76772"/>
                    <a:pt x="632651" y="77629"/>
                  </a:cubicBezTo>
                  <a:cubicBezTo>
                    <a:pt x="635413" y="79439"/>
                    <a:pt x="638270" y="80867"/>
                    <a:pt x="641128" y="82105"/>
                  </a:cubicBezTo>
                  <a:cubicBezTo>
                    <a:pt x="647891" y="84963"/>
                    <a:pt x="654749" y="86678"/>
                    <a:pt x="662083" y="89249"/>
                  </a:cubicBezTo>
                  <a:cubicBezTo>
                    <a:pt x="663131" y="87440"/>
                    <a:pt x="664655" y="87154"/>
                    <a:pt x="666464" y="88392"/>
                  </a:cubicBezTo>
                  <a:cubicBezTo>
                    <a:pt x="670179" y="91440"/>
                    <a:pt x="672751" y="95155"/>
                    <a:pt x="674370" y="99727"/>
                  </a:cubicBezTo>
                  <a:cubicBezTo>
                    <a:pt x="677609" y="106204"/>
                    <a:pt x="678751" y="112395"/>
                    <a:pt x="685038" y="116491"/>
                  </a:cubicBezTo>
                  <a:cubicBezTo>
                    <a:pt x="690943" y="120301"/>
                    <a:pt x="699326" y="122873"/>
                    <a:pt x="707612" y="125063"/>
                  </a:cubicBezTo>
                  <a:cubicBezTo>
                    <a:pt x="710756" y="125921"/>
                    <a:pt x="713804" y="126778"/>
                    <a:pt x="716756" y="127635"/>
                  </a:cubicBezTo>
                  <a:cubicBezTo>
                    <a:pt x="718947" y="128302"/>
                    <a:pt x="720947" y="128969"/>
                    <a:pt x="722757" y="129635"/>
                  </a:cubicBezTo>
                  <a:cubicBezTo>
                    <a:pt x="732568" y="133255"/>
                    <a:pt x="732758" y="132588"/>
                    <a:pt x="741426" y="131826"/>
                  </a:cubicBezTo>
                  <a:cubicBezTo>
                    <a:pt x="742283" y="131731"/>
                    <a:pt x="747808" y="131445"/>
                    <a:pt x="748570" y="131159"/>
                  </a:cubicBezTo>
                  <a:cubicBezTo>
                    <a:pt x="750380" y="129254"/>
                    <a:pt x="752475" y="127921"/>
                    <a:pt x="754856" y="127064"/>
                  </a:cubicBezTo>
                  <a:lnTo>
                    <a:pt x="768953" y="124873"/>
                  </a:lnTo>
                  <a:cubicBezTo>
                    <a:pt x="771430" y="124111"/>
                    <a:pt x="773525" y="122682"/>
                    <a:pt x="775335" y="120872"/>
                  </a:cubicBezTo>
                  <a:cubicBezTo>
                    <a:pt x="777050" y="120968"/>
                    <a:pt x="778764" y="121063"/>
                    <a:pt x="780383" y="121253"/>
                  </a:cubicBezTo>
                  <a:cubicBezTo>
                    <a:pt x="783241" y="120491"/>
                    <a:pt x="786384" y="119253"/>
                    <a:pt x="789242" y="118301"/>
                  </a:cubicBezTo>
                  <a:cubicBezTo>
                    <a:pt x="794957" y="116205"/>
                    <a:pt x="797528" y="113824"/>
                    <a:pt x="802767" y="115729"/>
                  </a:cubicBezTo>
                  <a:cubicBezTo>
                    <a:pt x="803243" y="115919"/>
                    <a:pt x="803719" y="116205"/>
                    <a:pt x="804291" y="116396"/>
                  </a:cubicBezTo>
                  <a:cubicBezTo>
                    <a:pt x="809054" y="118491"/>
                    <a:pt x="808292" y="119634"/>
                    <a:pt x="810482" y="122396"/>
                  </a:cubicBezTo>
                  <a:cubicBezTo>
                    <a:pt x="810768" y="122777"/>
                    <a:pt x="810959" y="123063"/>
                    <a:pt x="811340" y="123539"/>
                  </a:cubicBezTo>
                  <a:cubicBezTo>
                    <a:pt x="817435" y="130588"/>
                    <a:pt x="829437" y="128873"/>
                    <a:pt x="835533" y="135541"/>
                  </a:cubicBezTo>
                  <a:cubicBezTo>
                    <a:pt x="837914" y="138017"/>
                    <a:pt x="836962" y="141256"/>
                    <a:pt x="840200" y="143637"/>
                  </a:cubicBezTo>
                  <a:cubicBezTo>
                    <a:pt x="844677" y="147161"/>
                    <a:pt x="853631" y="148304"/>
                    <a:pt x="859060" y="150304"/>
                  </a:cubicBezTo>
                  <a:cubicBezTo>
                    <a:pt x="866108" y="152876"/>
                    <a:pt x="873061" y="154972"/>
                    <a:pt x="880015" y="157067"/>
                  </a:cubicBezTo>
                  <a:cubicBezTo>
                    <a:pt x="883063" y="157925"/>
                    <a:pt x="886111" y="158782"/>
                    <a:pt x="889159" y="159544"/>
                  </a:cubicBezTo>
                  <a:cubicBezTo>
                    <a:pt x="901065" y="162973"/>
                    <a:pt x="913067" y="166211"/>
                    <a:pt x="925068" y="170593"/>
                  </a:cubicBezTo>
                  <a:cubicBezTo>
                    <a:pt x="936689" y="174784"/>
                    <a:pt x="951262" y="177451"/>
                    <a:pt x="957643" y="189357"/>
                  </a:cubicBezTo>
                  <a:cubicBezTo>
                    <a:pt x="958310" y="190595"/>
                    <a:pt x="958596" y="192024"/>
                    <a:pt x="958882" y="193358"/>
                  </a:cubicBezTo>
                  <a:cubicBezTo>
                    <a:pt x="959358" y="195263"/>
                    <a:pt x="959930" y="197072"/>
                    <a:pt x="961739" y="198215"/>
                  </a:cubicBezTo>
                  <a:cubicBezTo>
                    <a:pt x="963168" y="199073"/>
                    <a:pt x="964787" y="199454"/>
                    <a:pt x="966692" y="199454"/>
                  </a:cubicBezTo>
                  <a:cubicBezTo>
                    <a:pt x="970026" y="199549"/>
                    <a:pt x="973836" y="198787"/>
                    <a:pt x="976789" y="199549"/>
                  </a:cubicBezTo>
                  <a:cubicBezTo>
                    <a:pt x="984123" y="201359"/>
                    <a:pt x="990314" y="206693"/>
                    <a:pt x="998220" y="205169"/>
                  </a:cubicBezTo>
                  <a:cubicBezTo>
                    <a:pt x="1003554" y="204026"/>
                    <a:pt x="1007174" y="199835"/>
                    <a:pt x="1011841" y="197453"/>
                  </a:cubicBezTo>
                  <a:cubicBezTo>
                    <a:pt x="1026890" y="189738"/>
                    <a:pt x="1036415" y="192691"/>
                    <a:pt x="1049274" y="197453"/>
                  </a:cubicBezTo>
                  <a:cubicBezTo>
                    <a:pt x="1051465" y="198311"/>
                    <a:pt x="1053751" y="199168"/>
                    <a:pt x="1056227" y="200025"/>
                  </a:cubicBezTo>
                  <a:cubicBezTo>
                    <a:pt x="1056894" y="200216"/>
                    <a:pt x="1057466" y="200501"/>
                    <a:pt x="1058132" y="200787"/>
                  </a:cubicBezTo>
                  <a:cubicBezTo>
                    <a:pt x="1063752" y="203073"/>
                    <a:pt x="1071658" y="207550"/>
                    <a:pt x="1076992" y="207550"/>
                  </a:cubicBezTo>
                  <a:cubicBezTo>
                    <a:pt x="1079944" y="207550"/>
                    <a:pt x="1082611" y="205740"/>
                    <a:pt x="1085088" y="205740"/>
                  </a:cubicBezTo>
                  <a:cubicBezTo>
                    <a:pt x="1096137" y="205454"/>
                    <a:pt x="1114806" y="231553"/>
                    <a:pt x="1126903" y="222314"/>
                  </a:cubicBezTo>
                  <a:cubicBezTo>
                    <a:pt x="1130999" y="224885"/>
                    <a:pt x="1130236" y="228029"/>
                    <a:pt x="1129093" y="231267"/>
                  </a:cubicBezTo>
                  <a:lnTo>
                    <a:pt x="1128522" y="232886"/>
                  </a:lnTo>
                  <a:cubicBezTo>
                    <a:pt x="1127951" y="234601"/>
                    <a:pt x="1127379" y="236220"/>
                    <a:pt x="1127569" y="237744"/>
                  </a:cubicBezTo>
                  <a:cubicBezTo>
                    <a:pt x="1127951" y="240697"/>
                    <a:pt x="1130332" y="244316"/>
                    <a:pt x="1133189" y="247745"/>
                  </a:cubicBezTo>
                  <a:cubicBezTo>
                    <a:pt x="1136428" y="251555"/>
                    <a:pt x="1140333" y="255175"/>
                    <a:pt x="1142714" y="257175"/>
                  </a:cubicBezTo>
                  <a:cubicBezTo>
                    <a:pt x="1149572" y="263081"/>
                    <a:pt x="1151192" y="261652"/>
                    <a:pt x="1158050" y="262223"/>
                  </a:cubicBezTo>
                  <a:cubicBezTo>
                    <a:pt x="1163384" y="262604"/>
                    <a:pt x="1168336" y="265176"/>
                    <a:pt x="1173575" y="266986"/>
                  </a:cubicBezTo>
                  <a:cubicBezTo>
                    <a:pt x="1182910" y="270319"/>
                    <a:pt x="1192244" y="273844"/>
                    <a:pt x="1201579" y="277082"/>
                  </a:cubicBezTo>
                  <a:cubicBezTo>
                    <a:pt x="1202531" y="277463"/>
                    <a:pt x="1203389" y="277654"/>
                    <a:pt x="1204151" y="277844"/>
                  </a:cubicBezTo>
                  <a:cubicBezTo>
                    <a:pt x="1208151" y="279083"/>
                    <a:pt x="1209961" y="279083"/>
                    <a:pt x="1214342" y="277463"/>
                  </a:cubicBezTo>
                  <a:cubicBezTo>
                    <a:pt x="1214818" y="277273"/>
                    <a:pt x="1215295" y="276987"/>
                    <a:pt x="1215866" y="276796"/>
                  </a:cubicBezTo>
                  <a:cubicBezTo>
                    <a:pt x="1221486" y="274511"/>
                    <a:pt x="1221200" y="275558"/>
                    <a:pt x="1226725" y="275558"/>
                  </a:cubicBezTo>
                  <a:cubicBezTo>
                    <a:pt x="1232630" y="275463"/>
                    <a:pt x="1234154" y="274415"/>
                    <a:pt x="1240441" y="276796"/>
                  </a:cubicBezTo>
                  <a:cubicBezTo>
                    <a:pt x="1247585" y="279464"/>
                    <a:pt x="1256062" y="284226"/>
                    <a:pt x="1263777" y="284988"/>
                  </a:cubicBezTo>
                  <a:cubicBezTo>
                    <a:pt x="1272826" y="285845"/>
                    <a:pt x="1276826" y="279844"/>
                    <a:pt x="1285780" y="282512"/>
                  </a:cubicBezTo>
                  <a:cubicBezTo>
                    <a:pt x="1288256" y="283273"/>
                    <a:pt x="1290828" y="284417"/>
                    <a:pt x="1293305" y="285655"/>
                  </a:cubicBezTo>
                  <a:cubicBezTo>
                    <a:pt x="1296067" y="286893"/>
                    <a:pt x="1298829" y="288036"/>
                    <a:pt x="1301686" y="288417"/>
                  </a:cubicBezTo>
                  <a:cubicBezTo>
                    <a:pt x="1301877" y="288417"/>
                    <a:pt x="1302163" y="288417"/>
                    <a:pt x="1302353" y="288417"/>
                  </a:cubicBezTo>
                  <a:cubicBezTo>
                    <a:pt x="1307306" y="288989"/>
                    <a:pt x="1310068" y="286988"/>
                    <a:pt x="1314736" y="285750"/>
                  </a:cubicBezTo>
                  <a:cubicBezTo>
                    <a:pt x="1329976" y="281845"/>
                    <a:pt x="1346740" y="296513"/>
                    <a:pt x="1362170" y="298799"/>
                  </a:cubicBezTo>
                  <a:cubicBezTo>
                    <a:pt x="1363694" y="297466"/>
                    <a:pt x="1364742" y="295751"/>
                    <a:pt x="1365504" y="293846"/>
                  </a:cubicBezTo>
                  <a:cubicBezTo>
                    <a:pt x="1369981" y="294418"/>
                    <a:pt x="1369600" y="299847"/>
                    <a:pt x="1372362" y="302419"/>
                  </a:cubicBezTo>
                  <a:cubicBezTo>
                    <a:pt x="1373696" y="303752"/>
                    <a:pt x="1375982" y="304610"/>
                    <a:pt x="1378172" y="305371"/>
                  </a:cubicBezTo>
                  <a:cubicBezTo>
                    <a:pt x="1379601" y="305943"/>
                    <a:pt x="1380839" y="306515"/>
                    <a:pt x="1381887" y="307086"/>
                  </a:cubicBezTo>
                  <a:cubicBezTo>
                    <a:pt x="1383506" y="307943"/>
                    <a:pt x="1385030" y="308991"/>
                    <a:pt x="1386554" y="310039"/>
                  </a:cubicBezTo>
                  <a:cubicBezTo>
                    <a:pt x="1393222" y="314896"/>
                    <a:pt x="1399127" y="320802"/>
                    <a:pt x="1407700" y="322898"/>
                  </a:cubicBezTo>
                  <a:cubicBezTo>
                    <a:pt x="1416844" y="325088"/>
                    <a:pt x="1426369" y="321659"/>
                    <a:pt x="1435799" y="322898"/>
                  </a:cubicBezTo>
                  <a:cubicBezTo>
                    <a:pt x="1438561" y="323279"/>
                    <a:pt x="1441133" y="324803"/>
                    <a:pt x="1443704" y="325184"/>
                  </a:cubicBezTo>
                  <a:cubicBezTo>
                    <a:pt x="1445895" y="325374"/>
                    <a:pt x="1448181" y="324421"/>
                    <a:pt x="1449896" y="324517"/>
                  </a:cubicBezTo>
                  <a:cubicBezTo>
                    <a:pt x="1453801" y="324803"/>
                    <a:pt x="1457992" y="326231"/>
                    <a:pt x="1462088" y="327850"/>
                  </a:cubicBezTo>
                  <a:cubicBezTo>
                    <a:pt x="1465040" y="328994"/>
                    <a:pt x="1468088" y="330327"/>
                    <a:pt x="1470851" y="331280"/>
                  </a:cubicBezTo>
                  <a:lnTo>
                    <a:pt x="1471327" y="331470"/>
                  </a:lnTo>
                  <a:cubicBezTo>
                    <a:pt x="1478090" y="333946"/>
                    <a:pt x="1484852" y="336233"/>
                    <a:pt x="1491710" y="338804"/>
                  </a:cubicBezTo>
                  <a:cubicBezTo>
                    <a:pt x="1491710" y="339471"/>
                    <a:pt x="1491710" y="340138"/>
                    <a:pt x="1491043" y="340900"/>
                  </a:cubicBezTo>
                  <a:cubicBezTo>
                    <a:pt x="1487519" y="342424"/>
                    <a:pt x="1484471" y="344710"/>
                    <a:pt x="1481900" y="347663"/>
                  </a:cubicBezTo>
                  <a:cubicBezTo>
                    <a:pt x="1479233" y="350996"/>
                    <a:pt x="1474280" y="362045"/>
                    <a:pt x="1474089" y="366808"/>
                  </a:cubicBezTo>
                  <a:cubicBezTo>
                    <a:pt x="1473708" y="374047"/>
                    <a:pt x="1474470" y="371761"/>
                    <a:pt x="1478852" y="376428"/>
                  </a:cubicBezTo>
                  <a:cubicBezTo>
                    <a:pt x="1481995" y="379762"/>
                    <a:pt x="1484662" y="380810"/>
                    <a:pt x="1487996" y="383667"/>
                  </a:cubicBezTo>
                  <a:cubicBezTo>
                    <a:pt x="1494282" y="388811"/>
                    <a:pt x="1493520" y="385286"/>
                    <a:pt x="1495616" y="395002"/>
                  </a:cubicBezTo>
                  <a:cubicBezTo>
                    <a:pt x="1497330" y="402717"/>
                    <a:pt x="1498092" y="408813"/>
                    <a:pt x="1496663" y="415100"/>
                  </a:cubicBezTo>
                  <a:cubicBezTo>
                    <a:pt x="1495997" y="417957"/>
                    <a:pt x="1494949" y="420815"/>
                    <a:pt x="1493234" y="423863"/>
                  </a:cubicBezTo>
                  <a:cubicBezTo>
                    <a:pt x="1492663" y="424910"/>
                    <a:pt x="1491996" y="426148"/>
                    <a:pt x="1491139" y="427387"/>
                  </a:cubicBezTo>
                  <a:cubicBezTo>
                    <a:pt x="1488567" y="431387"/>
                    <a:pt x="1486376" y="428244"/>
                    <a:pt x="1486662" y="434912"/>
                  </a:cubicBezTo>
                  <a:cubicBezTo>
                    <a:pt x="1486948" y="442246"/>
                    <a:pt x="1493520" y="452057"/>
                    <a:pt x="1496568" y="458534"/>
                  </a:cubicBezTo>
                  <a:cubicBezTo>
                    <a:pt x="1500188" y="466058"/>
                    <a:pt x="1501521" y="470059"/>
                    <a:pt x="1501140" y="475107"/>
                  </a:cubicBezTo>
                  <a:cubicBezTo>
                    <a:pt x="1500854" y="478155"/>
                    <a:pt x="1499902" y="481394"/>
                    <a:pt x="1498378" y="486061"/>
                  </a:cubicBezTo>
                  <a:cubicBezTo>
                    <a:pt x="1496568" y="491585"/>
                    <a:pt x="1495806" y="498824"/>
                    <a:pt x="1494663" y="506349"/>
                  </a:cubicBezTo>
                  <a:cubicBezTo>
                    <a:pt x="1494187" y="509492"/>
                    <a:pt x="1493710" y="512731"/>
                    <a:pt x="1492949" y="515779"/>
                  </a:cubicBezTo>
                  <a:cubicBezTo>
                    <a:pt x="1490948" y="525304"/>
                    <a:pt x="1493520" y="533305"/>
                    <a:pt x="1486281" y="537020"/>
                  </a:cubicBezTo>
                  <a:cubicBezTo>
                    <a:pt x="1487900" y="537877"/>
                    <a:pt x="1490853" y="542735"/>
                    <a:pt x="1493425" y="544449"/>
                  </a:cubicBezTo>
                  <a:cubicBezTo>
                    <a:pt x="1497044" y="546735"/>
                    <a:pt x="1500473" y="549402"/>
                    <a:pt x="1501235" y="551783"/>
                  </a:cubicBezTo>
                  <a:cubicBezTo>
                    <a:pt x="1503902" y="559880"/>
                    <a:pt x="1485900" y="567595"/>
                    <a:pt x="1488091" y="576167"/>
                  </a:cubicBezTo>
                  <a:cubicBezTo>
                    <a:pt x="1489043" y="580263"/>
                    <a:pt x="1499426" y="579882"/>
                    <a:pt x="1499044" y="585026"/>
                  </a:cubicBezTo>
                  <a:cubicBezTo>
                    <a:pt x="1498854" y="587693"/>
                    <a:pt x="1496473" y="591407"/>
                    <a:pt x="1495520" y="593884"/>
                  </a:cubicBezTo>
                  <a:cubicBezTo>
                    <a:pt x="1495330" y="594551"/>
                    <a:pt x="1494949" y="595217"/>
                    <a:pt x="1494663" y="595884"/>
                  </a:cubicBezTo>
                  <a:cubicBezTo>
                    <a:pt x="1493520" y="598456"/>
                    <a:pt x="1492091" y="601599"/>
                    <a:pt x="1491043" y="604647"/>
                  </a:cubicBezTo>
                  <a:cubicBezTo>
                    <a:pt x="1490091" y="607219"/>
                    <a:pt x="1489424" y="609791"/>
                    <a:pt x="1489329" y="612077"/>
                  </a:cubicBezTo>
                  <a:cubicBezTo>
                    <a:pt x="1488948" y="620935"/>
                    <a:pt x="1486567" y="639032"/>
                    <a:pt x="1475137" y="643985"/>
                  </a:cubicBezTo>
                  <a:cubicBezTo>
                    <a:pt x="1473422" y="644652"/>
                    <a:pt x="1469898" y="641699"/>
                    <a:pt x="1468184" y="642461"/>
                  </a:cubicBezTo>
                  <a:cubicBezTo>
                    <a:pt x="1463802" y="644652"/>
                    <a:pt x="1461992" y="651129"/>
                    <a:pt x="1459230" y="654844"/>
                  </a:cubicBezTo>
                  <a:cubicBezTo>
                    <a:pt x="1452658" y="663512"/>
                    <a:pt x="1450562" y="665417"/>
                    <a:pt x="1440752" y="663321"/>
                  </a:cubicBezTo>
                  <a:cubicBezTo>
                    <a:pt x="1439227" y="666941"/>
                    <a:pt x="1436560" y="666845"/>
                    <a:pt x="1434941" y="669227"/>
                  </a:cubicBezTo>
                  <a:cubicBezTo>
                    <a:pt x="1434751" y="669417"/>
                    <a:pt x="1434656" y="669798"/>
                    <a:pt x="1434560" y="670084"/>
                  </a:cubicBezTo>
                  <a:cubicBezTo>
                    <a:pt x="1433513" y="671894"/>
                    <a:pt x="1433132" y="674084"/>
                    <a:pt x="1431989" y="675704"/>
                  </a:cubicBezTo>
                  <a:lnTo>
                    <a:pt x="1432369" y="675704"/>
                  </a:lnTo>
                  <a:cubicBezTo>
                    <a:pt x="1430274" y="678561"/>
                    <a:pt x="1428369" y="681228"/>
                    <a:pt x="1426464" y="683800"/>
                  </a:cubicBezTo>
                  <a:cubicBezTo>
                    <a:pt x="1423416" y="687991"/>
                    <a:pt x="1420273" y="691610"/>
                    <a:pt x="1416082" y="694754"/>
                  </a:cubicBezTo>
                  <a:cubicBezTo>
                    <a:pt x="1413701" y="696659"/>
                    <a:pt x="1410843" y="698278"/>
                    <a:pt x="1407509" y="699707"/>
                  </a:cubicBezTo>
                  <a:cubicBezTo>
                    <a:pt x="1397508" y="704088"/>
                    <a:pt x="1404652" y="699516"/>
                    <a:pt x="1403794" y="710184"/>
                  </a:cubicBezTo>
                  <a:cubicBezTo>
                    <a:pt x="1403223" y="719900"/>
                    <a:pt x="1404080" y="726853"/>
                    <a:pt x="1407128" y="735997"/>
                  </a:cubicBezTo>
                  <a:cubicBezTo>
                    <a:pt x="1407128" y="735997"/>
                    <a:pt x="1407128" y="736187"/>
                    <a:pt x="1407128" y="736283"/>
                  </a:cubicBezTo>
                  <a:cubicBezTo>
                    <a:pt x="1407128" y="736283"/>
                    <a:pt x="1406081" y="740759"/>
                    <a:pt x="1405985" y="740759"/>
                  </a:cubicBezTo>
                  <a:cubicBezTo>
                    <a:pt x="1401223" y="740378"/>
                    <a:pt x="1398175" y="736664"/>
                    <a:pt x="1393412" y="737997"/>
                  </a:cubicBezTo>
                  <a:cubicBezTo>
                    <a:pt x="1391888" y="738473"/>
                    <a:pt x="1382268" y="737711"/>
                    <a:pt x="1378839" y="742093"/>
                  </a:cubicBezTo>
                  <a:cubicBezTo>
                    <a:pt x="1376363" y="744950"/>
                    <a:pt x="1374267" y="747808"/>
                    <a:pt x="1373219" y="749427"/>
                  </a:cubicBezTo>
                  <a:lnTo>
                    <a:pt x="1372838" y="749999"/>
                  </a:lnTo>
                  <a:lnTo>
                    <a:pt x="1372838" y="749999"/>
                  </a:lnTo>
                  <a:cubicBezTo>
                    <a:pt x="1367028" y="760000"/>
                    <a:pt x="1364933" y="773525"/>
                    <a:pt x="1360837" y="784384"/>
                  </a:cubicBezTo>
                  <a:cubicBezTo>
                    <a:pt x="1358646" y="790194"/>
                    <a:pt x="1355027" y="792385"/>
                    <a:pt x="1356646" y="798767"/>
                  </a:cubicBezTo>
                  <a:cubicBezTo>
                    <a:pt x="1357979" y="804482"/>
                    <a:pt x="1362170" y="806196"/>
                    <a:pt x="1361694" y="812483"/>
                  </a:cubicBezTo>
                  <a:cubicBezTo>
                    <a:pt x="1361408" y="815531"/>
                    <a:pt x="1359980" y="818960"/>
                    <a:pt x="1358360" y="822484"/>
                  </a:cubicBezTo>
                  <a:cubicBezTo>
                    <a:pt x="1357122" y="825246"/>
                    <a:pt x="1355789" y="827913"/>
                    <a:pt x="1354931" y="830199"/>
                  </a:cubicBezTo>
                  <a:lnTo>
                    <a:pt x="1354550" y="831152"/>
                  </a:lnTo>
                  <a:cubicBezTo>
                    <a:pt x="1351121" y="840867"/>
                    <a:pt x="1351217" y="847820"/>
                    <a:pt x="1349121" y="857726"/>
                  </a:cubicBezTo>
                  <a:cubicBezTo>
                    <a:pt x="1350931" y="858584"/>
                    <a:pt x="1352645" y="859441"/>
                    <a:pt x="1354074" y="860108"/>
                  </a:cubicBezTo>
                  <a:cubicBezTo>
                    <a:pt x="1357503" y="861917"/>
                    <a:pt x="1361027" y="869347"/>
                    <a:pt x="1361027" y="869537"/>
                  </a:cubicBezTo>
                  <a:cubicBezTo>
                    <a:pt x="1362075" y="875062"/>
                    <a:pt x="1365314" y="883825"/>
                    <a:pt x="1365409" y="889254"/>
                  </a:cubicBezTo>
                  <a:cubicBezTo>
                    <a:pt x="1365409" y="895731"/>
                    <a:pt x="1370267" y="902018"/>
                    <a:pt x="1370076" y="909257"/>
                  </a:cubicBezTo>
                  <a:cubicBezTo>
                    <a:pt x="1369981" y="912400"/>
                    <a:pt x="1369505" y="916686"/>
                    <a:pt x="1368743" y="920877"/>
                  </a:cubicBezTo>
                  <a:cubicBezTo>
                    <a:pt x="1368171" y="924020"/>
                    <a:pt x="1367504" y="926973"/>
                    <a:pt x="1366742" y="929259"/>
                  </a:cubicBezTo>
                  <a:lnTo>
                    <a:pt x="1366457" y="930021"/>
                  </a:lnTo>
                  <a:cubicBezTo>
                    <a:pt x="1364075" y="936593"/>
                    <a:pt x="1362551" y="935069"/>
                    <a:pt x="1357979" y="938975"/>
                  </a:cubicBezTo>
                  <a:cubicBezTo>
                    <a:pt x="1351693" y="944404"/>
                    <a:pt x="1353122" y="954024"/>
                    <a:pt x="1347121" y="959263"/>
                  </a:cubicBezTo>
                  <a:cubicBezTo>
                    <a:pt x="1341025" y="964787"/>
                    <a:pt x="1339691" y="960692"/>
                    <a:pt x="1336262" y="969455"/>
                  </a:cubicBezTo>
                  <a:cubicBezTo>
                    <a:pt x="1333595" y="975932"/>
                    <a:pt x="1328452" y="985457"/>
                    <a:pt x="1328642" y="992219"/>
                  </a:cubicBezTo>
                  <a:cubicBezTo>
                    <a:pt x="1334357" y="993743"/>
                    <a:pt x="1335500" y="996601"/>
                    <a:pt x="1336453" y="1001078"/>
                  </a:cubicBezTo>
                  <a:cubicBezTo>
                    <a:pt x="1336548" y="1001840"/>
                    <a:pt x="1336739" y="1002697"/>
                    <a:pt x="1336929" y="1003554"/>
                  </a:cubicBezTo>
                  <a:cubicBezTo>
                    <a:pt x="1337596" y="1006983"/>
                    <a:pt x="1339120" y="1009650"/>
                    <a:pt x="1340358" y="1012508"/>
                  </a:cubicBezTo>
                  <a:cubicBezTo>
                    <a:pt x="1340644" y="1013365"/>
                    <a:pt x="1340930" y="1014222"/>
                    <a:pt x="1341215" y="1015175"/>
                  </a:cubicBezTo>
                  <a:cubicBezTo>
                    <a:pt x="1343216" y="1024223"/>
                    <a:pt x="1335691" y="1039749"/>
                    <a:pt x="1327118" y="1043368"/>
                  </a:cubicBezTo>
                  <a:cubicBezTo>
                    <a:pt x="1329404" y="1047274"/>
                    <a:pt x="1326356" y="1053751"/>
                    <a:pt x="1323785" y="1057370"/>
                  </a:cubicBezTo>
                  <a:cubicBezTo>
                    <a:pt x="1315974" y="1055275"/>
                    <a:pt x="1310259" y="1056704"/>
                    <a:pt x="1302449" y="1054703"/>
                  </a:cubicBezTo>
                  <a:cubicBezTo>
                    <a:pt x="1302449" y="1054703"/>
                    <a:pt x="1302382" y="1054703"/>
                    <a:pt x="1302258" y="1054703"/>
                  </a:cubicBezTo>
                  <a:cubicBezTo>
                    <a:pt x="1297686" y="1061466"/>
                    <a:pt x="1295876" y="1069562"/>
                    <a:pt x="1293685" y="1077659"/>
                  </a:cubicBezTo>
                  <a:cubicBezTo>
                    <a:pt x="1292828" y="1080802"/>
                    <a:pt x="1291971" y="1083755"/>
                    <a:pt x="1290828" y="1086707"/>
                  </a:cubicBezTo>
                  <a:cubicBezTo>
                    <a:pt x="1289971" y="1088708"/>
                    <a:pt x="1289114" y="1090708"/>
                    <a:pt x="1288161" y="1092613"/>
                  </a:cubicBezTo>
                  <a:cubicBezTo>
                    <a:pt x="1285208" y="1097661"/>
                    <a:pt x="1285875" y="1096328"/>
                    <a:pt x="1281875" y="1099090"/>
                  </a:cubicBezTo>
                  <a:cubicBezTo>
                    <a:pt x="1280351" y="1100138"/>
                    <a:pt x="1277684" y="1100995"/>
                    <a:pt x="1275302" y="1102138"/>
                  </a:cubicBezTo>
                  <a:cubicBezTo>
                    <a:pt x="1273397" y="1103090"/>
                    <a:pt x="1271588" y="1104233"/>
                    <a:pt x="1270921" y="1105853"/>
                  </a:cubicBezTo>
                  <a:cubicBezTo>
                    <a:pt x="1270064" y="1108043"/>
                    <a:pt x="1270254" y="1110615"/>
                    <a:pt x="1271207" y="1113473"/>
                  </a:cubicBezTo>
                  <a:cubicBezTo>
                    <a:pt x="1272635" y="1118235"/>
                    <a:pt x="1275302" y="1123188"/>
                    <a:pt x="1275969" y="1126712"/>
                  </a:cubicBezTo>
                  <a:cubicBezTo>
                    <a:pt x="1275969" y="1126998"/>
                    <a:pt x="1275969" y="1127379"/>
                    <a:pt x="1276160" y="1127665"/>
                  </a:cubicBezTo>
                  <a:cubicBezTo>
                    <a:pt x="1277112" y="1133570"/>
                    <a:pt x="1276922" y="1133761"/>
                    <a:pt x="1275017" y="1139952"/>
                  </a:cubicBezTo>
                  <a:cubicBezTo>
                    <a:pt x="1273207" y="1145477"/>
                    <a:pt x="1268159" y="1141857"/>
                    <a:pt x="1267111" y="1147477"/>
                  </a:cubicBezTo>
                  <a:cubicBezTo>
                    <a:pt x="1266635" y="1149572"/>
                    <a:pt x="1268921" y="1156240"/>
                    <a:pt x="1269016" y="1157859"/>
                  </a:cubicBezTo>
                  <a:cubicBezTo>
                    <a:pt x="1269016" y="1159097"/>
                    <a:pt x="1270349" y="1163765"/>
                    <a:pt x="1267492" y="1164908"/>
                  </a:cubicBezTo>
                  <a:cubicBezTo>
                    <a:pt x="1267682" y="1167098"/>
                    <a:pt x="1268540" y="1169099"/>
                    <a:pt x="1269492" y="1171004"/>
                  </a:cubicBezTo>
                  <a:cubicBezTo>
                    <a:pt x="1272540" y="1176623"/>
                    <a:pt x="1277493" y="1181386"/>
                    <a:pt x="1276826" y="1189101"/>
                  </a:cubicBezTo>
                  <a:cubicBezTo>
                    <a:pt x="1276255" y="1194530"/>
                    <a:pt x="1272826" y="1203103"/>
                    <a:pt x="1269683" y="1207484"/>
                  </a:cubicBezTo>
                  <a:cubicBezTo>
                    <a:pt x="1267492" y="1207199"/>
                    <a:pt x="1265396" y="1206818"/>
                    <a:pt x="1263301" y="1206627"/>
                  </a:cubicBezTo>
                  <a:cubicBezTo>
                    <a:pt x="1262253" y="1210437"/>
                    <a:pt x="1263777" y="1213771"/>
                    <a:pt x="1262920" y="1217676"/>
                  </a:cubicBezTo>
                  <a:cubicBezTo>
                    <a:pt x="1262443" y="1220438"/>
                    <a:pt x="1259967" y="1217962"/>
                    <a:pt x="1260158" y="1220819"/>
                  </a:cubicBezTo>
                  <a:cubicBezTo>
                    <a:pt x="1260443" y="1231392"/>
                    <a:pt x="1271968" y="1232726"/>
                    <a:pt x="1273874" y="1241203"/>
                  </a:cubicBezTo>
                  <a:cubicBezTo>
                    <a:pt x="1264158" y="1242060"/>
                    <a:pt x="1270540" y="1236917"/>
                    <a:pt x="1267111" y="1243013"/>
                  </a:cubicBezTo>
                  <a:cubicBezTo>
                    <a:pt x="1266349" y="1244251"/>
                    <a:pt x="1261586" y="1253681"/>
                    <a:pt x="1260729" y="1256252"/>
                  </a:cubicBezTo>
                  <a:cubicBezTo>
                    <a:pt x="1260348" y="1257300"/>
                    <a:pt x="1259967" y="1258348"/>
                    <a:pt x="1259681" y="1259491"/>
                  </a:cubicBezTo>
                  <a:cubicBezTo>
                    <a:pt x="1257300" y="1266635"/>
                    <a:pt x="1255014" y="1273969"/>
                    <a:pt x="1252061" y="1280732"/>
                  </a:cubicBezTo>
                  <a:cubicBezTo>
                    <a:pt x="1249871" y="1285685"/>
                    <a:pt x="1246442" y="1288733"/>
                    <a:pt x="1243775" y="1293400"/>
                  </a:cubicBezTo>
                  <a:cubicBezTo>
                    <a:pt x="1241393" y="1297496"/>
                    <a:pt x="1241393" y="1299305"/>
                    <a:pt x="1238536" y="1302734"/>
                  </a:cubicBezTo>
                  <a:cubicBezTo>
                    <a:pt x="1232249" y="1310450"/>
                    <a:pt x="1226534" y="1304449"/>
                    <a:pt x="1218438" y="1304068"/>
                  </a:cubicBezTo>
                  <a:cubicBezTo>
                    <a:pt x="1217581" y="1311212"/>
                    <a:pt x="1220152" y="1306735"/>
                    <a:pt x="1215295" y="1315974"/>
                  </a:cubicBezTo>
                  <a:cubicBezTo>
                    <a:pt x="1215295" y="1316165"/>
                    <a:pt x="1215104" y="1316260"/>
                    <a:pt x="1215009" y="1316450"/>
                  </a:cubicBezTo>
                  <a:cubicBezTo>
                    <a:pt x="1214057" y="1317974"/>
                    <a:pt x="1213104" y="1319213"/>
                    <a:pt x="1212152" y="13202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50" name="Google Shape;1650;p57"/>
            <p:cNvGrpSpPr/>
            <p:nvPr/>
          </p:nvGrpSpPr>
          <p:grpSpPr>
            <a:xfrm rot="10800000">
              <a:off x="6810091" y="-617871"/>
              <a:ext cx="3059426" cy="2688663"/>
              <a:chOff x="9590772" y="632648"/>
              <a:chExt cx="1489424" cy="1308925"/>
            </a:xfrm>
          </p:grpSpPr>
          <p:grpSp>
            <p:nvGrpSpPr>
              <p:cNvPr id="1651" name="Google Shape;1651;p57"/>
              <p:cNvGrpSpPr/>
              <p:nvPr/>
            </p:nvGrpSpPr>
            <p:grpSpPr>
              <a:xfrm>
                <a:off x="9590772" y="689798"/>
                <a:ext cx="1484947" cy="1251775"/>
                <a:chOff x="9590772" y="689798"/>
                <a:chExt cx="1484947" cy="1251775"/>
              </a:xfrm>
            </p:grpSpPr>
            <p:sp>
              <p:nvSpPr>
                <p:cNvPr id="1652" name="Google Shape;1652;p57"/>
                <p:cNvSpPr/>
                <p:nvPr/>
              </p:nvSpPr>
              <p:spPr>
                <a:xfrm>
                  <a:off x="10090739" y="689798"/>
                  <a:ext cx="984980" cy="360045"/>
                </a:xfrm>
                <a:custGeom>
                  <a:rect b="b" l="l" r="r" t="t"/>
                  <a:pathLst>
                    <a:path extrusionOk="0" h="360045" w="984980">
                      <a:moveTo>
                        <a:pt x="981647" y="359950"/>
                      </a:moveTo>
                      <a:lnTo>
                        <a:pt x="0" y="6953"/>
                      </a:lnTo>
                      <a:cubicBezTo>
                        <a:pt x="571" y="6477"/>
                        <a:pt x="953" y="5906"/>
                        <a:pt x="1429" y="5429"/>
                      </a:cubicBezTo>
                      <a:cubicBezTo>
                        <a:pt x="3524" y="3048"/>
                        <a:pt x="5715" y="1333"/>
                        <a:pt x="7906" y="0"/>
                      </a:cubicBezTo>
                      <a:lnTo>
                        <a:pt x="984980" y="351377"/>
                      </a:lnTo>
                      <a:cubicBezTo>
                        <a:pt x="984313" y="354235"/>
                        <a:pt x="983266" y="356997"/>
                        <a:pt x="981551" y="3600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3" name="Google Shape;1653;p57"/>
                <p:cNvSpPr/>
                <p:nvPr/>
              </p:nvSpPr>
              <p:spPr>
                <a:xfrm>
                  <a:off x="10025874" y="755045"/>
                  <a:ext cx="1047940" cy="385095"/>
                </a:xfrm>
                <a:custGeom>
                  <a:rect b="b" l="l" r="r" t="t"/>
                  <a:pathLst>
                    <a:path extrusionOk="0" h="385095" w="1047940">
                      <a:moveTo>
                        <a:pt x="1046321" y="385096"/>
                      </a:moveTo>
                      <a:lnTo>
                        <a:pt x="0" y="8763"/>
                      </a:lnTo>
                      <a:lnTo>
                        <a:pt x="3143" y="0"/>
                      </a:lnTo>
                      <a:lnTo>
                        <a:pt x="1047940" y="375761"/>
                      </a:lnTo>
                      <a:cubicBezTo>
                        <a:pt x="1047464" y="378809"/>
                        <a:pt x="1046988" y="382048"/>
                        <a:pt x="1046321" y="3850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4" name="Google Shape;1654;p57"/>
                <p:cNvSpPr/>
                <p:nvPr/>
              </p:nvSpPr>
              <p:spPr>
                <a:xfrm>
                  <a:off x="9979583" y="835150"/>
                  <a:ext cx="1086421" cy="391858"/>
                </a:xfrm>
                <a:custGeom>
                  <a:rect b="b" l="l" r="r" t="t"/>
                  <a:pathLst>
                    <a:path extrusionOk="0" h="391858" w="1086421">
                      <a:moveTo>
                        <a:pt x="1082802" y="391859"/>
                      </a:moveTo>
                      <a:lnTo>
                        <a:pt x="0" y="2476"/>
                      </a:lnTo>
                      <a:cubicBezTo>
                        <a:pt x="6191" y="3619"/>
                        <a:pt x="12382" y="4572"/>
                        <a:pt x="18669" y="5620"/>
                      </a:cubicBezTo>
                      <a:lnTo>
                        <a:pt x="20669" y="0"/>
                      </a:lnTo>
                      <a:lnTo>
                        <a:pt x="1086422" y="383286"/>
                      </a:lnTo>
                      <a:cubicBezTo>
                        <a:pt x="1085279" y="385858"/>
                        <a:pt x="1083945" y="388906"/>
                        <a:pt x="1082802" y="3918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5" name="Google Shape;1655;p57"/>
                <p:cNvSpPr/>
                <p:nvPr/>
              </p:nvSpPr>
              <p:spPr>
                <a:xfrm>
                  <a:off x="9924909" y="900682"/>
                  <a:ext cx="1095470" cy="399478"/>
                </a:xfrm>
                <a:custGeom>
                  <a:rect b="b" l="l" r="r" t="t"/>
                  <a:pathLst>
                    <a:path extrusionOk="0" h="399478" w="1095470">
                      <a:moveTo>
                        <a:pt x="1089660" y="399479"/>
                      </a:moveTo>
                      <a:lnTo>
                        <a:pt x="0" y="7620"/>
                      </a:lnTo>
                      <a:cubicBezTo>
                        <a:pt x="1238" y="5048"/>
                        <a:pt x="2762" y="2667"/>
                        <a:pt x="5048" y="857"/>
                      </a:cubicBezTo>
                      <a:cubicBezTo>
                        <a:pt x="5334" y="572"/>
                        <a:pt x="5810" y="191"/>
                        <a:pt x="6287" y="0"/>
                      </a:cubicBezTo>
                      <a:lnTo>
                        <a:pt x="1095470" y="391668"/>
                      </a:lnTo>
                      <a:cubicBezTo>
                        <a:pt x="1093375" y="394430"/>
                        <a:pt x="1091565" y="397002"/>
                        <a:pt x="1089660" y="3994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6" name="Google Shape;1656;p57"/>
                <p:cNvSpPr/>
                <p:nvPr/>
              </p:nvSpPr>
              <p:spPr>
                <a:xfrm>
                  <a:off x="9844423" y="961452"/>
                  <a:ext cx="1121949" cy="409670"/>
                </a:xfrm>
                <a:custGeom>
                  <a:rect b="b" l="l" r="r" t="t"/>
                  <a:pathLst>
                    <a:path extrusionOk="0" h="409670" w="1121949">
                      <a:moveTo>
                        <a:pt x="1121950" y="401955"/>
                      </a:moveTo>
                      <a:lnTo>
                        <a:pt x="1067467" y="382334"/>
                      </a:lnTo>
                      <a:lnTo>
                        <a:pt x="1058704" y="379190"/>
                      </a:lnTo>
                      <a:lnTo>
                        <a:pt x="987362" y="353568"/>
                      </a:lnTo>
                      <a:lnTo>
                        <a:pt x="978598" y="350425"/>
                      </a:lnTo>
                      <a:lnTo>
                        <a:pt x="907351" y="324803"/>
                      </a:lnTo>
                      <a:lnTo>
                        <a:pt x="898588" y="321659"/>
                      </a:lnTo>
                      <a:lnTo>
                        <a:pt x="827246" y="296037"/>
                      </a:lnTo>
                      <a:lnTo>
                        <a:pt x="818483" y="292894"/>
                      </a:lnTo>
                      <a:lnTo>
                        <a:pt x="747236" y="267271"/>
                      </a:lnTo>
                      <a:lnTo>
                        <a:pt x="738473" y="264128"/>
                      </a:lnTo>
                      <a:lnTo>
                        <a:pt x="667131" y="238506"/>
                      </a:lnTo>
                      <a:lnTo>
                        <a:pt x="658368" y="235363"/>
                      </a:lnTo>
                      <a:lnTo>
                        <a:pt x="587121" y="209740"/>
                      </a:lnTo>
                      <a:lnTo>
                        <a:pt x="578358" y="206597"/>
                      </a:lnTo>
                      <a:lnTo>
                        <a:pt x="507016" y="180975"/>
                      </a:lnTo>
                      <a:lnTo>
                        <a:pt x="498253" y="177832"/>
                      </a:lnTo>
                      <a:lnTo>
                        <a:pt x="426910" y="152209"/>
                      </a:lnTo>
                      <a:lnTo>
                        <a:pt x="418147" y="149066"/>
                      </a:lnTo>
                      <a:lnTo>
                        <a:pt x="346900" y="123444"/>
                      </a:lnTo>
                      <a:lnTo>
                        <a:pt x="338138" y="120301"/>
                      </a:lnTo>
                      <a:lnTo>
                        <a:pt x="266795" y="94678"/>
                      </a:lnTo>
                      <a:lnTo>
                        <a:pt x="258032" y="91535"/>
                      </a:lnTo>
                      <a:lnTo>
                        <a:pt x="186785" y="65913"/>
                      </a:lnTo>
                      <a:lnTo>
                        <a:pt x="178022" y="62770"/>
                      </a:lnTo>
                      <a:lnTo>
                        <a:pt x="106680" y="37147"/>
                      </a:lnTo>
                      <a:lnTo>
                        <a:pt x="97917" y="34004"/>
                      </a:lnTo>
                      <a:lnTo>
                        <a:pt x="26670" y="8382"/>
                      </a:lnTo>
                      <a:lnTo>
                        <a:pt x="17907" y="5239"/>
                      </a:lnTo>
                      <a:lnTo>
                        <a:pt x="3334" y="0"/>
                      </a:lnTo>
                      <a:cubicBezTo>
                        <a:pt x="2286" y="2953"/>
                        <a:pt x="1238" y="5905"/>
                        <a:pt x="0" y="8668"/>
                      </a:cubicBezTo>
                      <a:lnTo>
                        <a:pt x="14764" y="14002"/>
                      </a:lnTo>
                      <a:lnTo>
                        <a:pt x="23527" y="17145"/>
                      </a:lnTo>
                      <a:lnTo>
                        <a:pt x="94774" y="42767"/>
                      </a:lnTo>
                      <a:lnTo>
                        <a:pt x="103537" y="45910"/>
                      </a:lnTo>
                      <a:lnTo>
                        <a:pt x="174879" y="71533"/>
                      </a:lnTo>
                      <a:lnTo>
                        <a:pt x="183642" y="74676"/>
                      </a:lnTo>
                      <a:lnTo>
                        <a:pt x="254889" y="100298"/>
                      </a:lnTo>
                      <a:lnTo>
                        <a:pt x="263652" y="103442"/>
                      </a:lnTo>
                      <a:lnTo>
                        <a:pt x="334994" y="129064"/>
                      </a:lnTo>
                      <a:lnTo>
                        <a:pt x="343757" y="132207"/>
                      </a:lnTo>
                      <a:lnTo>
                        <a:pt x="415004" y="157829"/>
                      </a:lnTo>
                      <a:lnTo>
                        <a:pt x="423767" y="160972"/>
                      </a:lnTo>
                      <a:lnTo>
                        <a:pt x="495109" y="186595"/>
                      </a:lnTo>
                      <a:lnTo>
                        <a:pt x="503872" y="189738"/>
                      </a:lnTo>
                      <a:lnTo>
                        <a:pt x="575215" y="215360"/>
                      </a:lnTo>
                      <a:lnTo>
                        <a:pt x="583978" y="218503"/>
                      </a:lnTo>
                      <a:lnTo>
                        <a:pt x="655225" y="244126"/>
                      </a:lnTo>
                      <a:lnTo>
                        <a:pt x="663988" y="247269"/>
                      </a:lnTo>
                      <a:lnTo>
                        <a:pt x="735330" y="272891"/>
                      </a:lnTo>
                      <a:lnTo>
                        <a:pt x="744093" y="276034"/>
                      </a:lnTo>
                      <a:lnTo>
                        <a:pt x="815340" y="301657"/>
                      </a:lnTo>
                      <a:lnTo>
                        <a:pt x="824103" y="304800"/>
                      </a:lnTo>
                      <a:lnTo>
                        <a:pt x="895445" y="330422"/>
                      </a:lnTo>
                      <a:lnTo>
                        <a:pt x="904208" y="333565"/>
                      </a:lnTo>
                      <a:lnTo>
                        <a:pt x="975455" y="359188"/>
                      </a:lnTo>
                      <a:lnTo>
                        <a:pt x="984218" y="362331"/>
                      </a:lnTo>
                      <a:lnTo>
                        <a:pt x="1055560" y="387953"/>
                      </a:lnTo>
                      <a:lnTo>
                        <a:pt x="1064323" y="391096"/>
                      </a:lnTo>
                      <a:lnTo>
                        <a:pt x="1115949" y="409670"/>
                      </a:lnTo>
                      <a:lnTo>
                        <a:pt x="1121855" y="401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7" name="Google Shape;1657;p57"/>
                <p:cNvSpPr/>
                <p:nvPr/>
              </p:nvSpPr>
              <p:spPr>
                <a:xfrm>
                  <a:off x="9809371" y="1038794"/>
                  <a:ext cx="1136523" cy="416147"/>
                </a:xfrm>
                <a:custGeom>
                  <a:rect b="b" l="l" r="r" t="t"/>
                  <a:pathLst>
                    <a:path extrusionOk="0" h="416147" w="1136523">
                      <a:moveTo>
                        <a:pt x="1132904" y="416147"/>
                      </a:moveTo>
                      <a:lnTo>
                        <a:pt x="0" y="8763"/>
                      </a:lnTo>
                      <a:lnTo>
                        <a:pt x="3143" y="0"/>
                      </a:lnTo>
                      <a:lnTo>
                        <a:pt x="1136523" y="407575"/>
                      </a:lnTo>
                      <a:cubicBezTo>
                        <a:pt x="1135380" y="410337"/>
                        <a:pt x="1134047" y="412909"/>
                        <a:pt x="1133189" y="415195"/>
                      </a:cubicBezTo>
                      <a:lnTo>
                        <a:pt x="1132809" y="41614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8" name="Google Shape;1658;p57"/>
                <p:cNvSpPr/>
                <p:nvPr/>
              </p:nvSpPr>
              <p:spPr>
                <a:xfrm>
                  <a:off x="9767271" y="1113852"/>
                  <a:ext cx="1182909" cy="433578"/>
                </a:xfrm>
                <a:custGeom>
                  <a:rect b="b" l="l" r="r" t="t"/>
                  <a:pathLst>
                    <a:path extrusionOk="0" h="433578" w="1182909">
                      <a:moveTo>
                        <a:pt x="1180624" y="433578"/>
                      </a:moveTo>
                      <a:lnTo>
                        <a:pt x="0" y="9049"/>
                      </a:lnTo>
                      <a:cubicBezTo>
                        <a:pt x="667" y="6001"/>
                        <a:pt x="1524" y="2953"/>
                        <a:pt x="2381" y="0"/>
                      </a:cubicBezTo>
                      <a:lnTo>
                        <a:pt x="1182910" y="424529"/>
                      </a:lnTo>
                      <a:cubicBezTo>
                        <a:pt x="1182338" y="427577"/>
                        <a:pt x="1181672" y="430530"/>
                        <a:pt x="1180910" y="432816"/>
                      </a:cubicBezTo>
                      <a:lnTo>
                        <a:pt x="1180624" y="43357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9" name="Google Shape;1659;p57"/>
                <p:cNvSpPr/>
                <p:nvPr/>
              </p:nvSpPr>
              <p:spPr>
                <a:xfrm>
                  <a:off x="9704691" y="1181860"/>
                  <a:ext cx="1217675" cy="446722"/>
                </a:xfrm>
                <a:custGeom>
                  <a:rect b="b" l="l" r="r" t="t"/>
                  <a:pathLst>
                    <a:path extrusionOk="0" h="446722" w="1217675">
                      <a:moveTo>
                        <a:pt x="1217676" y="446722"/>
                      </a:moveTo>
                      <a:lnTo>
                        <a:pt x="0" y="8763"/>
                      </a:lnTo>
                      <a:lnTo>
                        <a:pt x="3143" y="0"/>
                      </a:lnTo>
                      <a:lnTo>
                        <a:pt x="1213866" y="435388"/>
                      </a:lnTo>
                      <a:cubicBezTo>
                        <a:pt x="1213961" y="436150"/>
                        <a:pt x="1214152" y="437007"/>
                        <a:pt x="1214342" y="437864"/>
                      </a:cubicBezTo>
                      <a:cubicBezTo>
                        <a:pt x="1215009" y="441293"/>
                        <a:pt x="1216533" y="443865"/>
                        <a:pt x="1217676" y="4467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0" name="Google Shape;1660;p57"/>
                <p:cNvSpPr/>
                <p:nvPr/>
              </p:nvSpPr>
              <p:spPr>
                <a:xfrm rot="-4214982">
                  <a:off x="10271028" y="845490"/>
                  <a:ext cx="9322" cy="1271428"/>
                </a:xfrm>
                <a:custGeom>
                  <a:rect b="b" l="l" r="r" t="t"/>
                  <a:pathLst>
                    <a:path extrusionOk="0" h="1273016" w="9334">
                      <a:moveTo>
                        <a:pt x="0" y="0"/>
                      </a:moveTo>
                      <a:lnTo>
                        <a:pt x="9335" y="0"/>
                      </a:lnTo>
                      <a:lnTo>
                        <a:pt x="9335" y="1273016"/>
                      </a:lnTo>
                      <a:lnTo>
                        <a:pt x="0" y="127301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1" name="Google Shape;1661;p57"/>
                <p:cNvSpPr/>
                <p:nvPr/>
              </p:nvSpPr>
              <p:spPr>
                <a:xfrm>
                  <a:off x="9647065" y="1341975"/>
                  <a:ext cx="1207008" cy="442341"/>
                </a:xfrm>
                <a:custGeom>
                  <a:rect b="b" l="l" r="r" t="t"/>
                  <a:pathLst>
                    <a:path extrusionOk="0" h="442341" w="1207008">
                      <a:moveTo>
                        <a:pt x="1205579" y="442341"/>
                      </a:moveTo>
                      <a:lnTo>
                        <a:pt x="0" y="8763"/>
                      </a:lnTo>
                      <a:lnTo>
                        <a:pt x="3143" y="0"/>
                      </a:lnTo>
                      <a:lnTo>
                        <a:pt x="1207008" y="432911"/>
                      </a:lnTo>
                      <a:cubicBezTo>
                        <a:pt x="1207008" y="434150"/>
                        <a:pt x="1206341" y="435292"/>
                        <a:pt x="1203579" y="436340"/>
                      </a:cubicBezTo>
                      <a:cubicBezTo>
                        <a:pt x="1203770" y="438531"/>
                        <a:pt x="1204531" y="440436"/>
                        <a:pt x="1205579" y="4423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2" name="Google Shape;1662;p57"/>
                <p:cNvSpPr/>
                <p:nvPr/>
              </p:nvSpPr>
              <p:spPr>
                <a:xfrm>
                  <a:off x="9618204" y="1422081"/>
                  <a:ext cx="1228058" cy="449199"/>
                </a:xfrm>
                <a:custGeom>
                  <a:rect b="b" l="l" r="r" t="t"/>
                  <a:pathLst>
                    <a:path extrusionOk="0" h="449199" w="1228058">
                      <a:moveTo>
                        <a:pt x="1224820" y="449199"/>
                      </a:moveTo>
                      <a:lnTo>
                        <a:pt x="0" y="8763"/>
                      </a:lnTo>
                      <a:lnTo>
                        <a:pt x="3143" y="0"/>
                      </a:lnTo>
                      <a:lnTo>
                        <a:pt x="1228058" y="440531"/>
                      </a:lnTo>
                      <a:cubicBezTo>
                        <a:pt x="1227297" y="441769"/>
                        <a:pt x="1226534" y="443579"/>
                        <a:pt x="1225772" y="446056"/>
                      </a:cubicBezTo>
                      <a:cubicBezTo>
                        <a:pt x="1225391" y="447104"/>
                        <a:pt x="1225010" y="448151"/>
                        <a:pt x="1224725" y="44919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3" name="Google Shape;1663;p57"/>
                <p:cNvSpPr/>
                <p:nvPr/>
              </p:nvSpPr>
              <p:spPr>
                <a:xfrm>
                  <a:off x="9590772" y="1502376"/>
                  <a:ext cx="1212532" cy="439197"/>
                </a:xfrm>
                <a:custGeom>
                  <a:rect b="b" l="l" r="r" t="t"/>
                  <a:pathLst>
                    <a:path extrusionOk="0" h="439197" w="1212532">
                      <a:moveTo>
                        <a:pt x="1109377" y="402812"/>
                      </a:moveTo>
                      <a:lnTo>
                        <a:pt x="1038035" y="377190"/>
                      </a:lnTo>
                      <a:lnTo>
                        <a:pt x="1029176" y="374237"/>
                      </a:lnTo>
                      <a:lnTo>
                        <a:pt x="1029176" y="374047"/>
                      </a:lnTo>
                      <a:cubicBezTo>
                        <a:pt x="1029176" y="374047"/>
                        <a:pt x="958024" y="348425"/>
                        <a:pt x="958024" y="348425"/>
                      </a:cubicBezTo>
                      <a:lnTo>
                        <a:pt x="949166" y="345472"/>
                      </a:lnTo>
                      <a:lnTo>
                        <a:pt x="949166" y="345281"/>
                      </a:lnTo>
                      <a:cubicBezTo>
                        <a:pt x="949166" y="345281"/>
                        <a:pt x="877919" y="319659"/>
                        <a:pt x="877919" y="319659"/>
                      </a:cubicBezTo>
                      <a:lnTo>
                        <a:pt x="869061" y="316706"/>
                      </a:lnTo>
                      <a:lnTo>
                        <a:pt x="869061" y="316516"/>
                      </a:lnTo>
                      <a:cubicBezTo>
                        <a:pt x="869061" y="316516"/>
                        <a:pt x="797909" y="290894"/>
                        <a:pt x="797909" y="290894"/>
                      </a:cubicBezTo>
                      <a:lnTo>
                        <a:pt x="789051" y="287941"/>
                      </a:lnTo>
                      <a:lnTo>
                        <a:pt x="789051" y="287750"/>
                      </a:lnTo>
                      <a:cubicBezTo>
                        <a:pt x="789051" y="287750"/>
                        <a:pt x="717804" y="262128"/>
                        <a:pt x="717804" y="262128"/>
                      </a:cubicBezTo>
                      <a:lnTo>
                        <a:pt x="708946" y="259175"/>
                      </a:lnTo>
                      <a:lnTo>
                        <a:pt x="708946" y="258985"/>
                      </a:lnTo>
                      <a:cubicBezTo>
                        <a:pt x="708946" y="258985"/>
                        <a:pt x="637794" y="233363"/>
                        <a:pt x="637794" y="233363"/>
                      </a:cubicBezTo>
                      <a:lnTo>
                        <a:pt x="628936" y="230410"/>
                      </a:lnTo>
                      <a:lnTo>
                        <a:pt x="628936" y="230219"/>
                      </a:lnTo>
                      <a:cubicBezTo>
                        <a:pt x="628936" y="230219"/>
                        <a:pt x="557689" y="204597"/>
                        <a:pt x="557689" y="204597"/>
                      </a:cubicBezTo>
                      <a:lnTo>
                        <a:pt x="548830" y="201644"/>
                      </a:lnTo>
                      <a:lnTo>
                        <a:pt x="548830" y="201454"/>
                      </a:lnTo>
                      <a:cubicBezTo>
                        <a:pt x="548830" y="201454"/>
                        <a:pt x="477583" y="175832"/>
                        <a:pt x="477583" y="175832"/>
                      </a:cubicBezTo>
                      <a:lnTo>
                        <a:pt x="468725" y="172879"/>
                      </a:lnTo>
                      <a:lnTo>
                        <a:pt x="468725" y="172688"/>
                      </a:lnTo>
                      <a:cubicBezTo>
                        <a:pt x="468725" y="172688"/>
                        <a:pt x="397573" y="147066"/>
                        <a:pt x="397573" y="147066"/>
                      </a:cubicBezTo>
                      <a:lnTo>
                        <a:pt x="388715" y="144113"/>
                      </a:lnTo>
                      <a:lnTo>
                        <a:pt x="388715" y="143923"/>
                      </a:lnTo>
                      <a:cubicBezTo>
                        <a:pt x="388715" y="143923"/>
                        <a:pt x="317468" y="118300"/>
                        <a:pt x="317468" y="118300"/>
                      </a:cubicBezTo>
                      <a:lnTo>
                        <a:pt x="308610" y="115348"/>
                      </a:lnTo>
                      <a:lnTo>
                        <a:pt x="308610" y="115157"/>
                      </a:lnTo>
                      <a:cubicBezTo>
                        <a:pt x="308610" y="115157"/>
                        <a:pt x="237458" y="89535"/>
                        <a:pt x="237458" y="89535"/>
                      </a:cubicBezTo>
                      <a:lnTo>
                        <a:pt x="228600" y="86582"/>
                      </a:lnTo>
                      <a:lnTo>
                        <a:pt x="228600" y="86392"/>
                      </a:lnTo>
                      <a:cubicBezTo>
                        <a:pt x="228600" y="86392"/>
                        <a:pt x="157353" y="60770"/>
                        <a:pt x="157353" y="60770"/>
                      </a:cubicBezTo>
                      <a:lnTo>
                        <a:pt x="148495" y="57817"/>
                      </a:lnTo>
                      <a:lnTo>
                        <a:pt x="148495" y="57626"/>
                      </a:lnTo>
                      <a:cubicBezTo>
                        <a:pt x="148495" y="57626"/>
                        <a:pt x="77343" y="32004"/>
                        <a:pt x="77343" y="32004"/>
                      </a:cubicBezTo>
                      <a:lnTo>
                        <a:pt x="68485" y="29051"/>
                      </a:lnTo>
                      <a:lnTo>
                        <a:pt x="68485" y="28861"/>
                      </a:lnTo>
                      <a:cubicBezTo>
                        <a:pt x="68485" y="28861"/>
                        <a:pt x="0" y="4191"/>
                        <a:pt x="0" y="4191"/>
                      </a:cubicBezTo>
                      <a:lnTo>
                        <a:pt x="1524" y="0"/>
                      </a:lnTo>
                      <a:lnTo>
                        <a:pt x="1212532" y="435483"/>
                      </a:lnTo>
                      <a:cubicBezTo>
                        <a:pt x="1211580" y="437007"/>
                        <a:pt x="1210628" y="438150"/>
                        <a:pt x="1209675" y="439198"/>
                      </a:cubicBezTo>
                      <a:lnTo>
                        <a:pt x="1197864" y="434912"/>
                      </a:lnTo>
                      <a:lnTo>
                        <a:pt x="1189006" y="431959"/>
                      </a:lnTo>
                      <a:lnTo>
                        <a:pt x="1189006" y="431768"/>
                      </a:lnTo>
                      <a:cubicBezTo>
                        <a:pt x="1189006" y="431768"/>
                        <a:pt x="1117759" y="406146"/>
                        <a:pt x="1117759" y="406146"/>
                      </a:cubicBezTo>
                      <a:lnTo>
                        <a:pt x="1108900" y="403193"/>
                      </a:lnTo>
                      <a:lnTo>
                        <a:pt x="1108900" y="40300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64" name="Google Shape;1664;p57"/>
              <p:cNvGrpSpPr/>
              <p:nvPr/>
            </p:nvGrpSpPr>
            <p:grpSpPr>
              <a:xfrm>
                <a:off x="9659447" y="632648"/>
                <a:ext cx="1420749" cy="1304449"/>
                <a:chOff x="9659447" y="632648"/>
                <a:chExt cx="1420749" cy="1304449"/>
              </a:xfrm>
            </p:grpSpPr>
            <p:grpSp>
              <p:nvGrpSpPr>
                <p:cNvPr id="1665" name="Google Shape;1665;p57"/>
                <p:cNvGrpSpPr/>
                <p:nvPr/>
              </p:nvGrpSpPr>
              <p:grpSpPr>
                <a:xfrm>
                  <a:off x="10780064" y="1100040"/>
                  <a:ext cx="300132" cy="837057"/>
                  <a:chOff x="10780064" y="1100040"/>
                  <a:chExt cx="300132" cy="837057"/>
                </a:xfrm>
              </p:grpSpPr>
              <p:sp>
                <p:nvSpPr>
                  <p:cNvPr id="1666" name="Google Shape;1666;p57"/>
                  <p:cNvSpPr/>
                  <p:nvPr/>
                </p:nvSpPr>
                <p:spPr>
                  <a:xfrm>
                    <a:off x="11004378" y="1100040"/>
                    <a:ext cx="75818" cy="210883"/>
                  </a:xfrm>
                  <a:custGeom>
                    <a:rect b="b" l="l" r="r" t="t"/>
                    <a:pathLst>
                      <a:path extrusionOk="0" h="210883" w="75818">
                        <a:moveTo>
                          <a:pt x="10192" y="200120"/>
                        </a:moveTo>
                        <a:cubicBezTo>
                          <a:pt x="7239" y="204216"/>
                          <a:pt x="4096" y="207836"/>
                          <a:pt x="0" y="210884"/>
                        </a:cubicBezTo>
                        <a:lnTo>
                          <a:pt x="75819" y="0"/>
                        </a:lnTo>
                        <a:cubicBezTo>
                          <a:pt x="75533" y="2953"/>
                          <a:pt x="74581" y="6191"/>
                          <a:pt x="73152" y="10763"/>
                        </a:cubicBezTo>
                        <a:cubicBezTo>
                          <a:pt x="71438" y="16193"/>
                          <a:pt x="70580" y="23336"/>
                          <a:pt x="69532" y="30671"/>
                        </a:cubicBezTo>
                        <a:cubicBezTo>
                          <a:pt x="69056" y="33719"/>
                          <a:pt x="68580" y="36957"/>
                          <a:pt x="67913" y="39910"/>
                        </a:cubicBezTo>
                        <a:cubicBezTo>
                          <a:pt x="65913" y="49244"/>
                          <a:pt x="62579" y="57626"/>
                          <a:pt x="55436" y="61341"/>
                        </a:cubicBezTo>
                        <a:cubicBezTo>
                          <a:pt x="56959" y="62198"/>
                          <a:pt x="59626" y="63722"/>
                          <a:pt x="62198" y="65437"/>
                        </a:cubicBezTo>
                        <a:lnTo>
                          <a:pt x="16573" y="192310"/>
                        </a:lnTo>
                        <a:lnTo>
                          <a:pt x="16002" y="192119"/>
                        </a:lnTo>
                        <a:cubicBezTo>
                          <a:pt x="13906" y="194881"/>
                          <a:pt x="12097" y="197453"/>
                          <a:pt x="10192" y="1999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7" name="Google Shape;1667;p57"/>
                  <p:cNvSpPr/>
                  <p:nvPr/>
                </p:nvSpPr>
                <p:spPr>
                  <a:xfrm>
                    <a:off x="10987613" y="1356834"/>
                    <a:ext cx="190" cy="285"/>
                  </a:xfrm>
                  <a:custGeom>
                    <a:rect b="b" l="l" r="r" t="t"/>
                    <a:pathLst>
                      <a:path extrusionOk="0" h="285" w="190">
                        <a:moveTo>
                          <a:pt x="190" y="0"/>
                        </a:moveTo>
                        <a:cubicBezTo>
                          <a:pt x="190" y="0"/>
                          <a:pt x="190" y="191"/>
                          <a:pt x="190" y="286"/>
                        </a:cubicBezTo>
                        <a:cubicBezTo>
                          <a:pt x="190" y="286"/>
                          <a:pt x="124" y="286"/>
                          <a:pt x="0" y="286"/>
                        </a:cubicBez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8" name="Google Shape;1668;p57"/>
                  <p:cNvSpPr/>
                  <p:nvPr/>
                </p:nvSpPr>
                <p:spPr>
                  <a:xfrm>
                    <a:off x="10858455" y="1484565"/>
                    <a:ext cx="90201" cy="232124"/>
                  </a:xfrm>
                  <a:custGeom>
                    <a:rect b="b" l="l" r="r" t="t"/>
                    <a:pathLst>
                      <a:path extrusionOk="0" h="232124" w="90201">
                        <a:moveTo>
                          <a:pt x="0" y="232124"/>
                        </a:moveTo>
                        <a:lnTo>
                          <a:pt x="83439" y="0"/>
                        </a:lnTo>
                        <a:cubicBezTo>
                          <a:pt x="86868" y="1810"/>
                          <a:pt x="89154" y="3810"/>
                          <a:pt x="90202" y="8763"/>
                        </a:cubicBezTo>
                        <a:lnTo>
                          <a:pt x="26575" y="185547"/>
                        </a:lnTo>
                        <a:lnTo>
                          <a:pt x="26384" y="185547"/>
                        </a:lnTo>
                        <a:cubicBezTo>
                          <a:pt x="21907" y="192119"/>
                          <a:pt x="20098" y="200120"/>
                          <a:pt x="18002" y="208026"/>
                        </a:cubicBezTo>
                        <a:lnTo>
                          <a:pt x="18479" y="208217"/>
                        </a:lnTo>
                        <a:lnTo>
                          <a:pt x="15335" y="216979"/>
                        </a:lnTo>
                        <a:lnTo>
                          <a:pt x="15335" y="216979"/>
                        </a:lnTo>
                        <a:cubicBezTo>
                          <a:pt x="14478" y="218884"/>
                          <a:pt x="13621" y="220885"/>
                          <a:pt x="12668" y="222695"/>
                        </a:cubicBezTo>
                        <a:cubicBezTo>
                          <a:pt x="9811" y="227647"/>
                          <a:pt x="10478" y="226314"/>
                          <a:pt x="6477" y="229076"/>
                        </a:cubicBezTo>
                        <a:cubicBezTo>
                          <a:pt x="5048" y="230124"/>
                          <a:pt x="2381" y="230981"/>
                          <a:pt x="95" y="2321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9" name="Google Shape;1669;p57"/>
                  <p:cNvSpPr/>
                  <p:nvPr/>
                </p:nvSpPr>
                <p:spPr>
                  <a:xfrm>
                    <a:off x="10780064" y="1727738"/>
                    <a:ext cx="79152" cy="209359"/>
                  </a:xfrm>
                  <a:custGeom>
                    <a:rect b="b" l="l" r="r" t="t"/>
                    <a:pathLst>
                      <a:path extrusionOk="0" h="209359" w="79152">
                        <a:moveTo>
                          <a:pt x="95" y="206407"/>
                        </a:moveTo>
                        <a:lnTo>
                          <a:pt x="74295" y="0"/>
                        </a:lnTo>
                        <a:cubicBezTo>
                          <a:pt x="75724" y="4667"/>
                          <a:pt x="78391" y="9525"/>
                          <a:pt x="78962" y="13049"/>
                        </a:cubicBezTo>
                        <a:cubicBezTo>
                          <a:pt x="78962" y="13335"/>
                          <a:pt x="78962" y="13621"/>
                          <a:pt x="79153" y="14002"/>
                        </a:cubicBezTo>
                        <a:lnTo>
                          <a:pt x="8858" y="209359"/>
                        </a:lnTo>
                        <a:lnTo>
                          <a:pt x="0" y="20640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70" name="Google Shape;1670;p57"/>
                <p:cNvSpPr/>
                <p:nvPr/>
              </p:nvSpPr>
              <p:spPr>
                <a:xfrm>
                  <a:off x="10700149" y="955356"/>
                  <a:ext cx="350329" cy="953071"/>
                </a:xfrm>
                <a:custGeom>
                  <a:rect b="b" l="l" r="r" t="t"/>
                  <a:pathLst>
                    <a:path extrusionOk="0" h="953071" w="350329">
                      <a:moveTo>
                        <a:pt x="0" y="950023"/>
                      </a:moveTo>
                      <a:lnTo>
                        <a:pt x="341662" y="0"/>
                      </a:lnTo>
                      <a:cubicBezTo>
                        <a:pt x="344614" y="1143"/>
                        <a:pt x="347567" y="2476"/>
                        <a:pt x="350330" y="3429"/>
                      </a:cubicBezTo>
                      <a:lnTo>
                        <a:pt x="8858" y="953072"/>
                      </a:lnTo>
                      <a:lnTo>
                        <a:pt x="0" y="95011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1" name="Google Shape;1671;p57"/>
                <p:cNvSpPr/>
                <p:nvPr/>
              </p:nvSpPr>
              <p:spPr>
                <a:xfrm>
                  <a:off x="10619948" y="933257"/>
                  <a:ext cx="347567" cy="946404"/>
                </a:xfrm>
                <a:custGeom>
                  <a:rect b="b" l="l" r="r" t="t"/>
                  <a:pathLst>
                    <a:path extrusionOk="0" h="946404" w="347567">
                      <a:moveTo>
                        <a:pt x="95" y="943356"/>
                      </a:moveTo>
                      <a:lnTo>
                        <a:pt x="339376" y="0"/>
                      </a:lnTo>
                      <a:cubicBezTo>
                        <a:pt x="340709" y="572"/>
                        <a:pt x="342043" y="1143"/>
                        <a:pt x="342995" y="1715"/>
                      </a:cubicBezTo>
                      <a:cubicBezTo>
                        <a:pt x="344519" y="2572"/>
                        <a:pt x="346043" y="3620"/>
                        <a:pt x="347567" y="4667"/>
                      </a:cubicBezTo>
                      <a:lnTo>
                        <a:pt x="8858" y="946404"/>
                      </a:lnTo>
                      <a:lnTo>
                        <a:pt x="0" y="94345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2" name="Google Shape;1672;p57"/>
                <p:cNvSpPr/>
                <p:nvPr/>
              </p:nvSpPr>
              <p:spPr>
                <a:xfrm>
                  <a:off x="10539938" y="913731"/>
                  <a:ext cx="344900" cy="937069"/>
                </a:xfrm>
                <a:custGeom>
                  <a:rect b="b" l="l" r="r" t="t"/>
                  <a:pathLst>
                    <a:path extrusionOk="0" h="937069" w="344900">
                      <a:moveTo>
                        <a:pt x="95" y="934117"/>
                      </a:moveTo>
                      <a:lnTo>
                        <a:pt x="336042" y="0"/>
                      </a:lnTo>
                      <a:cubicBezTo>
                        <a:pt x="338804" y="1143"/>
                        <a:pt x="341471" y="2381"/>
                        <a:pt x="344234" y="2762"/>
                      </a:cubicBezTo>
                      <a:cubicBezTo>
                        <a:pt x="344424" y="2762"/>
                        <a:pt x="344710" y="2762"/>
                        <a:pt x="344900" y="2762"/>
                      </a:cubicBezTo>
                      <a:lnTo>
                        <a:pt x="8858" y="937070"/>
                      </a:lnTo>
                      <a:lnTo>
                        <a:pt x="0" y="93411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3" name="Google Shape;1673;p57"/>
                <p:cNvSpPr/>
                <p:nvPr/>
              </p:nvSpPr>
              <p:spPr>
                <a:xfrm>
                  <a:off x="10459833" y="905540"/>
                  <a:ext cx="338423" cy="916400"/>
                </a:xfrm>
                <a:custGeom>
                  <a:rect b="b" l="l" r="r" t="t"/>
                  <a:pathLst>
                    <a:path extrusionOk="0" h="916400" w="338423">
                      <a:moveTo>
                        <a:pt x="95" y="913448"/>
                      </a:moveTo>
                      <a:lnTo>
                        <a:pt x="328422" y="381"/>
                      </a:lnTo>
                      <a:cubicBezTo>
                        <a:pt x="332327" y="1619"/>
                        <a:pt x="334137" y="1619"/>
                        <a:pt x="338423" y="0"/>
                      </a:cubicBezTo>
                      <a:lnTo>
                        <a:pt x="8858" y="916400"/>
                      </a:lnTo>
                      <a:lnTo>
                        <a:pt x="0" y="91344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4" name="Google Shape;1674;p57"/>
                <p:cNvSpPr/>
                <p:nvPr/>
              </p:nvSpPr>
              <p:spPr>
                <a:xfrm>
                  <a:off x="10379823" y="861725"/>
                  <a:ext cx="338613" cy="931449"/>
                </a:xfrm>
                <a:custGeom>
                  <a:rect b="b" l="l" r="r" t="t"/>
                  <a:pathLst>
                    <a:path extrusionOk="0" h="931449" w="338613">
                      <a:moveTo>
                        <a:pt x="95" y="928497"/>
                      </a:moveTo>
                      <a:lnTo>
                        <a:pt x="334042" y="0"/>
                      </a:lnTo>
                      <a:cubicBezTo>
                        <a:pt x="333470" y="1619"/>
                        <a:pt x="332994" y="3238"/>
                        <a:pt x="333089" y="4763"/>
                      </a:cubicBezTo>
                      <a:cubicBezTo>
                        <a:pt x="333470" y="7620"/>
                        <a:pt x="335852" y="11144"/>
                        <a:pt x="338614" y="14573"/>
                      </a:cubicBezTo>
                      <a:lnTo>
                        <a:pt x="8858" y="931450"/>
                      </a:lnTo>
                      <a:lnTo>
                        <a:pt x="0" y="92849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5" name="Google Shape;1675;p57"/>
                <p:cNvSpPr/>
                <p:nvPr/>
              </p:nvSpPr>
              <p:spPr>
                <a:xfrm>
                  <a:off x="10299908" y="826863"/>
                  <a:ext cx="344805" cy="937545"/>
                </a:xfrm>
                <a:custGeom>
                  <a:rect b="b" l="l" r="r" t="t"/>
                  <a:pathLst>
                    <a:path extrusionOk="0" h="937545" w="344805">
                      <a:moveTo>
                        <a:pt x="0" y="934593"/>
                      </a:moveTo>
                      <a:lnTo>
                        <a:pt x="336137" y="0"/>
                      </a:lnTo>
                      <a:cubicBezTo>
                        <a:pt x="338328" y="857"/>
                        <a:pt x="340614" y="1715"/>
                        <a:pt x="342900" y="2572"/>
                      </a:cubicBezTo>
                      <a:cubicBezTo>
                        <a:pt x="343472" y="2762"/>
                        <a:pt x="344138" y="3048"/>
                        <a:pt x="344805" y="3334"/>
                      </a:cubicBezTo>
                      <a:lnTo>
                        <a:pt x="8858" y="937546"/>
                      </a:lnTo>
                      <a:lnTo>
                        <a:pt x="0" y="93459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6" name="Google Shape;1676;p57"/>
                <p:cNvSpPr/>
                <p:nvPr/>
              </p:nvSpPr>
              <p:spPr>
                <a:xfrm>
                  <a:off x="10219803" y="822768"/>
                  <a:ext cx="334994" cy="912780"/>
                </a:xfrm>
                <a:custGeom>
                  <a:rect b="b" l="l" r="r" t="t"/>
                  <a:pathLst>
                    <a:path extrusionOk="0" h="912780" w="334994">
                      <a:moveTo>
                        <a:pt x="95" y="909923"/>
                      </a:moveTo>
                      <a:lnTo>
                        <a:pt x="327279" y="0"/>
                      </a:lnTo>
                      <a:cubicBezTo>
                        <a:pt x="327755" y="1905"/>
                        <a:pt x="328327" y="3619"/>
                        <a:pt x="330136" y="4763"/>
                      </a:cubicBezTo>
                      <a:cubicBezTo>
                        <a:pt x="331470" y="5620"/>
                        <a:pt x="333184" y="5905"/>
                        <a:pt x="334994" y="6001"/>
                      </a:cubicBezTo>
                      <a:lnTo>
                        <a:pt x="8858" y="912781"/>
                      </a:lnTo>
                      <a:lnTo>
                        <a:pt x="0" y="90982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7" name="Google Shape;1677;p57"/>
                <p:cNvSpPr/>
                <p:nvPr/>
              </p:nvSpPr>
              <p:spPr>
                <a:xfrm>
                  <a:off x="10139793" y="787239"/>
                  <a:ext cx="338708" cy="919734"/>
                </a:xfrm>
                <a:custGeom>
                  <a:rect b="b" l="l" r="r" t="t"/>
                  <a:pathLst>
                    <a:path extrusionOk="0" h="919734" w="338708">
                      <a:moveTo>
                        <a:pt x="0" y="916686"/>
                      </a:moveTo>
                      <a:lnTo>
                        <a:pt x="329660" y="0"/>
                      </a:lnTo>
                      <a:cubicBezTo>
                        <a:pt x="332613" y="857"/>
                        <a:pt x="335661" y="1715"/>
                        <a:pt x="338709" y="2477"/>
                      </a:cubicBezTo>
                      <a:lnTo>
                        <a:pt x="8858" y="919734"/>
                      </a:lnTo>
                      <a:lnTo>
                        <a:pt x="0" y="91678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8" name="Google Shape;1678;p57"/>
                <p:cNvSpPr/>
                <p:nvPr/>
              </p:nvSpPr>
              <p:spPr>
                <a:xfrm>
                  <a:off x="10059688" y="746568"/>
                  <a:ext cx="341471" cy="931544"/>
                </a:xfrm>
                <a:custGeom>
                  <a:rect b="b" l="l" r="r" t="t"/>
                  <a:pathLst>
                    <a:path extrusionOk="0" h="931544" w="341471">
                      <a:moveTo>
                        <a:pt x="0" y="928497"/>
                      </a:moveTo>
                      <a:lnTo>
                        <a:pt x="333946" y="0"/>
                      </a:lnTo>
                      <a:cubicBezTo>
                        <a:pt x="333946" y="0"/>
                        <a:pt x="334899" y="476"/>
                        <a:pt x="335375" y="667"/>
                      </a:cubicBezTo>
                      <a:cubicBezTo>
                        <a:pt x="340042" y="2762"/>
                        <a:pt x="339280" y="3810"/>
                        <a:pt x="341471" y="6572"/>
                      </a:cubicBezTo>
                      <a:lnTo>
                        <a:pt x="8858" y="931545"/>
                      </a:lnTo>
                      <a:lnTo>
                        <a:pt x="0" y="92859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9" name="Google Shape;1679;p57"/>
                <p:cNvSpPr/>
                <p:nvPr/>
              </p:nvSpPr>
              <p:spPr>
                <a:xfrm>
                  <a:off x="9979678" y="755712"/>
                  <a:ext cx="329279" cy="893635"/>
                </a:xfrm>
                <a:custGeom>
                  <a:rect b="b" l="l" r="r" t="t"/>
                  <a:pathLst>
                    <a:path extrusionOk="0" h="893635" w="329279">
                      <a:moveTo>
                        <a:pt x="0" y="890587"/>
                      </a:moveTo>
                      <a:lnTo>
                        <a:pt x="320326" y="0"/>
                      </a:lnTo>
                      <a:cubicBezTo>
                        <a:pt x="323374" y="762"/>
                        <a:pt x="326422" y="1715"/>
                        <a:pt x="329279" y="2572"/>
                      </a:cubicBezTo>
                      <a:lnTo>
                        <a:pt x="8858" y="893636"/>
                      </a:lnTo>
                      <a:lnTo>
                        <a:pt x="0" y="89068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0" name="Google Shape;1680;p57"/>
                <p:cNvSpPr/>
                <p:nvPr/>
              </p:nvSpPr>
              <p:spPr>
                <a:xfrm>
                  <a:off x="9899573" y="709039"/>
                  <a:ext cx="335089" cy="911447"/>
                </a:xfrm>
                <a:custGeom>
                  <a:rect b="b" l="l" r="r" t="t"/>
                  <a:pathLst>
                    <a:path extrusionOk="0" h="911447" w="335089">
                      <a:moveTo>
                        <a:pt x="95" y="908494"/>
                      </a:moveTo>
                      <a:lnTo>
                        <a:pt x="326803" y="0"/>
                      </a:lnTo>
                      <a:cubicBezTo>
                        <a:pt x="329565" y="1810"/>
                        <a:pt x="332327" y="3143"/>
                        <a:pt x="335090" y="4381"/>
                      </a:cubicBezTo>
                      <a:lnTo>
                        <a:pt x="8858" y="911447"/>
                      </a:lnTo>
                      <a:lnTo>
                        <a:pt x="0" y="90849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1" name="Google Shape;1681;p57"/>
                <p:cNvSpPr/>
                <p:nvPr/>
              </p:nvSpPr>
              <p:spPr>
                <a:xfrm>
                  <a:off x="9819658" y="632648"/>
                  <a:ext cx="348995" cy="959167"/>
                </a:xfrm>
                <a:custGeom>
                  <a:rect b="b" l="l" r="r" t="t"/>
                  <a:pathLst>
                    <a:path extrusionOk="0" h="959167" w="348995">
                      <a:moveTo>
                        <a:pt x="0" y="956120"/>
                      </a:moveTo>
                      <a:lnTo>
                        <a:pt x="335852" y="22384"/>
                      </a:lnTo>
                      <a:cubicBezTo>
                        <a:pt x="337185" y="22670"/>
                        <a:pt x="338614" y="22955"/>
                        <a:pt x="339757" y="23241"/>
                      </a:cubicBezTo>
                      <a:cubicBezTo>
                        <a:pt x="341852" y="20383"/>
                        <a:pt x="340995" y="16002"/>
                        <a:pt x="339757" y="11621"/>
                      </a:cubicBezTo>
                      <a:lnTo>
                        <a:pt x="343948" y="0"/>
                      </a:lnTo>
                      <a:lnTo>
                        <a:pt x="346329" y="857"/>
                      </a:lnTo>
                      <a:cubicBezTo>
                        <a:pt x="345186" y="3905"/>
                        <a:pt x="343662" y="6001"/>
                        <a:pt x="345853" y="9811"/>
                      </a:cubicBezTo>
                      <a:cubicBezTo>
                        <a:pt x="346710" y="11049"/>
                        <a:pt x="347853" y="12287"/>
                        <a:pt x="348996" y="13430"/>
                      </a:cubicBezTo>
                      <a:lnTo>
                        <a:pt x="8858" y="959168"/>
                      </a:lnTo>
                      <a:lnTo>
                        <a:pt x="0" y="95621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82" name="Google Shape;1682;p57"/>
                <p:cNvGrpSpPr/>
                <p:nvPr/>
              </p:nvGrpSpPr>
              <p:grpSpPr>
                <a:xfrm>
                  <a:off x="9739553" y="749996"/>
                  <a:ext cx="301084" cy="812959"/>
                  <a:chOff x="9739553" y="749996"/>
                  <a:chExt cx="301084" cy="812959"/>
                </a:xfrm>
              </p:grpSpPr>
              <p:sp>
                <p:nvSpPr>
                  <p:cNvPr id="1683" name="Google Shape;1683;p57"/>
                  <p:cNvSpPr/>
                  <p:nvPr/>
                </p:nvSpPr>
                <p:spPr>
                  <a:xfrm>
                    <a:off x="10011924" y="749996"/>
                    <a:ext cx="28713" cy="78295"/>
                  </a:xfrm>
                  <a:custGeom>
                    <a:rect b="b" l="l" r="r" t="t"/>
                    <a:pathLst>
                      <a:path extrusionOk="0" h="78295" w="28713">
                        <a:moveTo>
                          <a:pt x="615" y="78296"/>
                        </a:moveTo>
                        <a:cubicBezTo>
                          <a:pt x="139" y="73819"/>
                          <a:pt x="-338" y="69247"/>
                          <a:pt x="329" y="66389"/>
                        </a:cubicBezTo>
                        <a:cubicBezTo>
                          <a:pt x="1948" y="59627"/>
                          <a:pt x="5282" y="54197"/>
                          <a:pt x="6711" y="47339"/>
                        </a:cubicBezTo>
                        <a:cubicBezTo>
                          <a:pt x="8520" y="37814"/>
                          <a:pt x="9759" y="24194"/>
                          <a:pt x="14140" y="13907"/>
                        </a:cubicBezTo>
                        <a:lnTo>
                          <a:pt x="13854" y="13907"/>
                        </a:lnTo>
                        <a:cubicBezTo>
                          <a:pt x="13854" y="13907"/>
                          <a:pt x="16998" y="5048"/>
                          <a:pt x="16998" y="5048"/>
                        </a:cubicBezTo>
                        <a:lnTo>
                          <a:pt x="19093" y="5810"/>
                        </a:lnTo>
                        <a:cubicBezTo>
                          <a:pt x="20712" y="4191"/>
                          <a:pt x="22427" y="4286"/>
                          <a:pt x="24523" y="2953"/>
                        </a:cubicBezTo>
                        <a:cubicBezTo>
                          <a:pt x="25951" y="2000"/>
                          <a:pt x="27380" y="1048"/>
                          <a:pt x="28714" y="0"/>
                        </a:cubicBezTo>
                        <a:lnTo>
                          <a:pt x="615" y="7820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4" name="Google Shape;1684;p57"/>
                  <p:cNvSpPr/>
                  <p:nvPr/>
                </p:nvSpPr>
                <p:spPr>
                  <a:xfrm>
                    <a:off x="9739553" y="835055"/>
                    <a:ext cx="269462" cy="727900"/>
                  </a:xfrm>
                  <a:custGeom>
                    <a:rect b="b" l="l" r="r" t="t"/>
                    <a:pathLst>
                      <a:path extrusionOk="0" h="727900" w="269462">
                        <a:moveTo>
                          <a:pt x="0" y="724853"/>
                        </a:moveTo>
                        <a:lnTo>
                          <a:pt x="260699" y="0"/>
                        </a:lnTo>
                        <a:lnTo>
                          <a:pt x="269462" y="3143"/>
                        </a:lnTo>
                        <a:lnTo>
                          <a:pt x="8858" y="727901"/>
                        </a:lnTo>
                        <a:lnTo>
                          <a:pt x="0" y="72485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85" name="Google Shape;1685;p57"/>
                <p:cNvSpPr/>
                <p:nvPr/>
              </p:nvSpPr>
              <p:spPr>
                <a:xfrm>
                  <a:off x="9659447" y="949440"/>
                  <a:ext cx="218884" cy="584654"/>
                </a:xfrm>
                <a:custGeom>
                  <a:rect b="b" l="l" r="r" t="t"/>
                  <a:pathLst>
                    <a:path extrusionOk="0" h="584654" w="218884">
                      <a:moveTo>
                        <a:pt x="95" y="581702"/>
                      </a:moveTo>
                      <a:lnTo>
                        <a:pt x="208693" y="1724"/>
                      </a:lnTo>
                      <a:cubicBezTo>
                        <a:pt x="210121" y="1153"/>
                        <a:pt x="211550" y="486"/>
                        <a:pt x="213074" y="105"/>
                      </a:cubicBezTo>
                      <a:cubicBezTo>
                        <a:pt x="215551" y="-276"/>
                        <a:pt x="217170" y="486"/>
                        <a:pt x="218885" y="677"/>
                      </a:cubicBezTo>
                      <a:lnTo>
                        <a:pt x="8858" y="584654"/>
                      </a:lnTo>
                      <a:lnTo>
                        <a:pt x="0" y="58170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686" name="Google Shape;1686;p57"/>
          <p:cNvGrpSpPr/>
          <p:nvPr/>
        </p:nvGrpSpPr>
        <p:grpSpPr>
          <a:xfrm flipH="1">
            <a:off x="506887" y="324713"/>
            <a:ext cx="546060" cy="612439"/>
            <a:chOff x="4141364" y="967419"/>
            <a:chExt cx="323036" cy="362304"/>
          </a:xfrm>
        </p:grpSpPr>
        <p:sp>
          <p:nvSpPr>
            <p:cNvPr id="1687" name="Google Shape;1687;p57"/>
            <p:cNvSpPr/>
            <p:nvPr/>
          </p:nvSpPr>
          <p:spPr>
            <a:xfrm>
              <a:off x="4365286" y="1063502"/>
              <a:ext cx="99114" cy="95016"/>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9" y="26071"/>
                    <a:pt x="31626" y="24091"/>
                    <a:pt x="32969" y="21263"/>
                  </a:cubicBezTo>
                  <a:lnTo>
                    <a:pt x="40817" y="5356"/>
                  </a:lnTo>
                  <a:cubicBezTo>
                    <a:pt x="44352" y="-1785"/>
                    <a:pt x="54533" y="-1785"/>
                    <a:pt x="58068" y="5356"/>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8" name="Google Shape;1688;p57"/>
            <p:cNvSpPr/>
            <p:nvPr/>
          </p:nvSpPr>
          <p:spPr>
            <a:xfrm>
              <a:off x="4259522" y="1197690"/>
              <a:ext cx="78140" cy="78898"/>
            </a:xfrm>
            <a:custGeom>
              <a:rect b="b" l="l" r="r" t="t"/>
              <a:pathLst>
                <a:path extrusionOk="0" h="78898" w="78140">
                  <a:moveTo>
                    <a:pt x="31409" y="1682"/>
                  </a:moveTo>
                  <a:lnTo>
                    <a:pt x="42509" y="10590"/>
                  </a:lnTo>
                  <a:cubicBezTo>
                    <a:pt x="44489" y="12146"/>
                    <a:pt x="47105" y="12711"/>
                    <a:pt x="49580" y="11934"/>
                  </a:cubicBezTo>
                  <a:lnTo>
                    <a:pt x="63225" y="7833"/>
                  </a:lnTo>
                  <a:cubicBezTo>
                    <a:pt x="69305" y="5995"/>
                    <a:pt x="74890" y="11934"/>
                    <a:pt x="72699" y="17943"/>
                  </a:cubicBezTo>
                  <a:lnTo>
                    <a:pt x="67679" y="31235"/>
                  </a:lnTo>
                  <a:cubicBezTo>
                    <a:pt x="66760" y="33639"/>
                    <a:pt x="67113" y="36255"/>
                    <a:pt x="68598" y="38376"/>
                  </a:cubicBezTo>
                  <a:lnTo>
                    <a:pt x="76729" y="50042"/>
                  </a:lnTo>
                  <a:cubicBezTo>
                    <a:pt x="80405" y="55273"/>
                    <a:pt x="76446" y="62414"/>
                    <a:pt x="70083" y="62131"/>
                  </a:cubicBezTo>
                  <a:lnTo>
                    <a:pt x="55872" y="61495"/>
                  </a:lnTo>
                  <a:cubicBezTo>
                    <a:pt x="53327" y="61354"/>
                    <a:pt x="50923" y="62485"/>
                    <a:pt x="49367" y="64535"/>
                  </a:cubicBezTo>
                  <a:lnTo>
                    <a:pt x="40812" y="75847"/>
                  </a:lnTo>
                  <a:cubicBezTo>
                    <a:pt x="36924" y="80938"/>
                    <a:pt x="28935" y="79383"/>
                    <a:pt x="27238" y="73231"/>
                  </a:cubicBezTo>
                  <a:lnTo>
                    <a:pt x="23491" y="59516"/>
                  </a:lnTo>
                  <a:cubicBezTo>
                    <a:pt x="22784" y="57041"/>
                    <a:pt x="21016" y="55132"/>
                    <a:pt x="18612" y="54284"/>
                  </a:cubicBezTo>
                  <a:lnTo>
                    <a:pt x="5179" y="49617"/>
                  </a:lnTo>
                  <a:cubicBezTo>
                    <a:pt x="-830" y="47496"/>
                    <a:pt x="-1891" y="39436"/>
                    <a:pt x="3482" y="35901"/>
                  </a:cubicBezTo>
                  <a:lnTo>
                    <a:pt x="15360" y="28054"/>
                  </a:lnTo>
                  <a:cubicBezTo>
                    <a:pt x="17481" y="26640"/>
                    <a:pt x="18754" y="24306"/>
                    <a:pt x="18825" y="21761"/>
                  </a:cubicBezTo>
                  <a:lnTo>
                    <a:pt x="19107" y="7550"/>
                  </a:lnTo>
                  <a:cubicBezTo>
                    <a:pt x="19249" y="1187"/>
                    <a:pt x="26602" y="-2277"/>
                    <a:pt x="31621" y="1682"/>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9" name="Google Shape;1689;p57"/>
            <p:cNvSpPr/>
            <p:nvPr/>
          </p:nvSpPr>
          <p:spPr>
            <a:xfrm>
              <a:off x="4150081" y="1050670"/>
              <a:ext cx="72977" cy="204323"/>
            </a:xfrm>
            <a:custGeom>
              <a:rect b="b" l="l" r="r" t="t"/>
              <a:pathLst>
                <a:path extrusionOk="0" h="204323" w="72977">
                  <a:moveTo>
                    <a:pt x="70857" y="937"/>
                  </a:moveTo>
                  <a:cubicBezTo>
                    <a:pt x="68241" y="57356"/>
                    <a:pt x="52333" y="112715"/>
                    <a:pt x="25254" y="162206"/>
                  </a:cubicBezTo>
                  <a:cubicBezTo>
                    <a:pt x="17760" y="175922"/>
                    <a:pt x="9347" y="189214"/>
                    <a:pt x="297" y="202010"/>
                  </a:cubicBezTo>
                  <a:cubicBezTo>
                    <a:pt x="-905" y="203707"/>
                    <a:pt x="1852" y="205263"/>
                    <a:pt x="3054" y="203637"/>
                  </a:cubicBezTo>
                  <a:cubicBezTo>
                    <a:pt x="37132" y="158176"/>
                    <a:pt x="59403" y="104090"/>
                    <a:pt x="68453" y="48094"/>
                  </a:cubicBezTo>
                  <a:cubicBezTo>
                    <a:pt x="70998" y="32540"/>
                    <a:pt x="72483" y="16774"/>
                    <a:pt x="72977" y="1008"/>
                  </a:cubicBezTo>
                  <a:cubicBezTo>
                    <a:pt x="72977" y="-336"/>
                    <a:pt x="70998" y="-336"/>
                    <a:pt x="70927" y="1008"/>
                  </a:cubicBezTo>
                  <a:lnTo>
                    <a:pt x="70927" y="1008"/>
                  </a:lnTo>
                  <a:close/>
                </a:path>
              </a:pathLst>
            </a:custGeom>
            <a:solidFill>
              <a:srgbClr val="1E2638"/>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0" name="Google Shape;1690;p57"/>
            <p:cNvSpPr/>
            <p:nvPr/>
          </p:nvSpPr>
          <p:spPr>
            <a:xfrm>
              <a:off x="4141364" y="1265346"/>
              <a:ext cx="125651" cy="64377"/>
            </a:xfrm>
            <a:custGeom>
              <a:rect b="b" l="l" r="r" t="t"/>
              <a:pathLst>
                <a:path extrusionOk="0" h="64377" w="125651">
                  <a:moveTo>
                    <a:pt x="123408" y="272"/>
                  </a:moveTo>
                  <a:cubicBezTo>
                    <a:pt x="85795" y="25795"/>
                    <a:pt x="44435" y="45875"/>
                    <a:pt x="1378" y="60439"/>
                  </a:cubicBezTo>
                  <a:cubicBezTo>
                    <a:pt x="-1026" y="61217"/>
                    <a:pt x="-36" y="65105"/>
                    <a:pt x="2438" y="64257"/>
                  </a:cubicBezTo>
                  <a:cubicBezTo>
                    <a:pt x="46202" y="49975"/>
                    <a:pt x="87209" y="29189"/>
                    <a:pt x="124963" y="2959"/>
                  </a:cubicBezTo>
                  <a:cubicBezTo>
                    <a:pt x="126589" y="1828"/>
                    <a:pt x="125034" y="-859"/>
                    <a:pt x="123408" y="272"/>
                  </a:cubicBezTo>
                  <a:lnTo>
                    <a:pt x="123408" y="272"/>
                  </a:lnTo>
                  <a:close/>
                </a:path>
              </a:pathLst>
            </a:custGeom>
            <a:solidFill>
              <a:srgbClr val="1E2638"/>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1" name="Google Shape;1691;p57"/>
            <p:cNvSpPr/>
            <p:nvPr/>
          </p:nvSpPr>
          <p:spPr>
            <a:xfrm>
              <a:off x="4172273" y="967419"/>
              <a:ext cx="99114" cy="95016"/>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5" name="Shape 1695"/>
        <p:cNvGrpSpPr/>
        <p:nvPr/>
      </p:nvGrpSpPr>
      <p:grpSpPr>
        <a:xfrm>
          <a:off x="0" y="0"/>
          <a:ext cx="0" cy="0"/>
          <a:chOff x="0" y="0"/>
          <a:chExt cx="0" cy="0"/>
        </a:xfrm>
      </p:grpSpPr>
      <p:sp>
        <p:nvSpPr>
          <p:cNvPr id="1696" name="Google Shape;1696;p58"/>
          <p:cNvSpPr/>
          <p:nvPr/>
        </p:nvSpPr>
        <p:spPr>
          <a:xfrm rot="4375739">
            <a:off x="6839211" y="3034647"/>
            <a:ext cx="2824737" cy="3797306"/>
          </a:xfrm>
          <a:custGeom>
            <a:rect b="b" l="l" r="r" t="t"/>
            <a:pathLst>
              <a:path extrusionOk="0" h="2286616" w="1700966">
                <a:moveTo>
                  <a:pt x="1700967" y="1750199"/>
                </a:moveTo>
                <a:cubicBezTo>
                  <a:pt x="1691980" y="1731661"/>
                  <a:pt x="1684213" y="1712809"/>
                  <a:pt x="1685654" y="1691640"/>
                </a:cubicBezTo>
                <a:cubicBezTo>
                  <a:pt x="1691666" y="1653279"/>
                  <a:pt x="1680769" y="1613854"/>
                  <a:pt x="1688097" y="1575994"/>
                </a:cubicBezTo>
                <a:cubicBezTo>
                  <a:pt x="1696990" y="1544428"/>
                  <a:pt x="1702721" y="1513457"/>
                  <a:pt x="1690445" y="1480545"/>
                </a:cubicBezTo>
                <a:cubicBezTo>
                  <a:pt x="1677669" y="1453395"/>
                  <a:pt x="1668775" y="1424398"/>
                  <a:pt x="1650644" y="1399815"/>
                </a:cubicBezTo>
                <a:cubicBezTo>
                  <a:pt x="1646761" y="1379304"/>
                  <a:pt x="1661259" y="1358041"/>
                  <a:pt x="1657815" y="1335870"/>
                </a:cubicBezTo>
                <a:cubicBezTo>
                  <a:pt x="1654464" y="1306340"/>
                  <a:pt x="1684464" y="1288835"/>
                  <a:pt x="1672314" y="1260400"/>
                </a:cubicBezTo>
                <a:cubicBezTo>
                  <a:pt x="1640717" y="1189848"/>
                  <a:pt x="1665831" y="1198052"/>
                  <a:pt x="1653055" y="1148167"/>
                </a:cubicBezTo>
                <a:cubicBezTo>
                  <a:pt x="1643817" y="1137583"/>
                  <a:pt x="1650769" y="1123585"/>
                  <a:pt x="1640185" y="1115443"/>
                </a:cubicBezTo>
                <a:cubicBezTo>
                  <a:pt x="1638243" y="1113971"/>
                  <a:pt x="1640811" y="1110527"/>
                  <a:pt x="1642909" y="1108929"/>
                </a:cubicBezTo>
                <a:cubicBezTo>
                  <a:pt x="1649485" y="1103888"/>
                  <a:pt x="1648953" y="1096247"/>
                  <a:pt x="1650988" y="1089326"/>
                </a:cubicBezTo>
                <a:cubicBezTo>
                  <a:pt x="1655341" y="1074546"/>
                  <a:pt x="1646197" y="1057040"/>
                  <a:pt x="1660195" y="1044170"/>
                </a:cubicBezTo>
                <a:cubicBezTo>
                  <a:pt x="1661134" y="1043324"/>
                  <a:pt x="1660664" y="1039911"/>
                  <a:pt x="1659756" y="1038283"/>
                </a:cubicBezTo>
                <a:cubicBezTo>
                  <a:pt x="1633827" y="966289"/>
                  <a:pt x="1609026" y="892417"/>
                  <a:pt x="1593212" y="817511"/>
                </a:cubicBezTo>
                <a:cubicBezTo>
                  <a:pt x="1592178" y="803169"/>
                  <a:pt x="1582909" y="787919"/>
                  <a:pt x="1588734" y="775048"/>
                </a:cubicBezTo>
                <a:cubicBezTo>
                  <a:pt x="1603483" y="731364"/>
                  <a:pt x="1591302" y="687209"/>
                  <a:pt x="1598191" y="642398"/>
                </a:cubicBezTo>
                <a:cubicBezTo>
                  <a:pt x="1600258" y="628963"/>
                  <a:pt x="1583034" y="619788"/>
                  <a:pt x="1592679" y="605947"/>
                </a:cubicBezTo>
                <a:cubicBezTo>
                  <a:pt x="1602231" y="583400"/>
                  <a:pt x="1591552" y="562231"/>
                  <a:pt x="1590393" y="539841"/>
                </a:cubicBezTo>
                <a:cubicBezTo>
                  <a:pt x="1596469" y="512753"/>
                  <a:pt x="1580279" y="507649"/>
                  <a:pt x="1577241" y="487576"/>
                </a:cubicBezTo>
                <a:cubicBezTo>
                  <a:pt x="1586573" y="461083"/>
                  <a:pt x="1563306" y="442106"/>
                  <a:pt x="1564151" y="415864"/>
                </a:cubicBezTo>
                <a:cubicBezTo>
                  <a:pt x="1561490" y="399393"/>
                  <a:pt x="1567095" y="380604"/>
                  <a:pt x="1554318" y="366731"/>
                </a:cubicBezTo>
                <a:cubicBezTo>
                  <a:pt x="1532492" y="348005"/>
                  <a:pt x="1556260" y="315468"/>
                  <a:pt x="1531521" y="301063"/>
                </a:cubicBezTo>
                <a:cubicBezTo>
                  <a:pt x="1526354" y="298589"/>
                  <a:pt x="1529360" y="292984"/>
                  <a:pt x="1528953" y="288506"/>
                </a:cubicBezTo>
                <a:cubicBezTo>
                  <a:pt x="1534433" y="230448"/>
                  <a:pt x="1509757" y="257191"/>
                  <a:pt x="1519997" y="209592"/>
                </a:cubicBezTo>
                <a:cubicBezTo>
                  <a:pt x="1511323" y="187264"/>
                  <a:pt x="1523912" y="163559"/>
                  <a:pt x="1516271" y="141482"/>
                </a:cubicBezTo>
                <a:cubicBezTo>
                  <a:pt x="1495853" y="100490"/>
                  <a:pt x="1502774" y="37610"/>
                  <a:pt x="1463004" y="9739"/>
                </a:cubicBezTo>
                <a:cubicBezTo>
                  <a:pt x="1439267" y="-1190"/>
                  <a:pt x="1413933" y="9833"/>
                  <a:pt x="1389319" y="2161"/>
                </a:cubicBezTo>
                <a:cubicBezTo>
                  <a:pt x="1381960" y="-188"/>
                  <a:pt x="1371094" y="-1722"/>
                  <a:pt x="1364361" y="3570"/>
                </a:cubicBezTo>
                <a:cubicBezTo>
                  <a:pt x="1323245" y="27902"/>
                  <a:pt x="1274049" y="5418"/>
                  <a:pt x="1230583" y="19603"/>
                </a:cubicBezTo>
                <a:cubicBezTo>
                  <a:pt x="1217963" y="32975"/>
                  <a:pt x="1155020" y="38111"/>
                  <a:pt x="1138079" y="30658"/>
                </a:cubicBezTo>
                <a:cubicBezTo>
                  <a:pt x="1119885" y="25992"/>
                  <a:pt x="1106137" y="52829"/>
                  <a:pt x="1084530" y="46315"/>
                </a:cubicBezTo>
                <a:cubicBezTo>
                  <a:pt x="1058319" y="37516"/>
                  <a:pt x="1052432" y="73090"/>
                  <a:pt x="1031420" y="72025"/>
                </a:cubicBezTo>
                <a:cubicBezTo>
                  <a:pt x="1006681" y="74499"/>
                  <a:pt x="981910" y="68204"/>
                  <a:pt x="958142" y="78758"/>
                </a:cubicBezTo>
                <a:cubicBezTo>
                  <a:pt x="941170" y="68017"/>
                  <a:pt x="917464" y="67077"/>
                  <a:pt x="902276" y="51420"/>
                </a:cubicBezTo>
                <a:cubicBezTo>
                  <a:pt x="878383" y="46754"/>
                  <a:pt x="851421" y="50261"/>
                  <a:pt x="829594" y="35292"/>
                </a:cubicBezTo>
                <a:cubicBezTo>
                  <a:pt x="827465" y="33820"/>
                  <a:pt x="822642" y="33664"/>
                  <a:pt x="820544" y="35073"/>
                </a:cubicBezTo>
                <a:cubicBezTo>
                  <a:pt x="809897" y="42244"/>
                  <a:pt x="792298" y="34760"/>
                  <a:pt x="786097" y="51670"/>
                </a:cubicBezTo>
                <a:cubicBezTo>
                  <a:pt x="785346" y="53706"/>
                  <a:pt x="779646" y="54238"/>
                  <a:pt x="776139" y="54927"/>
                </a:cubicBezTo>
                <a:cubicBezTo>
                  <a:pt x="742068" y="63695"/>
                  <a:pt x="698415" y="104812"/>
                  <a:pt x="661933" y="88371"/>
                </a:cubicBezTo>
                <a:cubicBezTo>
                  <a:pt x="651161" y="77630"/>
                  <a:pt x="643958" y="83330"/>
                  <a:pt x="635785" y="90877"/>
                </a:cubicBezTo>
                <a:cubicBezTo>
                  <a:pt x="631651" y="94697"/>
                  <a:pt x="630274" y="101586"/>
                  <a:pt x="621161" y="99551"/>
                </a:cubicBezTo>
                <a:cubicBezTo>
                  <a:pt x="569460" y="86085"/>
                  <a:pt x="516036" y="81388"/>
                  <a:pt x="462456" y="88966"/>
                </a:cubicBezTo>
                <a:cubicBezTo>
                  <a:pt x="436903" y="87213"/>
                  <a:pt x="415922" y="98924"/>
                  <a:pt x="392655" y="104780"/>
                </a:cubicBezTo>
                <a:cubicBezTo>
                  <a:pt x="382540" y="103465"/>
                  <a:pt x="372050" y="99739"/>
                  <a:pt x="364753" y="111231"/>
                </a:cubicBezTo>
                <a:cubicBezTo>
                  <a:pt x="347812" y="112797"/>
                  <a:pt x="342394" y="93069"/>
                  <a:pt x="334628" y="119592"/>
                </a:cubicBezTo>
                <a:cubicBezTo>
                  <a:pt x="326517" y="114018"/>
                  <a:pt x="318908" y="107411"/>
                  <a:pt x="309012" y="117275"/>
                </a:cubicBezTo>
                <a:cubicBezTo>
                  <a:pt x="295860" y="130396"/>
                  <a:pt x="280672" y="139728"/>
                  <a:pt x="260756" y="136565"/>
                </a:cubicBezTo>
                <a:cubicBezTo>
                  <a:pt x="238867" y="147275"/>
                  <a:pt x="217134" y="160239"/>
                  <a:pt x="191236" y="154070"/>
                </a:cubicBezTo>
                <a:cubicBezTo>
                  <a:pt x="162520" y="151377"/>
                  <a:pt x="143136" y="171983"/>
                  <a:pt x="116362" y="170511"/>
                </a:cubicBezTo>
                <a:cubicBezTo>
                  <a:pt x="100986" y="170417"/>
                  <a:pt x="83450" y="166064"/>
                  <a:pt x="74838" y="185699"/>
                </a:cubicBezTo>
                <a:cubicBezTo>
                  <a:pt x="40047" y="195970"/>
                  <a:pt x="49786" y="211346"/>
                  <a:pt x="25799" y="223277"/>
                </a:cubicBezTo>
                <a:cubicBezTo>
                  <a:pt x="18941" y="233141"/>
                  <a:pt x="18127" y="247828"/>
                  <a:pt x="7135" y="256314"/>
                </a:cubicBezTo>
                <a:cubicBezTo>
                  <a:pt x="308" y="263830"/>
                  <a:pt x="-3387" y="273381"/>
                  <a:pt x="4254" y="284529"/>
                </a:cubicBezTo>
                <a:cubicBezTo>
                  <a:pt x="13054" y="297337"/>
                  <a:pt x="2876" y="316157"/>
                  <a:pt x="16436" y="328151"/>
                </a:cubicBezTo>
                <a:cubicBezTo>
                  <a:pt x="6603" y="350009"/>
                  <a:pt x="19097" y="369330"/>
                  <a:pt x="24390" y="389059"/>
                </a:cubicBezTo>
                <a:cubicBezTo>
                  <a:pt x="29212" y="407002"/>
                  <a:pt x="24014" y="428547"/>
                  <a:pt x="41863" y="442388"/>
                </a:cubicBezTo>
                <a:cubicBezTo>
                  <a:pt x="34442" y="464935"/>
                  <a:pt x="41018" y="489267"/>
                  <a:pt x="34912" y="512283"/>
                </a:cubicBezTo>
                <a:cubicBezTo>
                  <a:pt x="34003" y="514475"/>
                  <a:pt x="35381" y="516668"/>
                  <a:pt x="37448" y="517388"/>
                </a:cubicBezTo>
                <a:cubicBezTo>
                  <a:pt x="62062" y="527409"/>
                  <a:pt x="41300" y="553557"/>
                  <a:pt x="46122" y="571907"/>
                </a:cubicBezTo>
                <a:cubicBezTo>
                  <a:pt x="48220" y="584715"/>
                  <a:pt x="48346" y="595801"/>
                  <a:pt x="35945" y="603473"/>
                </a:cubicBezTo>
                <a:cubicBezTo>
                  <a:pt x="29651" y="612398"/>
                  <a:pt x="41926" y="627241"/>
                  <a:pt x="27208" y="635039"/>
                </a:cubicBezTo>
                <a:cubicBezTo>
                  <a:pt x="22793" y="638859"/>
                  <a:pt x="22761" y="645592"/>
                  <a:pt x="24202" y="651291"/>
                </a:cubicBezTo>
                <a:cubicBezTo>
                  <a:pt x="28930" y="670080"/>
                  <a:pt x="18189" y="686364"/>
                  <a:pt x="15527" y="703932"/>
                </a:cubicBezTo>
                <a:cubicBezTo>
                  <a:pt x="8701" y="735904"/>
                  <a:pt x="26832" y="753754"/>
                  <a:pt x="42803" y="776113"/>
                </a:cubicBezTo>
                <a:cubicBezTo>
                  <a:pt x="47845" y="793900"/>
                  <a:pt x="72677" y="786384"/>
                  <a:pt x="74807" y="805674"/>
                </a:cubicBezTo>
                <a:cubicBezTo>
                  <a:pt x="81101" y="830946"/>
                  <a:pt x="77124" y="858847"/>
                  <a:pt x="93815" y="881551"/>
                </a:cubicBezTo>
                <a:cubicBezTo>
                  <a:pt x="95099" y="883304"/>
                  <a:pt x="93095" y="884119"/>
                  <a:pt x="91717" y="884651"/>
                </a:cubicBezTo>
                <a:cubicBezTo>
                  <a:pt x="85955" y="886937"/>
                  <a:pt x="86863" y="888972"/>
                  <a:pt x="91623" y="891603"/>
                </a:cubicBezTo>
                <a:cubicBezTo>
                  <a:pt x="133773" y="944056"/>
                  <a:pt x="33534" y="971582"/>
                  <a:pt x="75684" y="1034274"/>
                </a:cubicBezTo>
                <a:cubicBezTo>
                  <a:pt x="83262" y="1047677"/>
                  <a:pt x="97667" y="1057949"/>
                  <a:pt x="98043" y="1075485"/>
                </a:cubicBezTo>
                <a:cubicBezTo>
                  <a:pt x="98137" y="1080276"/>
                  <a:pt x="103679" y="1080715"/>
                  <a:pt x="106435" y="1083220"/>
                </a:cubicBezTo>
                <a:cubicBezTo>
                  <a:pt x="128512" y="1097343"/>
                  <a:pt x="109473" y="1117917"/>
                  <a:pt x="113043" y="1137270"/>
                </a:cubicBezTo>
                <a:cubicBezTo>
                  <a:pt x="113700" y="1141528"/>
                  <a:pt x="113356" y="1146852"/>
                  <a:pt x="109786" y="1148825"/>
                </a:cubicBezTo>
                <a:cubicBezTo>
                  <a:pt x="85266" y="1160317"/>
                  <a:pt x="110099" y="1189628"/>
                  <a:pt x="97322" y="1197019"/>
                </a:cubicBezTo>
                <a:cubicBezTo>
                  <a:pt x="81320" y="1201340"/>
                  <a:pt x="98826" y="1219816"/>
                  <a:pt x="93815" y="1231309"/>
                </a:cubicBezTo>
                <a:cubicBezTo>
                  <a:pt x="93721" y="1240390"/>
                  <a:pt x="93032" y="1248939"/>
                  <a:pt x="102082" y="1256486"/>
                </a:cubicBezTo>
                <a:cubicBezTo>
                  <a:pt x="121310" y="1271893"/>
                  <a:pt x="111947" y="1305494"/>
                  <a:pt x="139974" y="1312571"/>
                </a:cubicBezTo>
                <a:cubicBezTo>
                  <a:pt x="151184" y="1316266"/>
                  <a:pt x="151529" y="1325818"/>
                  <a:pt x="141665" y="1333302"/>
                </a:cubicBezTo>
                <a:cubicBezTo>
                  <a:pt x="136466" y="1337216"/>
                  <a:pt x="138189" y="1341882"/>
                  <a:pt x="139535" y="1345985"/>
                </a:cubicBezTo>
                <a:cubicBezTo>
                  <a:pt x="147990" y="1371726"/>
                  <a:pt x="139473" y="1397467"/>
                  <a:pt x="138157" y="1422894"/>
                </a:cubicBezTo>
                <a:cubicBezTo>
                  <a:pt x="139880" y="1442216"/>
                  <a:pt x="125850" y="1469992"/>
                  <a:pt x="136028" y="1485869"/>
                </a:cubicBezTo>
                <a:cubicBezTo>
                  <a:pt x="158857" y="1492414"/>
                  <a:pt x="121498" y="1510702"/>
                  <a:pt x="122719" y="1564407"/>
                </a:cubicBezTo>
                <a:cubicBezTo>
                  <a:pt x="102489" y="1620900"/>
                  <a:pt x="170161" y="1641505"/>
                  <a:pt x="157385" y="1676828"/>
                </a:cubicBezTo>
                <a:cubicBezTo>
                  <a:pt x="151153" y="1696651"/>
                  <a:pt x="179023" y="1713623"/>
                  <a:pt x="163616" y="1735669"/>
                </a:cubicBezTo>
                <a:cubicBezTo>
                  <a:pt x="162207" y="1757308"/>
                  <a:pt x="179994" y="1778508"/>
                  <a:pt x="175485" y="1802464"/>
                </a:cubicBezTo>
                <a:cubicBezTo>
                  <a:pt x="168752" y="1813487"/>
                  <a:pt x="196403" y="1839698"/>
                  <a:pt x="173168" y="1835596"/>
                </a:cubicBezTo>
                <a:cubicBezTo>
                  <a:pt x="168188" y="1834437"/>
                  <a:pt x="166748" y="1837882"/>
                  <a:pt x="165934" y="1841702"/>
                </a:cubicBezTo>
                <a:cubicBezTo>
                  <a:pt x="165276" y="1844771"/>
                  <a:pt x="164337" y="1848717"/>
                  <a:pt x="168408" y="1849625"/>
                </a:cubicBezTo>
                <a:cubicBezTo>
                  <a:pt x="197092" y="1855136"/>
                  <a:pt x="133523" y="1898727"/>
                  <a:pt x="144671" y="1919927"/>
                </a:cubicBezTo>
                <a:cubicBezTo>
                  <a:pt x="145203" y="1922370"/>
                  <a:pt x="142541" y="1924123"/>
                  <a:pt x="140381" y="1925877"/>
                </a:cubicBezTo>
                <a:cubicBezTo>
                  <a:pt x="128011" y="1936461"/>
                  <a:pt x="130235" y="1977296"/>
                  <a:pt x="145360" y="1984374"/>
                </a:cubicBezTo>
                <a:cubicBezTo>
                  <a:pt x="162239" y="1977954"/>
                  <a:pt x="161988" y="1992390"/>
                  <a:pt x="165996" y="2001378"/>
                </a:cubicBezTo>
                <a:cubicBezTo>
                  <a:pt x="171007" y="2012369"/>
                  <a:pt x="186007" y="2012776"/>
                  <a:pt x="187698" y="2026492"/>
                </a:cubicBezTo>
                <a:cubicBezTo>
                  <a:pt x="191643" y="2043058"/>
                  <a:pt x="211528" y="2050448"/>
                  <a:pt x="203762" y="2069425"/>
                </a:cubicBezTo>
                <a:cubicBezTo>
                  <a:pt x="193554" y="2088997"/>
                  <a:pt x="208522" y="2108256"/>
                  <a:pt x="204608" y="2127264"/>
                </a:cubicBezTo>
                <a:cubicBezTo>
                  <a:pt x="195934" y="2151940"/>
                  <a:pt x="237363" y="2158579"/>
                  <a:pt x="228125" y="2183725"/>
                </a:cubicBezTo>
                <a:cubicBezTo>
                  <a:pt x="218512" y="2210468"/>
                  <a:pt x="241121" y="2230573"/>
                  <a:pt x="245223" y="2255875"/>
                </a:cubicBezTo>
                <a:cubicBezTo>
                  <a:pt x="252457" y="2285750"/>
                  <a:pt x="290223" y="2267587"/>
                  <a:pt x="309106" y="2258600"/>
                </a:cubicBezTo>
                <a:cubicBezTo>
                  <a:pt x="328897" y="2245197"/>
                  <a:pt x="321601" y="2264706"/>
                  <a:pt x="331778" y="2272723"/>
                </a:cubicBezTo>
                <a:cubicBezTo>
                  <a:pt x="340077" y="2247044"/>
                  <a:pt x="367008" y="2266522"/>
                  <a:pt x="383323" y="2252462"/>
                </a:cubicBezTo>
                <a:cubicBezTo>
                  <a:pt x="402143" y="2241627"/>
                  <a:pt x="422623" y="2249487"/>
                  <a:pt x="441757" y="2247295"/>
                </a:cubicBezTo>
                <a:cubicBezTo>
                  <a:pt x="467560" y="2233015"/>
                  <a:pt x="472039" y="2293516"/>
                  <a:pt x="481934" y="2279205"/>
                </a:cubicBezTo>
                <a:cubicBezTo>
                  <a:pt x="489043" y="2272253"/>
                  <a:pt x="494178" y="2275510"/>
                  <a:pt x="498625" y="2281648"/>
                </a:cubicBezTo>
                <a:cubicBezTo>
                  <a:pt x="516005" y="2298933"/>
                  <a:pt x="500159" y="2265082"/>
                  <a:pt x="565764" y="2271251"/>
                </a:cubicBezTo>
                <a:cubicBezTo>
                  <a:pt x="596140" y="2267399"/>
                  <a:pt x="678875" y="2222493"/>
                  <a:pt x="696286" y="2252650"/>
                </a:cubicBezTo>
                <a:cubicBezTo>
                  <a:pt x="702236" y="2265051"/>
                  <a:pt x="706902" y="2277733"/>
                  <a:pt x="724344" y="2267086"/>
                </a:cubicBezTo>
                <a:cubicBezTo>
                  <a:pt x="753436" y="2280113"/>
                  <a:pt x="771035" y="2254873"/>
                  <a:pt x="796056" y="2247639"/>
                </a:cubicBezTo>
                <a:cubicBezTo>
                  <a:pt x="808895" y="2250614"/>
                  <a:pt x="813122" y="2235176"/>
                  <a:pt x="824521" y="2235270"/>
                </a:cubicBezTo>
                <a:cubicBezTo>
                  <a:pt x="848884" y="2237274"/>
                  <a:pt x="873153" y="2252712"/>
                  <a:pt x="898111" y="2235489"/>
                </a:cubicBezTo>
                <a:cubicBezTo>
                  <a:pt x="900084" y="2234111"/>
                  <a:pt x="911452" y="2231731"/>
                  <a:pt x="916274" y="2239404"/>
                </a:cubicBezTo>
                <a:cubicBezTo>
                  <a:pt x="938414" y="2251115"/>
                  <a:pt x="961587" y="2224153"/>
                  <a:pt x="985136" y="2232232"/>
                </a:cubicBezTo>
                <a:cubicBezTo>
                  <a:pt x="1004645" y="2236491"/>
                  <a:pt x="1020647" y="2214696"/>
                  <a:pt x="1040689" y="2233047"/>
                </a:cubicBezTo>
                <a:cubicBezTo>
                  <a:pt x="1093361" y="2202702"/>
                  <a:pt x="1153548" y="2227097"/>
                  <a:pt x="1208412" y="2215134"/>
                </a:cubicBezTo>
                <a:cubicBezTo>
                  <a:pt x="1230333" y="2206711"/>
                  <a:pt x="1252723" y="2197379"/>
                  <a:pt x="1277337" y="2204800"/>
                </a:cubicBezTo>
                <a:cubicBezTo>
                  <a:pt x="1282128" y="2206241"/>
                  <a:pt x="1286763" y="2205301"/>
                  <a:pt x="1290270" y="2201450"/>
                </a:cubicBezTo>
                <a:cubicBezTo>
                  <a:pt x="1301731" y="2185792"/>
                  <a:pt x="1327128" y="2197692"/>
                  <a:pt x="1333954" y="2178089"/>
                </a:cubicBezTo>
                <a:cubicBezTo>
                  <a:pt x="1343599" y="2165719"/>
                  <a:pt x="1359915" y="2193934"/>
                  <a:pt x="1375353" y="2181596"/>
                </a:cubicBezTo>
                <a:cubicBezTo>
                  <a:pt x="1415123" y="2161554"/>
                  <a:pt x="1406981" y="2204425"/>
                  <a:pt x="1423077" y="2180938"/>
                </a:cubicBezTo>
                <a:cubicBezTo>
                  <a:pt x="1452701" y="2214602"/>
                  <a:pt x="1538223" y="2211627"/>
                  <a:pt x="1552252" y="2161085"/>
                </a:cubicBezTo>
                <a:cubicBezTo>
                  <a:pt x="1553849" y="2156669"/>
                  <a:pt x="1556886" y="2152254"/>
                  <a:pt x="1561051" y="2154289"/>
                </a:cubicBezTo>
                <a:cubicBezTo>
                  <a:pt x="1592585" y="2161366"/>
                  <a:pt x="1623274" y="2146492"/>
                  <a:pt x="1655216" y="2158423"/>
                </a:cubicBezTo>
                <a:cubicBezTo>
                  <a:pt x="1671562" y="2161304"/>
                  <a:pt x="1686030" y="2153350"/>
                  <a:pt x="1700936" y="2146805"/>
                </a:cubicBezTo>
                <a:lnTo>
                  <a:pt x="1700936" y="175035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7" name="Google Shape;1697;p58"/>
          <p:cNvSpPr/>
          <p:nvPr/>
        </p:nvSpPr>
        <p:spPr>
          <a:xfrm>
            <a:off x="1511351" y="735567"/>
            <a:ext cx="2697360" cy="3672365"/>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98" name="Google Shape;1698;p58"/>
          <p:cNvPicPr preferRelativeResize="0"/>
          <p:nvPr/>
        </p:nvPicPr>
        <p:blipFill rotWithShape="1">
          <a:blip r:embed="rId3">
            <a:alphaModFix/>
          </a:blip>
          <a:srcRect b="0" l="28895" r="28891" t="0"/>
          <a:stretch/>
        </p:blipFill>
        <p:spPr>
          <a:xfrm>
            <a:off x="1603744" y="838573"/>
            <a:ext cx="2512490" cy="3347958"/>
          </a:xfrm>
          <a:prstGeom prst="rect">
            <a:avLst/>
          </a:prstGeom>
          <a:noFill/>
          <a:ln>
            <a:noFill/>
          </a:ln>
        </p:spPr>
      </p:pic>
      <p:sp>
        <p:nvSpPr>
          <p:cNvPr id="1699" name="Google Shape;1699;p58"/>
          <p:cNvSpPr txBox="1"/>
          <p:nvPr>
            <p:ph type="title"/>
          </p:nvPr>
        </p:nvSpPr>
        <p:spPr>
          <a:xfrm>
            <a:off x="4651100" y="1882800"/>
            <a:ext cx="3332400" cy="572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Tablet mockup</a:t>
            </a:r>
            <a:endParaRPr/>
          </a:p>
        </p:txBody>
      </p:sp>
      <p:sp>
        <p:nvSpPr>
          <p:cNvPr id="1700" name="Google Shape;1700;p58"/>
          <p:cNvSpPr txBox="1"/>
          <p:nvPr>
            <p:ph idx="1" type="subTitle"/>
          </p:nvPr>
        </p:nvSpPr>
        <p:spPr>
          <a:xfrm>
            <a:off x="4651250" y="2455500"/>
            <a:ext cx="3332400" cy="805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sp>
        <p:nvSpPr>
          <p:cNvPr id="1701" name="Google Shape;1701;p58"/>
          <p:cNvSpPr/>
          <p:nvPr/>
        </p:nvSpPr>
        <p:spPr>
          <a:xfrm>
            <a:off x="8014952" y="4061350"/>
            <a:ext cx="549952" cy="1082174"/>
          </a:xfrm>
          <a:custGeom>
            <a:rect b="b" l="l" r="r" t="t"/>
            <a:pathLst>
              <a:path extrusionOk="0" h="520276" w="264400">
                <a:moveTo>
                  <a:pt x="63961" y="260455"/>
                </a:moveTo>
                <a:cubicBezTo>
                  <a:pt x="45508" y="260455"/>
                  <a:pt x="27055" y="260384"/>
                  <a:pt x="8602" y="260597"/>
                </a:cubicBezTo>
                <a:cubicBezTo>
                  <a:pt x="-448" y="260667"/>
                  <a:pt x="-1084" y="261940"/>
                  <a:pt x="966" y="270919"/>
                </a:cubicBezTo>
                <a:cubicBezTo>
                  <a:pt x="5986" y="292200"/>
                  <a:pt x="10864" y="313552"/>
                  <a:pt x="15885" y="334833"/>
                </a:cubicBezTo>
                <a:cubicBezTo>
                  <a:pt x="28752" y="389343"/>
                  <a:pt x="41761" y="443854"/>
                  <a:pt x="54416" y="498506"/>
                </a:cubicBezTo>
                <a:cubicBezTo>
                  <a:pt x="55901" y="504939"/>
                  <a:pt x="59365" y="508262"/>
                  <a:pt x="65022" y="510737"/>
                </a:cubicBezTo>
                <a:cubicBezTo>
                  <a:pt x="72940" y="514130"/>
                  <a:pt x="81424" y="514625"/>
                  <a:pt x="89625" y="516322"/>
                </a:cubicBezTo>
                <a:cubicBezTo>
                  <a:pt x="122643" y="523039"/>
                  <a:pt x="155378" y="520423"/>
                  <a:pt x="188041" y="514272"/>
                </a:cubicBezTo>
                <a:cubicBezTo>
                  <a:pt x="200485" y="511939"/>
                  <a:pt x="208474" y="506495"/>
                  <a:pt x="211655" y="492142"/>
                </a:cubicBezTo>
                <a:cubicBezTo>
                  <a:pt x="228199" y="418331"/>
                  <a:pt x="245945" y="344872"/>
                  <a:pt x="263338" y="271272"/>
                </a:cubicBezTo>
                <a:cubicBezTo>
                  <a:pt x="265600" y="261798"/>
                  <a:pt x="264893" y="260738"/>
                  <a:pt x="254783" y="260667"/>
                </a:cubicBezTo>
                <a:cubicBezTo>
                  <a:pt x="237461" y="260526"/>
                  <a:pt x="220210" y="260667"/>
                  <a:pt x="202889" y="260597"/>
                </a:cubicBezTo>
                <a:cubicBezTo>
                  <a:pt x="199637" y="260597"/>
                  <a:pt x="196102" y="261374"/>
                  <a:pt x="192142" y="259041"/>
                </a:cubicBezTo>
                <a:cubicBezTo>
                  <a:pt x="194192" y="253032"/>
                  <a:pt x="196172" y="247375"/>
                  <a:pt x="198080" y="241649"/>
                </a:cubicBezTo>
                <a:cubicBezTo>
                  <a:pt x="207908" y="240447"/>
                  <a:pt x="205504" y="235710"/>
                  <a:pt x="201404" y="230337"/>
                </a:cubicBezTo>
                <a:cubicBezTo>
                  <a:pt x="201050" y="229912"/>
                  <a:pt x="201263" y="228852"/>
                  <a:pt x="201404" y="228145"/>
                </a:cubicBezTo>
                <a:cubicBezTo>
                  <a:pt x="202747" y="221357"/>
                  <a:pt x="204020" y="214570"/>
                  <a:pt x="205434" y="207783"/>
                </a:cubicBezTo>
                <a:cubicBezTo>
                  <a:pt x="205999" y="205167"/>
                  <a:pt x="207555" y="204177"/>
                  <a:pt x="210453" y="205238"/>
                </a:cubicBezTo>
                <a:cubicBezTo>
                  <a:pt x="212858" y="206157"/>
                  <a:pt x="214978" y="205308"/>
                  <a:pt x="215897" y="202551"/>
                </a:cubicBezTo>
                <a:cubicBezTo>
                  <a:pt x="216604" y="200501"/>
                  <a:pt x="216110" y="198238"/>
                  <a:pt x="214271" y="197531"/>
                </a:cubicBezTo>
                <a:cubicBezTo>
                  <a:pt x="206353" y="194703"/>
                  <a:pt x="208686" y="188623"/>
                  <a:pt x="209252" y="183038"/>
                </a:cubicBezTo>
                <a:cubicBezTo>
                  <a:pt x="209746" y="178088"/>
                  <a:pt x="210453" y="173139"/>
                  <a:pt x="210949" y="168190"/>
                </a:cubicBezTo>
                <a:cubicBezTo>
                  <a:pt x="211514" y="162605"/>
                  <a:pt x="210524" y="155959"/>
                  <a:pt x="219786" y="157444"/>
                </a:cubicBezTo>
                <a:cubicBezTo>
                  <a:pt x="221271" y="157656"/>
                  <a:pt x="222685" y="156525"/>
                  <a:pt x="223038" y="154757"/>
                </a:cubicBezTo>
                <a:cubicBezTo>
                  <a:pt x="223321" y="153060"/>
                  <a:pt x="222402" y="151788"/>
                  <a:pt x="221058" y="151010"/>
                </a:cubicBezTo>
                <a:cubicBezTo>
                  <a:pt x="220068" y="150444"/>
                  <a:pt x="218867" y="150091"/>
                  <a:pt x="217736" y="150162"/>
                </a:cubicBezTo>
                <a:cubicBezTo>
                  <a:pt x="212928" y="150303"/>
                  <a:pt x="211868" y="147616"/>
                  <a:pt x="212433" y="143516"/>
                </a:cubicBezTo>
                <a:cubicBezTo>
                  <a:pt x="213494" y="135526"/>
                  <a:pt x="209110" y="126618"/>
                  <a:pt x="216533" y="119689"/>
                </a:cubicBezTo>
                <a:cubicBezTo>
                  <a:pt x="213777" y="113326"/>
                  <a:pt x="217736" y="113609"/>
                  <a:pt x="222331" y="113114"/>
                </a:cubicBezTo>
                <a:cubicBezTo>
                  <a:pt x="241916" y="110922"/>
                  <a:pt x="254641" y="99540"/>
                  <a:pt x="261075" y="81440"/>
                </a:cubicBezTo>
                <a:cubicBezTo>
                  <a:pt x="269771" y="56907"/>
                  <a:pt x="255702" y="32444"/>
                  <a:pt x="231240" y="29475"/>
                </a:cubicBezTo>
                <a:cubicBezTo>
                  <a:pt x="217241" y="27778"/>
                  <a:pt x="205858" y="33505"/>
                  <a:pt x="196242" y="43474"/>
                </a:cubicBezTo>
                <a:cubicBezTo>
                  <a:pt x="191718" y="48211"/>
                  <a:pt x="189031" y="54220"/>
                  <a:pt x="185567" y="60088"/>
                </a:cubicBezTo>
                <a:cubicBezTo>
                  <a:pt x="181961" y="54715"/>
                  <a:pt x="175810" y="55493"/>
                  <a:pt x="171780" y="52311"/>
                </a:cubicBezTo>
                <a:cubicBezTo>
                  <a:pt x="167538" y="48988"/>
                  <a:pt x="161529" y="49271"/>
                  <a:pt x="157216" y="45595"/>
                </a:cubicBezTo>
                <a:cubicBezTo>
                  <a:pt x="159903" y="41282"/>
                  <a:pt x="162730" y="37111"/>
                  <a:pt x="165205" y="32798"/>
                </a:cubicBezTo>
                <a:cubicBezTo>
                  <a:pt x="167892" y="28061"/>
                  <a:pt x="168033" y="23182"/>
                  <a:pt x="164357" y="18870"/>
                </a:cubicBezTo>
                <a:cubicBezTo>
                  <a:pt x="161033" y="15052"/>
                  <a:pt x="156721" y="16042"/>
                  <a:pt x="152549" y="16961"/>
                </a:cubicBezTo>
                <a:cubicBezTo>
                  <a:pt x="150146" y="17526"/>
                  <a:pt x="148237" y="20213"/>
                  <a:pt x="145479" y="19011"/>
                </a:cubicBezTo>
                <a:cubicBezTo>
                  <a:pt x="143712" y="14557"/>
                  <a:pt x="142439" y="10032"/>
                  <a:pt x="140248" y="6073"/>
                </a:cubicBezTo>
                <a:cubicBezTo>
                  <a:pt x="135723" y="-2199"/>
                  <a:pt x="128511" y="-1916"/>
                  <a:pt x="123562" y="6285"/>
                </a:cubicBezTo>
                <a:cubicBezTo>
                  <a:pt x="121017" y="10456"/>
                  <a:pt x="121228" y="15900"/>
                  <a:pt x="117764" y="19647"/>
                </a:cubicBezTo>
                <a:cubicBezTo>
                  <a:pt x="116280" y="19082"/>
                  <a:pt x="115219" y="18658"/>
                  <a:pt x="114158" y="18163"/>
                </a:cubicBezTo>
                <a:cubicBezTo>
                  <a:pt x="108997" y="15830"/>
                  <a:pt x="103553" y="14203"/>
                  <a:pt x="99453" y="19365"/>
                </a:cubicBezTo>
                <a:cubicBezTo>
                  <a:pt x="95353" y="24526"/>
                  <a:pt x="97049" y="30253"/>
                  <a:pt x="100301" y="35414"/>
                </a:cubicBezTo>
                <a:cubicBezTo>
                  <a:pt x="102493" y="38878"/>
                  <a:pt x="104685" y="42272"/>
                  <a:pt x="107159" y="46160"/>
                </a:cubicBezTo>
                <a:cubicBezTo>
                  <a:pt x="104402" y="47221"/>
                  <a:pt x="102281" y="48069"/>
                  <a:pt x="100160" y="48918"/>
                </a:cubicBezTo>
                <a:cubicBezTo>
                  <a:pt x="89838" y="52806"/>
                  <a:pt x="80293" y="57685"/>
                  <a:pt x="72586" y="66169"/>
                </a:cubicBezTo>
                <a:cubicBezTo>
                  <a:pt x="68273" y="70906"/>
                  <a:pt x="66648" y="79178"/>
                  <a:pt x="57810" y="79107"/>
                </a:cubicBezTo>
                <a:cubicBezTo>
                  <a:pt x="56820" y="79107"/>
                  <a:pt x="55619" y="81864"/>
                  <a:pt x="56538" y="83066"/>
                </a:cubicBezTo>
                <a:cubicBezTo>
                  <a:pt x="61274" y="89147"/>
                  <a:pt x="57598" y="94944"/>
                  <a:pt x="55688" y="100388"/>
                </a:cubicBezTo>
                <a:cubicBezTo>
                  <a:pt x="53851" y="105761"/>
                  <a:pt x="56255" y="113326"/>
                  <a:pt x="48265" y="116013"/>
                </a:cubicBezTo>
                <a:cubicBezTo>
                  <a:pt x="47063" y="116437"/>
                  <a:pt x="46569" y="119053"/>
                  <a:pt x="47700" y="120114"/>
                </a:cubicBezTo>
                <a:cubicBezTo>
                  <a:pt x="54487" y="126406"/>
                  <a:pt x="51023" y="134466"/>
                  <a:pt x="51800" y="141748"/>
                </a:cubicBezTo>
                <a:cubicBezTo>
                  <a:pt x="52366" y="146909"/>
                  <a:pt x="51659" y="151010"/>
                  <a:pt x="44872" y="150515"/>
                </a:cubicBezTo>
                <a:cubicBezTo>
                  <a:pt x="42892" y="150374"/>
                  <a:pt x="41054" y="151788"/>
                  <a:pt x="40841" y="153909"/>
                </a:cubicBezTo>
                <a:cubicBezTo>
                  <a:pt x="40630" y="156171"/>
                  <a:pt x="42467" y="157797"/>
                  <a:pt x="44306" y="157585"/>
                </a:cubicBezTo>
                <a:cubicBezTo>
                  <a:pt x="52295" y="156525"/>
                  <a:pt x="52720" y="161474"/>
                  <a:pt x="52932" y="167342"/>
                </a:cubicBezTo>
                <a:cubicBezTo>
                  <a:pt x="53214" y="173069"/>
                  <a:pt x="53710" y="178866"/>
                  <a:pt x="54840" y="184522"/>
                </a:cubicBezTo>
                <a:cubicBezTo>
                  <a:pt x="55901" y="190108"/>
                  <a:pt x="57032" y="195127"/>
                  <a:pt x="49891" y="197531"/>
                </a:cubicBezTo>
                <a:cubicBezTo>
                  <a:pt x="48053" y="198168"/>
                  <a:pt x="47275" y="200359"/>
                  <a:pt x="47982" y="202480"/>
                </a:cubicBezTo>
                <a:cubicBezTo>
                  <a:pt x="48831" y="205026"/>
                  <a:pt x="50669" y="206086"/>
                  <a:pt x="53356" y="205520"/>
                </a:cubicBezTo>
                <a:cubicBezTo>
                  <a:pt x="55194" y="205167"/>
                  <a:pt x="58022" y="204036"/>
                  <a:pt x="58093" y="206581"/>
                </a:cubicBezTo>
                <a:cubicBezTo>
                  <a:pt x="58517" y="215984"/>
                  <a:pt x="66364" y="224963"/>
                  <a:pt x="59719" y="234861"/>
                </a:cubicBezTo>
                <a:cubicBezTo>
                  <a:pt x="58022" y="237336"/>
                  <a:pt x="58234" y="240588"/>
                  <a:pt x="62264" y="240588"/>
                </a:cubicBezTo>
                <a:cubicBezTo>
                  <a:pt x="65941" y="240588"/>
                  <a:pt x="66931" y="242851"/>
                  <a:pt x="67567" y="245467"/>
                </a:cubicBezTo>
                <a:cubicBezTo>
                  <a:pt x="68627" y="249921"/>
                  <a:pt x="71385" y="253880"/>
                  <a:pt x="70960" y="259324"/>
                </a:cubicBezTo>
                <a:cubicBezTo>
                  <a:pt x="68344" y="261162"/>
                  <a:pt x="66011" y="260667"/>
                  <a:pt x="63749" y="260667"/>
                </a:cubicBezTo>
                <a:close/>
                <a:moveTo>
                  <a:pt x="192990" y="504303"/>
                </a:moveTo>
                <a:cubicBezTo>
                  <a:pt x="177789" y="508474"/>
                  <a:pt x="162165" y="511020"/>
                  <a:pt x="146469" y="511727"/>
                </a:cubicBezTo>
                <a:cubicBezTo>
                  <a:pt x="123844" y="512716"/>
                  <a:pt x="101220" y="511232"/>
                  <a:pt x="79020" y="506212"/>
                </a:cubicBezTo>
                <a:cubicBezTo>
                  <a:pt x="76050" y="505576"/>
                  <a:pt x="73152" y="504515"/>
                  <a:pt x="70183" y="503879"/>
                </a:cubicBezTo>
                <a:cubicBezTo>
                  <a:pt x="65941" y="502960"/>
                  <a:pt x="63749" y="500414"/>
                  <a:pt x="62618" y="496243"/>
                </a:cubicBezTo>
                <a:cubicBezTo>
                  <a:pt x="60638" y="488537"/>
                  <a:pt x="58446" y="481113"/>
                  <a:pt x="64809" y="473972"/>
                </a:cubicBezTo>
                <a:cubicBezTo>
                  <a:pt x="67213" y="471286"/>
                  <a:pt x="68203" y="467256"/>
                  <a:pt x="70041" y="463296"/>
                </a:cubicBezTo>
                <a:cubicBezTo>
                  <a:pt x="74495" y="465842"/>
                  <a:pt x="73859" y="470225"/>
                  <a:pt x="75273" y="473336"/>
                </a:cubicBezTo>
                <a:cubicBezTo>
                  <a:pt x="77182" y="477507"/>
                  <a:pt x="78384" y="482032"/>
                  <a:pt x="80222" y="486204"/>
                </a:cubicBezTo>
                <a:cubicBezTo>
                  <a:pt x="83616" y="494051"/>
                  <a:pt x="85807" y="494476"/>
                  <a:pt x="91181" y="488113"/>
                </a:cubicBezTo>
                <a:cubicBezTo>
                  <a:pt x="95564" y="482881"/>
                  <a:pt x="99665" y="477366"/>
                  <a:pt x="104331" y="471356"/>
                </a:cubicBezTo>
                <a:cubicBezTo>
                  <a:pt x="107088" y="479487"/>
                  <a:pt x="109564" y="486628"/>
                  <a:pt x="111826" y="493839"/>
                </a:cubicBezTo>
                <a:cubicBezTo>
                  <a:pt x="112815" y="497021"/>
                  <a:pt x="114300" y="499778"/>
                  <a:pt x="117906" y="499637"/>
                </a:cubicBezTo>
                <a:cubicBezTo>
                  <a:pt x="121158" y="499495"/>
                  <a:pt x="121724" y="496455"/>
                  <a:pt x="122785" y="493910"/>
                </a:cubicBezTo>
                <a:cubicBezTo>
                  <a:pt x="125471" y="487123"/>
                  <a:pt x="128299" y="480477"/>
                  <a:pt x="131481" y="472629"/>
                </a:cubicBezTo>
                <a:cubicBezTo>
                  <a:pt x="136925" y="479699"/>
                  <a:pt x="139116" y="487193"/>
                  <a:pt x="141803" y="494334"/>
                </a:cubicBezTo>
                <a:cubicBezTo>
                  <a:pt x="142793" y="497092"/>
                  <a:pt x="143641" y="499495"/>
                  <a:pt x="146893" y="499495"/>
                </a:cubicBezTo>
                <a:cubicBezTo>
                  <a:pt x="150075" y="499495"/>
                  <a:pt x="151489" y="497162"/>
                  <a:pt x="152408" y="494476"/>
                </a:cubicBezTo>
                <a:cubicBezTo>
                  <a:pt x="154811" y="487193"/>
                  <a:pt x="157145" y="479982"/>
                  <a:pt x="159761" y="472134"/>
                </a:cubicBezTo>
                <a:cubicBezTo>
                  <a:pt x="164993" y="475174"/>
                  <a:pt x="167113" y="480830"/>
                  <a:pt x="170719" y="485072"/>
                </a:cubicBezTo>
                <a:cubicBezTo>
                  <a:pt x="179415" y="495395"/>
                  <a:pt x="180759" y="495183"/>
                  <a:pt x="185920" y="482386"/>
                </a:cubicBezTo>
                <a:cubicBezTo>
                  <a:pt x="188465" y="476093"/>
                  <a:pt x="189526" y="469165"/>
                  <a:pt x="193344" y="462872"/>
                </a:cubicBezTo>
                <a:cubicBezTo>
                  <a:pt x="198576" y="468458"/>
                  <a:pt x="199848" y="475386"/>
                  <a:pt x="203808" y="480972"/>
                </a:cubicBezTo>
                <a:cubicBezTo>
                  <a:pt x="207837" y="486557"/>
                  <a:pt x="199990" y="502253"/>
                  <a:pt x="192919" y="504232"/>
                </a:cubicBezTo>
                <a:close/>
                <a:moveTo>
                  <a:pt x="208545" y="467821"/>
                </a:moveTo>
                <a:cubicBezTo>
                  <a:pt x="204302" y="463862"/>
                  <a:pt x="203101" y="459196"/>
                  <a:pt x="200696" y="455519"/>
                </a:cubicBezTo>
                <a:cubicBezTo>
                  <a:pt x="198647" y="452408"/>
                  <a:pt x="196102" y="450358"/>
                  <a:pt x="192213" y="450641"/>
                </a:cubicBezTo>
                <a:cubicBezTo>
                  <a:pt x="188183" y="450924"/>
                  <a:pt x="186203" y="453681"/>
                  <a:pt x="185001" y="457145"/>
                </a:cubicBezTo>
                <a:cubicBezTo>
                  <a:pt x="182668" y="464003"/>
                  <a:pt x="180405" y="470861"/>
                  <a:pt x="177648" y="479275"/>
                </a:cubicBezTo>
                <a:cubicBezTo>
                  <a:pt x="171568" y="474184"/>
                  <a:pt x="168952" y="468316"/>
                  <a:pt x="165275" y="463296"/>
                </a:cubicBezTo>
                <a:cubicBezTo>
                  <a:pt x="163296" y="460610"/>
                  <a:pt x="161952" y="456580"/>
                  <a:pt x="157569" y="457570"/>
                </a:cubicBezTo>
                <a:cubicBezTo>
                  <a:pt x="153681" y="458489"/>
                  <a:pt x="152902" y="462236"/>
                  <a:pt x="151772" y="465488"/>
                </a:cubicBezTo>
                <a:cubicBezTo>
                  <a:pt x="150075" y="470508"/>
                  <a:pt x="149580" y="476023"/>
                  <a:pt x="145762" y="482032"/>
                </a:cubicBezTo>
                <a:cubicBezTo>
                  <a:pt x="142439" y="474467"/>
                  <a:pt x="139541" y="467751"/>
                  <a:pt x="136571" y="461175"/>
                </a:cubicBezTo>
                <a:cubicBezTo>
                  <a:pt x="135652" y="459125"/>
                  <a:pt x="134591" y="456863"/>
                  <a:pt x="131622" y="457358"/>
                </a:cubicBezTo>
                <a:cubicBezTo>
                  <a:pt x="129359" y="457711"/>
                  <a:pt x="128723" y="459549"/>
                  <a:pt x="127946" y="461317"/>
                </a:cubicBezTo>
                <a:cubicBezTo>
                  <a:pt x="124976" y="467963"/>
                  <a:pt x="122077" y="474538"/>
                  <a:pt x="118683" y="482103"/>
                </a:cubicBezTo>
                <a:cubicBezTo>
                  <a:pt x="114866" y="475457"/>
                  <a:pt x="114371" y="468953"/>
                  <a:pt x="112038" y="463155"/>
                </a:cubicBezTo>
                <a:cubicBezTo>
                  <a:pt x="109068" y="455944"/>
                  <a:pt x="105179" y="455449"/>
                  <a:pt x="100584" y="461670"/>
                </a:cubicBezTo>
                <a:cubicBezTo>
                  <a:pt x="96483" y="467185"/>
                  <a:pt x="92737" y="472912"/>
                  <a:pt x="88423" y="479133"/>
                </a:cubicBezTo>
                <a:cubicBezTo>
                  <a:pt x="83262" y="472841"/>
                  <a:pt x="82909" y="465700"/>
                  <a:pt x="80364" y="459549"/>
                </a:cubicBezTo>
                <a:cubicBezTo>
                  <a:pt x="78737" y="455590"/>
                  <a:pt x="77677" y="451348"/>
                  <a:pt x="72515" y="450782"/>
                </a:cubicBezTo>
                <a:cubicBezTo>
                  <a:pt x="67425" y="450217"/>
                  <a:pt x="65022" y="453822"/>
                  <a:pt x="62829" y="457570"/>
                </a:cubicBezTo>
                <a:cubicBezTo>
                  <a:pt x="61133" y="460539"/>
                  <a:pt x="59507" y="463509"/>
                  <a:pt x="56396" y="469023"/>
                </a:cubicBezTo>
                <a:cubicBezTo>
                  <a:pt x="48336" y="435016"/>
                  <a:pt x="40841" y="403342"/>
                  <a:pt x="32994" y="370325"/>
                </a:cubicBezTo>
                <a:cubicBezTo>
                  <a:pt x="99665" y="390333"/>
                  <a:pt x="165064" y="390474"/>
                  <a:pt x="231663" y="370254"/>
                </a:cubicBezTo>
                <a:cubicBezTo>
                  <a:pt x="223957" y="403059"/>
                  <a:pt x="216393" y="434945"/>
                  <a:pt x="208615" y="467963"/>
                </a:cubicBezTo>
                <a:close/>
                <a:moveTo>
                  <a:pt x="229543" y="359932"/>
                </a:moveTo>
                <a:cubicBezTo>
                  <a:pt x="218442" y="366648"/>
                  <a:pt x="205999" y="369264"/>
                  <a:pt x="193626" y="371456"/>
                </a:cubicBezTo>
                <a:cubicBezTo>
                  <a:pt x="152833" y="378809"/>
                  <a:pt x="111967" y="378738"/>
                  <a:pt x="71172" y="371456"/>
                </a:cubicBezTo>
                <a:cubicBezTo>
                  <a:pt x="59154" y="369335"/>
                  <a:pt x="47205" y="366648"/>
                  <a:pt x="36246" y="360639"/>
                </a:cubicBezTo>
                <a:cubicBezTo>
                  <a:pt x="31085" y="357810"/>
                  <a:pt x="28045" y="354063"/>
                  <a:pt x="27903" y="347135"/>
                </a:cubicBezTo>
                <a:cubicBezTo>
                  <a:pt x="84535" y="362477"/>
                  <a:pt x="189526" y="362335"/>
                  <a:pt x="236047" y="346852"/>
                </a:cubicBezTo>
                <a:cubicBezTo>
                  <a:pt x="236966" y="352932"/>
                  <a:pt x="234704" y="356679"/>
                  <a:pt x="229543" y="359861"/>
                </a:cubicBezTo>
                <a:close/>
                <a:moveTo>
                  <a:pt x="254783" y="271202"/>
                </a:moveTo>
                <a:cubicBezTo>
                  <a:pt x="249905" y="292341"/>
                  <a:pt x="245592" y="311289"/>
                  <a:pt x="240996" y="330237"/>
                </a:cubicBezTo>
                <a:cubicBezTo>
                  <a:pt x="240007" y="334196"/>
                  <a:pt x="236472" y="336247"/>
                  <a:pt x="233220" y="338297"/>
                </a:cubicBezTo>
                <a:cubicBezTo>
                  <a:pt x="228199" y="341408"/>
                  <a:pt x="222544" y="342751"/>
                  <a:pt x="216958" y="343670"/>
                </a:cubicBezTo>
                <a:cubicBezTo>
                  <a:pt x="199566" y="346428"/>
                  <a:pt x="182173" y="349397"/>
                  <a:pt x="164357" y="349185"/>
                </a:cubicBezTo>
                <a:cubicBezTo>
                  <a:pt x="140954" y="348902"/>
                  <a:pt x="117552" y="349185"/>
                  <a:pt x="94080" y="349044"/>
                </a:cubicBezTo>
                <a:cubicBezTo>
                  <a:pt x="76404" y="348902"/>
                  <a:pt x="59012" y="345862"/>
                  <a:pt x="41690" y="342256"/>
                </a:cubicBezTo>
                <a:cubicBezTo>
                  <a:pt x="29954" y="339782"/>
                  <a:pt x="22955" y="333560"/>
                  <a:pt x="20904" y="321046"/>
                </a:cubicBezTo>
                <a:cubicBezTo>
                  <a:pt x="18712" y="307825"/>
                  <a:pt x="14965" y="294887"/>
                  <a:pt x="11996" y="281807"/>
                </a:cubicBezTo>
                <a:cubicBezTo>
                  <a:pt x="11360" y="278908"/>
                  <a:pt x="9874" y="276009"/>
                  <a:pt x="11360" y="272899"/>
                </a:cubicBezTo>
                <a:cubicBezTo>
                  <a:pt x="14329" y="272192"/>
                  <a:pt x="16521" y="274100"/>
                  <a:pt x="18854" y="275161"/>
                </a:cubicBezTo>
                <a:cubicBezTo>
                  <a:pt x="40205" y="284564"/>
                  <a:pt x="62618" y="289513"/>
                  <a:pt x="85736" y="290291"/>
                </a:cubicBezTo>
                <a:cubicBezTo>
                  <a:pt x="119886" y="291493"/>
                  <a:pt x="154034" y="291988"/>
                  <a:pt x="188183" y="289443"/>
                </a:cubicBezTo>
                <a:cubicBezTo>
                  <a:pt x="206777" y="288029"/>
                  <a:pt x="224453" y="283433"/>
                  <a:pt x="241703" y="276787"/>
                </a:cubicBezTo>
                <a:cubicBezTo>
                  <a:pt x="245238" y="275444"/>
                  <a:pt x="248703" y="273818"/>
                  <a:pt x="254712" y="271272"/>
                </a:cubicBezTo>
                <a:close/>
                <a:moveTo>
                  <a:pt x="121512" y="275161"/>
                </a:moveTo>
                <a:cubicBezTo>
                  <a:pt x="117977" y="261374"/>
                  <a:pt x="115219" y="247517"/>
                  <a:pt x="113593" y="233377"/>
                </a:cubicBezTo>
                <a:cubicBezTo>
                  <a:pt x="110412" y="206298"/>
                  <a:pt x="105462" y="179502"/>
                  <a:pt x="104755" y="152141"/>
                </a:cubicBezTo>
                <a:cubicBezTo>
                  <a:pt x="104755" y="149455"/>
                  <a:pt x="104472" y="146768"/>
                  <a:pt x="104402" y="144081"/>
                </a:cubicBezTo>
                <a:cubicBezTo>
                  <a:pt x="104402" y="122376"/>
                  <a:pt x="107371" y="101236"/>
                  <a:pt x="114441" y="80662"/>
                </a:cubicBezTo>
                <a:cubicBezTo>
                  <a:pt x="116351" y="75218"/>
                  <a:pt x="118260" y="69704"/>
                  <a:pt x="121653" y="65038"/>
                </a:cubicBezTo>
                <a:cubicBezTo>
                  <a:pt x="130562" y="52877"/>
                  <a:pt x="133319" y="51746"/>
                  <a:pt x="143216" y="65462"/>
                </a:cubicBezTo>
                <a:cubicBezTo>
                  <a:pt x="145196" y="68219"/>
                  <a:pt x="146611" y="71471"/>
                  <a:pt x="147812" y="74724"/>
                </a:cubicBezTo>
                <a:cubicBezTo>
                  <a:pt x="153610" y="89854"/>
                  <a:pt x="157287" y="105408"/>
                  <a:pt x="158983" y="121598"/>
                </a:cubicBezTo>
                <a:cubicBezTo>
                  <a:pt x="160962" y="140476"/>
                  <a:pt x="160397" y="159282"/>
                  <a:pt x="157994" y="177876"/>
                </a:cubicBezTo>
                <a:cubicBezTo>
                  <a:pt x="154105" y="207924"/>
                  <a:pt x="151701" y="238184"/>
                  <a:pt x="144843" y="267808"/>
                </a:cubicBezTo>
                <a:cubicBezTo>
                  <a:pt x="144489" y="269293"/>
                  <a:pt x="144348" y="270848"/>
                  <a:pt x="143924" y="272333"/>
                </a:cubicBezTo>
                <a:cubicBezTo>
                  <a:pt x="141520" y="281665"/>
                  <a:pt x="135227" y="285201"/>
                  <a:pt x="126178" y="282443"/>
                </a:cubicBezTo>
                <a:cubicBezTo>
                  <a:pt x="122501" y="281312"/>
                  <a:pt x="122218" y="278060"/>
                  <a:pt x="121512" y="275161"/>
                </a:cubicBezTo>
                <a:close/>
                <a:moveTo>
                  <a:pt x="193909" y="271414"/>
                </a:moveTo>
                <a:cubicBezTo>
                  <a:pt x="206847" y="267172"/>
                  <a:pt x="219645" y="270424"/>
                  <a:pt x="232653" y="270141"/>
                </a:cubicBezTo>
                <a:cubicBezTo>
                  <a:pt x="218231" y="277565"/>
                  <a:pt x="202818" y="280393"/>
                  <a:pt x="186485" y="281736"/>
                </a:cubicBezTo>
                <a:cubicBezTo>
                  <a:pt x="186698" y="275373"/>
                  <a:pt x="188183" y="273252"/>
                  <a:pt x="193909" y="271414"/>
                </a:cubicBezTo>
                <a:close/>
                <a:moveTo>
                  <a:pt x="254995" y="65532"/>
                </a:moveTo>
                <a:cubicBezTo>
                  <a:pt x="254501" y="89995"/>
                  <a:pt x="235694" y="106893"/>
                  <a:pt x="213848" y="103782"/>
                </a:cubicBezTo>
                <a:cubicBezTo>
                  <a:pt x="211443" y="103428"/>
                  <a:pt x="209252" y="103357"/>
                  <a:pt x="208827" y="100388"/>
                </a:cubicBezTo>
                <a:cubicBezTo>
                  <a:pt x="208333" y="97065"/>
                  <a:pt x="211231" y="96994"/>
                  <a:pt x="213211" y="96217"/>
                </a:cubicBezTo>
                <a:cubicBezTo>
                  <a:pt x="216393" y="94944"/>
                  <a:pt x="219715" y="94025"/>
                  <a:pt x="222897" y="92752"/>
                </a:cubicBezTo>
                <a:cubicBezTo>
                  <a:pt x="237603" y="86672"/>
                  <a:pt x="240926" y="83915"/>
                  <a:pt x="255066" y="65532"/>
                </a:cubicBezTo>
                <a:close/>
                <a:moveTo>
                  <a:pt x="206565" y="88227"/>
                </a:moveTo>
                <a:cubicBezTo>
                  <a:pt x="206918" y="79531"/>
                  <a:pt x="209252" y="72673"/>
                  <a:pt x="216322" y="67583"/>
                </a:cubicBezTo>
                <a:cubicBezTo>
                  <a:pt x="225160" y="61220"/>
                  <a:pt x="238098" y="56341"/>
                  <a:pt x="248420" y="56483"/>
                </a:cubicBezTo>
                <a:cubicBezTo>
                  <a:pt x="240926" y="75784"/>
                  <a:pt x="225442" y="83985"/>
                  <a:pt x="206636" y="88227"/>
                </a:cubicBezTo>
                <a:close/>
                <a:moveTo>
                  <a:pt x="194192" y="65391"/>
                </a:moveTo>
                <a:cubicBezTo>
                  <a:pt x="197515" y="53230"/>
                  <a:pt x="205010" y="44322"/>
                  <a:pt x="216675" y="39514"/>
                </a:cubicBezTo>
                <a:cubicBezTo>
                  <a:pt x="226998" y="35343"/>
                  <a:pt x="236895" y="36191"/>
                  <a:pt x="245592" y="43827"/>
                </a:cubicBezTo>
                <a:cubicBezTo>
                  <a:pt x="245874" y="44039"/>
                  <a:pt x="245874" y="44534"/>
                  <a:pt x="246299" y="45807"/>
                </a:cubicBezTo>
                <a:cubicBezTo>
                  <a:pt x="220564" y="52594"/>
                  <a:pt x="215120" y="55846"/>
                  <a:pt x="198717" y="73734"/>
                </a:cubicBezTo>
                <a:cubicBezTo>
                  <a:pt x="195748" y="71754"/>
                  <a:pt x="193061" y="69350"/>
                  <a:pt x="194122" y="65391"/>
                </a:cubicBezTo>
                <a:close/>
                <a:moveTo>
                  <a:pt x="171709" y="61220"/>
                </a:moveTo>
                <a:cubicBezTo>
                  <a:pt x="173335" y="62139"/>
                  <a:pt x="174537" y="63553"/>
                  <a:pt x="173689" y="65886"/>
                </a:cubicBezTo>
                <a:cubicBezTo>
                  <a:pt x="172416" y="69280"/>
                  <a:pt x="171709" y="73380"/>
                  <a:pt x="175315" y="75148"/>
                </a:cubicBezTo>
                <a:cubicBezTo>
                  <a:pt x="179345" y="77127"/>
                  <a:pt x="180123" y="71330"/>
                  <a:pt x="183233" y="70199"/>
                </a:cubicBezTo>
                <a:cubicBezTo>
                  <a:pt x="196808" y="81794"/>
                  <a:pt x="199848" y="97984"/>
                  <a:pt x="202676" y="114387"/>
                </a:cubicBezTo>
                <a:cubicBezTo>
                  <a:pt x="202818" y="115094"/>
                  <a:pt x="203030" y="116154"/>
                  <a:pt x="202676" y="116649"/>
                </a:cubicBezTo>
                <a:cubicBezTo>
                  <a:pt x="199424" y="121245"/>
                  <a:pt x="200202" y="124002"/>
                  <a:pt x="203454" y="129305"/>
                </a:cubicBezTo>
                <a:cubicBezTo>
                  <a:pt x="206565" y="134466"/>
                  <a:pt x="206141" y="143374"/>
                  <a:pt x="202747" y="150232"/>
                </a:cubicBezTo>
                <a:cubicBezTo>
                  <a:pt x="202111" y="151505"/>
                  <a:pt x="200202" y="152777"/>
                  <a:pt x="200909" y="154121"/>
                </a:cubicBezTo>
                <a:cubicBezTo>
                  <a:pt x="205717" y="163524"/>
                  <a:pt x="200696" y="172786"/>
                  <a:pt x="201121" y="182118"/>
                </a:cubicBezTo>
                <a:cubicBezTo>
                  <a:pt x="201404" y="187845"/>
                  <a:pt x="195253" y="189189"/>
                  <a:pt x="194616" y="192865"/>
                </a:cubicBezTo>
                <a:cubicBezTo>
                  <a:pt x="194122" y="196188"/>
                  <a:pt x="199141" y="199369"/>
                  <a:pt x="197727" y="204248"/>
                </a:cubicBezTo>
                <a:cubicBezTo>
                  <a:pt x="196102" y="209763"/>
                  <a:pt x="195182" y="215489"/>
                  <a:pt x="194051" y="221075"/>
                </a:cubicBezTo>
                <a:cubicBezTo>
                  <a:pt x="193486" y="223761"/>
                  <a:pt x="193273" y="226377"/>
                  <a:pt x="189738" y="226943"/>
                </a:cubicBezTo>
                <a:cubicBezTo>
                  <a:pt x="188324" y="227155"/>
                  <a:pt x="186485" y="228781"/>
                  <a:pt x="187475" y="230124"/>
                </a:cubicBezTo>
                <a:cubicBezTo>
                  <a:pt x="193626" y="238396"/>
                  <a:pt x="187829" y="245961"/>
                  <a:pt x="184859" y="252537"/>
                </a:cubicBezTo>
                <a:cubicBezTo>
                  <a:pt x="181395" y="260243"/>
                  <a:pt x="180971" y="268374"/>
                  <a:pt x="178426" y="276080"/>
                </a:cubicBezTo>
                <a:cubicBezTo>
                  <a:pt x="177012" y="280322"/>
                  <a:pt x="175173" y="282372"/>
                  <a:pt x="170437" y="282090"/>
                </a:cubicBezTo>
                <a:cubicBezTo>
                  <a:pt x="164003" y="281736"/>
                  <a:pt x="157427" y="282019"/>
                  <a:pt x="151418" y="282019"/>
                </a:cubicBezTo>
                <a:cubicBezTo>
                  <a:pt x="149367" y="280464"/>
                  <a:pt x="150428" y="279050"/>
                  <a:pt x="150711" y="277636"/>
                </a:cubicBezTo>
                <a:cubicBezTo>
                  <a:pt x="160680" y="228710"/>
                  <a:pt x="169164" y="179502"/>
                  <a:pt x="167467" y="129375"/>
                </a:cubicBezTo>
                <a:cubicBezTo>
                  <a:pt x="166548" y="102721"/>
                  <a:pt x="160751" y="76986"/>
                  <a:pt x="145621" y="53513"/>
                </a:cubicBezTo>
                <a:cubicBezTo>
                  <a:pt x="155660" y="52736"/>
                  <a:pt x="163861" y="56624"/>
                  <a:pt x="171780" y="61220"/>
                </a:cubicBezTo>
                <a:close/>
                <a:moveTo>
                  <a:pt x="106735" y="24738"/>
                </a:moveTo>
                <a:cubicBezTo>
                  <a:pt x="109775" y="23607"/>
                  <a:pt x="111542" y="26223"/>
                  <a:pt x="113805" y="27212"/>
                </a:cubicBezTo>
                <a:cubicBezTo>
                  <a:pt x="122785" y="31242"/>
                  <a:pt x="125471" y="30111"/>
                  <a:pt x="127663" y="20849"/>
                </a:cubicBezTo>
                <a:cubicBezTo>
                  <a:pt x="128652" y="16749"/>
                  <a:pt x="128652" y="12436"/>
                  <a:pt x="131975" y="9254"/>
                </a:cubicBezTo>
                <a:cubicBezTo>
                  <a:pt x="136146" y="11800"/>
                  <a:pt x="135864" y="16395"/>
                  <a:pt x="136925" y="20354"/>
                </a:cubicBezTo>
                <a:cubicBezTo>
                  <a:pt x="139541" y="30465"/>
                  <a:pt x="141520" y="31455"/>
                  <a:pt x="151206" y="26859"/>
                </a:cubicBezTo>
                <a:cubicBezTo>
                  <a:pt x="153256" y="25869"/>
                  <a:pt x="155307" y="24950"/>
                  <a:pt x="157498" y="23890"/>
                </a:cubicBezTo>
                <a:cubicBezTo>
                  <a:pt x="156650" y="36757"/>
                  <a:pt x="148802" y="43898"/>
                  <a:pt x="134803" y="44958"/>
                </a:cubicBezTo>
                <a:cubicBezTo>
                  <a:pt x="118401" y="46231"/>
                  <a:pt x="110129" y="40292"/>
                  <a:pt x="106665" y="24738"/>
                </a:cubicBezTo>
                <a:close/>
                <a:moveTo>
                  <a:pt x="70041" y="218388"/>
                </a:moveTo>
                <a:cubicBezTo>
                  <a:pt x="69405" y="214570"/>
                  <a:pt x="68698" y="210823"/>
                  <a:pt x="67779" y="207076"/>
                </a:cubicBezTo>
                <a:cubicBezTo>
                  <a:pt x="66718" y="202905"/>
                  <a:pt x="65658" y="198875"/>
                  <a:pt x="69193" y="195198"/>
                </a:cubicBezTo>
                <a:cubicBezTo>
                  <a:pt x="70607" y="193784"/>
                  <a:pt x="71456" y="191168"/>
                  <a:pt x="68910" y="190603"/>
                </a:cubicBezTo>
                <a:cubicBezTo>
                  <a:pt x="63042" y="189189"/>
                  <a:pt x="63819" y="184593"/>
                  <a:pt x="63608" y="180704"/>
                </a:cubicBezTo>
                <a:cubicBezTo>
                  <a:pt x="63254" y="171796"/>
                  <a:pt x="58800" y="162817"/>
                  <a:pt x="63678" y="153909"/>
                </a:cubicBezTo>
                <a:cubicBezTo>
                  <a:pt x="59365" y="147404"/>
                  <a:pt x="60780" y="140122"/>
                  <a:pt x="60426" y="132981"/>
                </a:cubicBezTo>
                <a:cubicBezTo>
                  <a:pt x="60213" y="128315"/>
                  <a:pt x="64809" y="126689"/>
                  <a:pt x="65587" y="123649"/>
                </a:cubicBezTo>
                <a:cubicBezTo>
                  <a:pt x="66364" y="120750"/>
                  <a:pt x="60921" y="118275"/>
                  <a:pt x="61840" y="113609"/>
                </a:cubicBezTo>
                <a:cubicBezTo>
                  <a:pt x="65022" y="97701"/>
                  <a:pt x="68344" y="81935"/>
                  <a:pt x="80505" y="70199"/>
                </a:cubicBezTo>
                <a:cubicBezTo>
                  <a:pt x="82626" y="70199"/>
                  <a:pt x="83474" y="71401"/>
                  <a:pt x="84323" y="72673"/>
                </a:cubicBezTo>
                <a:cubicBezTo>
                  <a:pt x="85454" y="74299"/>
                  <a:pt x="86939" y="75996"/>
                  <a:pt x="88919" y="75431"/>
                </a:cubicBezTo>
                <a:cubicBezTo>
                  <a:pt x="91676" y="74724"/>
                  <a:pt x="92170" y="71754"/>
                  <a:pt x="91464" y="69704"/>
                </a:cubicBezTo>
                <a:cubicBezTo>
                  <a:pt x="89131" y="62704"/>
                  <a:pt x="93302" y="60088"/>
                  <a:pt x="98605" y="57967"/>
                </a:cubicBezTo>
                <a:cubicBezTo>
                  <a:pt x="104968" y="55422"/>
                  <a:pt x="111331" y="52736"/>
                  <a:pt x="118754" y="53230"/>
                </a:cubicBezTo>
                <a:cubicBezTo>
                  <a:pt x="98039" y="89076"/>
                  <a:pt x="94009" y="127467"/>
                  <a:pt x="97827" y="167130"/>
                </a:cubicBezTo>
                <a:cubicBezTo>
                  <a:pt x="101150" y="201561"/>
                  <a:pt x="104968" y="235851"/>
                  <a:pt x="112179" y="269717"/>
                </a:cubicBezTo>
                <a:cubicBezTo>
                  <a:pt x="112957" y="273464"/>
                  <a:pt x="113876" y="277141"/>
                  <a:pt x="114866" y="281878"/>
                </a:cubicBezTo>
                <a:cubicBezTo>
                  <a:pt x="106665" y="281878"/>
                  <a:pt x="99807" y="281736"/>
                  <a:pt x="92948" y="281878"/>
                </a:cubicBezTo>
                <a:cubicBezTo>
                  <a:pt x="89202" y="281948"/>
                  <a:pt x="87363" y="280322"/>
                  <a:pt x="86726" y="276716"/>
                </a:cubicBezTo>
                <a:cubicBezTo>
                  <a:pt x="84464" y="263990"/>
                  <a:pt x="80010" y="251900"/>
                  <a:pt x="75061" y="240164"/>
                </a:cubicBezTo>
                <a:cubicBezTo>
                  <a:pt x="72798" y="234720"/>
                  <a:pt x="79798" y="230266"/>
                  <a:pt x="76263" y="227933"/>
                </a:cubicBezTo>
                <a:cubicBezTo>
                  <a:pt x="72162" y="225246"/>
                  <a:pt x="70748" y="222418"/>
                  <a:pt x="70041" y="218247"/>
                </a:cubicBezTo>
                <a:close/>
                <a:moveTo>
                  <a:pt x="71809" y="271485"/>
                </a:moveTo>
                <a:cubicBezTo>
                  <a:pt x="77607" y="273393"/>
                  <a:pt x="77253" y="276434"/>
                  <a:pt x="78526" y="281595"/>
                </a:cubicBezTo>
                <a:cubicBezTo>
                  <a:pt x="61133" y="280464"/>
                  <a:pt x="46144" y="276999"/>
                  <a:pt x="31651" y="271485"/>
                </a:cubicBezTo>
                <a:cubicBezTo>
                  <a:pt x="32216" y="266960"/>
                  <a:pt x="35397" y="269081"/>
                  <a:pt x="36953" y="269151"/>
                </a:cubicBezTo>
                <a:cubicBezTo>
                  <a:pt x="48548" y="269646"/>
                  <a:pt x="60213" y="267667"/>
                  <a:pt x="71879" y="27148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02" name="Google Shape;1702;p58"/>
          <p:cNvGrpSpPr/>
          <p:nvPr/>
        </p:nvGrpSpPr>
        <p:grpSpPr>
          <a:xfrm>
            <a:off x="4932104" y="896038"/>
            <a:ext cx="372269" cy="379182"/>
            <a:chOff x="8167854" y="947588"/>
            <a:chExt cx="372269" cy="379182"/>
          </a:xfrm>
        </p:grpSpPr>
        <p:sp>
          <p:nvSpPr>
            <p:cNvPr id="1703" name="Google Shape;1703;p58"/>
            <p:cNvSpPr/>
            <p:nvPr/>
          </p:nvSpPr>
          <p:spPr>
            <a:xfrm flipH="1">
              <a:off x="8167854" y="1128661"/>
              <a:ext cx="206653" cy="198108"/>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4" name="Google Shape;1704;p58"/>
            <p:cNvSpPr/>
            <p:nvPr/>
          </p:nvSpPr>
          <p:spPr>
            <a:xfrm flipH="1" rot="-868596">
              <a:off x="8384741" y="963039"/>
              <a:ext cx="140751" cy="134931"/>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8" name="Shape 1708"/>
        <p:cNvGrpSpPr/>
        <p:nvPr/>
      </p:nvGrpSpPr>
      <p:grpSpPr>
        <a:xfrm>
          <a:off x="0" y="0"/>
          <a:ext cx="0" cy="0"/>
          <a:chOff x="0" y="0"/>
          <a:chExt cx="0" cy="0"/>
        </a:xfrm>
      </p:grpSpPr>
      <p:sp>
        <p:nvSpPr>
          <p:cNvPr id="1709" name="Google Shape;1709;p59"/>
          <p:cNvSpPr txBox="1"/>
          <p:nvPr>
            <p:ph type="title"/>
          </p:nvPr>
        </p:nvSpPr>
        <p:spPr>
          <a:xfrm>
            <a:off x="991450" y="1882800"/>
            <a:ext cx="3233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a:t>
            </a:r>
            <a:r>
              <a:rPr lang="en"/>
              <a:t>hone mockup</a:t>
            </a:r>
            <a:endParaRPr/>
          </a:p>
        </p:txBody>
      </p:sp>
      <p:sp>
        <p:nvSpPr>
          <p:cNvPr id="1710" name="Google Shape;1710;p59"/>
          <p:cNvSpPr txBox="1"/>
          <p:nvPr>
            <p:ph idx="1" type="subTitle"/>
          </p:nvPr>
        </p:nvSpPr>
        <p:spPr>
          <a:xfrm>
            <a:off x="991450" y="2455500"/>
            <a:ext cx="32331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1711" name="Google Shape;1711;p59"/>
          <p:cNvSpPr/>
          <p:nvPr/>
        </p:nvSpPr>
        <p:spPr>
          <a:xfrm>
            <a:off x="5271579"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2" name="Google Shape;1712;p59"/>
          <p:cNvGrpSpPr/>
          <p:nvPr/>
        </p:nvGrpSpPr>
        <p:grpSpPr>
          <a:xfrm>
            <a:off x="5186401" y="709411"/>
            <a:ext cx="1834973" cy="3724678"/>
            <a:chOff x="5186401" y="494525"/>
            <a:chExt cx="1834973" cy="3724678"/>
          </a:xfrm>
        </p:grpSpPr>
        <p:sp>
          <p:nvSpPr>
            <p:cNvPr id="1713" name="Google Shape;1713;p59"/>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9"/>
            <p:cNvSpPr/>
            <p:nvPr/>
          </p:nvSpPr>
          <p:spPr>
            <a:xfrm>
              <a:off x="5890455" y="3921356"/>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715" name="Google Shape;1715;p59"/>
          <p:cNvPicPr preferRelativeResize="0"/>
          <p:nvPr/>
        </p:nvPicPr>
        <p:blipFill rotWithShape="1">
          <a:blip r:embed="rId3">
            <a:alphaModFix/>
          </a:blip>
          <a:srcRect b="0" l="10686" r="10678" t="0"/>
          <a:stretch/>
        </p:blipFill>
        <p:spPr>
          <a:xfrm>
            <a:off x="5271588" y="815735"/>
            <a:ext cx="1664600" cy="3176197"/>
          </a:xfrm>
          <a:prstGeom prst="rect">
            <a:avLst/>
          </a:prstGeom>
          <a:noFill/>
          <a:ln>
            <a:noFill/>
          </a:ln>
        </p:spPr>
      </p:pic>
      <p:grpSp>
        <p:nvGrpSpPr>
          <p:cNvPr id="1716" name="Google Shape;1716;p59"/>
          <p:cNvGrpSpPr/>
          <p:nvPr/>
        </p:nvGrpSpPr>
        <p:grpSpPr>
          <a:xfrm>
            <a:off x="1078075" y="3798911"/>
            <a:ext cx="1164401" cy="805217"/>
            <a:chOff x="991447" y="3856501"/>
            <a:chExt cx="1080952" cy="747509"/>
          </a:xfrm>
        </p:grpSpPr>
        <p:sp>
          <p:nvSpPr>
            <p:cNvPr id="1717" name="Google Shape;1717;p59"/>
            <p:cNvSpPr/>
            <p:nvPr/>
          </p:nvSpPr>
          <p:spPr>
            <a:xfrm>
              <a:off x="991447" y="3964677"/>
              <a:ext cx="528034" cy="639334"/>
            </a:xfrm>
            <a:custGeom>
              <a:rect b="b" l="l" r="r" t="t"/>
              <a:pathLst>
                <a:path extrusionOk="0" h="517679" w="427558">
                  <a:moveTo>
                    <a:pt x="63" y="496652"/>
                  </a:moveTo>
                  <a:cubicBezTo>
                    <a:pt x="982" y="511004"/>
                    <a:pt x="5860" y="516872"/>
                    <a:pt x="19788" y="516943"/>
                  </a:cubicBezTo>
                  <a:cubicBezTo>
                    <a:pt x="57684" y="517226"/>
                    <a:pt x="95580" y="516660"/>
                    <a:pt x="133476" y="516660"/>
                  </a:cubicBezTo>
                  <a:cubicBezTo>
                    <a:pt x="142101" y="516660"/>
                    <a:pt x="145070" y="512276"/>
                    <a:pt x="144929" y="504429"/>
                  </a:cubicBezTo>
                  <a:cubicBezTo>
                    <a:pt x="144858" y="500045"/>
                    <a:pt x="144929" y="495662"/>
                    <a:pt x="144929" y="491278"/>
                  </a:cubicBezTo>
                  <a:cubicBezTo>
                    <a:pt x="144434" y="419870"/>
                    <a:pt x="143798" y="348462"/>
                    <a:pt x="143444" y="276983"/>
                  </a:cubicBezTo>
                  <a:cubicBezTo>
                    <a:pt x="143374" y="256622"/>
                    <a:pt x="142030" y="236260"/>
                    <a:pt x="146626" y="216888"/>
                  </a:cubicBezTo>
                  <a:cubicBezTo>
                    <a:pt x="157160" y="309365"/>
                    <a:pt x="167624" y="401842"/>
                    <a:pt x="178229" y="494319"/>
                  </a:cubicBezTo>
                  <a:cubicBezTo>
                    <a:pt x="180138" y="511358"/>
                    <a:pt x="184027" y="515387"/>
                    <a:pt x="200429" y="516731"/>
                  </a:cubicBezTo>
                  <a:cubicBezTo>
                    <a:pt x="205449" y="517155"/>
                    <a:pt x="210610" y="516165"/>
                    <a:pt x="215630" y="515599"/>
                  </a:cubicBezTo>
                  <a:cubicBezTo>
                    <a:pt x="245254" y="512135"/>
                    <a:pt x="274878" y="508529"/>
                    <a:pt x="304572" y="505136"/>
                  </a:cubicBezTo>
                  <a:cubicBezTo>
                    <a:pt x="309380" y="504570"/>
                    <a:pt x="316309" y="501742"/>
                    <a:pt x="318571" y="507186"/>
                  </a:cubicBezTo>
                  <a:cubicBezTo>
                    <a:pt x="324015" y="520266"/>
                    <a:pt x="334620" y="517509"/>
                    <a:pt x="344447" y="517296"/>
                  </a:cubicBezTo>
                  <a:cubicBezTo>
                    <a:pt x="364102" y="516801"/>
                    <a:pt x="383757" y="516165"/>
                    <a:pt x="403412" y="515034"/>
                  </a:cubicBezTo>
                  <a:cubicBezTo>
                    <a:pt x="425259" y="513832"/>
                    <a:pt x="428228" y="510580"/>
                    <a:pt x="427450" y="488309"/>
                  </a:cubicBezTo>
                  <a:cubicBezTo>
                    <a:pt x="425471" y="432243"/>
                    <a:pt x="423138" y="376248"/>
                    <a:pt x="421087" y="320182"/>
                  </a:cubicBezTo>
                  <a:cubicBezTo>
                    <a:pt x="417694" y="225513"/>
                    <a:pt x="414442" y="130845"/>
                    <a:pt x="411048" y="36247"/>
                  </a:cubicBezTo>
                  <a:cubicBezTo>
                    <a:pt x="410341" y="16097"/>
                    <a:pt x="406664" y="11218"/>
                    <a:pt x="387151" y="5774"/>
                  </a:cubicBezTo>
                  <a:cubicBezTo>
                    <a:pt x="369193" y="755"/>
                    <a:pt x="351164" y="543"/>
                    <a:pt x="333206" y="5916"/>
                  </a:cubicBezTo>
                  <a:cubicBezTo>
                    <a:pt x="310794" y="12562"/>
                    <a:pt x="300683" y="26702"/>
                    <a:pt x="301532" y="50387"/>
                  </a:cubicBezTo>
                  <a:cubicBezTo>
                    <a:pt x="305421" y="155236"/>
                    <a:pt x="309521" y="260086"/>
                    <a:pt x="313339" y="364936"/>
                  </a:cubicBezTo>
                  <a:cubicBezTo>
                    <a:pt x="313975" y="381833"/>
                    <a:pt x="315319" y="398801"/>
                    <a:pt x="312561" y="418810"/>
                  </a:cubicBezTo>
                  <a:cubicBezTo>
                    <a:pt x="308673" y="390530"/>
                    <a:pt x="304926" y="365431"/>
                    <a:pt x="301815" y="340261"/>
                  </a:cubicBezTo>
                  <a:cubicBezTo>
                    <a:pt x="289725" y="241987"/>
                    <a:pt x="277776" y="143712"/>
                    <a:pt x="265828" y="45438"/>
                  </a:cubicBezTo>
                  <a:cubicBezTo>
                    <a:pt x="264485" y="34267"/>
                    <a:pt x="259606" y="26490"/>
                    <a:pt x="248294" y="23167"/>
                  </a:cubicBezTo>
                  <a:cubicBezTo>
                    <a:pt x="219236" y="14612"/>
                    <a:pt x="190956" y="14824"/>
                    <a:pt x="163736" y="29530"/>
                  </a:cubicBezTo>
                  <a:cubicBezTo>
                    <a:pt x="156878" y="33277"/>
                    <a:pt x="150161" y="37307"/>
                    <a:pt x="143657" y="41054"/>
                  </a:cubicBezTo>
                  <a:cubicBezTo>
                    <a:pt x="139839" y="37095"/>
                    <a:pt x="140758" y="33489"/>
                    <a:pt x="141748" y="29954"/>
                  </a:cubicBezTo>
                  <a:cubicBezTo>
                    <a:pt x="143939" y="22106"/>
                    <a:pt x="140192" y="16662"/>
                    <a:pt x="133546" y="14259"/>
                  </a:cubicBezTo>
                  <a:cubicBezTo>
                    <a:pt x="100953" y="2593"/>
                    <a:pt x="67794" y="-5043"/>
                    <a:pt x="33151" y="3936"/>
                  </a:cubicBezTo>
                  <a:cubicBezTo>
                    <a:pt x="5012" y="11218"/>
                    <a:pt x="63" y="17652"/>
                    <a:pt x="63" y="46286"/>
                  </a:cubicBezTo>
                  <a:cubicBezTo>
                    <a:pt x="63" y="193486"/>
                    <a:pt x="63" y="340685"/>
                    <a:pt x="63" y="487956"/>
                  </a:cubicBezTo>
                  <a:cubicBezTo>
                    <a:pt x="63" y="490854"/>
                    <a:pt x="-79" y="493824"/>
                    <a:pt x="63" y="496722"/>
                  </a:cubicBezTo>
                  <a:close/>
                  <a:moveTo>
                    <a:pt x="409987" y="487673"/>
                  </a:moveTo>
                  <a:cubicBezTo>
                    <a:pt x="410482" y="495379"/>
                    <a:pt x="408856" y="499975"/>
                    <a:pt x="399665" y="500116"/>
                  </a:cubicBezTo>
                  <a:cubicBezTo>
                    <a:pt x="381495" y="500399"/>
                    <a:pt x="363254" y="501459"/>
                    <a:pt x="345084" y="502661"/>
                  </a:cubicBezTo>
                  <a:cubicBezTo>
                    <a:pt x="338509" y="503085"/>
                    <a:pt x="335610" y="500823"/>
                    <a:pt x="335256" y="494460"/>
                  </a:cubicBezTo>
                  <a:cubicBezTo>
                    <a:pt x="334549" y="479966"/>
                    <a:pt x="333771" y="465402"/>
                    <a:pt x="332782" y="446878"/>
                  </a:cubicBezTo>
                  <a:cubicBezTo>
                    <a:pt x="354911" y="446878"/>
                    <a:pt x="374566" y="447585"/>
                    <a:pt x="394080" y="446595"/>
                  </a:cubicBezTo>
                  <a:cubicBezTo>
                    <a:pt x="405887" y="445959"/>
                    <a:pt x="409705" y="450413"/>
                    <a:pt x="409281" y="461443"/>
                  </a:cubicBezTo>
                  <a:cubicBezTo>
                    <a:pt x="408927" y="470139"/>
                    <a:pt x="409422" y="478906"/>
                    <a:pt x="409987" y="487673"/>
                  </a:cubicBezTo>
                  <a:close/>
                  <a:moveTo>
                    <a:pt x="406664" y="410679"/>
                  </a:moveTo>
                  <a:cubicBezTo>
                    <a:pt x="407159" y="432879"/>
                    <a:pt x="408078" y="429132"/>
                    <a:pt x="388919" y="430263"/>
                  </a:cubicBezTo>
                  <a:cubicBezTo>
                    <a:pt x="374495" y="431112"/>
                    <a:pt x="360072" y="432102"/>
                    <a:pt x="345650" y="432667"/>
                  </a:cubicBezTo>
                  <a:cubicBezTo>
                    <a:pt x="341549" y="432809"/>
                    <a:pt x="335256" y="434576"/>
                    <a:pt x="333984" y="429839"/>
                  </a:cubicBezTo>
                  <a:cubicBezTo>
                    <a:pt x="330519" y="417254"/>
                    <a:pt x="331085" y="404104"/>
                    <a:pt x="332711" y="391236"/>
                  </a:cubicBezTo>
                  <a:cubicBezTo>
                    <a:pt x="333206" y="386994"/>
                    <a:pt x="338226" y="387348"/>
                    <a:pt x="341690" y="387348"/>
                  </a:cubicBezTo>
                  <a:cubicBezTo>
                    <a:pt x="351801" y="387207"/>
                    <a:pt x="361911" y="387348"/>
                    <a:pt x="372092" y="387348"/>
                  </a:cubicBezTo>
                  <a:cubicBezTo>
                    <a:pt x="372092" y="386924"/>
                    <a:pt x="372092" y="386500"/>
                    <a:pt x="372092" y="386005"/>
                  </a:cubicBezTo>
                  <a:cubicBezTo>
                    <a:pt x="374990" y="386005"/>
                    <a:pt x="377889" y="386005"/>
                    <a:pt x="380788" y="386005"/>
                  </a:cubicBezTo>
                  <a:cubicBezTo>
                    <a:pt x="408997" y="386429"/>
                    <a:pt x="406028" y="380278"/>
                    <a:pt x="406735" y="410679"/>
                  </a:cubicBezTo>
                  <a:close/>
                  <a:moveTo>
                    <a:pt x="343387" y="18783"/>
                  </a:moveTo>
                  <a:cubicBezTo>
                    <a:pt x="348336" y="17864"/>
                    <a:pt x="353497" y="17723"/>
                    <a:pt x="358588" y="17723"/>
                  </a:cubicBezTo>
                  <a:cubicBezTo>
                    <a:pt x="388848" y="17582"/>
                    <a:pt x="392736" y="21753"/>
                    <a:pt x="393797" y="52154"/>
                  </a:cubicBezTo>
                  <a:cubicBezTo>
                    <a:pt x="395423" y="100867"/>
                    <a:pt x="397402" y="149509"/>
                    <a:pt x="399241" y="198223"/>
                  </a:cubicBezTo>
                  <a:cubicBezTo>
                    <a:pt x="399170" y="198223"/>
                    <a:pt x="399029" y="198223"/>
                    <a:pt x="398958" y="198223"/>
                  </a:cubicBezTo>
                  <a:cubicBezTo>
                    <a:pt x="400937" y="247643"/>
                    <a:pt x="402988" y="296992"/>
                    <a:pt x="404967" y="346412"/>
                  </a:cubicBezTo>
                  <a:cubicBezTo>
                    <a:pt x="405109" y="350795"/>
                    <a:pt x="404967" y="355179"/>
                    <a:pt x="405180" y="359492"/>
                  </a:cubicBezTo>
                  <a:cubicBezTo>
                    <a:pt x="405533" y="365996"/>
                    <a:pt x="402422" y="368541"/>
                    <a:pt x="396130" y="368612"/>
                  </a:cubicBezTo>
                  <a:cubicBezTo>
                    <a:pt x="377253" y="368966"/>
                    <a:pt x="358305" y="369248"/>
                    <a:pt x="339498" y="370238"/>
                  </a:cubicBezTo>
                  <a:cubicBezTo>
                    <a:pt x="332499" y="370592"/>
                    <a:pt x="330519" y="367552"/>
                    <a:pt x="330236" y="361542"/>
                  </a:cubicBezTo>
                  <a:cubicBezTo>
                    <a:pt x="329812" y="351361"/>
                    <a:pt x="329035" y="341180"/>
                    <a:pt x="328681" y="331070"/>
                  </a:cubicBezTo>
                  <a:cubicBezTo>
                    <a:pt x="325288" y="237320"/>
                    <a:pt x="321964" y="143571"/>
                    <a:pt x="318712" y="49821"/>
                  </a:cubicBezTo>
                  <a:cubicBezTo>
                    <a:pt x="318005" y="29106"/>
                    <a:pt x="323308" y="22460"/>
                    <a:pt x="343316" y="18854"/>
                  </a:cubicBezTo>
                  <a:close/>
                  <a:moveTo>
                    <a:pt x="304926" y="487390"/>
                  </a:moveTo>
                  <a:cubicBezTo>
                    <a:pt x="269787" y="491491"/>
                    <a:pt x="233942" y="495662"/>
                    <a:pt x="195127" y="500257"/>
                  </a:cubicBezTo>
                  <a:cubicBezTo>
                    <a:pt x="191097" y="465685"/>
                    <a:pt x="187279" y="433162"/>
                    <a:pt x="183673" y="400710"/>
                  </a:cubicBezTo>
                  <a:cubicBezTo>
                    <a:pt x="175331" y="325484"/>
                    <a:pt x="167059" y="250258"/>
                    <a:pt x="158786" y="175033"/>
                  </a:cubicBezTo>
                  <a:cubicBezTo>
                    <a:pt x="158009" y="167821"/>
                    <a:pt x="157373" y="160539"/>
                    <a:pt x="156807" y="153327"/>
                  </a:cubicBezTo>
                  <a:cubicBezTo>
                    <a:pt x="155251" y="132965"/>
                    <a:pt x="155322" y="131834"/>
                    <a:pt x="175472" y="125966"/>
                  </a:cubicBezTo>
                  <a:cubicBezTo>
                    <a:pt x="201349" y="118472"/>
                    <a:pt x="227791" y="114088"/>
                    <a:pt x="257768" y="114583"/>
                  </a:cubicBezTo>
                  <a:cubicBezTo>
                    <a:pt x="273393" y="238239"/>
                    <a:pt x="289018" y="361754"/>
                    <a:pt x="304926" y="487390"/>
                  </a:cubicBezTo>
                  <a:close/>
                  <a:moveTo>
                    <a:pt x="255223" y="93090"/>
                  </a:moveTo>
                  <a:cubicBezTo>
                    <a:pt x="255576" y="97686"/>
                    <a:pt x="251758" y="98675"/>
                    <a:pt x="247941" y="99029"/>
                  </a:cubicBezTo>
                  <a:cubicBezTo>
                    <a:pt x="232740" y="100443"/>
                    <a:pt x="217680" y="101857"/>
                    <a:pt x="202550" y="104261"/>
                  </a:cubicBezTo>
                  <a:cubicBezTo>
                    <a:pt x="185936" y="106948"/>
                    <a:pt x="169957" y="111119"/>
                    <a:pt x="154120" y="117623"/>
                  </a:cubicBezTo>
                  <a:cubicBezTo>
                    <a:pt x="150868" y="110765"/>
                    <a:pt x="151646" y="107584"/>
                    <a:pt x="156736" y="104968"/>
                  </a:cubicBezTo>
                  <a:cubicBezTo>
                    <a:pt x="185299" y="90474"/>
                    <a:pt x="215701" y="85525"/>
                    <a:pt x="247446" y="87010"/>
                  </a:cubicBezTo>
                  <a:cubicBezTo>
                    <a:pt x="251476" y="87222"/>
                    <a:pt x="254869" y="88848"/>
                    <a:pt x="255223" y="93019"/>
                  </a:cubicBezTo>
                  <a:close/>
                  <a:moveTo>
                    <a:pt x="169462" y="45933"/>
                  </a:moveTo>
                  <a:cubicBezTo>
                    <a:pt x="188693" y="34479"/>
                    <a:pt x="209833" y="32429"/>
                    <a:pt x="230407" y="36600"/>
                  </a:cubicBezTo>
                  <a:cubicBezTo>
                    <a:pt x="249708" y="40559"/>
                    <a:pt x="249496" y="36388"/>
                    <a:pt x="251405" y="70395"/>
                  </a:cubicBezTo>
                  <a:cubicBezTo>
                    <a:pt x="216479" y="69617"/>
                    <a:pt x="182754" y="75980"/>
                    <a:pt x="150090" y="88919"/>
                  </a:cubicBezTo>
                  <a:cubicBezTo>
                    <a:pt x="145778" y="61345"/>
                    <a:pt x="147262" y="59083"/>
                    <a:pt x="169392" y="45933"/>
                  </a:cubicBezTo>
                  <a:close/>
                  <a:moveTo>
                    <a:pt x="127749" y="489157"/>
                  </a:moveTo>
                  <a:cubicBezTo>
                    <a:pt x="127890" y="496440"/>
                    <a:pt x="124779" y="499409"/>
                    <a:pt x="117356" y="499197"/>
                  </a:cubicBezTo>
                  <a:cubicBezTo>
                    <a:pt x="101377" y="498843"/>
                    <a:pt x="85399" y="499126"/>
                    <a:pt x="69421" y="499126"/>
                  </a:cubicBezTo>
                  <a:lnTo>
                    <a:pt x="69421" y="499621"/>
                  </a:lnTo>
                  <a:cubicBezTo>
                    <a:pt x="56341" y="499621"/>
                    <a:pt x="43261" y="499338"/>
                    <a:pt x="30252" y="499692"/>
                  </a:cubicBezTo>
                  <a:cubicBezTo>
                    <a:pt x="21627" y="499975"/>
                    <a:pt x="16819" y="497924"/>
                    <a:pt x="17243" y="487814"/>
                  </a:cubicBezTo>
                  <a:cubicBezTo>
                    <a:pt x="17950" y="471836"/>
                    <a:pt x="17667" y="455857"/>
                    <a:pt x="17384" y="439879"/>
                  </a:cubicBezTo>
                  <a:cubicBezTo>
                    <a:pt x="17243" y="432455"/>
                    <a:pt x="19930" y="429486"/>
                    <a:pt x="27495" y="429698"/>
                  </a:cubicBezTo>
                  <a:cubicBezTo>
                    <a:pt x="57260" y="430476"/>
                    <a:pt x="86954" y="430900"/>
                    <a:pt x="116720" y="431253"/>
                  </a:cubicBezTo>
                  <a:cubicBezTo>
                    <a:pt x="123790" y="431324"/>
                    <a:pt x="127466" y="433657"/>
                    <a:pt x="127395" y="441222"/>
                  </a:cubicBezTo>
                  <a:cubicBezTo>
                    <a:pt x="127254" y="457201"/>
                    <a:pt x="127395" y="473179"/>
                    <a:pt x="127678" y="489157"/>
                  </a:cubicBezTo>
                  <a:close/>
                  <a:moveTo>
                    <a:pt x="124992" y="249905"/>
                  </a:moveTo>
                  <a:lnTo>
                    <a:pt x="127112" y="249905"/>
                  </a:lnTo>
                  <a:cubicBezTo>
                    <a:pt x="127112" y="299396"/>
                    <a:pt x="127112" y="348816"/>
                    <a:pt x="127112" y="398306"/>
                  </a:cubicBezTo>
                  <a:cubicBezTo>
                    <a:pt x="127112" y="415204"/>
                    <a:pt x="126971" y="415558"/>
                    <a:pt x="110781" y="415416"/>
                  </a:cubicBezTo>
                  <a:cubicBezTo>
                    <a:pt x="85328" y="415133"/>
                    <a:pt x="59876" y="414568"/>
                    <a:pt x="34424" y="413719"/>
                  </a:cubicBezTo>
                  <a:cubicBezTo>
                    <a:pt x="17950" y="413154"/>
                    <a:pt x="17738" y="412800"/>
                    <a:pt x="17667" y="396468"/>
                  </a:cubicBezTo>
                  <a:cubicBezTo>
                    <a:pt x="17526" y="338281"/>
                    <a:pt x="17526" y="280094"/>
                    <a:pt x="17455" y="221837"/>
                  </a:cubicBezTo>
                  <a:cubicBezTo>
                    <a:pt x="17455" y="182527"/>
                    <a:pt x="17314" y="143288"/>
                    <a:pt x="17455" y="103978"/>
                  </a:cubicBezTo>
                  <a:cubicBezTo>
                    <a:pt x="17455" y="88919"/>
                    <a:pt x="17738" y="88777"/>
                    <a:pt x="33292" y="88495"/>
                  </a:cubicBezTo>
                  <a:cubicBezTo>
                    <a:pt x="58037" y="88070"/>
                    <a:pt x="82712" y="87717"/>
                    <a:pt x="107458" y="87576"/>
                  </a:cubicBezTo>
                  <a:cubicBezTo>
                    <a:pt x="124709" y="87434"/>
                    <a:pt x="124992" y="87576"/>
                    <a:pt x="125062" y="105887"/>
                  </a:cubicBezTo>
                  <a:cubicBezTo>
                    <a:pt x="125203" y="153893"/>
                    <a:pt x="125062" y="201899"/>
                    <a:pt x="125062" y="249905"/>
                  </a:cubicBezTo>
                  <a:close/>
                  <a:moveTo>
                    <a:pt x="17384" y="57316"/>
                  </a:moveTo>
                  <a:cubicBezTo>
                    <a:pt x="17597" y="55901"/>
                    <a:pt x="17384" y="54417"/>
                    <a:pt x="17384" y="52932"/>
                  </a:cubicBezTo>
                  <a:cubicBezTo>
                    <a:pt x="17102" y="24510"/>
                    <a:pt x="19576" y="21258"/>
                    <a:pt x="48351" y="18359"/>
                  </a:cubicBezTo>
                  <a:cubicBezTo>
                    <a:pt x="69491" y="16238"/>
                    <a:pt x="90207" y="18925"/>
                    <a:pt x="110781" y="24722"/>
                  </a:cubicBezTo>
                  <a:cubicBezTo>
                    <a:pt x="121315" y="27692"/>
                    <a:pt x="124214" y="32994"/>
                    <a:pt x="123931" y="43387"/>
                  </a:cubicBezTo>
                  <a:cubicBezTo>
                    <a:pt x="123153" y="73647"/>
                    <a:pt x="129163" y="69688"/>
                    <a:pt x="97842" y="70324"/>
                  </a:cubicBezTo>
                  <a:cubicBezTo>
                    <a:pt x="87661" y="70537"/>
                    <a:pt x="77480" y="70324"/>
                    <a:pt x="67299" y="70324"/>
                  </a:cubicBezTo>
                  <a:lnTo>
                    <a:pt x="67299" y="71032"/>
                  </a:lnTo>
                  <a:cubicBezTo>
                    <a:pt x="54927" y="71032"/>
                    <a:pt x="42554" y="70395"/>
                    <a:pt x="30252" y="71244"/>
                  </a:cubicBezTo>
                  <a:cubicBezTo>
                    <a:pt x="19152" y="72021"/>
                    <a:pt x="15971" y="67214"/>
                    <a:pt x="17314" y="572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8" name="Google Shape;1718;p59"/>
            <p:cNvSpPr/>
            <p:nvPr/>
          </p:nvSpPr>
          <p:spPr>
            <a:xfrm>
              <a:off x="1524884" y="3856501"/>
              <a:ext cx="547515" cy="740984"/>
            </a:xfrm>
            <a:custGeom>
              <a:rect b="b" l="l" r="r" t="t"/>
              <a:pathLst>
                <a:path extrusionOk="0" h="599987" w="443332">
                  <a:moveTo>
                    <a:pt x="410367" y="599987"/>
                  </a:moveTo>
                  <a:cubicBezTo>
                    <a:pt x="423870" y="599987"/>
                    <a:pt x="430375" y="594897"/>
                    <a:pt x="434476" y="583302"/>
                  </a:cubicBezTo>
                  <a:cubicBezTo>
                    <a:pt x="447202" y="547527"/>
                    <a:pt x="445505" y="511611"/>
                    <a:pt x="433910" y="476190"/>
                  </a:cubicBezTo>
                  <a:cubicBezTo>
                    <a:pt x="431365" y="468483"/>
                    <a:pt x="429385" y="461342"/>
                    <a:pt x="429456" y="453353"/>
                  </a:cubicBezTo>
                  <a:cubicBezTo>
                    <a:pt x="429668" y="422033"/>
                    <a:pt x="429314" y="390641"/>
                    <a:pt x="429739" y="359321"/>
                  </a:cubicBezTo>
                  <a:cubicBezTo>
                    <a:pt x="429880" y="348221"/>
                    <a:pt x="425426" y="342989"/>
                    <a:pt x="414397" y="343201"/>
                  </a:cubicBezTo>
                  <a:cubicBezTo>
                    <a:pt x="410013" y="343272"/>
                    <a:pt x="405630" y="343342"/>
                    <a:pt x="401246" y="343342"/>
                  </a:cubicBezTo>
                  <a:cubicBezTo>
                    <a:pt x="365542" y="343342"/>
                    <a:pt x="329838" y="343201"/>
                    <a:pt x="294134" y="343130"/>
                  </a:cubicBezTo>
                  <a:cubicBezTo>
                    <a:pt x="282115" y="343130"/>
                    <a:pt x="278651" y="345817"/>
                    <a:pt x="280277" y="328919"/>
                  </a:cubicBezTo>
                  <a:cubicBezTo>
                    <a:pt x="282610" y="303538"/>
                    <a:pt x="284872" y="278156"/>
                    <a:pt x="287276" y="252774"/>
                  </a:cubicBezTo>
                  <a:cubicBezTo>
                    <a:pt x="289751" y="226686"/>
                    <a:pt x="292296" y="200597"/>
                    <a:pt x="295194" y="174508"/>
                  </a:cubicBezTo>
                  <a:cubicBezTo>
                    <a:pt x="296114" y="166307"/>
                    <a:pt x="293710" y="161853"/>
                    <a:pt x="284943" y="162277"/>
                  </a:cubicBezTo>
                  <a:cubicBezTo>
                    <a:pt x="282044" y="162418"/>
                    <a:pt x="279146" y="163267"/>
                    <a:pt x="276247" y="163055"/>
                  </a:cubicBezTo>
                  <a:cubicBezTo>
                    <a:pt x="272570" y="162701"/>
                    <a:pt x="266349" y="165600"/>
                    <a:pt x="266914" y="158318"/>
                  </a:cubicBezTo>
                  <a:cubicBezTo>
                    <a:pt x="267339" y="153298"/>
                    <a:pt x="269035" y="147713"/>
                    <a:pt x="276600" y="151672"/>
                  </a:cubicBezTo>
                  <a:cubicBezTo>
                    <a:pt x="281761" y="154359"/>
                    <a:pt x="286640" y="154571"/>
                    <a:pt x="289185" y="148208"/>
                  </a:cubicBezTo>
                  <a:cubicBezTo>
                    <a:pt x="291589" y="142127"/>
                    <a:pt x="288195" y="138168"/>
                    <a:pt x="283034" y="136118"/>
                  </a:cubicBezTo>
                  <a:cubicBezTo>
                    <a:pt x="274903" y="132936"/>
                    <a:pt x="274762" y="126927"/>
                    <a:pt x="276176" y="120069"/>
                  </a:cubicBezTo>
                  <a:cubicBezTo>
                    <a:pt x="277449" y="113847"/>
                    <a:pt x="274055" y="106918"/>
                    <a:pt x="279075" y="101333"/>
                  </a:cubicBezTo>
                  <a:cubicBezTo>
                    <a:pt x="285721" y="101757"/>
                    <a:pt x="292154" y="102464"/>
                    <a:pt x="298659" y="102393"/>
                  </a:cubicBezTo>
                  <a:cubicBezTo>
                    <a:pt x="301346" y="102393"/>
                    <a:pt x="304457" y="101191"/>
                    <a:pt x="305234" y="97798"/>
                  </a:cubicBezTo>
                  <a:cubicBezTo>
                    <a:pt x="306365" y="93344"/>
                    <a:pt x="303325" y="90162"/>
                    <a:pt x="300073" y="89596"/>
                  </a:cubicBezTo>
                  <a:cubicBezTo>
                    <a:pt x="292437" y="88324"/>
                    <a:pt x="284519" y="88394"/>
                    <a:pt x="276600" y="87900"/>
                  </a:cubicBezTo>
                  <a:cubicBezTo>
                    <a:pt x="275398" y="74466"/>
                    <a:pt x="266561" y="60326"/>
                    <a:pt x="284519" y="51488"/>
                  </a:cubicBezTo>
                  <a:cubicBezTo>
                    <a:pt x="287771" y="49862"/>
                    <a:pt x="288054" y="45550"/>
                    <a:pt x="285862" y="41873"/>
                  </a:cubicBezTo>
                  <a:cubicBezTo>
                    <a:pt x="283812" y="38409"/>
                    <a:pt x="280913" y="36641"/>
                    <a:pt x="276883" y="37278"/>
                  </a:cubicBezTo>
                  <a:cubicBezTo>
                    <a:pt x="272853" y="37914"/>
                    <a:pt x="267763" y="43924"/>
                    <a:pt x="265288" y="39823"/>
                  </a:cubicBezTo>
                  <a:cubicBezTo>
                    <a:pt x="258854" y="29147"/>
                    <a:pt x="245421" y="22996"/>
                    <a:pt x="242664" y="11613"/>
                  </a:cubicBezTo>
                  <a:cubicBezTo>
                    <a:pt x="238917" y="-3870"/>
                    <a:pt x="234816" y="-1184"/>
                    <a:pt x="225978" y="6947"/>
                  </a:cubicBezTo>
                  <a:cubicBezTo>
                    <a:pt x="217989" y="14300"/>
                    <a:pt x="206677" y="11047"/>
                    <a:pt x="197062" y="13805"/>
                  </a:cubicBezTo>
                  <a:cubicBezTo>
                    <a:pt x="190557" y="15643"/>
                    <a:pt x="190698" y="7583"/>
                    <a:pt x="188153" y="3553"/>
                  </a:cubicBezTo>
                  <a:cubicBezTo>
                    <a:pt x="186032" y="160"/>
                    <a:pt x="182073" y="-901"/>
                    <a:pt x="178538" y="796"/>
                  </a:cubicBezTo>
                  <a:cubicBezTo>
                    <a:pt x="174013" y="2988"/>
                    <a:pt x="172104" y="8502"/>
                    <a:pt x="174862" y="11755"/>
                  </a:cubicBezTo>
                  <a:cubicBezTo>
                    <a:pt x="183275" y="21582"/>
                    <a:pt x="176982" y="28793"/>
                    <a:pt x="172104" y="36641"/>
                  </a:cubicBezTo>
                  <a:cubicBezTo>
                    <a:pt x="170619" y="39045"/>
                    <a:pt x="169630" y="41944"/>
                    <a:pt x="168852" y="44701"/>
                  </a:cubicBezTo>
                  <a:cubicBezTo>
                    <a:pt x="166801" y="52549"/>
                    <a:pt x="163691" y="58134"/>
                    <a:pt x="153863" y="54882"/>
                  </a:cubicBezTo>
                  <a:cubicBezTo>
                    <a:pt x="148631" y="53185"/>
                    <a:pt x="143187" y="54529"/>
                    <a:pt x="141561" y="60609"/>
                  </a:cubicBezTo>
                  <a:cubicBezTo>
                    <a:pt x="139864" y="66972"/>
                    <a:pt x="144460" y="69871"/>
                    <a:pt x="149763" y="71214"/>
                  </a:cubicBezTo>
                  <a:cubicBezTo>
                    <a:pt x="156126" y="72770"/>
                    <a:pt x="162771" y="72840"/>
                    <a:pt x="162065" y="82738"/>
                  </a:cubicBezTo>
                  <a:cubicBezTo>
                    <a:pt x="161570" y="89738"/>
                    <a:pt x="158883" y="93131"/>
                    <a:pt x="152449" y="95040"/>
                  </a:cubicBezTo>
                  <a:cubicBezTo>
                    <a:pt x="146864" y="96667"/>
                    <a:pt x="139794" y="99141"/>
                    <a:pt x="141420" y="106211"/>
                  </a:cubicBezTo>
                  <a:cubicBezTo>
                    <a:pt x="143753" y="116463"/>
                    <a:pt x="152237" y="108615"/>
                    <a:pt x="157752" y="110029"/>
                  </a:cubicBezTo>
                  <a:cubicBezTo>
                    <a:pt x="159095" y="110383"/>
                    <a:pt x="160368" y="111019"/>
                    <a:pt x="162065" y="111726"/>
                  </a:cubicBezTo>
                  <a:cubicBezTo>
                    <a:pt x="162489" y="121341"/>
                    <a:pt x="169700" y="131381"/>
                    <a:pt x="156055" y="139582"/>
                  </a:cubicBezTo>
                  <a:cubicBezTo>
                    <a:pt x="150045" y="143188"/>
                    <a:pt x="154570" y="150329"/>
                    <a:pt x="161428" y="152025"/>
                  </a:cubicBezTo>
                  <a:cubicBezTo>
                    <a:pt x="166731" y="153369"/>
                    <a:pt x="173730" y="151248"/>
                    <a:pt x="173872" y="160156"/>
                  </a:cubicBezTo>
                  <a:cubicBezTo>
                    <a:pt x="171751" y="162913"/>
                    <a:pt x="168781" y="162065"/>
                    <a:pt x="166095" y="162136"/>
                  </a:cubicBezTo>
                  <a:cubicBezTo>
                    <a:pt x="133572" y="163338"/>
                    <a:pt x="133855" y="163267"/>
                    <a:pt x="138804" y="195012"/>
                  </a:cubicBezTo>
                  <a:cubicBezTo>
                    <a:pt x="146298" y="243230"/>
                    <a:pt x="153298" y="291519"/>
                    <a:pt x="160580" y="340161"/>
                  </a:cubicBezTo>
                  <a:cubicBezTo>
                    <a:pt x="153651" y="343908"/>
                    <a:pt x="148419" y="342706"/>
                    <a:pt x="143470" y="342706"/>
                  </a:cubicBezTo>
                  <a:cubicBezTo>
                    <a:pt x="101898" y="342706"/>
                    <a:pt x="60397" y="342423"/>
                    <a:pt x="18824" y="342494"/>
                  </a:cubicBezTo>
                  <a:cubicBezTo>
                    <a:pt x="3977" y="342494"/>
                    <a:pt x="2634" y="344120"/>
                    <a:pt x="1927" y="358543"/>
                  </a:cubicBezTo>
                  <a:cubicBezTo>
                    <a:pt x="1785" y="362149"/>
                    <a:pt x="2280" y="365825"/>
                    <a:pt x="2210" y="369431"/>
                  </a:cubicBezTo>
                  <a:cubicBezTo>
                    <a:pt x="1927" y="417861"/>
                    <a:pt x="8361" y="466221"/>
                    <a:pt x="1644" y="514722"/>
                  </a:cubicBezTo>
                  <a:cubicBezTo>
                    <a:pt x="-972" y="533316"/>
                    <a:pt x="-689" y="552476"/>
                    <a:pt x="4118" y="571212"/>
                  </a:cubicBezTo>
                  <a:cubicBezTo>
                    <a:pt x="9845" y="593483"/>
                    <a:pt x="17339" y="599987"/>
                    <a:pt x="40671" y="599987"/>
                  </a:cubicBezTo>
                  <a:cubicBezTo>
                    <a:pt x="163832" y="599916"/>
                    <a:pt x="287064" y="599421"/>
                    <a:pt x="410225" y="599775"/>
                  </a:cubicBezTo>
                  <a:close/>
                  <a:moveTo>
                    <a:pt x="365542" y="561667"/>
                  </a:moveTo>
                  <a:cubicBezTo>
                    <a:pt x="363209" y="535649"/>
                    <a:pt x="362855" y="509631"/>
                    <a:pt x="355361" y="484391"/>
                  </a:cubicBezTo>
                  <a:cubicBezTo>
                    <a:pt x="354513" y="481563"/>
                    <a:pt x="354018" y="478381"/>
                    <a:pt x="357765" y="477604"/>
                  </a:cubicBezTo>
                  <a:cubicBezTo>
                    <a:pt x="360734" y="476967"/>
                    <a:pt x="363138" y="478664"/>
                    <a:pt x="364340" y="481846"/>
                  </a:cubicBezTo>
                  <a:cubicBezTo>
                    <a:pt x="374026" y="508217"/>
                    <a:pt x="375794" y="534801"/>
                    <a:pt x="365613" y="561667"/>
                  </a:cubicBezTo>
                  <a:close/>
                  <a:moveTo>
                    <a:pt x="423870" y="510409"/>
                  </a:moveTo>
                  <a:cubicBezTo>
                    <a:pt x="427123" y="529710"/>
                    <a:pt x="425991" y="549294"/>
                    <a:pt x="421254" y="568667"/>
                  </a:cubicBezTo>
                  <a:cubicBezTo>
                    <a:pt x="418709" y="579060"/>
                    <a:pt x="414114" y="583443"/>
                    <a:pt x="403297" y="582241"/>
                  </a:cubicBezTo>
                  <a:cubicBezTo>
                    <a:pt x="395449" y="581393"/>
                    <a:pt x="387460" y="582100"/>
                    <a:pt x="376996" y="582100"/>
                  </a:cubicBezTo>
                  <a:cubicBezTo>
                    <a:pt x="390005" y="547315"/>
                    <a:pt x="388873" y="513308"/>
                    <a:pt x="379682" y="478169"/>
                  </a:cubicBezTo>
                  <a:cubicBezTo>
                    <a:pt x="424436" y="474634"/>
                    <a:pt x="417649" y="473998"/>
                    <a:pt x="423800" y="510480"/>
                  </a:cubicBezTo>
                  <a:close/>
                  <a:moveTo>
                    <a:pt x="402236" y="360805"/>
                  </a:moveTo>
                  <a:cubicBezTo>
                    <a:pt x="409518" y="360805"/>
                    <a:pt x="412770" y="363492"/>
                    <a:pt x="412770" y="370916"/>
                  </a:cubicBezTo>
                  <a:cubicBezTo>
                    <a:pt x="412629" y="397782"/>
                    <a:pt x="412629" y="424578"/>
                    <a:pt x="412770" y="451444"/>
                  </a:cubicBezTo>
                  <a:cubicBezTo>
                    <a:pt x="412770" y="457666"/>
                    <a:pt x="410862" y="460636"/>
                    <a:pt x="404145" y="460636"/>
                  </a:cubicBezTo>
                  <a:cubicBezTo>
                    <a:pt x="374592" y="460423"/>
                    <a:pt x="344968" y="460565"/>
                    <a:pt x="314001" y="460565"/>
                  </a:cubicBezTo>
                  <a:cubicBezTo>
                    <a:pt x="317960" y="426982"/>
                    <a:pt x="316900" y="395378"/>
                    <a:pt x="310890" y="360947"/>
                  </a:cubicBezTo>
                  <a:cubicBezTo>
                    <a:pt x="342918" y="360947"/>
                    <a:pt x="372541" y="361088"/>
                    <a:pt x="402165" y="360876"/>
                  </a:cubicBezTo>
                  <a:close/>
                  <a:moveTo>
                    <a:pt x="246269" y="159166"/>
                  </a:moveTo>
                  <a:cubicBezTo>
                    <a:pt x="245633" y="119220"/>
                    <a:pt x="246482" y="80547"/>
                    <a:pt x="240472" y="38692"/>
                  </a:cubicBezTo>
                  <a:cubicBezTo>
                    <a:pt x="265005" y="68457"/>
                    <a:pt x="266844" y="124735"/>
                    <a:pt x="246269" y="159166"/>
                  </a:cubicBezTo>
                  <a:close/>
                  <a:moveTo>
                    <a:pt x="220958" y="54811"/>
                  </a:moveTo>
                  <a:cubicBezTo>
                    <a:pt x="229513" y="71568"/>
                    <a:pt x="232271" y="129684"/>
                    <a:pt x="226191" y="157540"/>
                  </a:cubicBezTo>
                  <a:cubicBezTo>
                    <a:pt x="214454" y="122684"/>
                    <a:pt x="220393" y="89879"/>
                    <a:pt x="220958" y="54811"/>
                  </a:cubicBezTo>
                  <a:close/>
                  <a:moveTo>
                    <a:pt x="184406" y="52125"/>
                  </a:moveTo>
                  <a:cubicBezTo>
                    <a:pt x="187305" y="41873"/>
                    <a:pt x="192890" y="34096"/>
                    <a:pt x="206394" y="30985"/>
                  </a:cubicBezTo>
                  <a:cubicBezTo>
                    <a:pt x="206960" y="74749"/>
                    <a:pt x="196991" y="117736"/>
                    <a:pt x="209293" y="160651"/>
                  </a:cubicBezTo>
                  <a:cubicBezTo>
                    <a:pt x="199112" y="164045"/>
                    <a:pt x="193244" y="163196"/>
                    <a:pt x="189779" y="154217"/>
                  </a:cubicBezTo>
                  <a:cubicBezTo>
                    <a:pt x="176841" y="120705"/>
                    <a:pt x="174508" y="86768"/>
                    <a:pt x="184406" y="52125"/>
                  </a:cubicBezTo>
                  <a:close/>
                  <a:moveTo>
                    <a:pt x="155843" y="203001"/>
                  </a:moveTo>
                  <a:cubicBezTo>
                    <a:pt x="155631" y="197981"/>
                    <a:pt x="154500" y="192961"/>
                    <a:pt x="153651" y="187942"/>
                  </a:cubicBezTo>
                  <a:cubicBezTo>
                    <a:pt x="152520" y="181084"/>
                    <a:pt x="154005" y="176700"/>
                    <a:pt x="162277" y="176912"/>
                  </a:cubicBezTo>
                  <a:cubicBezTo>
                    <a:pt x="200526" y="177831"/>
                    <a:pt x="238846" y="178609"/>
                    <a:pt x="278226" y="179457"/>
                  </a:cubicBezTo>
                  <a:cubicBezTo>
                    <a:pt x="277661" y="187164"/>
                    <a:pt x="277307" y="192749"/>
                    <a:pt x="276812" y="198405"/>
                  </a:cubicBezTo>
                  <a:cubicBezTo>
                    <a:pt x="275045" y="218979"/>
                    <a:pt x="274974" y="219686"/>
                    <a:pt x="255390" y="219828"/>
                  </a:cubicBezTo>
                  <a:cubicBezTo>
                    <a:pt x="227110" y="220040"/>
                    <a:pt x="198829" y="220959"/>
                    <a:pt x="170619" y="217000"/>
                  </a:cubicBezTo>
                  <a:cubicBezTo>
                    <a:pt x="160792" y="215656"/>
                    <a:pt x="156267" y="212757"/>
                    <a:pt x="155843" y="202930"/>
                  </a:cubicBezTo>
                  <a:close/>
                  <a:moveTo>
                    <a:pt x="270944" y="265571"/>
                  </a:moveTo>
                  <a:cubicBezTo>
                    <a:pt x="268187" y="293427"/>
                    <a:pt x="265854" y="317183"/>
                    <a:pt x="263379" y="342777"/>
                  </a:cubicBezTo>
                  <a:cubicBezTo>
                    <a:pt x="237361" y="342777"/>
                    <a:pt x="212050" y="342706"/>
                    <a:pt x="186668" y="342777"/>
                  </a:cubicBezTo>
                  <a:cubicBezTo>
                    <a:pt x="179740" y="342777"/>
                    <a:pt x="176346" y="340514"/>
                    <a:pt x="175427" y="333020"/>
                  </a:cubicBezTo>
                  <a:cubicBezTo>
                    <a:pt x="172882" y="312163"/>
                    <a:pt x="169417" y="291377"/>
                    <a:pt x="165953" y="268682"/>
                  </a:cubicBezTo>
                  <a:cubicBezTo>
                    <a:pt x="201162" y="270732"/>
                    <a:pt x="234957" y="273419"/>
                    <a:pt x="270944" y="265501"/>
                  </a:cubicBezTo>
                  <a:close/>
                  <a:moveTo>
                    <a:pt x="175286" y="251502"/>
                  </a:moveTo>
                  <a:cubicBezTo>
                    <a:pt x="174649" y="247613"/>
                    <a:pt x="177265" y="245139"/>
                    <a:pt x="180730" y="243583"/>
                  </a:cubicBezTo>
                  <a:cubicBezTo>
                    <a:pt x="185042" y="243583"/>
                    <a:pt x="186174" y="247472"/>
                    <a:pt x="187517" y="250158"/>
                  </a:cubicBezTo>
                  <a:cubicBezTo>
                    <a:pt x="189143" y="253411"/>
                    <a:pt x="186598" y="255108"/>
                    <a:pt x="183487" y="255037"/>
                  </a:cubicBezTo>
                  <a:cubicBezTo>
                    <a:pt x="180305" y="255037"/>
                    <a:pt x="176063" y="256168"/>
                    <a:pt x="175286" y="251431"/>
                  </a:cubicBezTo>
                  <a:close/>
                  <a:moveTo>
                    <a:pt x="198970" y="240331"/>
                  </a:moveTo>
                  <a:cubicBezTo>
                    <a:pt x="198264" y="237715"/>
                    <a:pt x="200738" y="237220"/>
                    <a:pt x="203566" y="236867"/>
                  </a:cubicBezTo>
                  <a:cubicBezTo>
                    <a:pt x="204697" y="237644"/>
                    <a:pt x="207596" y="238564"/>
                    <a:pt x="207667" y="239765"/>
                  </a:cubicBezTo>
                  <a:cubicBezTo>
                    <a:pt x="207950" y="242523"/>
                    <a:pt x="206465" y="245634"/>
                    <a:pt x="202930" y="244927"/>
                  </a:cubicBezTo>
                  <a:cubicBezTo>
                    <a:pt x="201304" y="244573"/>
                    <a:pt x="199465" y="242169"/>
                    <a:pt x="198970" y="240402"/>
                  </a:cubicBezTo>
                  <a:close/>
                  <a:moveTo>
                    <a:pt x="268399" y="250088"/>
                  </a:moveTo>
                  <a:cubicBezTo>
                    <a:pt x="265288" y="250583"/>
                    <a:pt x="263238" y="250088"/>
                    <a:pt x="263167" y="247542"/>
                  </a:cubicBezTo>
                  <a:cubicBezTo>
                    <a:pt x="263167" y="243654"/>
                    <a:pt x="265783" y="241250"/>
                    <a:pt x="269035" y="239695"/>
                  </a:cubicBezTo>
                  <a:cubicBezTo>
                    <a:pt x="271863" y="238351"/>
                    <a:pt x="272429" y="240967"/>
                    <a:pt x="272712" y="242735"/>
                  </a:cubicBezTo>
                  <a:cubicBezTo>
                    <a:pt x="273419" y="246765"/>
                    <a:pt x="271156" y="249169"/>
                    <a:pt x="268399" y="250088"/>
                  </a:cubicBezTo>
                  <a:close/>
                  <a:moveTo>
                    <a:pt x="132229" y="361795"/>
                  </a:moveTo>
                  <a:cubicBezTo>
                    <a:pt x="136895" y="358119"/>
                    <a:pt x="142905" y="360028"/>
                    <a:pt x="148419" y="360028"/>
                  </a:cubicBezTo>
                  <a:cubicBezTo>
                    <a:pt x="192749" y="360028"/>
                    <a:pt x="237008" y="360664"/>
                    <a:pt x="281337" y="360311"/>
                  </a:cubicBezTo>
                  <a:cubicBezTo>
                    <a:pt x="292437" y="360240"/>
                    <a:pt x="296962" y="364199"/>
                    <a:pt x="298164" y="374875"/>
                  </a:cubicBezTo>
                  <a:cubicBezTo>
                    <a:pt x="301275" y="402943"/>
                    <a:pt x="305375" y="431012"/>
                    <a:pt x="297103" y="460706"/>
                  </a:cubicBezTo>
                  <a:cubicBezTo>
                    <a:pt x="268116" y="460706"/>
                    <a:pt x="238422" y="460706"/>
                    <a:pt x="208727" y="460706"/>
                  </a:cubicBezTo>
                  <a:cubicBezTo>
                    <a:pt x="188365" y="460706"/>
                    <a:pt x="168074" y="460848"/>
                    <a:pt x="147712" y="460706"/>
                  </a:cubicBezTo>
                  <a:cubicBezTo>
                    <a:pt x="130249" y="460565"/>
                    <a:pt x="129825" y="460494"/>
                    <a:pt x="128552" y="442607"/>
                  </a:cubicBezTo>
                  <a:cubicBezTo>
                    <a:pt x="126643" y="415740"/>
                    <a:pt x="126714" y="388874"/>
                    <a:pt x="132299" y="361866"/>
                  </a:cubicBezTo>
                  <a:close/>
                  <a:moveTo>
                    <a:pt x="21935" y="360805"/>
                  </a:moveTo>
                  <a:lnTo>
                    <a:pt x="114553" y="360805"/>
                  </a:lnTo>
                  <a:cubicBezTo>
                    <a:pt x="109039" y="393682"/>
                    <a:pt x="108756" y="425497"/>
                    <a:pt x="113139" y="458444"/>
                  </a:cubicBezTo>
                  <a:cubicBezTo>
                    <a:pt x="106211" y="462544"/>
                    <a:pt x="98221" y="460494"/>
                    <a:pt x="90727" y="460636"/>
                  </a:cubicBezTo>
                  <a:cubicBezTo>
                    <a:pt x="71143" y="460918"/>
                    <a:pt x="51488" y="460494"/>
                    <a:pt x="31904" y="460848"/>
                  </a:cubicBezTo>
                  <a:cubicBezTo>
                    <a:pt x="24410" y="460989"/>
                    <a:pt x="21723" y="458373"/>
                    <a:pt x="21794" y="450808"/>
                  </a:cubicBezTo>
                  <a:cubicBezTo>
                    <a:pt x="22077" y="421184"/>
                    <a:pt x="21935" y="391560"/>
                    <a:pt x="21935" y="360805"/>
                  </a:cubicBezTo>
                  <a:close/>
                  <a:moveTo>
                    <a:pt x="52761" y="580474"/>
                  </a:moveTo>
                  <a:cubicBezTo>
                    <a:pt x="47034" y="584009"/>
                    <a:pt x="41802" y="582170"/>
                    <a:pt x="36924" y="582807"/>
                  </a:cubicBezTo>
                  <a:cubicBezTo>
                    <a:pt x="24622" y="584433"/>
                    <a:pt x="20097" y="577504"/>
                    <a:pt x="18471" y="566758"/>
                  </a:cubicBezTo>
                  <a:cubicBezTo>
                    <a:pt x="14512" y="540598"/>
                    <a:pt x="16491" y="514722"/>
                    <a:pt x="20168" y="488774"/>
                  </a:cubicBezTo>
                  <a:cubicBezTo>
                    <a:pt x="21369" y="480432"/>
                    <a:pt x="24693" y="475624"/>
                    <a:pt x="34096" y="476967"/>
                  </a:cubicBezTo>
                  <a:cubicBezTo>
                    <a:pt x="41166" y="477957"/>
                    <a:pt x="48590" y="475624"/>
                    <a:pt x="55518" y="478735"/>
                  </a:cubicBezTo>
                  <a:cubicBezTo>
                    <a:pt x="45620" y="530912"/>
                    <a:pt x="45125" y="546396"/>
                    <a:pt x="52831" y="580544"/>
                  </a:cubicBezTo>
                  <a:close/>
                  <a:moveTo>
                    <a:pt x="74607" y="479937"/>
                  </a:moveTo>
                  <a:cubicBezTo>
                    <a:pt x="70860" y="515287"/>
                    <a:pt x="68951" y="548658"/>
                    <a:pt x="77223" y="581817"/>
                  </a:cubicBezTo>
                  <a:cubicBezTo>
                    <a:pt x="57144" y="563293"/>
                    <a:pt x="56296" y="517550"/>
                    <a:pt x="74607" y="479937"/>
                  </a:cubicBezTo>
                  <a:close/>
                  <a:moveTo>
                    <a:pt x="220817" y="582665"/>
                  </a:moveTo>
                  <a:cubicBezTo>
                    <a:pt x="185820" y="582665"/>
                    <a:pt x="150823" y="582665"/>
                    <a:pt x="115826" y="582665"/>
                  </a:cubicBezTo>
                  <a:cubicBezTo>
                    <a:pt x="96171" y="582665"/>
                    <a:pt x="96100" y="582595"/>
                    <a:pt x="91788" y="562940"/>
                  </a:cubicBezTo>
                  <a:cubicBezTo>
                    <a:pt x="86839" y="540598"/>
                    <a:pt x="87899" y="517974"/>
                    <a:pt x="90374" y="495491"/>
                  </a:cubicBezTo>
                  <a:cubicBezTo>
                    <a:pt x="92354" y="477038"/>
                    <a:pt x="93202" y="477038"/>
                    <a:pt x="111442" y="476967"/>
                  </a:cubicBezTo>
                  <a:cubicBezTo>
                    <a:pt x="156621" y="476897"/>
                    <a:pt x="201799" y="476897"/>
                    <a:pt x="247047" y="476826"/>
                  </a:cubicBezTo>
                  <a:cubicBezTo>
                    <a:pt x="271863" y="476826"/>
                    <a:pt x="296679" y="477745"/>
                    <a:pt x="321354" y="476331"/>
                  </a:cubicBezTo>
                  <a:cubicBezTo>
                    <a:pt x="334787" y="475553"/>
                    <a:pt x="338605" y="480997"/>
                    <a:pt x="340867" y="492804"/>
                  </a:cubicBezTo>
                  <a:cubicBezTo>
                    <a:pt x="345534" y="517338"/>
                    <a:pt x="347867" y="541871"/>
                    <a:pt x="345463" y="566758"/>
                  </a:cubicBezTo>
                  <a:cubicBezTo>
                    <a:pt x="344049" y="581181"/>
                    <a:pt x="342706" y="582241"/>
                    <a:pt x="327929" y="582312"/>
                  </a:cubicBezTo>
                  <a:cubicBezTo>
                    <a:pt x="292225" y="582524"/>
                    <a:pt x="256521" y="582312"/>
                    <a:pt x="220746" y="582312"/>
                  </a:cubicBezTo>
                  <a:lnTo>
                    <a:pt x="220746" y="58273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19" name="Google Shape;1719;p59"/>
          <p:cNvGrpSpPr/>
          <p:nvPr/>
        </p:nvGrpSpPr>
        <p:grpSpPr>
          <a:xfrm flipH="1">
            <a:off x="7593127" y="-1"/>
            <a:ext cx="725404" cy="1506876"/>
            <a:chOff x="270716" y="5"/>
            <a:chExt cx="671235" cy="1394352"/>
          </a:xfrm>
        </p:grpSpPr>
        <p:sp>
          <p:nvSpPr>
            <p:cNvPr id="1720" name="Google Shape;1720;p59"/>
            <p:cNvSpPr/>
            <p:nvPr/>
          </p:nvSpPr>
          <p:spPr>
            <a:xfrm flipH="1" rot="10800000">
              <a:off x="496537" y="5"/>
              <a:ext cx="312153" cy="1338179"/>
            </a:xfrm>
            <a:custGeom>
              <a:rect b="b" l="l" r="r" t="t"/>
              <a:pathLst>
                <a:path extrusionOk="0" h="303270" w="70743">
                  <a:moveTo>
                    <a:pt x="19770" y="302065"/>
                  </a:moveTo>
                  <a:cubicBezTo>
                    <a:pt x="13266" y="281278"/>
                    <a:pt x="9165" y="259078"/>
                    <a:pt x="6549" y="237514"/>
                  </a:cubicBezTo>
                  <a:cubicBezTo>
                    <a:pt x="3933" y="215950"/>
                    <a:pt x="3226" y="194457"/>
                    <a:pt x="4640" y="172964"/>
                  </a:cubicBezTo>
                  <a:cubicBezTo>
                    <a:pt x="7186" y="133160"/>
                    <a:pt x="17437" y="93991"/>
                    <a:pt x="34900" y="58146"/>
                  </a:cubicBezTo>
                  <a:cubicBezTo>
                    <a:pt x="44657" y="38208"/>
                    <a:pt x="56818" y="19543"/>
                    <a:pt x="70463" y="2009"/>
                  </a:cubicBezTo>
                  <a:cubicBezTo>
                    <a:pt x="71382" y="878"/>
                    <a:pt x="69827" y="-748"/>
                    <a:pt x="68837" y="383"/>
                  </a:cubicBezTo>
                  <a:cubicBezTo>
                    <a:pt x="14043" y="61257"/>
                    <a:pt x="-6743" y="149138"/>
                    <a:pt x="1883" y="229313"/>
                  </a:cubicBezTo>
                  <a:cubicBezTo>
                    <a:pt x="3226" y="241615"/>
                    <a:pt x="5135" y="253776"/>
                    <a:pt x="7681" y="265865"/>
                  </a:cubicBezTo>
                  <a:cubicBezTo>
                    <a:pt x="10226" y="277955"/>
                    <a:pt x="14185" y="290399"/>
                    <a:pt x="18003" y="302630"/>
                  </a:cubicBezTo>
                  <a:cubicBezTo>
                    <a:pt x="18357" y="303761"/>
                    <a:pt x="20124" y="303266"/>
                    <a:pt x="19770" y="302135"/>
                  </a:cubicBezTo>
                  <a:lnTo>
                    <a:pt x="19770" y="30213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21" name="Google Shape;1721;p59"/>
            <p:cNvGrpSpPr/>
            <p:nvPr/>
          </p:nvGrpSpPr>
          <p:grpSpPr>
            <a:xfrm flipH="1" rot="10800000">
              <a:off x="639820" y="1094942"/>
              <a:ext cx="218003" cy="299415"/>
              <a:chOff x="7134178" y="6147896"/>
              <a:chExt cx="49417" cy="67870"/>
            </a:xfrm>
          </p:grpSpPr>
          <p:sp>
            <p:nvSpPr>
              <p:cNvPr id="1722" name="Google Shape;1722;p59"/>
              <p:cNvSpPr/>
              <p:nvPr/>
            </p:nvSpPr>
            <p:spPr>
              <a:xfrm>
                <a:off x="7135517" y="6149717"/>
                <a:ext cx="46309" cy="64761"/>
              </a:xfrm>
              <a:custGeom>
                <a:rect b="b" l="l" r="r" t="t"/>
                <a:pathLst>
                  <a:path extrusionOk="0" h="64761" w="46309">
                    <a:moveTo>
                      <a:pt x="636" y="61156"/>
                    </a:moveTo>
                    <a:cubicBezTo>
                      <a:pt x="565" y="45743"/>
                      <a:pt x="7282" y="30472"/>
                      <a:pt x="18665" y="20079"/>
                    </a:cubicBezTo>
                    <a:cubicBezTo>
                      <a:pt x="22129" y="16898"/>
                      <a:pt x="25947" y="14211"/>
                      <a:pt x="29836" y="11524"/>
                    </a:cubicBezTo>
                    <a:lnTo>
                      <a:pt x="46309" y="0"/>
                    </a:lnTo>
                    <a:cubicBezTo>
                      <a:pt x="44612" y="27927"/>
                      <a:pt x="31815" y="55854"/>
                      <a:pt x="0" y="64762"/>
                    </a:cubicBez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3" name="Google Shape;1723;p59"/>
              <p:cNvSpPr/>
              <p:nvPr/>
            </p:nvSpPr>
            <p:spPr>
              <a:xfrm>
                <a:off x="7134178" y="6147896"/>
                <a:ext cx="49417" cy="67870"/>
              </a:xfrm>
              <a:custGeom>
                <a:rect b="b" l="l" r="r" t="t"/>
                <a:pathLst>
                  <a:path extrusionOk="0" h="67870" w="49417">
                    <a:moveTo>
                      <a:pt x="2612" y="63189"/>
                    </a:moveTo>
                    <a:cubicBezTo>
                      <a:pt x="3813" y="57391"/>
                      <a:pt x="4591" y="51453"/>
                      <a:pt x="6571" y="45867"/>
                    </a:cubicBezTo>
                    <a:cubicBezTo>
                      <a:pt x="8621" y="39858"/>
                      <a:pt x="11732" y="34131"/>
                      <a:pt x="15691" y="29252"/>
                    </a:cubicBezTo>
                    <a:cubicBezTo>
                      <a:pt x="19650" y="24374"/>
                      <a:pt x="24882" y="20132"/>
                      <a:pt x="30185" y="16385"/>
                    </a:cubicBezTo>
                    <a:cubicBezTo>
                      <a:pt x="36336" y="12072"/>
                      <a:pt x="42487" y="7759"/>
                      <a:pt x="48567" y="3446"/>
                    </a:cubicBezTo>
                    <a:lnTo>
                      <a:pt x="45881" y="1891"/>
                    </a:lnTo>
                    <a:cubicBezTo>
                      <a:pt x="45032" y="15395"/>
                      <a:pt x="41638" y="28969"/>
                      <a:pt x="34285" y="40494"/>
                    </a:cubicBezTo>
                    <a:cubicBezTo>
                      <a:pt x="30609" y="46291"/>
                      <a:pt x="25872" y="51453"/>
                      <a:pt x="20357" y="55553"/>
                    </a:cubicBezTo>
                    <a:cubicBezTo>
                      <a:pt x="14277" y="60078"/>
                      <a:pt x="7419" y="62270"/>
                      <a:pt x="632" y="65522"/>
                    </a:cubicBezTo>
                    <a:cubicBezTo>
                      <a:pt x="-499" y="66017"/>
                      <a:pt x="-4" y="68067"/>
                      <a:pt x="1268" y="67855"/>
                    </a:cubicBezTo>
                    <a:cubicBezTo>
                      <a:pt x="8692" y="67007"/>
                      <a:pt x="16115" y="62906"/>
                      <a:pt x="22054" y="58523"/>
                    </a:cubicBezTo>
                    <a:cubicBezTo>
                      <a:pt x="27993" y="54139"/>
                      <a:pt x="32801" y="48978"/>
                      <a:pt x="36831" y="42898"/>
                    </a:cubicBezTo>
                    <a:cubicBezTo>
                      <a:pt x="44820" y="30737"/>
                      <a:pt x="48496" y="16243"/>
                      <a:pt x="49416" y="1820"/>
                    </a:cubicBezTo>
                    <a:cubicBezTo>
                      <a:pt x="49486" y="548"/>
                      <a:pt x="47789" y="-513"/>
                      <a:pt x="46729" y="265"/>
                    </a:cubicBezTo>
                    <a:cubicBezTo>
                      <a:pt x="40083" y="4861"/>
                      <a:pt x="33437" y="9456"/>
                      <a:pt x="26862" y="14193"/>
                    </a:cubicBezTo>
                    <a:cubicBezTo>
                      <a:pt x="21347" y="18152"/>
                      <a:pt x="16257" y="22394"/>
                      <a:pt x="12156" y="27768"/>
                    </a:cubicBezTo>
                    <a:cubicBezTo>
                      <a:pt x="4803" y="37312"/>
                      <a:pt x="-1136" y="50958"/>
                      <a:pt x="1268" y="63189"/>
                    </a:cubicBezTo>
                    <a:cubicBezTo>
                      <a:pt x="1409" y="63825"/>
                      <a:pt x="2399" y="63825"/>
                      <a:pt x="2541" y="63189"/>
                    </a:cubicBezTo>
                    <a:lnTo>
                      <a:pt x="2541" y="6318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24" name="Google Shape;1724;p59"/>
            <p:cNvSpPr/>
            <p:nvPr/>
          </p:nvSpPr>
          <p:spPr>
            <a:xfrm flipH="1" rot="10800000">
              <a:off x="459838" y="911234"/>
              <a:ext cx="130570" cy="344510"/>
            </a:xfrm>
            <a:custGeom>
              <a:rect b="b" l="l" r="r" t="t"/>
              <a:pathLst>
                <a:path extrusionOk="0" h="78076" w="29591">
                  <a:moveTo>
                    <a:pt x="26109" y="76505"/>
                  </a:moveTo>
                  <a:cubicBezTo>
                    <a:pt x="15575" y="69718"/>
                    <a:pt x="9070" y="58406"/>
                    <a:pt x="5959" y="46528"/>
                  </a:cubicBezTo>
                  <a:cubicBezTo>
                    <a:pt x="2142" y="31822"/>
                    <a:pt x="3626" y="16551"/>
                    <a:pt x="3626" y="1491"/>
                  </a:cubicBezTo>
                  <a:lnTo>
                    <a:pt x="657" y="2269"/>
                  </a:lnTo>
                  <a:cubicBezTo>
                    <a:pt x="4546" y="7713"/>
                    <a:pt x="9212" y="12450"/>
                    <a:pt x="13383" y="17611"/>
                  </a:cubicBezTo>
                  <a:cubicBezTo>
                    <a:pt x="17979" y="23338"/>
                    <a:pt x="21443" y="29631"/>
                    <a:pt x="23493" y="36701"/>
                  </a:cubicBezTo>
                  <a:cubicBezTo>
                    <a:pt x="25402" y="43347"/>
                    <a:pt x="26180" y="50275"/>
                    <a:pt x="26109" y="57133"/>
                  </a:cubicBezTo>
                  <a:cubicBezTo>
                    <a:pt x="26039" y="63991"/>
                    <a:pt x="24483" y="70496"/>
                    <a:pt x="24766" y="77142"/>
                  </a:cubicBezTo>
                  <a:cubicBezTo>
                    <a:pt x="24766" y="77990"/>
                    <a:pt x="26039" y="78485"/>
                    <a:pt x="26463" y="77637"/>
                  </a:cubicBezTo>
                  <a:cubicBezTo>
                    <a:pt x="29149" y="71627"/>
                    <a:pt x="29432" y="64274"/>
                    <a:pt x="29574" y="57770"/>
                  </a:cubicBezTo>
                  <a:cubicBezTo>
                    <a:pt x="29715" y="50770"/>
                    <a:pt x="29008" y="43700"/>
                    <a:pt x="27099" y="36983"/>
                  </a:cubicBezTo>
                  <a:cubicBezTo>
                    <a:pt x="25190" y="30267"/>
                    <a:pt x="22291" y="24257"/>
                    <a:pt x="18191" y="18813"/>
                  </a:cubicBezTo>
                  <a:cubicBezTo>
                    <a:pt x="13524" y="12521"/>
                    <a:pt x="7868" y="7077"/>
                    <a:pt x="3343" y="714"/>
                  </a:cubicBezTo>
                  <a:cubicBezTo>
                    <a:pt x="2495" y="-488"/>
                    <a:pt x="374" y="-135"/>
                    <a:pt x="374" y="1491"/>
                  </a:cubicBezTo>
                  <a:cubicBezTo>
                    <a:pt x="374" y="17541"/>
                    <a:pt x="-1535" y="34014"/>
                    <a:pt x="3273" y="49568"/>
                  </a:cubicBezTo>
                  <a:cubicBezTo>
                    <a:pt x="6949" y="61658"/>
                    <a:pt x="13807" y="72051"/>
                    <a:pt x="25261" y="77849"/>
                  </a:cubicBezTo>
                  <a:cubicBezTo>
                    <a:pt x="26180" y="78344"/>
                    <a:pt x="26958" y="77000"/>
                    <a:pt x="26039" y="76435"/>
                  </a:cubicBezTo>
                  <a:lnTo>
                    <a:pt x="26039" y="7643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5" name="Google Shape;1725;p59"/>
            <p:cNvSpPr/>
            <p:nvPr/>
          </p:nvSpPr>
          <p:spPr>
            <a:xfrm flipH="1" rot="10800000">
              <a:off x="562224" y="881273"/>
              <a:ext cx="379727" cy="185462"/>
            </a:xfrm>
            <a:custGeom>
              <a:rect b="b" l="l" r="r" t="t"/>
              <a:pathLst>
                <a:path extrusionOk="0" h="42031" w="86057">
                  <a:moveTo>
                    <a:pt x="2548" y="38611"/>
                  </a:moveTo>
                  <a:cubicBezTo>
                    <a:pt x="10749" y="26945"/>
                    <a:pt x="19869" y="15633"/>
                    <a:pt x="33939" y="10966"/>
                  </a:cubicBezTo>
                  <a:cubicBezTo>
                    <a:pt x="41858" y="8350"/>
                    <a:pt x="50200" y="7431"/>
                    <a:pt x="58472" y="6512"/>
                  </a:cubicBezTo>
                  <a:cubicBezTo>
                    <a:pt x="66744" y="5593"/>
                    <a:pt x="75652" y="4674"/>
                    <a:pt x="84207" y="3755"/>
                  </a:cubicBezTo>
                  <a:lnTo>
                    <a:pt x="82581" y="927"/>
                  </a:lnTo>
                  <a:cubicBezTo>
                    <a:pt x="74380" y="15562"/>
                    <a:pt x="61300" y="28076"/>
                    <a:pt x="44827" y="32813"/>
                  </a:cubicBezTo>
                  <a:cubicBezTo>
                    <a:pt x="31393" y="36631"/>
                    <a:pt x="16122" y="39035"/>
                    <a:pt x="2194" y="36489"/>
                  </a:cubicBezTo>
                  <a:cubicBezTo>
                    <a:pt x="-68" y="36065"/>
                    <a:pt x="-917" y="39105"/>
                    <a:pt x="1275" y="39883"/>
                  </a:cubicBezTo>
                  <a:cubicBezTo>
                    <a:pt x="8770" y="42570"/>
                    <a:pt x="16829" y="42287"/>
                    <a:pt x="24677" y="41438"/>
                  </a:cubicBezTo>
                  <a:cubicBezTo>
                    <a:pt x="32525" y="40590"/>
                    <a:pt x="39666" y="39317"/>
                    <a:pt x="46877" y="37126"/>
                  </a:cubicBezTo>
                  <a:cubicBezTo>
                    <a:pt x="64552" y="31823"/>
                    <a:pt x="77067" y="18461"/>
                    <a:pt x="85833" y="2835"/>
                  </a:cubicBezTo>
                  <a:cubicBezTo>
                    <a:pt x="86470" y="1704"/>
                    <a:pt x="85692" y="-134"/>
                    <a:pt x="84207" y="8"/>
                  </a:cubicBezTo>
                  <a:cubicBezTo>
                    <a:pt x="74875" y="998"/>
                    <a:pt x="65471" y="1917"/>
                    <a:pt x="56139" y="3048"/>
                  </a:cubicBezTo>
                  <a:cubicBezTo>
                    <a:pt x="47443" y="4108"/>
                    <a:pt x="38464" y="5098"/>
                    <a:pt x="30333" y="8421"/>
                  </a:cubicBezTo>
                  <a:cubicBezTo>
                    <a:pt x="16546" y="14077"/>
                    <a:pt x="8345" y="25319"/>
                    <a:pt x="992" y="37691"/>
                  </a:cubicBezTo>
                  <a:cubicBezTo>
                    <a:pt x="356" y="38752"/>
                    <a:pt x="1911" y="39529"/>
                    <a:pt x="2548" y="38611"/>
                  </a:cubicBezTo>
                  <a:lnTo>
                    <a:pt x="2548" y="3861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6" name="Google Shape;1726;p59"/>
            <p:cNvSpPr/>
            <p:nvPr/>
          </p:nvSpPr>
          <p:spPr>
            <a:xfrm flipH="1" rot="10800000">
              <a:off x="348504" y="663846"/>
              <a:ext cx="172613" cy="323604"/>
            </a:xfrm>
            <a:custGeom>
              <a:rect b="b" l="l" r="r" t="t"/>
              <a:pathLst>
                <a:path extrusionOk="0" h="73338" w="39119">
                  <a:moveTo>
                    <a:pt x="37702" y="71685"/>
                  </a:moveTo>
                  <a:cubicBezTo>
                    <a:pt x="25965" y="66665"/>
                    <a:pt x="17623" y="56414"/>
                    <a:pt x="12603" y="44960"/>
                  </a:cubicBezTo>
                  <a:cubicBezTo>
                    <a:pt x="6523" y="31103"/>
                    <a:pt x="5533" y="15902"/>
                    <a:pt x="3058" y="1197"/>
                  </a:cubicBezTo>
                  <a:lnTo>
                    <a:pt x="372" y="2752"/>
                  </a:lnTo>
                  <a:cubicBezTo>
                    <a:pt x="5533" y="7842"/>
                    <a:pt x="11472" y="12084"/>
                    <a:pt x="16774" y="17034"/>
                  </a:cubicBezTo>
                  <a:cubicBezTo>
                    <a:pt x="22077" y="21982"/>
                    <a:pt x="25965" y="27356"/>
                    <a:pt x="28864" y="33648"/>
                  </a:cubicBezTo>
                  <a:cubicBezTo>
                    <a:pt x="31621" y="39587"/>
                    <a:pt x="33389" y="46021"/>
                    <a:pt x="34450" y="52525"/>
                  </a:cubicBezTo>
                  <a:cubicBezTo>
                    <a:pt x="35510" y="59030"/>
                    <a:pt x="35086" y="66100"/>
                    <a:pt x="36429" y="72675"/>
                  </a:cubicBezTo>
                  <a:cubicBezTo>
                    <a:pt x="36641" y="73594"/>
                    <a:pt x="37985" y="73524"/>
                    <a:pt x="38197" y="72675"/>
                  </a:cubicBezTo>
                  <a:cubicBezTo>
                    <a:pt x="39894" y="66383"/>
                    <a:pt x="38904" y="59100"/>
                    <a:pt x="37985" y="52737"/>
                  </a:cubicBezTo>
                  <a:cubicBezTo>
                    <a:pt x="36995" y="45879"/>
                    <a:pt x="35227" y="39233"/>
                    <a:pt x="32329" y="32941"/>
                  </a:cubicBezTo>
                  <a:cubicBezTo>
                    <a:pt x="29430" y="26649"/>
                    <a:pt x="25683" y="21205"/>
                    <a:pt x="20875" y="16468"/>
                  </a:cubicBezTo>
                  <a:cubicBezTo>
                    <a:pt x="15077" y="10812"/>
                    <a:pt x="8432" y="6216"/>
                    <a:pt x="2705" y="489"/>
                  </a:cubicBezTo>
                  <a:cubicBezTo>
                    <a:pt x="1503" y="-713"/>
                    <a:pt x="-194" y="489"/>
                    <a:pt x="18" y="2045"/>
                  </a:cubicBezTo>
                  <a:cubicBezTo>
                    <a:pt x="2563" y="17528"/>
                    <a:pt x="3482" y="33719"/>
                    <a:pt x="10411" y="48142"/>
                  </a:cubicBezTo>
                  <a:cubicBezTo>
                    <a:pt x="15997" y="59808"/>
                    <a:pt x="24622" y="69211"/>
                    <a:pt x="37136" y="73170"/>
                  </a:cubicBezTo>
                  <a:cubicBezTo>
                    <a:pt x="37985" y="73453"/>
                    <a:pt x="38621" y="72039"/>
                    <a:pt x="37773" y="71685"/>
                  </a:cubicBezTo>
                  <a:lnTo>
                    <a:pt x="37773" y="716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7" name="Google Shape;1727;p59"/>
            <p:cNvSpPr/>
            <p:nvPr/>
          </p:nvSpPr>
          <p:spPr>
            <a:xfrm flipH="1" rot="10800000">
              <a:off x="270716" y="214512"/>
              <a:ext cx="258511" cy="260086"/>
            </a:xfrm>
            <a:custGeom>
              <a:rect b="b" l="l" r="r" t="t"/>
              <a:pathLst>
                <a:path extrusionOk="0" h="58943" w="58586">
                  <a:moveTo>
                    <a:pt x="57667" y="57314"/>
                  </a:moveTo>
                  <a:cubicBezTo>
                    <a:pt x="44164" y="56465"/>
                    <a:pt x="32498" y="48971"/>
                    <a:pt x="23943" y="38932"/>
                  </a:cubicBezTo>
                  <a:cubicBezTo>
                    <a:pt x="14469" y="27832"/>
                    <a:pt x="9379" y="13833"/>
                    <a:pt x="3016" y="895"/>
                  </a:cubicBezTo>
                  <a:lnTo>
                    <a:pt x="824" y="3086"/>
                  </a:lnTo>
                  <a:cubicBezTo>
                    <a:pt x="7752" y="6409"/>
                    <a:pt x="15176" y="8460"/>
                    <a:pt x="22105" y="11641"/>
                  </a:cubicBezTo>
                  <a:cubicBezTo>
                    <a:pt x="28397" y="14540"/>
                    <a:pt x="33983" y="18499"/>
                    <a:pt x="38719" y="23661"/>
                  </a:cubicBezTo>
                  <a:cubicBezTo>
                    <a:pt x="43457" y="28822"/>
                    <a:pt x="46779" y="34336"/>
                    <a:pt x="49608" y="40275"/>
                  </a:cubicBezTo>
                  <a:cubicBezTo>
                    <a:pt x="52435" y="46214"/>
                    <a:pt x="53920" y="52719"/>
                    <a:pt x="56890" y="58516"/>
                  </a:cubicBezTo>
                  <a:cubicBezTo>
                    <a:pt x="57314" y="59294"/>
                    <a:pt x="58586" y="58940"/>
                    <a:pt x="58586" y="58021"/>
                  </a:cubicBezTo>
                  <a:cubicBezTo>
                    <a:pt x="58445" y="51446"/>
                    <a:pt x="55546" y="44729"/>
                    <a:pt x="52789" y="38861"/>
                  </a:cubicBezTo>
                  <a:cubicBezTo>
                    <a:pt x="49890" y="32639"/>
                    <a:pt x="46285" y="26842"/>
                    <a:pt x="41689" y="21751"/>
                  </a:cubicBezTo>
                  <a:cubicBezTo>
                    <a:pt x="37093" y="16661"/>
                    <a:pt x="31649" y="12560"/>
                    <a:pt x="25498" y="9591"/>
                  </a:cubicBezTo>
                  <a:cubicBezTo>
                    <a:pt x="18004" y="5985"/>
                    <a:pt x="9874" y="3864"/>
                    <a:pt x="2379" y="188"/>
                  </a:cubicBezTo>
                  <a:cubicBezTo>
                    <a:pt x="895" y="-520"/>
                    <a:pt x="-520" y="895"/>
                    <a:pt x="188" y="2379"/>
                  </a:cubicBezTo>
                  <a:cubicBezTo>
                    <a:pt x="6904" y="16095"/>
                    <a:pt x="12207" y="30943"/>
                    <a:pt x="22600" y="42467"/>
                  </a:cubicBezTo>
                  <a:cubicBezTo>
                    <a:pt x="26983" y="47345"/>
                    <a:pt x="32215" y="51587"/>
                    <a:pt x="38013" y="54557"/>
                  </a:cubicBezTo>
                  <a:cubicBezTo>
                    <a:pt x="44305" y="57809"/>
                    <a:pt x="50668" y="59011"/>
                    <a:pt x="57667" y="58799"/>
                  </a:cubicBezTo>
                  <a:cubicBezTo>
                    <a:pt x="58728" y="58799"/>
                    <a:pt x="58657" y="57244"/>
                    <a:pt x="57667" y="57173"/>
                  </a:cubicBezTo>
                  <a:lnTo>
                    <a:pt x="57667" y="5717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8" name="Google Shape;1728;p59"/>
            <p:cNvSpPr/>
            <p:nvPr/>
          </p:nvSpPr>
          <p:spPr>
            <a:xfrm flipH="1" rot="10800000">
              <a:off x="291512" y="437493"/>
              <a:ext cx="214302" cy="296295"/>
            </a:xfrm>
            <a:custGeom>
              <a:rect b="b" l="l" r="r" t="t"/>
              <a:pathLst>
                <a:path extrusionOk="0" h="67149" w="48567">
                  <a:moveTo>
                    <a:pt x="47721" y="65444"/>
                  </a:moveTo>
                  <a:cubicBezTo>
                    <a:pt x="35208" y="62262"/>
                    <a:pt x="25380" y="53071"/>
                    <a:pt x="18805" y="42395"/>
                  </a:cubicBezTo>
                  <a:cubicBezTo>
                    <a:pt x="10957" y="29740"/>
                    <a:pt x="7776" y="15175"/>
                    <a:pt x="3180" y="1176"/>
                  </a:cubicBezTo>
                  <a:lnTo>
                    <a:pt x="847" y="3015"/>
                  </a:lnTo>
                  <a:cubicBezTo>
                    <a:pt x="6644" y="7328"/>
                    <a:pt x="13149" y="10509"/>
                    <a:pt x="19088" y="14610"/>
                  </a:cubicBezTo>
                  <a:cubicBezTo>
                    <a:pt x="25027" y="18711"/>
                    <a:pt x="29905" y="23660"/>
                    <a:pt x="33723" y="29669"/>
                  </a:cubicBezTo>
                  <a:cubicBezTo>
                    <a:pt x="37258" y="35184"/>
                    <a:pt x="39874" y="41193"/>
                    <a:pt x="41854" y="47415"/>
                  </a:cubicBezTo>
                  <a:cubicBezTo>
                    <a:pt x="43833" y="53637"/>
                    <a:pt x="44399" y="60354"/>
                    <a:pt x="46661" y="66504"/>
                  </a:cubicBezTo>
                  <a:cubicBezTo>
                    <a:pt x="47015" y="67494"/>
                    <a:pt x="48358" y="67282"/>
                    <a:pt x="48429" y="66292"/>
                  </a:cubicBezTo>
                  <a:cubicBezTo>
                    <a:pt x="49135" y="59646"/>
                    <a:pt x="47015" y="52364"/>
                    <a:pt x="45035" y="46072"/>
                  </a:cubicBezTo>
                  <a:cubicBezTo>
                    <a:pt x="43055" y="39779"/>
                    <a:pt x="40227" y="33275"/>
                    <a:pt x="36409" y="27548"/>
                  </a:cubicBezTo>
                  <a:cubicBezTo>
                    <a:pt x="32592" y="21821"/>
                    <a:pt x="28279" y="17367"/>
                    <a:pt x="22976" y="13479"/>
                  </a:cubicBezTo>
                  <a:cubicBezTo>
                    <a:pt x="16401" y="8671"/>
                    <a:pt x="8977" y="5136"/>
                    <a:pt x="2402" y="258"/>
                  </a:cubicBezTo>
                  <a:cubicBezTo>
                    <a:pt x="1271" y="-591"/>
                    <a:pt x="-355" y="823"/>
                    <a:pt x="69" y="2096"/>
                  </a:cubicBezTo>
                  <a:cubicBezTo>
                    <a:pt x="4877" y="16872"/>
                    <a:pt x="8129" y="32709"/>
                    <a:pt x="16896" y="45789"/>
                  </a:cubicBezTo>
                  <a:cubicBezTo>
                    <a:pt x="24178" y="56677"/>
                    <a:pt x="34147" y="65020"/>
                    <a:pt x="47368" y="67070"/>
                  </a:cubicBezTo>
                  <a:cubicBezTo>
                    <a:pt x="48358" y="67211"/>
                    <a:pt x="48782" y="65797"/>
                    <a:pt x="47792" y="65515"/>
                  </a:cubicBezTo>
                  <a:lnTo>
                    <a:pt x="47792" y="6551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9" name="Google Shape;1729;p59"/>
            <p:cNvSpPr/>
            <p:nvPr/>
          </p:nvSpPr>
          <p:spPr>
            <a:xfrm flipH="1" rot="10800000">
              <a:off x="510923" y="654851"/>
              <a:ext cx="316919" cy="214977"/>
            </a:xfrm>
            <a:custGeom>
              <a:rect b="b" l="l" r="r" t="t"/>
              <a:pathLst>
                <a:path extrusionOk="0" h="48720" w="71823">
                  <a:moveTo>
                    <a:pt x="2581" y="47003"/>
                  </a:moveTo>
                  <a:cubicBezTo>
                    <a:pt x="8237" y="35408"/>
                    <a:pt x="14600" y="23954"/>
                    <a:pt x="26478" y="17733"/>
                  </a:cubicBezTo>
                  <a:cubicBezTo>
                    <a:pt x="33195" y="14198"/>
                    <a:pt x="40689" y="12077"/>
                    <a:pt x="47971" y="10026"/>
                  </a:cubicBezTo>
                  <a:cubicBezTo>
                    <a:pt x="55253" y="7976"/>
                    <a:pt x="62959" y="5855"/>
                    <a:pt x="70525" y="3733"/>
                  </a:cubicBezTo>
                  <a:lnTo>
                    <a:pt x="68191" y="1401"/>
                  </a:lnTo>
                  <a:cubicBezTo>
                    <a:pt x="63101" y="15682"/>
                    <a:pt x="53062" y="28691"/>
                    <a:pt x="39062" y="35266"/>
                  </a:cubicBezTo>
                  <a:cubicBezTo>
                    <a:pt x="27680" y="40640"/>
                    <a:pt x="14459" y="44882"/>
                    <a:pt x="1733" y="44740"/>
                  </a:cubicBezTo>
                  <a:cubicBezTo>
                    <a:pt x="-176" y="44740"/>
                    <a:pt x="-742" y="47851"/>
                    <a:pt x="1238" y="48205"/>
                  </a:cubicBezTo>
                  <a:cubicBezTo>
                    <a:pt x="8237" y="49477"/>
                    <a:pt x="15166" y="48205"/>
                    <a:pt x="21953" y="46437"/>
                  </a:cubicBezTo>
                  <a:cubicBezTo>
                    <a:pt x="28740" y="44670"/>
                    <a:pt x="35457" y="42195"/>
                    <a:pt x="41749" y="39155"/>
                  </a:cubicBezTo>
                  <a:cubicBezTo>
                    <a:pt x="48042" y="36115"/>
                    <a:pt x="53910" y="31378"/>
                    <a:pt x="58718" y="26004"/>
                  </a:cubicBezTo>
                  <a:cubicBezTo>
                    <a:pt x="64939" y="19076"/>
                    <a:pt x="68615" y="11016"/>
                    <a:pt x="71726" y="2390"/>
                  </a:cubicBezTo>
                  <a:cubicBezTo>
                    <a:pt x="72221" y="1047"/>
                    <a:pt x="70737" y="-296"/>
                    <a:pt x="69394" y="57"/>
                  </a:cubicBezTo>
                  <a:cubicBezTo>
                    <a:pt x="61263" y="2320"/>
                    <a:pt x="53062" y="4511"/>
                    <a:pt x="44931" y="6915"/>
                  </a:cubicBezTo>
                  <a:cubicBezTo>
                    <a:pt x="37437" y="9107"/>
                    <a:pt x="29589" y="11299"/>
                    <a:pt x="22872" y="15399"/>
                  </a:cubicBezTo>
                  <a:cubicBezTo>
                    <a:pt x="17004" y="19005"/>
                    <a:pt x="12196" y="24025"/>
                    <a:pt x="8378" y="29681"/>
                  </a:cubicBezTo>
                  <a:cubicBezTo>
                    <a:pt x="4914" y="34842"/>
                    <a:pt x="2934" y="40498"/>
                    <a:pt x="743" y="46225"/>
                  </a:cubicBezTo>
                  <a:cubicBezTo>
                    <a:pt x="389" y="47215"/>
                    <a:pt x="1944" y="47851"/>
                    <a:pt x="2439" y="46932"/>
                  </a:cubicBezTo>
                  <a:lnTo>
                    <a:pt x="2439" y="4693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0" name="Google Shape;1730;p59"/>
            <p:cNvSpPr/>
            <p:nvPr/>
          </p:nvSpPr>
          <p:spPr>
            <a:xfrm flipH="1" rot="10800000">
              <a:off x="532328" y="155080"/>
              <a:ext cx="189336" cy="300244"/>
            </a:xfrm>
            <a:custGeom>
              <a:rect b="b" l="l" r="r" t="t"/>
              <a:pathLst>
                <a:path extrusionOk="0" h="68044" w="42909">
                  <a:moveTo>
                    <a:pt x="3244" y="66308"/>
                  </a:moveTo>
                  <a:cubicBezTo>
                    <a:pt x="2749" y="54289"/>
                    <a:pt x="2466" y="41562"/>
                    <a:pt x="9678" y="31311"/>
                  </a:cubicBezTo>
                  <a:cubicBezTo>
                    <a:pt x="13495" y="25867"/>
                    <a:pt x="18869" y="21554"/>
                    <a:pt x="23889" y="17312"/>
                  </a:cubicBezTo>
                  <a:cubicBezTo>
                    <a:pt x="29545" y="12504"/>
                    <a:pt x="35413" y="7838"/>
                    <a:pt x="41140" y="3172"/>
                  </a:cubicBezTo>
                  <a:lnTo>
                    <a:pt x="38029" y="2324"/>
                  </a:lnTo>
                  <a:cubicBezTo>
                    <a:pt x="40079" y="15969"/>
                    <a:pt x="38453" y="31876"/>
                    <a:pt x="29474" y="42977"/>
                  </a:cubicBezTo>
                  <a:cubicBezTo>
                    <a:pt x="22262" y="51885"/>
                    <a:pt x="12718" y="60581"/>
                    <a:pt x="1830" y="64611"/>
                  </a:cubicBezTo>
                  <a:cubicBezTo>
                    <a:pt x="-291" y="65389"/>
                    <a:pt x="557" y="68429"/>
                    <a:pt x="2749" y="68005"/>
                  </a:cubicBezTo>
                  <a:cubicBezTo>
                    <a:pt x="9395" y="66874"/>
                    <a:pt x="14980" y="63056"/>
                    <a:pt x="20141" y="58884"/>
                  </a:cubicBezTo>
                  <a:cubicBezTo>
                    <a:pt x="25302" y="54713"/>
                    <a:pt x="29686" y="50329"/>
                    <a:pt x="33645" y="45310"/>
                  </a:cubicBezTo>
                  <a:cubicBezTo>
                    <a:pt x="37605" y="40290"/>
                    <a:pt x="40079" y="34139"/>
                    <a:pt x="41564" y="27846"/>
                  </a:cubicBezTo>
                  <a:cubicBezTo>
                    <a:pt x="43685" y="18938"/>
                    <a:pt x="42978" y="10242"/>
                    <a:pt x="41635" y="1334"/>
                  </a:cubicBezTo>
                  <a:cubicBezTo>
                    <a:pt x="41422" y="-222"/>
                    <a:pt x="39443" y="-292"/>
                    <a:pt x="38524" y="485"/>
                  </a:cubicBezTo>
                  <a:cubicBezTo>
                    <a:pt x="32443" y="5434"/>
                    <a:pt x="26292" y="10313"/>
                    <a:pt x="20354" y="15403"/>
                  </a:cubicBezTo>
                  <a:cubicBezTo>
                    <a:pt x="14980" y="19999"/>
                    <a:pt x="9324" y="24736"/>
                    <a:pt x="5577" y="30816"/>
                  </a:cubicBezTo>
                  <a:cubicBezTo>
                    <a:pt x="2183" y="36331"/>
                    <a:pt x="699" y="42764"/>
                    <a:pt x="133" y="49198"/>
                  </a:cubicBezTo>
                  <a:cubicBezTo>
                    <a:pt x="-362" y="55137"/>
                    <a:pt x="628" y="60723"/>
                    <a:pt x="1406" y="66520"/>
                  </a:cubicBezTo>
                  <a:cubicBezTo>
                    <a:pt x="1547" y="67510"/>
                    <a:pt x="3244" y="67298"/>
                    <a:pt x="3173" y="66308"/>
                  </a:cubicBezTo>
                  <a:lnTo>
                    <a:pt x="3173" y="6630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1" name="Google Shape;1731;p59"/>
            <p:cNvSpPr/>
            <p:nvPr/>
          </p:nvSpPr>
          <p:spPr>
            <a:xfrm flipH="1" rot="10800000">
              <a:off x="504839" y="436699"/>
              <a:ext cx="288785" cy="249986"/>
            </a:xfrm>
            <a:custGeom>
              <a:rect b="b" l="l" r="r" t="t"/>
              <a:pathLst>
                <a:path extrusionOk="0" h="56654" w="65447">
                  <a:moveTo>
                    <a:pt x="2616" y="55050"/>
                  </a:moveTo>
                  <a:cubicBezTo>
                    <a:pt x="6788" y="42537"/>
                    <a:pt x="11807" y="30235"/>
                    <a:pt x="23190" y="22528"/>
                  </a:cubicBezTo>
                  <a:cubicBezTo>
                    <a:pt x="29200" y="18427"/>
                    <a:pt x="35987" y="15529"/>
                    <a:pt x="42563" y="12630"/>
                  </a:cubicBezTo>
                  <a:cubicBezTo>
                    <a:pt x="49845" y="9449"/>
                    <a:pt x="57197" y="6408"/>
                    <a:pt x="64551" y="3297"/>
                  </a:cubicBezTo>
                  <a:lnTo>
                    <a:pt x="61793" y="1176"/>
                  </a:lnTo>
                  <a:cubicBezTo>
                    <a:pt x="60803" y="5560"/>
                    <a:pt x="59884" y="9943"/>
                    <a:pt x="57905" y="14044"/>
                  </a:cubicBezTo>
                  <a:cubicBezTo>
                    <a:pt x="56137" y="17791"/>
                    <a:pt x="53945" y="21326"/>
                    <a:pt x="51612" y="24649"/>
                  </a:cubicBezTo>
                  <a:cubicBezTo>
                    <a:pt x="47865" y="30093"/>
                    <a:pt x="43270" y="34901"/>
                    <a:pt x="37755" y="38507"/>
                  </a:cubicBezTo>
                  <a:cubicBezTo>
                    <a:pt x="27079" y="45364"/>
                    <a:pt x="14494" y="51515"/>
                    <a:pt x="1697" y="53071"/>
                  </a:cubicBezTo>
                  <a:cubicBezTo>
                    <a:pt x="-494" y="53354"/>
                    <a:pt x="-636" y="56464"/>
                    <a:pt x="1697" y="56606"/>
                  </a:cubicBezTo>
                  <a:cubicBezTo>
                    <a:pt x="8909" y="57030"/>
                    <a:pt x="15696" y="54626"/>
                    <a:pt x="22271" y="51940"/>
                  </a:cubicBezTo>
                  <a:cubicBezTo>
                    <a:pt x="28847" y="49253"/>
                    <a:pt x="34856" y="46142"/>
                    <a:pt x="40654" y="42324"/>
                  </a:cubicBezTo>
                  <a:cubicBezTo>
                    <a:pt x="46451" y="38507"/>
                    <a:pt x="51330" y="33275"/>
                    <a:pt x="55360" y="27548"/>
                  </a:cubicBezTo>
                  <a:cubicBezTo>
                    <a:pt x="60732" y="19841"/>
                    <a:pt x="63419" y="11357"/>
                    <a:pt x="65399" y="2308"/>
                  </a:cubicBezTo>
                  <a:cubicBezTo>
                    <a:pt x="65752" y="611"/>
                    <a:pt x="64126" y="-450"/>
                    <a:pt x="62642" y="187"/>
                  </a:cubicBezTo>
                  <a:cubicBezTo>
                    <a:pt x="54935" y="3439"/>
                    <a:pt x="47229" y="6620"/>
                    <a:pt x="39593" y="10014"/>
                  </a:cubicBezTo>
                  <a:cubicBezTo>
                    <a:pt x="32594" y="13125"/>
                    <a:pt x="25312" y="16236"/>
                    <a:pt x="19160" y="20972"/>
                  </a:cubicBezTo>
                  <a:cubicBezTo>
                    <a:pt x="13575" y="25356"/>
                    <a:pt x="9262" y="31153"/>
                    <a:pt x="6151" y="37517"/>
                  </a:cubicBezTo>
                  <a:cubicBezTo>
                    <a:pt x="3394" y="43032"/>
                    <a:pt x="2263" y="48758"/>
                    <a:pt x="849" y="54697"/>
                  </a:cubicBezTo>
                  <a:cubicBezTo>
                    <a:pt x="566" y="55828"/>
                    <a:pt x="2263" y="56323"/>
                    <a:pt x="2616" y="55192"/>
                  </a:cubicBezTo>
                  <a:lnTo>
                    <a:pt x="2616" y="5519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2" name="Google Shape;1732;p59"/>
            <p:cNvSpPr/>
            <p:nvPr/>
          </p:nvSpPr>
          <p:spPr>
            <a:xfrm flipH="1" rot="10800000">
              <a:off x="343824" y="300922"/>
              <a:ext cx="74765" cy="87226"/>
            </a:xfrm>
            <a:custGeom>
              <a:rect b="b" l="l" r="r" t="t"/>
              <a:pathLst>
                <a:path extrusionOk="0" h="19768" w="16944">
                  <a:moveTo>
                    <a:pt x="89" y="1307"/>
                  </a:moveTo>
                  <a:cubicBezTo>
                    <a:pt x="796" y="3146"/>
                    <a:pt x="1574" y="4984"/>
                    <a:pt x="2564" y="6751"/>
                  </a:cubicBezTo>
                  <a:cubicBezTo>
                    <a:pt x="3553" y="8519"/>
                    <a:pt x="4826" y="10074"/>
                    <a:pt x="6099" y="11629"/>
                  </a:cubicBezTo>
                  <a:cubicBezTo>
                    <a:pt x="8573" y="14670"/>
                    <a:pt x="11402" y="17922"/>
                    <a:pt x="14937" y="19619"/>
                  </a:cubicBezTo>
                  <a:cubicBezTo>
                    <a:pt x="16138" y="20184"/>
                    <a:pt x="17411" y="19053"/>
                    <a:pt x="16775" y="17781"/>
                  </a:cubicBezTo>
                  <a:cubicBezTo>
                    <a:pt x="15007" y="14387"/>
                    <a:pt x="11826" y="11842"/>
                    <a:pt x="9210" y="9084"/>
                  </a:cubicBezTo>
                  <a:cubicBezTo>
                    <a:pt x="7937" y="7741"/>
                    <a:pt x="6806" y="6327"/>
                    <a:pt x="5533" y="4913"/>
                  </a:cubicBezTo>
                  <a:cubicBezTo>
                    <a:pt x="4261" y="3499"/>
                    <a:pt x="2988" y="2085"/>
                    <a:pt x="1928" y="459"/>
                  </a:cubicBezTo>
                  <a:cubicBezTo>
                    <a:pt x="1291" y="-460"/>
                    <a:pt x="-406" y="105"/>
                    <a:pt x="89" y="1236"/>
                  </a:cubicBezTo>
                  <a:lnTo>
                    <a:pt x="89" y="123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3" name="Google Shape;1733;p59"/>
            <p:cNvSpPr/>
            <p:nvPr/>
          </p:nvSpPr>
          <p:spPr>
            <a:xfrm flipH="1" rot="10800000">
              <a:off x="345266" y="566168"/>
              <a:ext cx="72934" cy="90633"/>
            </a:xfrm>
            <a:custGeom>
              <a:rect b="b" l="l" r="r" t="t"/>
              <a:pathLst>
                <a:path extrusionOk="0" h="20540" w="16529">
                  <a:moveTo>
                    <a:pt x="186" y="1471"/>
                  </a:moveTo>
                  <a:cubicBezTo>
                    <a:pt x="752" y="2250"/>
                    <a:pt x="1388" y="3027"/>
                    <a:pt x="1883" y="3805"/>
                  </a:cubicBezTo>
                  <a:cubicBezTo>
                    <a:pt x="2378" y="4582"/>
                    <a:pt x="2802" y="5360"/>
                    <a:pt x="3297" y="6138"/>
                  </a:cubicBezTo>
                  <a:cubicBezTo>
                    <a:pt x="4428" y="7693"/>
                    <a:pt x="5489" y="9320"/>
                    <a:pt x="6549" y="10875"/>
                  </a:cubicBezTo>
                  <a:cubicBezTo>
                    <a:pt x="7610" y="12430"/>
                    <a:pt x="8670" y="13915"/>
                    <a:pt x="9802" y="15471"/>
                  </a:cubicBezTo>
                  <a:cubicBezTo>
                    <a:pt x="11004" y="17097"/>
                    <a:pt x="12276" y="18511"/>
                    <a:pt x="13690" y="19995"/>
                  </a:cubicBezTo>
                  <a:cubicBezTo>
                    <a:pt x="15104" y="21480"/>
                    <a:pt x="17225" y="19642"/>
                    <a:pt x="16306" y="17945"/>
                  </a:cubicBezTo>
                  <a:cubicBezTo>
                    <a:pt x="15387" y="16248"/>
                    <a:pt x="14397" y="14551"/>
                    <a:pt x="13195" y="12996"/>
                  </a:cubicBezTo>
                  <a:cubicBezTo>
                    <a:pt x="11993" y="11441"/>
                    <a:pt x="10791" y="10026"/>
                    <a:pt x="9519" y="8542"/>
                  </a:cubicBezTo>
                  <a:cubicBezTo>
                    <a:pt x="8246" y="7057"/>
                    <a:pt x="7044" y="5785"/>
                    <a:pt x="5772" y="4370"/>
                  </a:cubicBezTo>
                  <a:cubicBezTo>
                    <a:pt x="4499" y="2956"/>
                    <a:pt x="3014" y="1684"/>
                    <a:pt x="1671" y="270"/>
                  </a:cubicBezTo>
                  <a:cubicBezTo>
                    <a:pt x="964" y="-508"/>
                    <a:pt x="-521" y="552"/>
                    <a:pt x="186" y="1471"/>
                  </a:cubicBezTo>
                  <a:lnTo>
                    <a:pt x="186" y="147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4" name="Google Shape;1734;p59"/>
            <p:cNvSpPr/>
            <p:nvPr/>
          </p:nvSpPr>
          <p:spPr>
            <a:xfrm flipH="1" rot="10800000">
              <a:off x="404486" y="778925"/>
              <a:ext cx="38693" cy="71963"/>
            </a:xfrm>
            <a:custGeom>
              <a:rect b="b" l="l" r="r" t="t"/>
              <a:pathLst>
                <a:path extrusionOk="0" h="16309" w="8769">
                  <a:moveTo>
                    <a:pt x="196" y="1420"/>
                  </a:moveTo>
                  <a:cubicBezTo>
                    <a:pt x="973" y="3895"/>
                    <a:pt x="1892" y="6299"/>
                    <a:pt x="2812" y="8702"/>
                  </a:cubicBezTo>
                  <a:cubicBezTo>
                    <a:pt x="3731" y="11106"/>
                    <a:pt x="4791" y="13581"/>
                    <a:pt x="6417" y="15702"/>
                  </a:cubicBezTo>
                  <a:cubicBezTo>
                    <a:pt x="6771" y="16197"/>
                    <a:pt x="7407" y="16480"/>
                    <a:pt x="7973" y="16197"/>
                  </a:cubicBezTo>
                  <a:cubicBezTo>
                    <a:pt x="8538" y="15985"/>
                    <a:pt x="8963" y="15278"/>
                    <a:pt x="8680" y="14712"/>
                  </a:cubicBezTo>
                  <a:cubicBezTo>
                    <a:pt x="7761" y="12308"/>
                    <a:pt x="6488" y="10046"/>
                    <a:pt x="5357" y="7713"/>
                  </a:cubicBezTo>
                  <a:cubicBezTo>
                    <a:pt x="4226" y="5380"/>
                    <a:pt x="3236" y="3117"/>
                    <a:pt x="2317" y="784"/>
                  </a:cubicBezTo>
                  <a:cubicBezTo>
                    <a:pt x="1822" y="-559"/>
                    <a:pt x="-370" y="-64"/>
                    <a:pt x="54" y="1420"/>
                  </a:cubicBezTo>
                  <a:lnTo>
                    <a:pt x="54" y="142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5" name="Google Shape;1735;p59"/>
            <p:cNvSpPr/>
            <p:nvPr/>
          </p:nvSpPr>
          <p:spPr>
            <a:xfrm flipH="1" rot="10800000">
              <a:off x="495081" y="1015120"/>
              <a:ext cx="44147" cy="125580"/>
            </a:xfrm>
            <a:custGeom>
              <a:rect b="b" l="l" r="r" t="t"/>
              <a:pathLst>
                <a:path extrusionOk="0" h="28460" w="10005">
                  <a:moveTo>
                    <a:pt x="21" y="1361"/>
                  </a:moveTo>
                  <a:cubicBezTo>
                    <a:pt x="92" y="6451"/>
                    <a:pt x="-332" y="11613"/>
                    <a:pt x="799" y="16632"/>
                  </a:cubicBezTo>
                  <a:cubicBezTo>
                    <a:pt x="1718" y="20804"/>
                    <a:pt x="3627" y="26036"/>
                    <a:pt x="7587" y="28227"/>
                  </a:cubicBezTo>
                  <a:cubicBezTo>
                    <a:pt x="9071" y="29076"/>
                    <a:pt x="10485" y="27450"/>
                    <a:pt x="9849" y="25965"/>
                  </a:cubicBezTo>
                  <a:cubicBezTo>
                    <a:pt x="8930" y="24056"/>
                    <a:pt x="7657" y="22359"/>
                    <a:pt x="6738" y="20450"/>
                  </a:cubicBezTo>
                  <a:cubicBezTo>
                    <a:pt x="5890" y="18683"/>
                    <a:pt x="5183" y="16915"/>
                    <a:pt x="4688" y="15006"/>
                  </a:cubicBezTo>
                  <a:cubicBezTo>
                    <a:pt x="3486" y="10552"/>
                    <a:pt x="2779" y="5886"/>
                    <a:pt x="2567" y="1219"/>
                  </a:cubicBezTo>
                  <a:cubicBezTo>
                    <a:pt x="2567" y="-406"/>
                    <a:pt x="21" y="-406"/>
                    <a:pt x="21" y="1219"/>
                  </a:cubicBezTo>
                  <a:lnTo>
                    <a:pt x="21" y="121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6" name="Google Shape;1736;p59"/>
            <p:cNvSpPr/>
            <p:nvPr/>
          </p:nvSpPr>
          <p:spPr>
            <a:xfrm flipH="1" rot="10800000">
              <a:off x="693462" y="1173605"/>
              <a:ext cx="55236" cy="87332"/>
            </a:xfrm>
            <a:custGeom>
              <a:rect b="b" l="l" r="r" t="t"/>
              <a:pathLst>
                <a:path extrusionOk="0" h="19792" w="12518">
                  <a:moveTo>
                    <a:pt x="10764" y="266"/>
                  </a:moveTo>
                  <a:cubicBezTo>
                    <a:pt x="8148" y="2811"/>
                    <a:pt x="5532" y="5356"/>
                    <a:pt x="3341" y="8396"/>
                  </a:cubicBezTo>
                  <a:cubicBezTo>
                    <a:pt x="2280" y="9881"/>
                    <a:pt x="1290" y="11507"/>
                    <a:pt x="654" y="13204"/>
                  </a:cubicBezTo>
                  <a:cubicBezTo>
                    <a:pt x="-194" y="15183"/>
                    <a:pt x="-265" y="17093"/>
                    <a:pt x="724" y="19072"/>
                  </a:cubicBezTo>
                  <a:cubicBezTo>
                    <a:pt x="1432" y="20415"/>
                    <a:pt x="3411" y="19708"/>
                    <a:pt x="3482" y="18365"/>
                  </a:cubicBezTo>
                  <a:cubicBezTo>
                    <a:pt x="3765" y="11861"/>
                    <a:pt x="8289" y="6487"/>
                    <a:pt x="12249" y="1751"/>
                  </a:cubicBezTo>
                  <a:cubicBezTo>
                    <a:pt x="13097" y="761"/>
                    <a:pt x="11754" y="-653"/>
                    <a:pt x="10835" y="336"/>
                  </a:cubicBezTo>
                  <a:lnTo>
                    <a:pt x="10835" y="33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7" name="Google Shape;1737;p59"/>
            <p:cNvSpPr/>
            <p:nvPr/>
          </p:nvSpPr>
          <p:spPr>
            <a:xfrm flipH="1" rot="10800000">
              <a:off x="770368" y="980515"/>
              <a:ext cx="106257" cy="41270"/>
            </a:xfrm>
            <a:custGeom>
              <a:rect b="b" l="l" r="r" t="t"/>
              <a:pathLst>
                <a:path extrusionOk="0" h="9353" w="24081">
                  <a:moveTo>
                    <a:pt x="22955" y="71"/>
                  </a:moveTo>
                  <a:cubicBezTo>
                    <a:pt x="20834" y="-71"/>
                    <a:pt x="18854" y="0"/>
                    <a:pt x="16734" y="283"/>
                  </a:cubicBezTo>
                  <a:cubicBezTo>
                    <a:pt x="14824" y="566"/>
                    <a:pt x="12915" y="990"/>
                    <a:pt x="11078" y="1555"/>
                  </a:cubicBezTo>
                  <a:cubicBezTo>
                    <a:pt x="7330" y="2687"/>
                    <a:pt x="3088" y="4171"/>
                    <a:pt x="402" y="7070"/>
                  </a:cubicBezTo>
                  <a:cubicBezTo>
                    <a:pt x="-588" y="8130"/>
                    <a:pt x="402" y="9544"/>
                    <a:pt x="1745" y="9333"/>
                  </a:cubicBezTo>
                  <a:cubicBezTo>
                    <a:pt x="3654" y="8979"/>
                    <a:pt x="5351" y="8201"/>
                    <a:pt x="7189" y="7494"/>
                  </a:cubicBezTo>
                  <a:cubicBezTo>
                    <a:pt x="9027" y="6787"/>
                    <a:pt x="10653" y="6151"/>
                    <a:pt x="12421" y="5514"/>
                  </a:cubicBezTo>
                  <a:cubicBezTo>
                    <a:pt x="14188" y="4878"/>
                    <a:pt x="15956" y="4383"/>
                    <a:pt x="17794" y="3818"/>
                  </a:cubicBezTo>
                  <a:cubicBezTo>
                    <a:pt x="19632" y="3252"/>
                    <a:pt x="21470" y="2687"/>
                    <a:pt x="23309" y="2121"/>
                  </a:cubicBezTo>
                  <a:cubicBezTo>
                    <a:pt x="24510" y="1768"/>
                    <a:pt x="24228" y="71"/>
                    <a:pt x="23026" y="0"/>
                  </a:cubicBezTo>
                  <a:lnTo>
                    <a:pt x="23026"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8" name="Google Shape;1738;p59"/>
            <p:cNvSpPr/>
            <p:nvPr/>
          </p:nvSpPr>
          <p:spPr>
            <a:xfrm flipH="1" rot="10800000">
              <a:off x="665957" y="757618"/>
              <a:ext cx="86503" cy="49923"/>
            </a:xfrm>
            <a:custGeom>
              <a:rect b="b" l="l" r="r" t="t"/>
              <a:pathLst>
                <a:path extrusionOk="0" h="11314" w="19604">
                  <a:moveTo>
                    <a:pt x="18484" y="7"/>
                  </a:moveTo>
                  <a:cubicBezTo>
                    <a:pt x="11626" y="856"/>
                    <a:pt x="4909" y="3613"/>
                    <a:pt x="384" y="8987"/>
                  </a:cubicBezTo>
                  <a:cubicBezTo>
                    <a:pt x="-40" y="9481"/>
                    <a:pt x="-181" y="10188"/>
                    <a:pt x="314" y="10754"/>
                  </a:cubicBezTo>
                  <a:cubicBezTo>
                    <a:pt x="667" y="11249"/>
                    <a:pt x="1516" y="11532"/>
                    <a:pt x="2081" y="11108"/>
                  </a:cubicBezTo>
                  <a:cubicBezTo>
                    <a:pt x="7172" y="7289"/>
                    <a:pt x="12686" y="3825"/>
                    <a:pt x="18838" y="2128"/>
                  </a:cubicBezTo>
                  <a:cubicBezTo>
                    <a:pt x="19969" y="1775"/>
                    <a:pt x="19827" y="-134"/>
                    <a:pt x="18555" y="7"/>
                  </a:cubicBezTo>
                  <a:lnTo>
                    <a:pt x="18555" y="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9" name="Google Shape;1739;p59"/>
            <p:cNvSpPr/>
            <p:nvPr/>
          </p:nvSpPr>
          <p:spPr>
            <a:xfrm flipH="1" rot="10800000">
              <a:off x="617659" y="548709"/>
              <a:ext cx="107475" cy="84199"/>
            </a:xfrm>
            <a:custGeom>
              <a:rect b="b" l="l" r="r" t="t"/>
              <a:pathLst>
                <a:path extrusionOk="0" h="19082" w="24357">
                  <a:moveTo>
                    <a:pt x="22716" y="85"/>
                  </a:moveTo>
                  <a:cubicBezTo>
                    <a:pt x="18262" y="1782"/>
                    <a:pt x="14019" y="3974"/>
                    <a:pt x="10060" y="6731"/>
                  </a:cubicBezTo>
                  <a:cubicBezTo>
                    <a:pt x="8081" y="8075"/>
                    <a:pt x="6242" y="9630"/>
                    <a:pt x="4475" y="11186"/>
                  </a:cubicBezTo>
                  <a:cubicBezTo>
                    <a:pt x="2566" y="12953"/>
                    <a:pt x="1011" y="14791"/>
                    <a:pt x="91" y="17195"/>
                  </a:cubicBezTo>
                  <a:cubicBezTo>
                    <a:pt x="-404" y="18468"/>
                    <a:pt x="1222" y="19528"/>
                    <a:pt x="2283" y="18892"/>
                  </a:cubicBezTo>
                  <a:cubicBezTo>
                    <a:pt x="4263" y="17690"/>
                    <a:pt x="5818" y="16064"/>
                    <a:pt x="7444" y="14438"/>
                  </a:cubicBezTo>
                  <a:cubicBezTo>
                    <a:pt x="9070" y="12812"/>
                    <a:pt x="10697" y="11327"/>
                    <a:pt x="12464" y="9842"/>
                  </a:cubicBezTo>
                  <a:cubicBezTo>
                    <a:pt x="15928" y="6944"/>
                    <a:pt x="19675" y="4540"/>
                    <a:pt x="23705" y="2560"/>
                  </a:cubicBezTo>
                  <a:cubicBezTo>
                    <a:pt x="25049" y="1924"/>
                    <a:pt x="24130" y="-480"/>
                    <a:pt x="22645" y="85"/>
                  </a:cubicBezTo>
                  <a:lnTo>
                    <a:pt x="22645" y="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0" name="Google Shape;1740;p59"/>
            <p:cNvSpPr/>
            <p:nvPr/>
          </p:nvSpPr>
          <p:spPr>
            <a:xfrm flipH="1" rot="10800000">
              <a:off x="618180" y="273262"/>
              <a:ext cx="57932" cy="104885"/>
            </a:xfrm>
            <a:custGeom>
              <a:rect b="b" l="l" r="r" t="t"/>
              <a:pathLst>
                <a:path extrusionOk="0" h="23770" w="13129">
                  <a:moveTo>
                    <a:pt x="11003" y="738"/>
                  </a:moveTo>
                  <a:cubicBezTo>
                    <a:pt x="10295" y="2647"/>
                    <a:pt x="9306" y="4343"/>
                    <a:pt x="8387" y="6111"/>
                  </a:cubicBezTo>
                  <a:cubicBezTo>
                    <a:pt x="7468" y="7808"/>
                    <a:pt x="6690" y="9575"/>
                    <a:pt x="5771" y="11272"/>
                  </a:cubicBezTo>
                  <a:cubicBezTo>
                    <a:pt x="4003" y="14736"/>
                    <a:pt x="1953" y="18059"/>
                    <a:pt x="185" y="21524"/>
                  </a:cubicBezTo>
                  <a:cubicBezTo>
                    <a:pt x="-592" y="23079"/>
                    <a:pt x="1246" y="24493"/>
                    <a:pt x="2589" y="23362"/>
                  </a:cubicBezTo>
                  <a:cubicBezTo>
                    <a:pt x="5700" y="20675"/>
                    <a:pt x="7821" y="16787"/>
                    <a:pt x="9376" y="12969"/>
                  </a:cubicBezTo>
                  <a:cubicBezTo>
                    <a:pt x="10154" y="11130"/>
                    <a:pt x="10861" y="9292"/>
                    <a:pt x="11356" y="7383"/>
                  </a:cubicBezTo>
                  <a:cubicBezTo>
                    <a:pt x="11922" y="5333"/>
                    <a:pt x="12346" y="3283"/>
                    <a:pt x="13053" y="1303"/>
                  </a:cubicBezTo>
                  <a:cubicBezTo>
                    <a:pt x="13548" y="-40"/>
                    <a:pt x="11498" y="-535"/>
                    <a:pt x="11003" y="738"/>
                  </a:cubicBezTo>
                  <a:lnTo>
                    <a:pt x="11003" y="7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41" name="Google Shape;1741;p59"/>
          <p:cNvSpPr/>
          <p:nvPr/>
        </p:nvSpPr>
        <p:spPr>
          <a:xfrm flipH="1" rot="9547620">
            <a:off x="-721982" y="-298892"/>
            <a:ext cx="3133974" cy="1676787"/>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5" name="Shape 1745"/>
        <p:cNvGrpSpPr/>
        <p:nvPr/>
      </p:nvGrpSpPr>
      <p:grpSpPr>
        <a:xfrm>
          <a:off x="0" y="0"/>
          <a:ext cx="0" cy="0"/>
          <a:chOff x="0" y="0"/>
          <a:chExt cx="0" cy="0"/>
        </a:xfrm>
      </p:grpSpPr>
      <p:sp>
        <p:nvSpPr>
          <p:cNvPr id="1746" name="Google Shape;1746;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Best 3 moments</a:t>
            </a:r>
            <a:endParaRPr/>
          </a:p>
        </p:txBody>
      </p:sp>
      <p:pic>
        <p:nvPicPr>
          <p:cNvPr id="1747" name="Google Shape;1747;p60"/>
          <p:cNvPicPr preferRelativeResize="0"/>
          <p:nvPr>
            <p:ph idx="2" type="pic"/>
          </p:nvPr>
        </p:nvPicPr>
        <p:blipFill rotWithShape="1">
          <a:blip r:embed="rId3">
            <a:alphaModFix/>
          </a:blip>
          <a:srcRect b="12378" l="631" r="622" t="12371"/>
          <a:stretch/>
        </p:blipFill>
        <p:spPr>
          <a:xfrm rot="-317808">
            <a:off x="1012722" y="1992027"/>
            <a:ext cx="1917832" cy="1461546"/>
          </a:xfrm>
          <a:prstGeom prst="rect">
            <a:avLst/>
          </a:prstGeom>
          <a:noFill/>
          <a:ln>
            <a:noFill/>
          </a:ln>
          <a:effectLst>
            <a:outerShdw rotWithShape="0" algn="bl" dir="5400000" dist="57150">
              <a:srgbClr val="260D03">
                <a:alpha val="18000"/>
              </a:srgbClr>
            </a:outerShdw>
          </a:effectLst>
        </p:spPr>
      </p:pic>
      <p:sp>
        <p:nvSpPr>
          <p:cNvPr id="1748" name="Google Shape;1748;p60"/>
          <p:cNvSpPr/>
          <p:nvPr/>
        </p:nvSpPr>
        <p:spPr>
          <a:xfrm rot="-1139440">
            <a:off x="6821927" y="1153635"/>
            <a:ext cx="735734" cy="671740"/>
          </a:xfrm>
          <a:custGeom>
            <a:rect b="b" l="l" r="r" t="t"/>
            <a:pathLst>
              <a:path extrusionOk="0" h="26869" w="37453">
                <a:moveTo>
                  <a:pt x="20665" y="1179"/>
                </a:moveTo>
                <a:cubicBezTo>
                  <a:pt x="15537" y="-1383"/>
                  <a:pt x="8145" y="568"/>
                  <a:pt x="3741" y="4238"/>
                </a:cubicBezTo>
                <a:cubicBezTo>
                  <a:pt x="639" y="6823"/>
                  <a:pt x="-33" y="12982"/>
                  <a:pt x="2314" y="16268"/>
                </a:cubicBezTo>
                <a:cubicBezTo>
                  <a:pt x="9029" y="25671"/>
                  <a:pt x="32831" y="27257"/>
                  <a:pt x="36977" y="16472"/>
                </a:cubicBezTo>
                <a:cubicBezTo>
                  <a:pt x="40604" y="7037"/>
                  <a:pt x="21358" y="-476"/>
                  <a:pt x="11285" y="364"/>
                </a:cubicBezTo>
                <a:cubicBezTo>
                  <a:pt x="6064" y="799"/>
                  <a:pt x="545" y="6158"/>
                  <a:pt x="71" y="11375"/>
                </a:cubicBezTo>
                <a:cubicBezTo>
                  <a:pt x="-1068" y="23902"/>
                  <a:pt x="36570" y="33537"/>
                  <a:pt x="36570" y="20958"/>
                </a:cubicBezTo>
              </a:path>
            </a:pathLst>
          </a:custGeom>
          <a:noFill/>
          <a:ln cap="flat" cmpd="sng" w="19050">
            <a:solidFill>
              <a:schemeClr val="dk2"/>
            </a:solidFill>
            <a:prstDash val="solid"/>
            <a:round/>
            <a:headEnd len="med" w="med" type="none"/>
            <a:tailEnd len="med" w="med" type="none"/>
          </a:ln>
        </p:spPr>
      </p:sp>
      <p:sp>
        <p:nvSpPr>
          <p:cNvPr id="1749" name="Google Shape;1749;p60"/>
          <p:cNvSpPr/>
          <p:nvPr/>
        </p:nvSpPr>
        <p:spPr>
          <a:xfrm rot="7450082">
            <a:off x="1701698" y="1141707"/>
            <a:ext cx="539878" cy="695595"/>
          </a:xfrm>
          <a:custGeom>
            <a:rect b="b" l="l" r="r" t="t"/>
            <a:pathLst>
              <a:path extrusionOk="0" h="27824" w="27997">
                <a:moveTo>
                  <a:pt x="21400" y="1892"/>
                </a:moveTo>
                <a:cubicBezTo>
                  <a:pt x="14797" y="2993"/>
                  <a:pt x="5934" y="1094"/>
                  <a:pt x="1825" y="6378"/>
                </a:cubicBezTo>
                <a:cubicBezTo>
                  <a:pt x="-1923" y="11197"/>
                  <a:pt x="611" y="20658"/>
                  <a:pt x="5495" y="24321"/>
                </a:cubicBezTo>
                <a:cubicBezTo>
                  <a:pt x="11044" y="28482"/>
                  <a:pt x="22725" y="29657"/>
                  <a:pt x="26293" y="23709"/>
                </a:cubicBezTo>
                <a:cubicBezTo>
                  <a:pt x="30151" y="17277"/>
                  <a:pt x="26933" y="6193"/>
                  <a:pt x="20788" y="1892"/>
                </a:cubicBezTo>
                <a:cubicBezTo>
                  <a:pt x="16482" y="-1121"/>
                  <a:pt x="8802" y="-398"/>
                  <a:pt x="5087" y="3319"/>
                </a:cubicBezTo>
                <a:cubicBezTo>
                  <a:pt x="378" y="8031"/>
                  <a:pt x="-1074" y="20320"/>
                  <a:pt x="4883" y="23302"/>
                </a:cubicBezTo>
              </a:path>
            </a:pathLst>
          </a:custGeom>
          <a:noFill/>
          <a:ln cap="flat" cmpd="sng" w="19050">
            <a:solidFill>
              <a:schemeClr val="dk2"/>
            </a:solidFill>
            <a:prstDash val="solid"/>
            <a:round/>
            <a:headEnd len="med" w="med" type="none"/>
            <a:tailEnd len="med" w="med" type="none"/>
          </a:ln>
        </p:spPr>
      </p:sp>
      <p:sp>
        <p:nvSpPr>
          <p:cNvPr id="1750" name="Google Shape;1750;p60"/>
          <p:cNvSpPr txBox="1"/>
          <p:nvPr/>
        </p:nvSpPr>
        <p:spPr>
          <a:xfrm>
            <a:off x="1568587" y="1265705"/>
            <a:ext cx="806100" cy="447600"/>
          </a:xfrm>
          <a:prstGeom prst="rect">
            <a:avLst/>
          </a:prstGeom>
          <a:noFill/>
          <a:ln>
            <a:noFill/>
          </a:ln>
        </p:spPr>
        <p:txBody>
          <a:bodyPr anchorCtr="0" anchor="b" bIns="0" lIns="91425" spcFirstLastPara="1" rIns="91425" wrap="square" tIns="91425">
            <a:noAutofit/>
          </a:bodyPr>
          <a:lstStyle/>
          <a:p>
            <a:pPr indent="0" lvl="0" marL="0" rtl="0" algn="ctr">
              <a:spcBef>
                <a:spcPts val="0"/>
              </a:spcBef>
              <a:spcAft>
                <a:spcPts val="0"/>
              </a:spcAft>
              <a:buNone/>
            </a:pPr>
            <a:r>
              <a:rPr b="1" lang="en" sz="2500">
                <a:solidFill>
                  <a:schemeClr val="dk2"/>
                </a:solidFill>
                <a:latin typeface="Shadows Into Light Two"/>
                <a:ea typeface="Shadows Into Light Two"/>
                <a:cs typeface="Shadows Into Light Two"/>
                <a:sym typeface="Shadows Into Light Two"/>
              </a:rPr>
              <a:t>01</a:t>
            </a:r>
            <a:endParaRPr b="1" sz="2500">
              <a:solidFill>
                <a:schemeClr val="dk2"/>
              </a:solidFill>
              <a:latin typeface="Shadows Into Light Two"/>
              <a:ea typeface="Shadows Into Light Two"/>
              <a:cs typeface="Shadows Into Light Two"/>
              <a:sym typeface="Shadows Into Light Two"/>
            </a:endParaRPr>
          </a:p>
        </p:txBody>
      </p:sp>
      <p:sp>
        <p:nvSpPr>
          <p:cNvPr id="1751" name="Google Shape;1751;p60"/>
          <p:cNvSpPr txBox="1"/>
          <p:nvPr/>
        </p:nvSpPr>
        <p:spPr>
          <a:xfrm>
            <a:off x="4168950" y="1265705"/>
            <a:ext cx="806100" cy="447600"/>
          </a:xfrm>
          <a:prstGeom prst="rect">
            <a:avLst/>
          </a:prstGeom>
          <a:noFill/>
          <a:ln>
            <a:noFill/>
          </a:ln>
        </p:spPr>
        <p:txBody>
          <a:bodyPr anchorCtr="0" anchor="b" bIns="0" lIns="91425" spcFirstLastPara="1" rIns="91425" wrap="square" tIns="91425">
            <a:noAutofit/>
          </a:bodyPr>
          <a:lstStyle/>
          <a:p>
            <a:pPr indent="0" lvl="0" marL="0" rtl="0" algn="ctr">
              <a:spcBef>
                <a:spcPts val="0"/>
              </a:spcBef>
              <a:spcAft>
                <a:spcPts val="0"/>
              </a:spcAft>
              <a:buNone/>
            </a:pPr>
            <a:r>
              <a:rPr b="1" lang="en" sz="2500">
                <a:solidFill>
                  <a:schemeClr val="dk2"/>
                </a:solidFill>
                <a:latin typeface="Shadows Into Light Two"/>
                <a:ea typeface="Shadows Into Light Two"/>
                <a:cs typeface="Shadows Into Light Two"/>
                <a:sym typeface="Shadows Into Light Two"/>
              </a:rPr>
              <a:t>02</a:t>
            </a:r>
            <a:endParaRPr b="1" sz="2500">
              <a:solidFill>
                <a:schemeClr val="dk2"/>
              </a:solidFill>
              <a:latin typeface="Shadows Into Light Two"/>
              <a:ea typeface="Shadows Into Light Two"/>
              <a:cs typeface="Shadows Into Light Two"/>
              <a:sym typeface="Shadows Into Light Two"/>
            </a:endParaRPr>
          </a:p>
        </p:txBody>
      </p:sp>
      <p:sp>
        <p:nvSpPr>
          <p:cNvPr id="1752" name="Google Shape;1752;p60"/>
          <p:cNvSpPr txBox="1"/>
          <p:nvPr/>
        </p:nvSpPr>
        <p:spPr>
          <a:xfrm>
            <a:off x="6786745" y="1265705"/>
            <a:ext cx="806100" cy="447600"/>
          </a:xfrm>
          <a:prstGeom prst="rect">
            <a:avLst/>
          </a:prstGeom>
          <a:noFill/>
          <a:ln>
            <a:noFill/>
          </a:ln>
        </p:spPr>
        <p:txBody>
          <a:bodyPr anchorCtr="0" anchor="b" bIns="0" lIns="91425" spcFirstLastPara="1" rIns="91425" wrap="square" tIns="91425">
            <a:noAutofit/>
          </a:bodyPr>
          <a:lstStyle/>
          <a:p>
            <a:pPr indent="0" lvl="0" marL="0" rtl="0" algn="ctr">
              <a:spcBef>
                <a:spcPts val="0"/>
              </a:spcBef>
              <a:spcAft>
                <a:spcPts val="0"/>
              </a:spcAft>
              <a:buNone/>
            </a:pPr>
            <a:r>
              <a:rPr b="1" lang="en" sz="2500">
                <a:solidFill>
                  <a:schemeClr val="dk2"/>
                </a:solidFill>
                <a:latin typeface="Shadows Into Light Two"/>
                <a:ea typeface="Shadows Into Light Two"/>
                <a:cs typeface="Shadows Into Light Two"/>
                <a:sym typeface="Shadows Into Light Two"/>
              </a:rPr>
              <a:t>03</a:t>
            </a:r>
            <a:endParaRPr b="1" sz="2500">
              <a:solidFill>
                <a:schemeClr val="dk2"/>
              </a:solidFill>
              <a:latin typeface="Shadows Into Light Two"/>
              <a:ea typeface="Shadows Into Light Two"/>
              <a:cs typeface="Shadows Into Light Two"/>
              <a:sym typeface="Shadows Into Light Two"/>
            </a:endParaRPr>
          </a:p>
        </p:txBody>
      </p:sp>
      <p:sp>
        <p:nvSpPr>
          <p:cNvPr id="1753" name="Google Shape;1753;p60"/>
          <p:cNvSpPr/>
          <p:nvPr/>
        </p:nvSpPr>
        <p:spPr>
          <a:xfrm>
            <a:off x="4209388" y="1203159"/>
            <a:ext cx="725225" cy="572690"/>
          </a:xfrm>
          <a:custGeom>
            <a:rect b="b" l="l" r="r" t="t"/>
            <a:pathLst>
              <a:path extrusionOk="0" h="17820" w="29009">
                <a:moveTo>
                  <a:pt x="27726" y="3969"/>
                </a:moveTo>
                <a:cubicBezTo>
                  <a:pt x="19755" y="-14"/>
                  <a:pt x="2203" y="-1421"/>
                  <a:pt x="1218" y="7436"/>
                </a:cubicBezTo>
                <a:cubicBezTo>
                  <a:pt x="177" y="16803"/>
                  <a:pt x="28012" y="22319"/>
                  <a:pt x="28950" y="12941"/>
                </a:cubicBezTo>
                <a:cubicBezTo>
                  <a:pt x="29897" y="3472"/>
                  <a:pt x="9604" y="-3929"/>
                  <a:pt x="2442" y="2338"/>
                </a:cubicBezTo>
                <a:cubicBezTo>
                  <a:pt x="12" y="4465"/>
                  <a:pt x="-776" y="9234"/>
                  <a:pt x="1015" y="11921"/>
                </a:cubicBezTo>
                <a:cubicBezTo>
                  <a:pt x="3549" y="15723"/>
                  <a:pt x="9087" y="17223"/>
                  <a:pt x="13657" y="17223"/>
                </a:cubicBezTo>
              </a:path>
            </a:pathLst>
          </a:custGeom>
          <a:noFill/>
          <a:ln cap="flat" cmpd="sng" w="19050">
            <a:solidFill>
              <a:schemeClr val="dk2"/>
            </a:solidFill>
            <a:prstDash val="solid"/>
            <a:round/>
            <a:headEnd len="med" w="med" type="none"/>
            <a:tailEnd len="med" w="med" type="none"/>
          </a:ln>
        </p:spPr>
      </p:sp>
      <p:sp>
        <p:nvSpPr>
          <p:cNvPr id="1754" name="Google Shape;1754;p60"/>
          <p:cNvSpPr txBox="1"/>
          <p:nvPr/>
        </p:nvSpPr>
        <p:spPr>
          <a:xfrm flipH="1">
            <a:off x="954637" y="3897869"/>
            <a:ext cx="20340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ctor"/>
                <a:ea typeface="Actor"/>
                <a:cs typeface="Actor"/>
                <a:sym typeface="Actor"/>
              </a:rPr>
              <a:t>Venus is the second planet from the Sun</a:t>
            </a:r>
            <a:endParaRPr>
              <a:solidFill>
                <a:schemeClr val="dk1"/>
              </a:solidFill>
              <a:latin typeface="Actor"/>
              <a:ea typeface="Actor"/>
              <a:cs typeface="Actor"/>
              <a:sym typeface="Actor"/>
            </a:endParaRPr>
          </a:p>
        </p:txBody>
      </p:sp>
      <p:sp>
        <p:nvSpPr>
          <p:cNvPr id="1755" name="Google Shape;1755;p60"/>
          <p:cNvSpPr txBox="1"/>
          <p:nvPr/>
        </p:nvSpPr>
        <p:spPr>
          <a:xfrm flipH="1">
            <a:off x="954637" y="3620673"/>
            <a:ext cx="2034000" cy="353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XX/XX</a:t>
            </a:r>
            <a:endParaRPr b="1" sz="2000">
              <a:solidFill>
                <a:schemeClr val="dk1"/>
              </a:solidFill>
              <a:latin typeface="Shadows Into Light Two"/>
              <a:ea typeface="Shadows Into Light Two"/>
              <a:cs typeface="Shadows Into Light Two"/>
              <a:sym typeface="Shadows Into Light Two"/>
            </a:endParaRPr>
          </a:p>
        </p:txBody>
      </p:sp>
      <p:pic>
        <p:nvPicPr>
          <p:cNvPr id="1756" name="Google Shape;1756;p60"/>
          <p:cNvPicPr preferRelativeResize="0"/>
          <p:nvPr>
            <p:ph idx="3" type="pic"/>
          </p:nvPr>
        </p:nvPicPr>
        <p:blipFill rotWithShape="1">
          <a:blip r:embed="rId4">
            <a:alphaModFix/>
          </a:blip>
          <a:srcRect b="7004" l="8269" r="8027" t="11826"/>
          <a:stretch/>
        </p:blipFill>
        <p:spPr>
          <a:xfrm rot="258066">
            <a:off x="3582478" y="2083237"/>
            <a:ext cx="1979042" cy="1279126"/>
          </a:xfrm>
          <a:prstGeom prst="rect">
            <a:avLst/>
          </a:prstGeom>
          <a:noFill/>
          <a:ln>
            <a:noFill/>
          </a:ln>
          <a:effectLst>
            <a:outerShdw rotWithShape="0" algn="bl" dir="5400000" dist="57150">
              <a:srgbClr val="260D03">
                <a:alpha val="18000"/>
              </a:srgbClr>
            </a:outerShdw>
          </a:effectLst>
        </p:spPr>
      </p:pic>
      <p:sp>
        <p:nvSpPr>
          <p:cNvPr id="1757" name="Google Shape;1757;p60"/>
          <p:cNvSpPr txBox="1"/>
          <p:nvPr/>
        </p:nvSpPr>
        <p:spPr>
          <a:xfrm flipH="1">
            <a:off x="3555000" y="3897869"/>
            <a:ext cx="20340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ctor"/>
                <a:ea typeface="Actor"/>
                <a:cs typeface="Actor"/>
                <a:sym typeface="Actor"/>
              </a:rPr>
              <a:t>Mercury is the closest planet to the Sun</a:t>
            </a:r>
            <a:endParaRPr>
              <a:solidFill>
                <a:schemeClr val="dk1"/>
              </a:solidFill>
              <a:latin typeface="Actor"/>
              <a:ea typeface="Actor"/>
              <a:cs typeface="Actor"/>
              <a:sym typeface="Actor"/>
            </a:endParaRPr>
          </a:p>
        </p:txBody>
      </p:sp>
      <p:sp>
        <p:nvSpPr>
          <p:cNvPr id="1758" name="Google Shape;1758;p60"/>
          <p:cNvSpPr txBox="1"/>
          <p:nvPr/>
        </p:nvSpPr>
        <p:spPr>
          <a:xfrm flipH="1">
            <a:off x="3555000" y="3620673"/>
            <a:ext cx="2034000" cy="353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XX/XX</a:t>
            </a:r>
            <a:endParaRPr b="1" sz="2000">
              <a:solidFill>
                <a:schemeClr val="dk1"/>
              </a:solidFill>
              <a:latin typeface="Shadows Into Light Two"/>
              <a:ea typeface="Shadows Into Light Two"/>
              <a:cs typeface="Shadows Into Light Two"/>
              <a:sym typeface="Shadows Into Light Two"/>
            </a:endParaRPr>
          </a:p>
        </p:txBody>
      </p:sp>
      <p:sp>
        <p:nvSpPr>
          <p:cNvPr id="1759" name="Google Shape;1759;p60"/>
          <p:cNvSpPr txBox="1"/>
          <p:nvPr/>
        </p:nvSpPr>
        <p:spPr>
          <a:xfrm flipH="1">
            <a:off x="6172795" y="3897869"/>
            <a:ext cx="20340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ctor"/>
                <a:ea typeface="Actor"/>
                <a:cs typeface="Actor"/>
                <a:sym typeface="Actor"/>
              </a:rPr>
              <a:t>Despite being red, Mars is a very cold place</a:t>
            </a:r>
            <a:endParaRPr>
              <a:solidFill>
                <a:schemeClr val="dk1"/>
              </a:solidFill>
              <a:latin typeface="Actor"/>
              <a:ea typeface="Actor"/>
              <a:cs typeface="Actor"/>
              <a:sym typeface="Actor"/>
            </a:endParaRPr>
          </a:p>
        </p:txBody>
      </p:sp>
      <p:sp>
        <p:nvSpPr>
          <p:cNvPr id="1760" name="Google Shape;1760;p60"/>
          <p:cNvSpPr txBox="1"/>
          <p:nvPr/>
        </p:nvSpPr>
        <p:spPr>
          <a:xfrm flipH="1">
            <a:off x="6172795" y="3620673"/>
            <a:ext cx="2034000" cy="353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XX/XX</a:t>
            </a:r>
            <a:endParaRPr b="1" sz="2000">
              <a:solidFill>
                <a:schemeClr val="dk1"/>
              </a:solidFill>
              <a:latin typeface="Shadows Into Light Two"/>
              <a:ea typeface="Shadows Into Light Two"/>
              <a:cs typeface="Shadows Into Light Two"/>
              <a:sym typeface="Shadows Into Light Two"/>
            </a:endParaRPr>
          </a:p>
        </p:txBody>
      </p:sp>
      <p:pic>
        <p:nvPicPr>
          <p:cNvPr id="1761" name="Google Shape;1761;p60"/>
          <p:cNvPicPr preferRelativeResize="0"/>
          <p:nvPr>
            <p:ph idx="4" type="pic"/>
          </p:nvPr>
        </p:nvPicPr>
        <p:blipFill rotWithShape="1">
          <a:blip r:embed="rId5">
            <a:alphaModFix/>
          </a:blip>
          <a:srcRect b="0" l="4111" r="4111" t="0"/>
          <a:stretch/>
        </p:blipFill>
        <p:spPr>
          <a:xfrm rot="141929">
            <a:off x="6183504" y="1992012"/>
            <a:ext cx="2012590" cy="1461577"/>
          </a:xfrm>
          <a:prstGeom prst="rect">
            <a:avLst/>
          </a:prstGeom>
          <a:noFill/>
          <a:ln>
            <a:noFill/>
          </a:ln>
          <a:effectLst>
            <a:outerShdw rotWithShape="0" algn="bl" dir="5400000" dist="57150">
              <a:srgbClr val="260D03">
                <a:alpha val="18000"/>
              </a:srgbClr>
            </a:outerShdw>
          </a:effectLst>
        </p:spPr>
      </p:pic>
      <p:sp>
        <p:nvSpPr>
          <p:cNvPr id="1762" name="Google Shape;1762;p60"/>
          <p:cNvSpPr/>
          <p:nvPr/>
        </p:nvSpPr>
        <p:spPr>
          <a:xfrm rot="7074912">
            <a:off x="-883959" y="3858954"/>
            <a:ext cx="2824865" cy="3797478"/>
          </a:xfrm>
          <a:custGeom>
            <a:rect b="b" l="l" r="r" t="t"/>
            <a:pathLst>
              <a:path extrusionOk="0" h="2286616" w="1700966">
                <a:moveTo>
                  <a:pt x="1700967" y="1750199"/>
                </a:moveTo>
                <a:cubicBezTo>
                  <a:pt x="1691980" y="1731661"/>
                  <a:pt x="1684213" y="1712809"/>
                  <a:pt x="1685654" y="1691640"/>
                </a:cubicBezTo>
                <a:cubicBezTo>
                  <a:pt x="1691666" y="1653279"/>
                  <a:pt x="1680769" y="1613854"/>
                  <a:pt x="1688097" y="1575994"/>
                </a:cubicBezTo>
                <a:cubicBezTo>
                  <a:pt x="1696990" y="1544428"/>
                  <a:pt x="1702721" y="1513457"/>
                  <a:pt x="1690445" y="1480545"/>
                </a:cubicBezTo>
                <a:cubicBezTo>
                  <a:pt x="1677669" y="1453395"/>
                  <a:pt x="1668775" y="1424398"/>
                  <a:pt x="1650644" y="1399815"/>
                </a:cubicBezTo>
                <a:cubicBezTo>
                  <a:pt x="1646761" y="1379304"/>
                  <a:pt x="1661259" y="1358041"/>
                  <a:pt x="1657815" y="1335870"/>
                </a:cubicBezTo>
                <a:cubicBezTo>
                  <a:pt x="1654464" y="1306340"/>
                  <a:pt x="1684464" y="1288835"/>
                  <a:pt x="1672314" y="1260400"/>
                </a:cubicBezTo>
                <a:cubicBezTo>
                  <a:pt x="1640717" y="1189848"/>
                  <a:pt x="1665831" y="1198052"/>
                  <a:pt x="1653055" y="1148167"/>
                </a:cubicBezTo>
                <a:cubicBezTo>
                  <a:pt x="1643817" y="1137583"/>
                  <a:pt x="1650769" y="1123585"/>
                  <a:pt x="1640185" y="1115443"/>
                </a:cubicBezTo>
                <a:cubicBezTo>
                  <a:pt x="1638243" y="1113971"/>
                  <a:pt x="1640811" y="1110527"/>
                  <a:pt x="1642909" y="1108929"/>
                </a:cubicBezTo>
                <a:cubicBezTo>
                  <a:pt x="1649485" y="1103888"/>
                  <a:pt x="1648953" y="1096247"/>
                  <a:pt x="1650988" y="1089326"/>
                </a:cubicBezTo>
                <a:cubicBezTo>
                  <a:pt x="1655341" y="1074546"/>
                  <a:pt x="1646197" y="1057040"/>
                  <a:pt x="1660195" y="1044170"/>
                </a:cubicBezTo>
                <a:cubicBezTo>
                  <a:pt x="1661134" y="1043324"/>
                  <a:pt x="1660664" y="1039911"/>
                  <a:pt x="1659756" y="1038283"/>
                </a:cubicBezTo>
                <a:cubicBezTo>
                  <a:pt x="1633827" y="966289"/>
                  <a:pt x="1609026" y="892417"/>
                  <a:pt x="1593212" y="817511"/>
                </a:cubicBezTo>
                <a:cubicBezTo>
                  <a:pt x="1592178" y="803169"/>
                  <a:pt x="1582909" y="787919"/>
                  <a:pt x="1588734" y="775048"/>
                </a:cubicBezTo>
                <a:cubicBezTo>
                  <a:pt x="1603483" y="731364"/>
                  <a:pt x="1591302" y="687209"/>
                  <a:pt x="1598191" y="642398"/>
                </a:cubicBezTo>
                <a:cubicBezTo>
                  <a:pt x="1600258" y="628963"/>
                  <a:pt x="1583034" y="619788"/>
                  <a:pt x="1592679" y="605947"/>
                </a:cubicBezTo>
                <a:cubicBezTo>
                  <a:pt x="1602231" y="583400"/>
                  <a:pt x="1591552" y="562231"/>
                  <a:pt x="1590393" y="539841"/>
                </a:cubicBezTo>
                <a:cubicBezTo>
                  <a:pt x="1596469" y="512753"/>
                  <a:pt x="1580279" y="507649"/>
                  <a:pt x="1577241" y="487576"/>
                </a:cubicBezTo>
                <a:cubicBezTo>
                  <a:pt x="1586573" y="461083"/>
                  <a:pt x="1563306" y="442106"/>
                  <a:pt x="1564151" y="415864"/>
                </a:cubicBezTo>
                <a:cubicBezTo>
                  <a:pt x="1561490" y="399393"/>
                  <a:pt x="1567095" y="380604"/>
                  <a:pt x="1554318" y="366731"/>
                </a:cubicBezTo>
                <a:cubicBezTo>
                  <a:pt x="1532492" y="348005"/>
                  <a:pt x="1556260" y="315468"/>
                  <a:pt x="1531521" y="301063"/>
                </a:cubicBezTo>
                <a:cubicBezTo>
                  <a:pt x="1526354" y="298589"/>
                  <a:pt x="1529360" y="292984"/>
                  <a:pt x="1528953" y="288506"/>
                </a:cubicBezTo>
                <a:cubicBezTo>
                  <a:pt x="1534433" y="230448"/>
                  <a:pt x="1509757" y="257191"/>
                  <a:pt x="1519997" y="209592"/>
                </a:cubicBezTo>
                <a:cubicBezTo>
                  <a:pt x="1511323" y="187264"/>
                  <a:pt x="1523912" y="163559"/>
                  <a:pt x="1516271" y="141482"/>
                </a:cubicBezTo>
                <a:cubicBezTo>
                  <a:pt x="1495853" y="100490"/>
                  <a:pt x="1502774" y="37610"/>
                  <a:pt x="1463004" y="9739"/>
                </a:cubicBezTo>
                <a:cubicBezTo>
                  <a:pt x="1439267" y="-1190"/>
                  <a:pt x="1413933" y="9833"/>
                  <a:pt x="1389319" y="2161"/>
                </a:cubicBezTo>
                <a:cubicBezTo>
                  <a:pt x="1381960" y="-188"/>
                  <a:pt x="1371094" y="-1722"/>
                  <a:pt x="1364361" y="3570"/>
                </a:cubicBezTo>
                <a:cubicBezTo>
                  <a:pt x="1323245" y="27902"/>
                  <a:pt x="1274049" y="5418"/>
                  <a:pt x="1230583" y="19603"/>
                </a:cubicBezTo>
                <a:cubicBezTo>
                  <a:pt x="1217963" y="32975"/>
                  <a:pt x="1155020" y="38111"/>
                  <a:pt x="1138079" y="30658"/>
                </a:cubicBezTo>
                <a:cubicBezTo>
                  <a:pt x="1119885" y="25992"/>
                  <a:pt x="1106137" y="52829"/>
                  <a:pt x="1084530" y="46315"/>
                </a:cubicBezTo>
                <a:cubicBezTo>
                  <a:pt x="1058319" y="37516"/>
                  <a:pt x="1052432" y="73090"/>
                  <a:pt x="1031420" y="72025"/>
                </a:cubicBezTo>
                <a:cubicBezTo>
                  <a:pt x="1006681" y="74499"/>
                  <a:pt x="981910" y="68204"/>
                  <a:pt x="958142" y="78758"/>
                </a:cubicBezTo>
                <a:cubicBezTo>
                  <a:pt x="941170" y="68017"/>
                  <a:pt x="917464" y="67077"/>
                  <a:pt x="902276" y="51420"/>
                </a:cubicBezTo>
                <a:cubicBezTo>
                  <a:pt x="878383" y="46754"/>
                  <a:pt x="851421" y="50261"/>
                  <a:pt x="829594" y="35292"/>
                </a:cubicBezTo>
                <a:cubicBezTo>
                  <a:pt x="827465" y="33820"/>
                  <a:pt x="822642" y="33664"/>
                  <a:pt x="820544" y="35073"/>
                </a:cubicBezTo>
                <a:cubicBezTo>
                  <a:pt x="809897" y="42244"/>
                  <a:pt x="792298" y="34760"/>
                  <a:pt x="786097" y="51670"/>
                </a:cubicBezTo>
                <a:cubicBezTo>
                  <a:pt x="785346" y="53706"/>
                  <a:pt x="779646" y="54238"/>
                  <a:pt x="776139" y="54927"/>
                </a:cubicBezTo>
                <a:cubicBezTo>
                  <a:pt x="742068" y="63695"/>
                  <a:pt x="698415" y="104812"/>
                  <a:pt x="661933" y="88371"/>
                </a:cubicBezTo>
                <a:cubicBezTo>
                  <a:pt x="651161" y="77630"/>
                  <a:pt x="643958" y="83330"/>
                  <a:pt x="635785" y="90877"/>
                </a:cubicBezTo>
                <a:cubicBezTo>
                  <a:pt x="631651" y="94697"/>
                  <a:pt x="630274" y="101586"/>
                  <a:pt x="621161" y="99551"/>
                </a:cubicBezTo>
                <a:cubicBezTo>
                  <a:pt x="569460" y="86085"/>
                  <a:pt x="516036" y="81388"/>
                  <a:pt x="462456" y="88966"/>
                </a:cubicBezTo>
                <a:cubicBezTo>
                  <a:pt x="436903" y="87213"/>
                  <a:pt x="415922" y="98924"/>
                  <a:pt x="392655" y="104780"/>
                </a:cubicBezTo>
                <a:cubicBezTo>
                  <a:pt x="382540" y="103465"/>
                  <a:pt x="372050" y="99739"/>
                  <a:pt x="364753" y="111231"/>
                </a:cubicBezTo>
                <a:cubicBezTo>
                  <a:pt x="347812" y="112797"/>
                  <a:pt x="342394" y="93069"/>
                  <a:pt x="334628" y="119592"/>
                </a:cubicBezTo>
                <a:cubicBezTo>
                  <a:pt x="326517" y="114018"/>
                  <a:pt x="318908" y="107411"/>
                  <a:pt x="309012" y="117275"/>
                </a:cubicBezTo>
                <a:cubicBezTo>
                  <a:pt x="295860" y="130396"/>
                  <a:pt x="280672" y="139728"/>
                  <a:pt x="260756" y="136565"/>
                </a:cubicBezTo>
                <a:cubicBezTo>
                  <a:pt x="238867" y="147275"/>
                  <a:pt x="217134" y="160239"/>
                  <a:pt x="191236" y="154070"/>
                </a:cubicBezTo>
                <a:cubicBezTo>
                  <a:pt x="162520" y="151377"/>
                  <a:pt x="143136" y="171983"/>
                  <a:pt x="116362" y="170511"/>
                </a:cubicBezTo>
                <a:cubicBezTo>
                  <a:pt x="100986" y="170417"/>
                  <a:pt x="83450" y="166064"/>
                  <a:pt x="74838" y="185699"/>
                </a:cubicBezTo>
                <a:cubicBezTo>
                  <a:pt x="40047" y="195970"/>
                  <a:pt x="49786" y="211346"/>
                  <a:pt x="25799" y="223277"/>
                </a:cubicBezTo>
                <a:cubicBezTo>
                  <a:pt x="18941" y="233141"/>
                  <a:pt x="18127" y="247828"/>
                  <a:pt x="7135" y="256314"/>
                </a:cubicBezTo>
                <a:cubicBezTo>
                  <a:pt x="308" y="263830"/>
                  <a:pt x="-3387" y="273381"/>
                  <a:pt x="4254" y="284529"/>
                </a:cubicBezTo>
                <a:cubicBezTo>
                  <a:pt x="13054" y="297337"/>
                  <a:pt x="2876" y="316157"/>
                  <a:pt x="16436" y="328151"/>
                </a:cubicBezTo>
                <a:cubicBezTo>
                  <a:pt x="6603" y="350009"/>
                  <a:pt x="19097" y="369330"/>
                  <a:pt x="24390" y="389059"/>
                </a:cubicBezTo>
                <a:cubicBezTo>
                  <a:pt x="29212" y="407002"/>
                  <a:pt x="24014" y="428547"/>
                  <a:pt x="41863" y="442388"/>
                </a:cubicBezTo>
                <a:cubicBezTo>
                  <a:pt x="34442" y="464935"/>
                  <a:pt x="41018" y="489267"/>
                  <a:pt x="34912" y="512283"/>
                </a:cubicBezTo>
                <a:cubicBezTo>
                  <a:pt x="34003" y="514475"/>
                  <a:pt x="35381" y="516668"/>
                  <a:pt x="37448" y="517388"/>
                </a:cubicBezTo>
                <a:cubicBezTo>
                  <a:pt x="62062" y="527409"/>
                  <a:pt x="41300" y="553557"/>
                  <a:pt x="46122" y="571907"/>
                </a:cubicBezTo>
                <a:cubicBezTo>
                  <a:pt x="48220" y="584715"/>
                  <a:pt x="48346" y="595801"/>
                  <a:pt x="35945" y="603473"/>
                </a:cubicBezTo>
                <a:cubicBezTo>
                  <a:pt x="29651" y="612398"/>
                  <a:pt x="41926" y="627241"/>
                  <a:pt x="27208" y="635039"/>
                </a:cubicBezTo>
                <a:cubicBezTo>
                  <a:pt x="22793" y="638859"/>
                  <a:pt x="22761" y="645592"/>
                  <a:pt x="24202" y="651291"/>
                </a:cubicBezTo>
                <a:cubicBezTo>
                  <a:pt x="28930" y="670080"/>
                  <a:pt x="18189" y="686364"/>
                  <a:pt x="15527" y="703932"/>
                </a:cubicBezTo>
                <a:cubicBezTo>
                  <a:pt x="8701" y="735904"/>
                  <a:pt x="26832" y="753754"/>
                  <a:pt x="42803" y="776113"/>
                </a:cubicBezTo>
                <a:cubicBezTo>
                  <a:pt x="47845" y="793900"/>
                  <a:pt x="72677" y="786384"/>
                  <a:pt x="74807" y="805674"/>
                </a:cubicBezTo>
                <a:cubicBezTo>
                  <a:pt x="81101" y="830946"/>
                  <a:pt x="77124" y="858847"/>
                  <a:pt x="93815" y="881551"/>
                </a:cubicBezTo>
                <a:cubicBezTo>
                  <a:pt x="95099" y="883304"/>
                  <a:pt x="93095" y="884119"/>
                  <a:pt x="91717" y="884651"/>
                </a:cubicBezTo>
                <a:cubicBezTo>
                  <a:pt x="85955" y="886937"/>
                  <a:pt x="86863" y="888972"/>
                  <a:pt x="91623" y="891603"/>
                </a:cubicBezTo>
                <a:cubicBezTo>
                  <a:pt x="133773" y="944056"/>
                  <a:pt x="33534" y="971582"/>
                  <a:pt x="75684" y="1034274"/>
                </a:cubicBezTo>
                <a:cubicBezTo>
                  <a:pt x="83262" y="1047677"/>
                  <a:pt x="97667" y="1057949"/>
                  <a:pt x="98043" y="1075485"/>
                </a:cubicBezTo>
                <a:cubicBezTo>
                  <a:pt x="98137" y="1080276"/>
                  <a:pt x="103679" y="1080715"/>
                  <a:pt x="106435" y="1083220"/>
                </a:cubicBezTo>
                <a:cubicBezTo>
                  <a:pt x="128512" y="1097343"/>
                  <a:pt x="109473" y="1117917"/>
                  <a:pt x="113043" y="1137270"/>
                </a:cubicBezTo>
                <a:cubicBezTo>
                  <a:pt x="113700" y="1141528"/>
                  <a:pt x="113356" y="1146852"/>
                  <a:pt x="109786" y="1148825"/>
                </a:cubicBezTo>
                <a:cubicBezTo>
                  <a:pt x="85266" y="1160317"/>
                  <a:pt x="110099" y="1189628"/>
                  <a:pt x="97322" y="1197019"/>
                </a:cubicBezTo>
                <a:cubicBezTo>
                  <a:pt x="81320" y="1201340"/>
                  <a:pt x="98826" y="1219816"/>
                  <a:pt x="93815" y="1231309"/>
                </a:cubicBezTo>
                <a:cubicBezTo>
                  <a:pt x="93721" y="1240390"/>
                  <a:pt x="93032" y="1248939"/>
                  <a:pt x="102082" y="1256486"/>
                </a:cubicBezTo>
                <a:cubicBezTo>
                  <a:pt x="121310" y="1271893"/>
                  <a:pt x="111947" y="1305494"/>
                  <a:pt x="139974" y="1312571"/>
                </a:cubicBezTo>
                <a:cubicBezTo>
                  <a:pt x="151184" y="1316266"/>
                  <a:pt x="151529" y="1325818"/>
                  <a:pt x="141665" y="1333302"/>
                </a:cubicBezTo>
                <a:cubicBezTo>
                  <a:pt x="136466" y="1337216"/>
                  <a:pt x="138189" y="1341882"/>
                  <a:pt x="139535" y="1345985"/>
                </a:cubicBezTo>
                <a:cubicBezTo>
                  <a:pt x="147990" y="1371726"/>
                  <a:pt x="139473" y="1397467"/>
                  <a:pt x="138157" y="1422894"/>
                </a:cubicBezTo>
                <a:cubicBezTo>
                  <a:pt x="139880" y="1442216"/>
                  <a:pt x="125850" y="1469992"/>
                  <a:pt x="136028" y="1485869"/>
                </a:cubicBezTo>
                <a:cubicBezTo>
                  <a:pt x="158857" y="1492414"/>
                  <a:pt x="121498" y="1510702"/>
                  <a:pt x="122719" y="1564407"/>
                </a:cubicBezTo>
                <a:cubicBezTo>
                  <a:pt x="102489" y="1620900"/>
                  <a:pt x="170161" y="1641505"/>
                  <a:pt x="157385" y="1676828"/>
                </a:cubicBezTo>
                <a:cubicBezTo>
                  <a:pt x="151153" y="1696651"/>
                  <a:pt x="179023" y="1713623"/>
                  <a:pt x="163616" y="1735669"/>
                </a:cubicBezTo>
                <a:cubicBezTo>
                  <a:pt x="162207" y="1757308"/>
                  <a:pt x="179994" y="1778508"/>
                  <a:pt x="175485" y="1802464"/>
                </a:cubicBezTo>
                <a:cubicBezTo>
                  <a:pt x="168752" y="1813487"/>
                  <a:pt x="196403" y="1839698"/>
                  <a:pt x="173168" y="1835596"/>
                </a:cubicBezTo>
                <a:cubicBezTo>
                  <a:pt x="168188" y="1834437"/>
                  <a:pt x="166748" y="1837882"/>
                  <a:pt x="165934" y="1841702"/>
                </a:cubicBezTo>
                <a:cubicBezTo>
                  <a:pt x="165276" y="1844771"/>
                  <a:pt x="164337" y="1848717"/>
                  <a:pt x="168408" y="1849625"/>
                </a:cubicBezTo>
                <a:cubicBezTo>
                  <a:pt x="197092" y="1855136"/>
                  <a:pt x="133523" y="1898727"/>
                  <a:pt x="144671" y="1919927"/>
                </a:cubicBezTo>
                <a:cubicBezTo>
                  <a:pt x="145203" y="1922370"/>
                  <a:pt x="142541" y="1924123"/>
                  <a:pt x="140381" y="1925877"/>
                </a:cubicBezTo>
                <a:cubicBezTo>
                  <a:pt x="128011" y="1936461"/>
                  <a:pt x="130235" y="1977296"/>
                  <a:pt x="145360" y="1984374"/>
                </a:cubicBezTo>
                <a:cubicBezTo>
                  <a:pt x="162239" y="1977954"/>
                  <a:pt x="161988" y="1992390"/>
                  <a:pt x="165996" y="2001378"/>
                </a:cubicBezTo>
                <a:cubicBezTo>
                  <a:pt x="171007" y="2012369"/>
                  <a:pt x="186007" y="2012776"/>
                  <a:pt x="187698" y="2026492"/>
                </a:cubicBezTo>
                <a:cubicBezTo>
                  <a:pt x="191643" y="2043058"/>
                  <a:pt x="211528" y="2050448"/>
                  <a:pt x="203762" y="2069425"/>
                </a:cubicBezTo>
                <a:cubicBezTo>
                  <a:pt x="193554" y="2088997"/>
                  <a:pt x="208522" y="2108256"/>
                  <a:pt x="204608" y="2127264"/>
                </a:cubicBezTo>
                <a:cubicBezTo>
                  <a:pt x="195934" y="2151940"/>
                  <a:pt x="237363" y="2158579"/>
                  <a:pt x="228125" y="2183725"/>
                </a:cubicBezTo>
                <a:cubicBezTo>
                  <a:pt x="218512" y="2210468"/>
                  <a:pt x="241121" y="2230573"/>
                  <a:pt x="245223" y="2255875"/>
                </a:cubicBezTo>
                <a:cubicBezTo>
                  <a:pt x="252457" y="2285750"/>
                  <a:pt x="290223" y="2267587"/>
                  <a:pt x="309106" y="2258600"/>
                </a:cubicBezTo>
                <a:cubicBezTo>
                  <a:pt x="328897" y="2245197"/>
                  <a:pt x="321601" y="2264706"/>
                  <a:pt x="331778" y="2272723"/>
                </a:cubicBezTo>
                <a:cubicBezTo>
                  <a:pt x="340077" y="2247044"/>
                  <a:pt x="367008" y="2266522"/>
                  <a:pt x="383323" y="2252462"/>
                </a:cubicBezTo>
                <a:cubicBezTo>
                  <a:pt x="402143" y="2241627"/>
                  <a:pt x="422623" y="2249487"/>
                  <a:pt x="441757" y="2247295"/>
                </a:cubicBezTo>
                <a:cubicBezTo>
                  <a:pt x="467560" y="2233015"/>
                  <a:pt x="472039" y="2293516"/>
                  <a:pt x="481934" y="2279205"/>
                </a:cubicBezTo>
                <a:cubicBezTo>
                  <a:pt x="489043" y="2272253"/>
                  <a:pt x="494178" y="2275510"/>
                  <a:pt x="498625" y="2281648"/>
                </a:cubicBezTo>
                <a:cubicBezTo>
                  <a:pt x="516005" y="2298933"/>
                  <a:pt x="500159" y="2265082"/>
                  <a:pt x="565764" y="2271251"/>
                </a:cubicBezTo>
                <a:cubicBezTo>
                  <a:pt x="596140" y="2267399"/>
                  <a:pt x="678875" y="2222493"/>
                  <a:pt x="696286" y="2252650"/>
                </a:cubicBezTo>
                <a:cubicBezTo>
                  <a:pt x="702236" y="2265051"/>
                  <a:pt x="706902" y="2277733"/>
                  <a:pt x="724344" y="2267086"/>
                </a:cubicBezTo>
                <a:cubicBezTo>
                  <a:pt x="753436" y="2280113"/>
                  <a:pt x="771035" y="2254873"/>
                  <a:pt x="796056" y="2247639"/>
                </a:cubicBezTo>
                <a:cubicBezTo>
                  <a:pt x="808895" y="2250614"/>
                  <a:pt x="813122" y="2235176"/>
                  <a:pt x="824521" y="2235270"/>
                </a:cubicBezTo>
                <a:cubicBezTo>
                  <a:pt x="848884" y="2237274"/>
                  <a:pt x="873153" y="2252712"/>
                  <a:pt x="898111" y="2235489"/>
                </a:cubicBezTo>
                <a:cubicBezTo>
                  <a:pt x="900084" y="2234111"/>
                  <a:pt x="911452" y="2231731"/>
                  <a:pt x="916274" y="2239404"/>
                </a:cubicBezTo>
                <a:cubicBezTo>
                  <a:pt x="938414" y="2251115"/>
                  <a:pt x="961587" y="2224153"/>
                  <a:pt x="985136" y="2232232"/>
                </a:cubicBezTo>
                <a:cubicBezTo>
                  <a:pt x="1004645" y="2236491"/>
                  <a:pt x="1020647" y="2214696"/>
                  <a:pt x="1040689" y="2233047"/>
                </a:cubicBezTo>
                <a:cubicBezTo>
                  <a:pt x="1093361" y="2202702"/>
                  <a:pt x="1153548" y="2227097"/>
                  <a:pt x="1208412" y="2215134"/>
                </a:cubicBezTo>
                <a:cubicBezTo>
                  <a:pt x="1230333" y="2206711"/>
                  <a:pt x="1252723" y="2197379"/>
                  <a:pt x="1277337" y="2204800"/>
                </a:cubicBezTo>
                <a:cubicBezTo>
                  <a:pt x="1282128" y="2206241"/>
                  <a:pt x="1286763" y="2205301"/>
                  <a:pt x="1290270" y="2201450"/>
                </a:cubicBezTo>
                <a:cubicBezTo>
                  <a:pt x="1301731" y="2185792"/>
                  <a:pt x="1327128" y="2197692"/>
                  <a:pt x="1333954" y="2178089"/>
                </a:cubicBezTo>
                <a:cubicBezTo>
                  <a:pt x="1343599" y="2165719"/>
                  <a:pt x="1359915" y="2193934"/>
                  <a:pt x="1375353" y="2181596"/>
                </a:cubicBezTo>
                <a:cubicBezTo>
                  <a:pt x="1415123" y="2161554"/>
                  <a:pt x="1406981" y="2204425"/>
                  <a:pt x="1423077" y="2180938"/>
                </a:cubicBezTo>
                <a:cubicBezTo>
                  <a:pt x="1452701" y="2214602"/>
                  <a:pt x="1538223" y="2211627"/>
                  <a:pt x="1552252" y="2161085"/>
                </a:cubicBezTo>
                <a:cubicBezTo>
                  <a:pt x="1553849" y="2156669"/>
                  <a:pt x="1556886" y="2152254"/>
                  <a:pt x="1561051" y="2154289"/>
                </a:cubicBezTo>
                <a:cubicBezTo>
                  <a:pt x="1592585" y="2161366"/>
                  <a:pt x="1623274" y="2146492"/>
                  <a:pt x="1655216" y="2158423"/>
                </a:cubicBezTo>
                <a:cubicBezTo>
                  <a:pt x="1671562" y="2161304"/>
                  <a:pt x="1686030" y="2153350"/>
                  <a:pt x="1700936" y="2146805"/>
                </a:cubicBezTo>
                <a:lnTo>
                  <a:pt x="1700936" y="175035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63" name="Google Shape;1763;p60"/>
          <p:cNvGrpSpPr/>
          <p:nvPr/>
        </p:nvGrpSpPr>
        <p:grpSpPr>
          <a:xfrm>
            <a:off x="8354154" y="673013"/>
            <a:ext cx="372269" cy="379182"/>
            <a:chOff x="8167854" y="947588"/>
            <a:chExt cx="372269" cy="379182"/>
          </a:xfrm>
        </p:grpSpPr>
        <p:sp>
          <p:nvSpPr>
            <p:cNvPr id="1764" name="Google Shape;1764;p60"/>
            <p:cNvSpPr/>
            <p:nvPr/>
          </p:nvSpPr>
          <p:spPr>
            <a:xfrm flipH="1">
              <a:off x="8167854" y="1128661"/>
              <a:ext cx="206653" cy="198108"/>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5" name="Google Shape;1765;p60"/>
            <p:cNvSpPr/>
            <p:nvPr/>
          </p:nvSpPr>
          <p:spPr>
            <a:xfrm flipH="1" rot="-868596">
              <a:off x="8384741" y="963039"/>
              <a:ext cx="140751" cy="134931"/>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9" name="Shape 1769"/>
        <p:cNvGrpSpPr/>
        <p:nvPr/>
      </p:nvGrpSpPr>
      <p:grpSpPr>
        <a:xfrm>
          <a:off x="0" y="0"/>
          <a:ext cx="0" cy="0"/>
          <a:chOff x="0" y="0"/>
          <a:chExt cx="0" cy="0"/>
        </a:xfrm>
      </p:grpSpPr>
      <p:sp>
        <p:nvSpPr>
          <p:cNvPr id="1770" name="Google Shape;1770;p61"/>
          <p:cNvSpPr txBox="1"/>
          <p:nvPr/>
        </p:nvSpPr>
        <p:spPr>
          <a:xfrm flipH="1">
            <a:off x="5908060" y="1278601"/>
            <a:ext cx="2143200" cy="384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Venus</a:t>
            </a:r>
            <a:endParaRPr b="1" sz="2000">
              <a:solidFill>
                <a:schemeClr val="dk1"/>
              </a:solidFill>
              <a:latin typeface="Shadows Into Light Two"/>
              <a:ea typeface="Shadows Into Light Two"/>
              <a:cs typeface="Shadows Into Light Two"/>
              <a:sym typeface="Shadows Into Light Two"/>
            </a:endParaRPr>
          </a:p>
        </p:txBody>
      </p:sp>
      <p:sp>
        <p:nvSpPr>
          <p:cNvPr id="1771" name="Google Shape;1771;p61"/>
          <p:cNvSpPr txBox="1"/>
          <p:nvPr/>
        </p:nvSpPr>
        <p:spPr>
          <a:xfrm flipH="1">
            <a:off x="5908060" y="3487577"/>
            <a:ext cx="2143200" cy="384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Mars</a:t>
            </a:r>
            <a:endParaRPr b="1" sz="2000">
              <a:solidFill>
                <a:schemeClr val="dk1"/>
              </a:solidFill>
              <a:latin typeface="Shadows Into Light Two"/>
              <a:ea typeface="Shadows Into Light Two"/>
              <a:cs typeface="Shadows Into Light Two"/>
              <a:sym typeface="Shadows Into Light Two"/>
            </a:endParaRPr>
          </a:p>
        </p:txBody>
      </p:sp>
      <p:sp>
        <p:nvSpPr>
          <p:cNvPr id="1772" name="Google Shape;1772;p61"/>
          <p:cNvSpPr txBox="1"/>
          <p:nvPr/>
        </p:nvSpPr>
        <p:spPr>
          <a:xfrm flipH="1">
            <a:off x="5908074" y="2383089"/>
            <a:ext cx="2143200" cy="384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Mercury</a:t>
            </a:r>
            <a:endParaRPr b="1" sz="2000">
              <a:solidFill>
                <a:schemeClr val="dk1"/>
              </a:solidFill>
              <a:latin typeface="Shadows Into Light Two"/>
              <a:ea typeface="Shadows Into Light Two"/>
              <a:cs typeface="Shadows Into Light Two"/>
              <a:sym typeface="Shadows Into Light Two"/>
            </a:endParaRPr>
          </a:p>
        </p:txBody>
      </p:sp>
      <p:sp>
        <p:nvSpPr>
          <p:cNvPr id="1773" name="Google Shape;1773;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Places I’ve lived</a:t>
            </a:r>
            <a:endParaRPr/>
          </a:p>
        </p:txBody>
      </p:sp>
      <p:sp>
        <p:nvSpPr>
          <p:cNvPr id="1774" name="Google Shape;1774;p61"/>
          <p:cNvSpPr txBox="1"/>
          <p:nvPr/>
        </p:nvSpPr>
        <p:spPr>
          <a:xfrm flipH="1">
            <a:off x="5908062" y="1541319"/>
            <a:ext cx="21432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ctor"/>
                <a:ea typeface="Actor"/>
                <a:cs typeface="Actor"/>
                <a:sym typeface="Actor"/>
              </a:rPr>
              <a:t>Venus is the second planet from the Sun</a:t>
            </a:r>
            <a:endParaRPr>
              <a:solidFill>
                <a:schemeClr val="dk1"/>
              </a:solidFill>
              <a:latin typeface="Actor"/>
              <a:ea typeface="Actor"/>
              <a:cs typeface="Actor"/>
              <a:sym typeface="Actor"/>
            </a:endParaRPr>
          </a:p>
        </p:txBody>
      </p:sp>
      <p:sp>
        <p:nvSpPr>
          <p:cNvPr id="1775" name="Google Shape;1775;p61"/>
          <p:cNvSpPr txBox="1"/>
          <p:nvPr/>
        </p:nvSpPr>
        <p:spPr>
          <a:xfrm flipH="1">
            <a:off x="5908062" y="3750299"/>
            <a:ext cx="21432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ctor"/>
                <a:ea typeface="Actor"/>
                <a:cs typeface="Actor"/>
                <a:sym typeface="Actor"/>
              </a:rPr>
              <a:t>Despite being red, Mars is a very cold place</a:t>
            </a:r>
            <a:endParaRPr>
              <a:solidFill>
                <a:schemeClr val="dk1"/>
              </a:solidFill>
              <a:latin typeface="Actor"/>
              <a:ea typeface="Actor"/>
              <a:cs typeface="Actor"/>
              <a:sym typeface="Actor"/>
            </a:endParaRPr>
          </a:p>
        </p:txBody>
      </p:sp>
      <p:sp>
        <p:nvSpPr>
          <p:cNvPr id="1776" name="Google Shape;1776;p61"/>
          <p:cNvSpPr txBox="1"/>
          <p:nvPr/>
        </p:nvSpPr>
        <p:spPr>
          <a:xfrm flipH="1">
            <a:off x="5908076" y="2645809"/>
            <a:ext cx="21432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ctor"/>
                <a:ea typeface="Actor"/>
                <a:cs typeface="Actor"/>
                <a:sym typeface="Actor"/>
              </a:rPr>
              <a:t>Mercury is the closest planet to the Sun</a:t>
            </a:r>
            <a:endParaRPr>
              <a:solidFill>
                <a:schemeClr val="dk1"/>
              </a:solidFill>
              <a:latin typeface="Actor"/>
              <a:ea typeface="Actor"/>
              <a:cs typeface="Actor"/>
              <a:sym typeface="Actor"/>
            </a:endParaRPr>
          </a:p>
        </p:txBody>
      </p:sp>
      <p:grpSp>
        <p:nvGrpSpPr>
          <p:cNvPr id="1777" name="Google Shape;1777;p61"/>
          <p:cNvGrpSpPr/>
          <p:nvPr/>
        </p:nvGrpSpPr>
        <p:grpSpPr>
          <a:xfrm>
            <a:off x="719991" y="1490077"/>
            <a:ext cx="4919741" cy="2620545"/>
            <a:chOff x="233350" y="949250"/>
            <a:chExt cx="7137300" cy="3802300"/>
          </a:xfrm>
        </p:grpSpPr>
        <p:sp>
          <p:nvSpPr>
            <p:cNvPr id="1778" name="Google Shape;1778;p6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9" name="Google Shape;1829;p61"/>
          <p:cNvSpPr/>
          <p:nvPr/>
        </p:nvSpPr>
        <p:spPr>
          <a:xfrm>
            <a:off x="8116798" y="1341075"/>
            <a:ext cx="174384" cy="156010"/>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solidFill>
            <a:schemeClr val="dk2"/>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0" name="Google Shape;1830;p61"/>
          <p:cNvSpPr/>
          <p:nvPr/>
        </p:nvSpPr>
        <p:spPr>
          <a:xfrm>
            <a:off x="8116798" y="2451161"/>
            <a:ext cx="174384" cy="156010"/>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solidFill>
            <a:schemeClr val="accent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1" name="Google Shape;1831;p61"/>
          <p:cNvSpPr/>
          <p:nvPr/>
        </p:nvSpPr>
        <p:spPr>
          <a:xfrm>
            <a:off x="8116798" y="3561251"/>
            <a:ext cx="174384" cy="156010"/>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2" name="Google Shape;1832;p61"/>
          <p:cNvSpPr/>
          <p:nvPr/>
        </p:nvSpPr>
        <p:spPr>
          <a:xfrm>
            <a:off x="1408898" y="1946199"/>
            <a:ext cx="174384" cy="156010"/>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solidFill>
            <a:schemeClr val="dk2"/>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3" name="Google Shape;1833;p61"/>
          <p:cNvSpPr/>
          <p:nvPr/>
        </p:nvSpPr>
        <p:spPr>
          <a:xfrm>
            <a:off x="2877473" y="1910035"/>
            <a:ext cx="174384" cy="156010"/>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solidFill>
            <a:schemeClr val="accent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4" name="Google Shape;1834;p61"/>
          <p:cNvSpPr/>
          <p:nvPr/>
        </p:nvSpPr>
        <p:spPr>
          <a:xfrm>
            <a:off x="2787173" y="2167774"/>
            <a:ext cx="174384" cy="156010"/>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5" name="Google Shape;1835;p61"/>
          <p:cNvSpPr/>
          <p:nvPr/>
        </p:nvSpPr>
        <p:spPr>
          <a:xfrm>
            <a:off x="0" y="2698075"/>
            <a:ext cx="2178676" cy="2443810"/>
          </a:xfrm>
          <a:custGeom>
            <a:rect b="b" l="l" r="r" t="t"/>
            <a:pathLst>
              <a:path extrusionOk="0" h="2040760" w="1819354">
                <a:moveTo>
                  <a:pt x="1746836" y="2000838"/>
                </a:moveTo>
                <a:cubicBezTo>
                  <a:pt x="1729118" y="1982933"/>
                  <a:pt x="1707662" y="1972055"/>
                  <a:pt x="1688186" y="1957626"/>
                </a:cubicBezTo>
                <a:cubicBezTo>
                  <a:pt x="1666842" y="1941851"/>
                  <a:pt x="1644712" y="1928507"/>
                  <a:pt x="1630994" y="1902191"/>
                </a:cubicBezTo>
                <a:cubicBezTo>
                  <a:pt x="1621200" y="1883463"/>
                  <a:pt x="1602622" y="1866791"/>
                  <a:pt x="1581315" y="1854941"/>
                </a:cubicBezTo>
                <a:cubicBezTo>
                  <a:pt x="1561540" y="1843952"/>
                  <a:pt x="1539112" y="1834457"/>
                  <a:pt x="1529954" y="1808963"/>
                </a:cubicBezTo>
                <a:cubicBezTo>
                  <a:pt x="1522253" y="1787544"/>
                  <a:pt x="1509058" y="1769788"/>
                  <a:pt x="1481209" y="1771022"/>
                </a:cubicBezTo>
                <a:cubicBezTo>
                  <a:pt x="1471117" y="1771470"/>
                  <a:pt x="1458482" y="1768480"/>
                  <a:pt x="1452389" y="1760181"/>
                </a:cubicBezTo>
                <a:cubicBezTo>
                  <a:pt x="1429923" y="1729679"/>
                  <a:pt x="1395907" y="1725417"/>
                  <a:pt x="1363273" y="1721081"/>
                </a:cubicBezTo>
                <a:cubicBezTo>
                  <a:pt x="1343424" y="1718465"/>
                  <a:pt x="1324510" y="1708260"/>
                  <a:pt x="1303763" y="1712596"/>
                </a:cubicBezTo>
                <a:cubicBezTo>
                  <a:pt x="1282681" y="1717007"/>
                  <a:pt x="1261598" y="1715362"/>
                  <a:pt x="1241599" y="1708708"/>
                </a:cubicBezTo>
                <a:cubicBezTo>
                  <a:pt x="1224516" y="1703026"/>
                  <a:pt x="1207284" y="1700073"/>
                  <a:pt x="1190051" y="1702316"/>
                </a:cubicBezTo>
                <a:cubicBezTo>
                  <a:pt x="1136784" y="1709232"/>
                  <a:pt x="1086619" y="1692074"/>
                  <a:pt x="1035183" y="1684598"/>
                </a:cubicBezTo>
                <a:cubicBezTo>
                  <a:pt x="1028455" y="1683626"/>
                  <a:pt x="1023483" y="1679813"/>
                  <a:pt x="1020156" y="1674206"/>
                </a:cubicBezTo>
                <a:cubicBezTo>
                  <a:pt x="1011932" y="1660450"/>
                  <a:pt x="1002438" y="1661422"/>
                  <a:pt x="988270" y="1666842"/>
                </a:cubicBezTo>
                <a:cubicBezTo>
                  <a:pt x="963375" y="1676337"/>
                  <a:pt x="935003" y="1679776"/>
                  <a:pt x="911117" y="1669197"/>
                </a:cubicBezTo>
                <a:cubicBezTo>
                  <a:pt x="884165" y="1657272"/>
                  <a:pt x="868054" y="1633386"/>
                  <a:pt x="867232" y="1600790"/>
                </a:cubicBezTo>
                <a:cubicBezTo>
                  <a:pt x="866335" y="1565690"/>
                  <a:pt x="850896" y="1550812"/>
                  <a:pt x="815721" y="1546925"/>
                </a:cubicBezTo>
                <a:cubicBezTo>
                  <a:pt x="806787" y="1545953"/>
                  <a:pt x="799535" y="1543822"/>
                  <a:pt x="795274" y="1535038"/>
                </a:cubicBezTo>
                <a:cubicBezTo>
                  <a:pt x="777929" y="1499526"/>
                  <a:pt x="757931" y="1465734"/>
                  <a:pt x="732063" y="1435605"/>
                </a:cubicBezTo>
                <a:cubicBezTo>
                  <a:pt x="727129" y="1429848"/>
                  <a:pt x="721597" y="1423905"/>
                  <a:pt x="721223" y="1415644"/>
                </a:cubicBezTo>
                <a:cubicBezTo>
                  <a:pt x="718681" y="1359236"/>
                  <a:pt x="674086" y="1328696"/>
                  <a:pt x="640929" y="1293259"/>
                </a:cubicBezTo>
                <a:cubicBezTo>
                  <a:pt x="624444" y="1275653"/>
                  <a:pt x="603063" y="1261673"/>
                  <a:pt x="587961" y="1241263"/>
                </a:cubicBezTo>
                <a:cubicBezTo>
                  <a:pt x="579774" y="1230198"/>
                  <a:pt x="569345" y="1219993"/>
                  <a:pt x="557981" y="1212255"/>
                </a:cubicBezTo>
                <a:cubicBezTo>
                  <a:pt x="534133" y="1196032"/>
                  <a:pt x="509648" y="1179996"/>
                  <a:pt x="495369" y="1154614"/>
                </a:cubicBezTo>
                <a:cubicBezTo>
                  <a:pt x="482360" y="1131551"/>
                  <a:pt x="454138" y="1117458"/>
                  <a:pt x="454811" y="1086245"/>
                </a:cubicBezTo>
                <a:cubicBezTo>
                  <a:pt x="454923" y="1081386"/>
                  <a:pt x="450886" y="1076265"/>
                  <a:pt x="446026" y="1075367"/>
                </a:cubicBezTo>
                <a:cubicBezTo>
                  <a:pt x="423486" y="1071143"/>
                  <a:pt x="409505" y="1052603"/>
                  <a:pt x="390366" y="1043070"/>
                </a:cubicBezTo>
                <a:cubicBezTo>
                  <a:pt x="368013" y="1031968"/>
                  <a:pt x="361845" y="1011484"/>
                  <a:pt x="361733" y="991037"/>
                </a:cubicBezTo>
                <a:cubicBezTo>
                  <a:pt x="361546" y="956123"/>
                  <a:pt x="352500" y="922966"/>
                  <a:pt x="341248" y="891529"/>
                </a:cubicBezTo>
                <a:cubicBezTo>
                  <a:pt x="330931" y="862671"/>
                  <a:pt x="323941" y="837327"/>
                  <a:pt x="335006" y="807049"/>
                </a:cubicBezTo>
                <a:cubicBezTo>
                  <a:pt x="344949" y="779836"/>
                  <a:pt x="339080" y="768136"/>
                  <a:pt x="314708" y="752361"/>
                </a:cubicBezTo>
                <a:cubicBezTo>
                  <a:pt x="304466" y="745745"/>
                  <a:pt x="302260" y="737708"/>
                  <a:pt x="300541" y="726606"/>
                </a:cubicBezTo>
                <a:cubicBezTo>
                  <a:pt x="295420" y="693673"/>
                  <a:pt x="297176" y="659507"/>
                  <a:pt x="283719" y="627995"/>
                </a:cubicBezTo>
                <a:cubicBezTo>
                  <a:pt x="280243" y="619809"/>
                  <a:pt x="280804" y="611361"/>
                  <a:pt x="286037" y="603960"/>
                </a:cubicBezTo>
                <a:cubicBezTo>
                  <a:pt x="292466" y="594951"/>
                  <a:pt x="289850" y="587138"/>
                  <a:pt x="284355" y="578915"/>
                </a:cubicBezTo>
                <a:cubicBezTo>
                  <a:pt x="275458" y="565532"/>
                  <a:pt x="266711" y="552038"/>
                  <a:pt x="258525" y="538207"/>
                </a:cubicBezTo>
                <a:cubicBezTo>
                  <a:pt x="251273" y="525946"/>
                  <a:pt x="243161" y="508602"/>
                  <a:pt x="249367" y="498770"/>
                </a:cubicBezTo>
                <a:cubicBezTo>
                  <a:pt x="264020" y="475445"/>
                  <a:pt x="250637" y="461764"/>
                  <a:pt x="239610" y="445166"/>
                </a:cubicBezTo>
                <a:cubicBezTo>
                  <a:pt x="233891" y="436532"/>
                  <a:pt x="228209" y="426775"/>
                  <a:pt x="226303" y="416832"/>
                </a:cubicBezTo>
                <a:cubicBezTo>
                  <a:pt x="216359" y="365546"/>
                  <a:pt x="187016" y="319231"/>
                  <a:pt x="187501" y="265291"/>
                </a:cubicBezTo>
                <a:cubicBezTo>
                  <a:pt x="187501" y="261328"/>
                  <a:pt x="186081" y="256731"/>
                  <a:pt x="183838" y="253478"/>
                </a:cubicBezTo>
                <a:cubicBezTo>
                  <a:pt x="163765" y="224396"/>
                  <a:pt x="146869" y="192884"/>
                  <a:pt x="121001" y="168176"/>
                </a:cubicBezTo>
                <a:cubicBezTo>
                  <a:pt x="93115" y="141523"/>
                  <a:pt x="69491" y="113525"/>
                  <a:pt x="54875" y="75808"/>
                </a:cubicBezTo>
                <a:cubicBezTo>
                  <a:pt x="43810" y="47586"/>
                  <a:pt x="22129" y="21681"/>
                  <a:pt x="0" y="0"/>
                </a:cubicBezTo>
                <a:lnTo>
                  <a:pt x="0" y="2040761"/>
                </a:lnTo>
                <a:lnTo>
                  <a:pt x="1819355" y="2040761"/>
                </a:lnTo>
                <a:cubicBezTo>
                  <a:pt x="1813225" y="2037396"/>
                  <a:pt x="1806982" y="2034182"/>
                  <a:pt x="1800553" y="2031154"/>
                </a:cubicBezTo>
                <a:cubicBezTo>
                  <a:pt x="1782161" y="2022556"/>
                  <a:pt x="1760742" y="2014893"/>
                  <a:pt x="1746836" y="200080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36" name="Google Shape;1836;p61"/>
          <p:cNvGrpSpPr/>
          <p:nvPr/>
        </p:nvGrpSpPr>
        <p:grpSpPr>
          <a:xfrm>
            <a:off x="784812" y="3422763"/>
            <a:ext cx="517943" cy="756682"/>
            <a:chOff x="317883" y="2580450"/>
            <a:chExt cx="646298" cy="944201"/>
          </a:xfrm>
        </p:grpSpPr>
        <p:grpSp>
          <p:nvGrpSpPr>
            <p:cNvPr id="1837" name="Google Shape;1837;p61"/>
            <p:cNvGrpSpPr/>
            <p:nvPr/>
          </p:nvGrpSpPr>
          <p:grpSpPr>
            <a:xfrm rot="-1017267">
              <a:off x="387260" y="2941969"/>
              <a:ext cx="401912" cy="535722"/>
              <a:chOff x="9780795" y="4925780"/>
              <a:chExt cx="401928" cy="535743"/>
            </a:xfrm>
          </p:grpSpPr>
          <p:sp>
            <p:nvSpPr>
              <p:cNvPr id="1838" name="Google Shape;1838;p61"/>
              <p:cNvSpPr/>
              <p:nvPr/>
            </p:nvSpPr>
            <p:spPr>
              <a:xfrm>
                <a:off x="9780795" y="4925780"/>
                <a:ext cx="401928" cy="535743"/>
              </a:xfrm>
              <a:custGeom>
                <a:rect b="b" l="l" r="r" t="t"/>
                <a:pathLst>
                  <a:path extrusionOk="0" h="159804" w="119889">
                    <a:moveTo>
                      <a:pt x="67437" y="159804"/>
                    </a:moveTo>
                    <a:cubicBezTo>
                      <a:pt x="57610" y="143755"/>
                      <a:pt x="46934" y="128696"/>
                      <a:pt x="38875" y="117949"/>
                    </a:cubicBezTo>
                    <a:cubicBezTo>
                      <a:pt x="29188" y="105082"/>
                      <a:pt x="19502" y="92780"/>
                      <a:pt x="10876" y="76943"/>
                    </a:cubicBezTo>
                    <a:cubicBezTo>
                      <a:pt x="3170" y="62803"/>
                      <a:pt x="-4819" y="33179"/>
                      <a:pt x="3594" y="17554"/>
                    </a:cubicBezTo>
                    <a:cubicBezTo>
                      <a:pt x="21623" y="-15817"/>
                      <a:pt x="51742" y="15928"/>
                      <a:pt x="61003" y="34946"/>
                    </a:cubicBezTo>
                    <a:cubicBezTo>
                      <a:pt x="67366" y="16352"/>
                      <a:pt x="74507" y="657"/>
                      <a:pt x="90486" y="20"/>
                    </a:cubicBezTo>
                    <a:cubicBezTo>
                      <a:pt x="112686" y="-828"/>
                      <a:pt x="118201" y="25402"/>
                      <a:pt x="119615" y="41663"/>
                    </a:cubicBezTo>
                    <a:cubicBezTo>
                      <a:pt x="122018" y="69731"/>
                      <a:pt x="108232" y="90164"/>
                      <a:pt x="96001" y="114485"/>
                    </a:cubicBezTo>
                    <a:cubicBezTo>
                      <a:pt x="88577" y="129120"/>
                      <a:pt x="79668" y="143260"/>
                      <a:pt x="67508" y="159734"/>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9" name="Google Shape;1839;p61"/>
              <p:cNvSpPr/>
              <p:nvPr/>
            </p:nvSpPr>
            <p:spPr>
              <a:xfrm>
                <a:off x="9890699" y="5089812"/>
                <a:ext cx="203839" cy="264559"/>
              </a:xfrm>
              <a:custGeom>
                <a:rect b="b" l="l" r="r" t="t"/>
                <a:pathLst>
                  <a:path extrusionOk="0" h="78914" w="60802">
                    <a:moveTo>
                      <a:pt x="34224" y="78844"/>
                    </a:moveTo>
                    <a:cubicBezTo>
                      <a:pt x="29204" y="70713"/>
                      <a:pt x="23831" y="63077"/>
                      <a:pt x="19730" y="57633"/>
                    </a:cubicBezTo>
                    <a:cubicBezTo>
                      <a:pt x="14852" y="51058"/>
                      <a:pt x="9903" y="44907"/>
                      <a:pt x="5519" y="36847"/>
                    </a:cubicBezTo>
                    <a:cubicBezTo>
                      <a:pt x="1631" y="29706"/>
                      <a:pt x="-2470" y="14647"/>
                      <a:pt x="1843" y="6728"/>
                    </a:cubicBezTo>
                    <a:cubicBezTo>
                      <a:pt x="10964" y="-10240"/>
                      <a:pt x="27013" y="9839"/>
                      <a:pt x="31679" y="19455"/>
                    </a:cubicBezTo>
                    <a:cubicBezTo>
                      <a:pt x="34931" y="10052"/>
                      <a:pt x="37123" y="295"/>
                      <a:pt x="45253" y="12"/>
                    </a:cubicBezTo>
                    <a:cubicBezTo>
                      <a:pt x="56495" y="-412"/>
                      <a:pt x="59960" y="10758"/>
                      <a:pt x="60667" y="19030"/>
                    </a:cubicBezTo>
                    <a:cubicBezTo>
                      <a:pt x="61868" y="33241"/>
                      <a:pt x="54869" y="43635"/>
                      <a:pt x="48718" y="55936"/>
                    </a:cubicBezTo>
                    <a:cubicBezTo>
                      <a:pt x="44971" y="63360"/>
                      <a:pt x="40446" y="70501"/>
                      <a:pt x="34295" y="78914"/>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40" name="Google Shape;1840;p61"/>
            <p:cNvSpPr/>
            <p:nvPr/>
          </p:nvSpPr>
          <p:spPr>
            <a:xfrm rot="393153">
              <a:off x="745952" y="2591215"/>
              <a:ext cx="203802" cy="264512"/>
            </a:xfrm>
            <a:custGeom>
              <a:rect b="b" l="l" r="r" t="t"/>
              <a:pathLst>
                <a:path extrusionOk="0" h="78914" w="60802">
                  <a:moveTo>
                    <a:pt x="34224" y="78844"/>
                  </a:moveTo>
                  <a:cubicBezTo>
                    <a:pt x="29204" y="70713"/>
                    <a:pt x="23831" y="63077"/>
                    <a:pt x="19730" y="57633"/>
                  </a:cubicBezTo>
                  <a:cubicBezTo>
                    <a:pt x="14852" y="51058"/>
                    <a:pt x="9903" y="44907"/>
                    <a:pt x="5519" y="36847"/>
                  </a:cubicBezTo>
                  <a:cubicBezTo>
                    <a:pt x="1631" y="29706"/>
                    <a:pt x="-2470" y="14647"/>
                    <a:pt x="1843" y="6728"/>
                  </a:cubicBezTo>
                  <a:cubicBezTo>
                    <a:pt x="10964" y="-10240"/>
                    <a:pt x="27013" y="9839"/>
                    <a:pt x="31679" y="19455"/>
                  </a:cubicBezTo>
                  <a:cubicBezTo>
                    <a:pt x="34931" y="10052"/>
                    <a:pt x="37123" y="295"/>
                    <a:pt x="45253" y="12"/>
                  </a:cubicBezTo>
                  <a:cubicBezTo>
                    <a:pt x="56495" y="-412"/>
                    <a:pt x="59960" y="10758"/>
                    <a:pt x="60667" y="19030"/>
                  </a:cubicBezTo>
                  <a:cubicBezTo>
                    <a:pt x="61868" y="33241"/>
                    <a:pt x="54869" y="43635"/>
                    <a:pt x="48718" y="55936"/>
                  </a:cubicBezTo>
                  <a:cubicBezTo>
                    <a:pt x="44971" y="63360"/>
                    <a:pt x="40446" y="70501"/>
                    <a:pt x="34295" y="78914"/>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4" name="Shape 1844"/>
        <p:cNvGrpSpPr/>
        <p:nvPr/>
      </p:nvGrpSpPr>
      <p:grpSpPr>
        <a:xfrm>
          <a:off x="0" y="0"/>
          <a:ext cx="0" cy="0"/>
          <a:chOff x="0" y="0"/>
          <a:chExt cx="0" cy="0"/>
        </a:xfrm>
      </p:grpSpPr>
      <p:sp>
        <p:nvSpPr>
          <p:cNvPr id="1845" name="Google Shape;1845;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Best moments of my life</a:t>
            </a:r>
            <a:endParaRPr/>
          </a:p>
        </p:txBody>
      </p:sp>
      <p:sp>
        <p:nvSpPr>
          <p:cNvPr id="1846" name="Google Shape;1846;p62"/>
          <p:cNvSpPr txBox="1"/>
          <p:nvPr/>
        </p:nvSpPr>
        <p:spPr>
          <a:xfrm flipH="1">
            <a:off x="716600" y="2242575"/>
            <a:ext cx="2034000" cy="384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XX/XX</a:t>
            </a:r>
            <a:endParaRPr b="1" sz="2000">
              <a:solidFill>
                <a:schemeClr val="dk1"/>
              </a:solidFill>
              <a:latin typeface="Shadows Into Light Two"/>
              <a:ea typeface="Shadows Into Light Two"/>
              <a:cs typeface="Shadows Into Light Two"/>
              <a:sym typeface="Shadows Into Light Two"/>
            </a:endParaRPr>
          </a:p>
        </p:txBody>
      </p:sp>
      <p:sp>
        <p:nvSpPr>
          <p:cNvPr id="1847" name="Google Shape;1847;p62"/>
          <p:cNvSpPr txBox="1"/>
          <p:nvPr/>
        </p:nvSpPr>
        <p:spPr>
          <a:xfrm flipH="1">
            <a:off x="4501133" y="2242577"/>
            <a:ext cx="2034000" cy="384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XX/XX</a:t>
            </a:r>
            <a:endParaRPr b="1" sz="2000">
              <a:solidFill>
                <a:schemeClr val="dk1"/>
              </a:solidFill>
              <a:latin typeface="Shadows Into Light Two"/>
              <a:ea typeface="Shadows Into Light Two"/>
              <a:cs typeface="Shadows Into Light Two"/>
              <a:sym typeface="Shadows Into Light Two"/>
            </a:endParaRPr>
          </a:p>
        </p:txBody>
      </p:sp>
      <p:sp>
        <p:nvSpPr>
          <p:cNvPr id="1848" name="Google Shape;1848;p62"/>
          <p:cNvSpPr txBox="1"/>
          <p:nvPr/>
        </p:nvSpPr>
        <p:spPr>
          <a:xfrm flipH="1">
            <a:off x="2608867" y="3125464"/>
            <a:ext cx="2034000" cy="384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XX/XX</a:t>
            </a:r>
            <a:endParaRPr b="1" sz="2000">
              <a:solidFill>
                <a:schemeClr val="dk1"/>
              </a:solidFill>
              <a:latin typeface="Shadows Into Light Two"/>
              <a:ea typeface="Shadows Into Light Two"/>
              <a:cs typeface="Shadows Into Light Two"/>
              <a:sym typeface="Shadows Into Light Two"/>
            </a:endParaRPr>
          </a:p>
        </p:txBody>
      </p:sp>
      <p:sp>
        <p:nvSpPr>
          <p:cNvPr id="1849" name="Google Shape;1849;p62"/>
          <p:cNvSpPr txBox="1"/>
          <p:nvPr/>
        </p:nvSpPr>
        <p:spPr>
          <a:xfrm flipH="1">
            <a:off x="716600" y="2505294"/>
            <a:ext cx="20340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ctor"/>
                <a:ea typeface="Actor"/>
                <a:cs typeface="Actor"/>
                <a:sym typeface="Actor"/>
              </a:rPr>
              <a:t>Venus is the second planet from the Sun</a:t>
            </a:r>
            <a:endParaRPr>
              <a:solidFill>
                <a:schemeClr val="dk1"/>
              </a:solidFill>
              <a:latin typeface="Actor"/>
              <a:ea typeface="Actor"/>
              <a:cs typeface="Actor"/>
              <a:sym typeface="Actor"/>
            </a:endParaRPr>
          </a:p>
        </p:txBody>
      </p:sp>
      <p:sp>
        <p:nvSpPr>
          <p:cNvPr id="1850" name="Google Shape;1850;p62"/>
          <p:cNvSpPr txBox="1"/>
          <p:nvPr/>
        </p:nvSpPr>
        <p:spPr>
          <a:xfrm flipH="1">
            <a:off x="4501133" y="2505300"/>
            <a:ext cx="20340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ctor"/>
                <a:ea typeface="Actor"/>
                <a:cs typeface="Actor"/>
                <a:sym typeface="Actor"/>
              </a:rPr>
              <a:t>Despite being red, Mars is a very cold place</a:t>
            </a:r>
            <a:endParaRPr>
              <a:solidFill>
                <a:schemeClr val="dk1"/>
              </a:solidFill>
              <a:latin typeface="Actor"/>
              <a:ea typeface="Actor"/>
              <a:cs typeface="Actor"/>
              <a:sym typeface="Actor"/>
            </a:endParaRPr>
          </a:p>
        </p:txBody>
      </p:sp>
      <p:sp>
        <p:nvSpPr>
          <p:cNvPr id="1851" name="Google Shape;1851;p62"/>
          <p:cNvSpPr txBox="1"/>
          <p:nvPr/>
        </p:nvSpPr>
        <p:spPr>
          <a:xfrm flipH="1">
            <a:off x="2608867" y="3388184"/>
            <a:ext cx="20340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ctor"/>
                <a:ea typeface="Actor"/>
                <a:cs typeface="Actor"/>
                <a:sym typeface="Actor"/>
              </a:rPr>
              <a:t>Mercury is the closest planet to the Sun</a:t>
            </a:r>
            <a:endParaRPr>
              <a:solidFill>
                <a:schemeClr val="dk1"/>
              </a:solidFill>
              <a:latin typeface="Actor"/>
              <a:ea typeface="Actor"/>
              <a:cs typeface="Actor"/>
              <a:sym typeface="Actor"/>
            </a:endParaRPr>
          </a:p>
        </p:txBody>
      </p:sp>
      <p:sp>
        <p:nvSpPr>
          <p:cNvPr id="1852" name="Google Shape;1852;p62"/>
          <p:cNvSpPr txBox="1"/>
          <p:nvPr/>
        </p:nvSpPr>
        <p:spPr>
          <a:xfrm flipH="1">
            <a:off x="6393400" y="3125477"/>
            <a:ext cx="2034000" cy="384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XX/XX</a:t>
            </a:r>
            <a:endParaRPr b="1" sz="2000">
              <a:solidFill>
                <a:schemeClr val="dk1"/>
              </a:solidFill>
              <a:latin typeface="Shadows Into Light Two"/>
              <a:ea typeface="Shadows Into Light Two"/>
              <a:cs typeface="Shadows Into Light Two"/>
              <a:sym typeface="Shadows Into Light Two"/>
            </a:endParaRPr>
          </a:p>
        </p:txBody>
      </p:sp>
      <p:sp>
        <p:nvSpPr>
          <p:cNvPr id="1853" name="Google Shape;1853;p62"/>
          <p:cNvSpPr txBox="1"/>
          <p:nvPr/>
        </p:nvSpPr>
        <p:spPr>
          <a:xfrm flipH="1">
            <a:off x="6393400" y="3388200"/>
            <a:ext cx="20340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ctor"/>
                <a:ea typeface="Actor"/>
                <a:cs typeface="Actor"/>
                <a:sym typeface="Actor"/>
              </a:rPr>
              <a:t>Despite being red, Mars is a very cold place</a:t>
            </a:r>
            <a:endParaRPr>
              <a:solidFill>
                <a:schemeClr val="dk1"/>
              </a:solidFill>
              <a:latin typeface="Actor"/>
              <a:ea typeface="Actor"/>
              <a:cs typeface="Actor"/>
              <a:sym typeface="Actor"/>
            </a:endParaRPr>
          </a:p>
        </p:txBody>
      </p:sp>
      <p:grpSp>
        <p:nvGrpSpPr>
          <p:cNvPr id="1854" name="Google Shape;1854;p62"/>
          <p:cNvGrpSpPr/>
          <p:nvPr/>
        </p:nvGrpSpPr>
        <p:grpSpPr>
          <a:xfrm>
            <a:off x="3473720" y="2656737"/>
            <a:ext cx="300605" cy="268932"/>
            <a:chOff x="3478945" y="2523212"/>
            <a:chExt cx="300605" cy="268932"/>
          </a:xfrm>
        </p:grpSpPr>
        <p:sp>
          <p:nvSpPr>
            <p:cNvPr id="1855" name="Google Shape;1855;p62"/>
            <p:cNvSpPr/>
            <p:nvPr/>
          </p:nvSpPr>
          <p:spPr>
            <a:xfrm>
              <a:off x="3478945" y="2523212"/>
              <a:ext cx="300605" cy="268932"/>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6" name="Google Shape;1856;p62"/>
            <p:cNvSpPr/>
            <p:nvPr/>
          </p:nvSpPr>
          <p:spPr>
            <a:xfrm>
              <a:off x="3483701" y="2523275"/>
              <a:ext cx="295800" cy="268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ctor"/>
                <a:ea typeface="Actor"/>
                <a:cs typeface="Actor"/>
                <a:sym typeface="Actor"/>
              </a:endParaRPr>
            </a:p>
          </p:txBody>
        </p:sp>
      </p:grpSp>
      <p:grpSp>
        <p:nvGrpSpPr>
          <p:cNvPr id="1857" name="Google Shape;1857;p62"/>
          <p:cNvGrpSpPr/>
          <p:nvPr/>
        </p:nvGrpSpPr>
        <p:grpSpPr>
          <a:xfrm>
            <a:off x="5364135" y="1734587"/>
            <a:ext cx="300605" cy="268932"/>
            <a:chOff x="5298008" y="1601062"/>
            <a:chExt cx="300605" cy="268932"/>
          </a:xfrm>
        </p:grpSpPr>
        <p:sp>
          <p:nvSpPr>
            <p:cNvPr id="1858" name="Google Shape;1858;p62"/>
            <p:cNvSpPr/>
            <p:nvPr/>
          </p:nvSpPr>
          <p:spPr>
            <a:xfrm>
              <a:off x="5298008" y="1601062"/>
              <a:ext cx="300605" cy="268932"/>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9" name="Google Shape;1859;p62"/>
            <p:cNvSpPr/>
            <p:nvPr/>
          </p:nvSpPr>
          <p:spPr>
            <a:xfrm>
              <a:off x="5302775" y="1601125"/>
              <a:ext cx="295800" cy="268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ctor"/>
                <a:ea typeface="Actor"/>
                <a:cs typeface="Actor"/>
                <a:sym typeface="Actor"/>
              </a:endParaRPr>
            </a:p>
          </p:txBody>
        </p:sp>
      </p:grpSp>
      <p:grpSp>
        <p:nvGrpSpPr>
          <p:cNvPr id="1860" name="Google Shape;1860;p62"/>
          <p:cNvGrpSpPr/>
          <p:nvPr/>
        </p:nvGrpSpPr>
        <p:grpSpPr>
          <a:xfrm>
            <a:off x="1583290" y="1718765"/>
            <a:ext cx="300620" cy="300600"/>
            <a:chOff x="1659883" y="1585240"/>
            <a:chExt cx="300620" cy="300600"/>
          </a:xfrm>
        </p:grpSpPr>
        <p:sp>
          <p:nvSpPr>
            <p:cNvPr id="1861" name="Google Shape;1861;p62"/>
            <p:cNvSpPr/>
            <p:nvPr/>
          </p:nvSpPr>
          <p:spPr>
            <a:xfrm>
              <a:off x="1659883" y="1601062"/>
              <a:ext cx="300605" cy="268932"/>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2" name="Google Shape;1862;p62"/>
            <p:cNvSpPr/>
            <p:nvPr/>
          </p:nvSpPr>
          <p:spPr>
            <a:xfrm>
              <a:off x="1659903" y="1585240"/>
              <a:ext cx="300600" cy="3006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ctor"/>
                <a:ea typeface="Actor"/>
                <a:cs typeface="Actor"/>
                <a:sym typeface="Actor"/>
              </a:endParaRPr>
            </a:p>
          </p:txBody>
        </p:sp>
      </p:grpSp>
      <p:cxnSp>
        <p:nvCxnSpPr>
          <p:cNvPr id="1863" name="Google Shape;1863;p62"/>
          <p:cNvCxnSpPr>
            <a:stCxn id="1862" idx="6"/>
            <a:endCxn id="1856" idx="2"/>
          </p:cNvCxnSpPr>
          <p:nvPr/>
        </p:nvCxnSpPr>
        <p:spPr>
          <a:xfrm>
            <a:off x="1883910" y="1869065"/>
            <a:ext cx="1594500" cy="922200"/>
          </a:xfrm>
          <a:prstGeom prst="curvedConnector3">
            <a:avLst>
              <a:gd fmla="val 50002" name="adj1"/>
            </a:avLst>
          </a:prstGeom>
          <a:noFill/>
          <a:ln cap="flat" cmpd="sng" w="19050">
            <a:solidFill>
              <a:schemeClr val="dk1"/>
            </a:solidFill>
            <a:prstDash val="solid"/>
            <a:round/>
            <a:headEnd len="med" w="med" type="none"/>
            <a:tailEnd len="med" w="med" type="none"/>
          </a:ln>
        </p:spPr>
      </p:cxnSp>
      <p:cxnSp>
        <p:nvCxnSpPr>
          <p:cNvPr id="1864" name="Google Shape;1864;p62"/>
          <p:cNvCxnSpPr>
            <a:stCxn id="1856" idx="6"/>
            <a:endCxn id="1859" idx="2"/>
          </p:cNvCxnSpPr>
          <p:nvPr/>
        </p:nvCxnSpPr>
        <p:spPr>
          <a:xfrm flipH="1" rot="10800000">
            <a:off x="3774275" y="1869000"/>
            <a:ext cx="1594500" cy="922200"/>
          </a:xfrm>
          <a:prstGeom prst="curvedConnector3">
            <a:avLst>
              <a:gd fmla="val 50004" name="adj1"/>
            </a:avLst>
          </a:prstGeom>
          <a:noFill/>
          <a:ln cap="flat" cmpd="sng" w="19050">
            <a:solidFill>
              <a:schemeClr val="dk1"/>
            </a:solidFill>
            <a:prstDash val="solid"/>
            <a:round/>
            <a:headEnd len="med" w="med" type="none"/>
            <a:tailEnd len="med" w="med" type="none"/>
          </a:ln>
        </p:spPr>
      </p:cxnSp>
      <p:cxnSp>
        <p:nvCxnSpPr>
          <p:cNvPr id="1865" name="Google Shape;1865;p62"/>
          <p:cNvCxnSpPr>
            <a:stCxn id="1859" idx="6"/>
            <a:endCxn id="1866" idx="2"/>
          </p:cNvCxnSpPr>
          <p:nvPr/>
        </p:nvCxnSpPr>
        <p:spPr>
          <a:xfrm>
            <a:off x="5664702" y="1869050"/>
            <a:ext cx="1589700" cy="922200"/>
          </a:xfrm>
          <a:prstGeom prst="curvedConnector3">
            <a:avLst>
              <a:gd fmla="val 50005" name="adj1"/>
            </a:avLst>
          </a:prstGeom>
          <a:noFill/>
          <a:ln cap="flat" cmpd="sng" w="19050">
            <a:solidFill>
              <a:schemeClr val="dk1"/>
            </a:solidFill>
            <a:prstDash val="solid"/>
            <a:round/>
            <a:headEnd len="med" w="med" type="none"/>
            <a:tailEnd len="med" w="med" type="none"/>
          </a:ln>
        </p:spPr>
      </p:cxnSp>
      <p:grpSp>
        <p:nvGrpSpPr>
          <p:cNvPr id="1867" name="Google Shape;1867;p62"/>
          <p:cNvGrpSpPr/>
          <p:nvPr/>
        </p:nvGrpSpPr>
        <p:grpSpPr>
          <a:xfrm>
            <a:off x="7254550" y="2656737"/>
            <a:ext cx="311701" cy="268932"/>
            <a:chOff x="7105975" y="2523212"/>
            <a:chExt cx="311701" cy="268932"/>
          </a:xfrm>
        </p:grpSpPr>
        <p:sp>
          <p:nvSpPr>
            <p:cNvPr id="1868" name="Google Shape;1868;p62"/>
            <p:cNvSpPr/>
            <p:nvPr/>
          </p:nvSpPr>
          <p:spPr>
            <a:xfrm>
              <a:off x="7117070" y="2523212"/>
              <a:ext cx="300605" cy="268932"/>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6" name="Google Shape;1866;p62"/>
            <p:cNvSpPr/>
            <p:nvPr/>
          </p:nvSpPr>
          <p:spPr>
            <a:xfrm>
              <a:off x="7105975" y="2523275"/>
              <a:ext cx="295800" cy="268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ctor"/>
                <a:ea typeface="Actor"/>
                <a:cs typeface="Actor"/>
                <a:sym typeface="Actor"/>
              </a:endParaRPr>
            </a:p>
          </p:txBody>
        </p:sp>
      </p:grpSp>
      <p:sp>
        <p:nvSpPr>
          <p:cNvPr id="1869" name="Google Shape;1869;p62"/>
          <p:cNvSpPr/>
          <p:nvPr/>
        </p:nvSpPr>
        <p:spPr>
          <a:xfrm rot="1252380">
            <a:off x="-853769" y="3851458"/>
            <a:ext cx="3133974" cy="1676787"/>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70" name="Google Shape;1870;p62"/>
          <p:cNvGrpSpPr/>
          <p:nvPr/>
        </p:nvGrpSpPr>
        <p:grpSpPr>
          <a:xfrm flipH="1">
            <a:off x="7738927" y="296774"/>
            <a:ext cx="725404" cy="1506876"/>
            <a:chOff x="270716" y="5"/>
            <a:chExt cx="671235" cy="1394352"/>
          </a:xfrm>
        </p:grpSpPr>
        <p:sp>
          <p:nvSpPr>
            <p:cNvPr id="1871" name="Google Shape;1871;p62"/>
            <p:cNvSpPr/>
            <p:nvPr/>
          </p:nvSpPr>
          <p:spPr>
            <a:xfrm flipH="1" rot="10800000">
              <a:off x="496537" y="5"/>
              <a:ext cx="312153" cy="1338179"/>
            </a:xfrm>
            <a:custGeom>
              <a:rect b="b" l="l" r="r" t="t"/>
              <a:pathLst>
                <a:path extrusionOk="0" h="303270" w="70743">
                  <a:moveTo>
                    <a:pt x="19770" y="302065"/>
                  </a:moveTo>
                  <a:cubicBezTo>
                    <a:pt x="13266" y="281278"/>
                    <a:pt x="9165" y="259078"/>
                    <a:pt x="6549" y="237514"/>
                  </a:cubicBezTo>
                  <a:cubicBezTo>
                    <a:pt x="3933" y="215950"/>
                    <a:pt x="3226" y="194457"/>
                    <a:pt x="4640" y="172964"/>
                  </a:cubicBezTo>
                  <a:cubicBezTo>
                    <a:pt x="7186" y="133160"/>
                    <a:pt x="17437" y="93991"/>
                    <a:pt x="34900" y="58146"/>
                  </a:cubicBezTo>
                  <a:cubicBezTo>
                    <a:pt x="44657" y="38208"/>
                    <a:pt x="56818" y="19543"/>
                    <a:pt x="70463" y="2009"/>
                  </a:cubicBezTo>
                  <a:cubicBezTo>
                    <a:pt x="71382" y="878"/>
                    <a:pt x="69827" y="-748"/>
                    <a:pt x="68837" y="383"/>
                  </a:cubicBezTo>
                  <a:cubicBezTo>
                    <a:pt x="14043" y="61257"/>
                    <a:pt x="-6743" y="149138"/>
                    <a:pt x="1883" y="229313"/>
                  </a:cubicBezTo>
                  <a:cubicBezTo>
                    <a:pt x="3226" y="241615"/>
                    <a:pt x="5135" y="253776"/>
                    <a:pt x="7681" y="265865"/>
                  </a:cubicBezTo>
                  <a:cubicBezTo>
                    <a:pt x="10226" y="277955"/>
                    <a:pt x="14185" y="290399"/>
                    <a:pt x="18003" y="302630"/>
                  </a:cubicBezTo>
                  <a:cubicBezTo>
                    <a:pt x="18357" y="303761"/>
                    <a:pt x="20124" y="303266"/>
                    <a:pt x="19770" y="302135"/>
                  </a:cubicBezTo>
                  <a:lnTo>
                    <a:pt x="19770" y="30213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72" name="Google Shape;1872;p62"/>
            <p:cNvGrpSpPr/>
            <p:nvPr/>
          </p:nvGrpSpPr>
          <p:grpSpPr>
            <a:xfrm flipH="1" rot="10800000">
              <a:off x="639820" y="1094942"/>
              <a:ext cx="218003" cy="299415"/>
              <a:chOff x="7134178" y="6147896"/>
              <a:chExt cx="49417" cy="67870"/>
            </a:xfrm>
          </p:grpSpPr>
          <p:sp>
            <p:nvSpPr>
              <p:cNvPr id="1873" name="Google Shape;1873;p62"/>
              <p:cNvSpPr/>
              <p:nvPr/>
            </p:nvSpPr>
            <p:spPr>
              <a:xfrm>
                <a:off x="7135517" y="6149717"/>
                <a:ext cx="46309" cy="64761"/>
              </a:xfrm>
              <a:custGeom>
                <a:rect b="b" l="l" r="r" t="t"/>
                <a:pathLst>
                  <a:path extrusionOk="0" h="64761" w="46309">
                    <a:moveTo>
                      <a:pt x="636" y="61156"/>
                    </a:moveTo>
                    <a:cubicBezTo>
                      <a:pt x="565" y="45743"/>
                      <a:pt x="7282" y="30472"/>
                      <a:pt x="18665" y="20079"/>
                    </a:cubicBezTo>
                    <a:cubicBezTo>
                      <a:pt x="22129" y="16898"/>
                      <a:pt x="25947" y="14211"/>
                      <a:pt x="29836" y="11524"/>
                    </a:cubicBezTo>
                    <a:lnTo>
                      <a:pt x="46309" y="0"/>
                    </a:lnTo>
                    <a:cubicBezTo>
                      <a:pt x="44612" y="27927"/>
                      <a:pt x="31815" y="55854"/>
                      <a:pt x="0" y="64762"/>
                    </a:cubicBez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4" name="Google Shape;1874;p62"/>
              <p:cNvSpPr/>
              <p:nvPr/>
            </p:nvSpPr>
            <p:spPr>
              <a:xfrm>
                <a:off x="7134178" y="6147896"/>
                <a:ext cx="49417" cy="67870"/>
              </a:xfrm>
              <a:custGeom>
                <a:rect b="b" l="l" r="r" t="t"/>
                <a:pathLst>
                  <a:path extrusionOk="0" h="67870" w="49417">
                    <a:moveTo>
                      <a:pt x="2612" y="63189"/>
                    </a:moveTo>
                    <a:cubicBezTo>
                      <a:pt x="3813" y="57391"/>
                      <a:pt x="4591" y="51453"/>
                      <a:pt x="6571" y="45867"/>
                    </a:cubicBezTo>
                    <a:cubicBezTo>
                      <a:pt x="8621" y="39858"/>
                      <a:pt x="11732" y="34131"/>
                      <a:pt x="15691" y="29252"/>
                    </a:cubicBezTo>
                    <a:cubicBezTo>
                      <a:pt x="19650" y="24374"/>
                      <a:pt x="24882" y="20132"/>
                      <a:pt x="30185" y="16385"/>
                    </a:cubicBezTo>
                    <a:cubicBezTo>
                      <a:pt x="36336" y="12072"/>
                      <a:pt x="42487" y="7759"/>
                      <a:pt x="48567" y="3446"/>
                    </a:cubicBezTo>
                    <a:lnTo>
                      <a:pt x="45881" y="1891"/>
                    </a:lnTo>
                    <a:cubicBezTo>
                      <a:pt x="45032" y="15395"/>
                      <a:pt x="41638" y="28969"/>
                      <a:pt x="34285" y="40494"/>
                    </a:cubicBezTo>
                    <a:cubicBezTo>
                      <a:pt x="30609" y="46291"/>
                      <a:pt x="25872" y="51453"/>
                      <a:pt x="20357" y="55553"/>
                    </a:cubicBezTo>
                    <a:cubicBezTo>
                      <a:pt x="14277" y="60078"/>
                      <a:pt x="7419" y="62270"/>
                      <a:pt x="632" y="65522"/>
                    </a:cubicBezTo>
                    <a:cubicBezTo>
                      <a:pt x="-499" y="66017"/>
                      <a:pt x="-4" y="68067"/>
                      <a:pt x="1268" y="67855"/>
                    </a:cubicBezTo>
                    <a:cubicBezTo>
                      <a:pt x="8692" y="67007"/>
                      <a:pt x="16115" y="62906"/>
                      <a:pt x="22054" y="58523"/>
                    </a:cubicBezTo>
                    <a:cubicBezTo>
                      <a:pt x="27993" y="54139"/>
                      <a:pt x="32801" y="48978"/>
                      <a:pt x="36831" y="42898"/>
                    </a:cubicBezTo>
                    <a:cubicBezTo>
                      <a:pt x="44820" y="30737"/>
                      <a:pt x="48496" y="16243"/>
                      <a:pt x="49416" y="1820"/>
                    </a:cubicBezTo>
                    <a:cubicBezTo>
                      <a:pt x="49486" y="548"/>
                      <a:pt x="47789" y="-513"/>
                      <a:pt x="46729" y="265"/>
                    </a:cubicBezTo>
                    <a:cubicBezTo>
                      <a:pt x="40083" y="4861"/>
                      <a:pt x="33437" y="9456"/>
                      <a:pt x="26862" y="14193"/>
                    </a:cubicBezTo>
                    <a:cubicBezTo>
                      <a:pt x="21347" y="18152"/>
                      <a:pt x="16257" y="22394"/>
                      <a:pt x="12156" y="27768"/>
                    </a:cubicBezTo>
                    <a:cubicBezTo>
                      <a:pt x="4803" y="37312"/>
                      <a:pt x="-1136" y="50958"/>
                      <a:pt x="1268" y="63189"/>
                    </a:cubicBezTo>
                    <a:cubicBezTo>
                      <a:pt x="1409" y="63825"/>
                      <a:pt x="2399" y="63825"/>
                      <a:pt x="2541" y="63189"/>
                    </a:cubicBezTo>
                    <a:lnTo>
                      <a:pt x="2541" y="6318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75" name="Google Shape;1875;p62"/>
            <p:cNvSpPr/>
            <p:nvPr/>
          </p:nvSpPr>
          <p:spPr>
            <a:xfrm flipH="1" rot="10800000">
              <a:off x="459838" y="911234"/>
              <a:ext cx="130570" cy="344510"/>
            </a:xfrm>
            <a:custGeom>
              <a:rect b="b" l="l" r="r" t="t"/>
              <a:pathLst>
                <a:path extrusionOk="0" h="78076" w="29591">
                  <a:moveTo>
                    <a:pt x="26109" y="76505"/>
                  </a:moveTo>
                  <a:cubicBezTo>
                    <a:pt x="15575" y="69718"/>
                    <a:pt x="9070" y="58406"/>
                    <a:pt x="5959" y="46528"/>
                  </a:cubicBezTo>
                  <a:cubicBezTo>
                    <a:pt x="2142" y="31822"/>
                    <a:pt x="3626" y="16551"/>
                    <a:pt x="3626" y="1491"/>
                  </a:cubicBezTo>
                  <a:lnTo>
                    <a:pt x="657" y="2269"/>
                  </a:lnTo>
                  <a:cubicBezTo>
                    <a:pt x="4546" y="7713"/>
                    <a:pt x="9212" y="12450"/>
                    <a:pt x="13383" y="17611"/>
                  </a:cubicBezTo>
                  <a:cubicBezTo>
                    <a:pt x="17979" y="23338"/>
                    <a:pt x="21443" y="29631"/>
                    <a:pt x="23493" y="36701"/>
                  </a:cubicBezTo>
                  <a:cubicBezTo>
                    <a:pt x="25402" y="43347"/>
                    <a:pt x="26180" y="50275"/>
                    <a:pt x="26109" y="57133"/>
                  </a:cubicBezTo>
                  <a:cubicBezTo>
                    <a:pt x="26039" y="63991"/>
                    <a:pt x="24483" y="70496"/>
                    <a:pt x="24766" y="77142"/>
                  </a:cubicBezTo>
                  <a:cubicBezTo>
                    <a:pt x="24766" y="77990"/>
                    <a:pt x="26039" y="78485"/>
                    <a:pt x="26463" y="77637"/>
                  </a:cubicBezTo>
                  <a:cubicBezTo>
                    <a:pt x="29149" y="71627"/>
                    <a:pt x="29432" y="64274"/>
                    <a:pt x="29574" y="57770"/>
                  </a:cubicBezTo>
                  <a:cubicBezTo>
                    <a:pt x="29715" y="50770"/>
                    <a:pt x="29008" y="43700"/>
                    <a:pt x="27099" y="36983"/>
                  </a:cubicBezTo>
                  <a:cubicBezTo>
                    <a:pt x="25190" y="30267"/>
                    <a:pt x="22291" y="24257"/>
                    <a:pt x="18191" y="18813"/>
                  </a:cubicBezTo>
                  <a:cubicBezTo>
                    <a:pt x="13524" y="12521"/>
                    <a:pt x="7868" y="7077"/>
                    <a:pt x="3343" y="714"/>
                  </a:cubicBezTo>
                  <a:cubicBezTo>
                    <a:pt x="2495" y="-488"/>
                    <a:pt x="374" y="-135"/>
                    <a:pt x="374" y="1491"/>
                  </a:cubicBezTo>
                  <a:cubicBezTo>
                    <a:pt x="374" y="17541"/>
                    <a:pt x="-1535" y="34014"/>
                    <a:pt x="3273" y="49568"/>
                  </a:cubicBezTo>
                  <a:cubicBezTo>
                    <a:pt x="6949" y="61658"/>
                    <a:pt x="13807" y="72051"/>
                    <a:pt x="25261" y="77849"/>
                  </a:cubicBezTo>
                  <a:cubicBezTo>
                    <a:pt x="26180" y="78344"/>
                    <a:pt x="26958" y="77000"/>
                    <a:pt x="26039" y="76435"/>
                  </a:cubicBezTo>
                  <a:lnTo>
                    <a:pt x="26039" y="7643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6" name="Google Shape;1876;p62"/>
            <p:cNvSpPr/>
            <p:nvPr/>
          </p:nvSpPr>
          <p:spPr>
            <a:xfrm flipH="1" rot="10800000">
              <a:off x="562224" y="881273"/>
              <a:ext cx="379727" cy="185462"/>
            </a:xfrm>
            <a:custGeom>
              <a:rect b="b" l="l" r="r" t="t"/>
              <a:pathLst>
                <a:path extrusionOk="0" h="42031" w="86057">
                  <a:moveTo>
                    <a:pt x="2548" y="38611"/>
                  </a:moveTo>
                  <a:cubicBezTo>
                    <a:pt x="10749" y="26945"/>
                    <a:pt x="19869" y="15633"/>
                    <a:pt x="33939" y="10966"/>
                  </a:cubicBezTo>
                  <a:cubicBezTo>
                    <a:pt x="41858" y="8350"/>
                    <a:pt x="50200" y="7431"/>
                    <a:pt x="58472" y="6512"/>
                  </a:cubicBezTo>
                  <a:cubicBezTo>
                    <a:pt x="66744" y="5593"/>
                    <a:pt x="75652" y="4674"/>
                    <a:pt x="84207" y="3755"/>
                  </a:cubicBezTo>
                  <a:lnTo>
                    <a:pt x="82581" y="927"/>
                  </a:lnTo>
                  <a:cubicBezTo>
                    <a:pt x="74380" y="15562"/>
                    <a:pt x="61300" y="28076"/>
                    <a:pt x="44827" y="32813"/>
                  </a:cubicBezTo>
                  <a:cubicBezTo>
                    <a:pt x="31393" y="36631"/>
                    <a:pt x="16122" y="39035"/>
                    <a:pt x="2194" y="36489"/>
                  </a:cubicBezTo>
                  <a:cubicBezTo>
                    <a:pt x="-68" y="36065"/>
                    <a:pt x="-917" y="39105"/>
                    <a:pt x="1275" y="39883"/>
                  </a:cubicBezTo>
                  <a:cubicBezTo>
                    <a:pt x="8770" y="42570"/>
                    <a:pt x="16829" y="42287"/>
                    <a:pt x="24677" y="41438"/>
                  </a:cubicBezTo>
                  <a:cubicBezTo>
                    <a:pt x="32525" y="40590"/>
                    <a:pt x="39666" y="39317"/>
                    <a:pt x="46877" y="37126"/>
                  </a:cubicBezTo>
                  <a:cubicBezTo>
                    <a:pt x="64552" y="31823"/>
                    <a:pt x="77067" y="18461"/>
                    <a:pt x="85833" y="2835"/>
                  </a:cubicBezTo>
                  <a:cubicBezTo>
                    <a:pt x="86470" y="1704"/>
                    <a:pt x="85692" y="-134"/>
                    <a:pt x="84207" y="8"/>
                  </a:cubicBezTo>
                  <a:cubicBezTo>
                    <a:pt x="74875" y="998"/>
                    <a:pt x="65471" y="1917"/>
                    <a:pt x="56139" y="3048"/>
                  </a:cubicBezTo>
                  <a:cubicBezTo>
                    <a:pt x="47443" y="4108"/>
                    <a:pt x="38464" y="5098"/>
                    <a:pt x="30333" y="8421"/>
                  </a:cubicBezTo>
                  <a:cubicBezTo>
                    <a:pt x="16546" y="14077"/>
                    <a:pt x="8345" y="25319"/>
                    <a:pt x="992" y="37691"/>
                  </a:cubicBezTo>
                  <a:cubicBezTo>
                    <a:pt x="356" y="38752"/>
                    <a:pt x="1911" y="39529"/>
                    <a:pt x="2548" y="38611"/>
                  </a:cubicBezTo>
                  <a:lnTo>
                    <a:pt x="2548" y="3861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7" name="Google Shape;1877;p62"/>
            <p:cNvSpPr/>
            <p:nvPr/>
          </p:nvSpPr>
          <p:spPr>
            <a:xfrm flipH="1" rot="10800000">
              <a:off x="348504" y="663846"/>
              <a:ext cx="172613" cy="323604"/>
            </a:xfrm>
            <a:custGeom>
              <a:rect b="b" l="l" r="r" t="t"/>
              <a:pathLst>
                <a:path extrusionOk="0" h="73338" w="39119">
                  <a:moveTo>
                    <a:pt x="37702" y="71685"/>
                  </a:moveTo>
                  <a:cubicBezTo>
                    <a:pt x="25965" y="66665"/>
                    <a:pt x="17623" y="56414"/>
                    <a:pt x="12603" y="44960"/>
                  </a:cubicBezTo>
                  <a:cubicBezTo>
                    <a:pt x="6523" y="31103"/>
                    <a:pt x="5533" y="15902"/>
                    <a:pt x="3058" y="1197"/>
                  </a:cubicBezTo>
                  <a:lnTo>
                    <a:pt x="372" y="2752"/>
                  </a:lnTo>
                  <a:cubicBezTo>
                    <a:pt x="5533" y="7842"/>
                    <a:pt x="11472" y="12084"/>
                    <a:pt x="16774" y="17034"/>
                  </a:cubicBezTo>
                  <a:cubicBezTo>
                    <a:pt x="22077" y="21982"/>
                    <a:pt x="25965" y="27356"/>
                    <a:pt x="28864" y="33648"/>
                  </a:cubicBezTo>
                  <a:cubicBezTo>
                    <a:pt x="31621" y="39587"/>
                    <a:pt x="33389" y="46021"/>
                    <a:pt x="34450" y="52525"/>
                  </a:cubicBezTo>
                  <a:cubicBezTo>
                    <a:pt x="35510" y="59030"/>
                    <a:pt x="35086" y="66100"/>
                    <a:pt x="36429" y="72675"/>
                  </a:cubicBezTo>
                  <a:cubicBezTo>
                    <a:pt x="36641" y="73594"/>
                    <a:pt x="37985" y="73524"/>
                    <a:pt x="38197" y="72675"/>
                  </a:cubicBezTo>
                  <a:cubicBezTo>
                    <a:pt x="39894" y="66383"/>
                    <a:pt x="38904" y="59100"/>
                    <a:pt x="37985" y="52737"/>
                  </a:cubicBezTo>
                  <a:cubicBezTo>
                    <a:pt x="36995" y="45879"/>
                    <a:pt x="35227" y="39233"/>
                    <a:pt x="32329" y="32941"/>
                  </a:cubicBezTo>
                  <a:cubicBezTo>
                    <a:pt x="29430" y="26649"/>
                    <a:pt x="25683" y="21205"/>
                    <a:pt x="20875" y="16468"/>
                  </a:cubicBezTo>
                  <a:cubicBezTo>
                    <a:pt x="15077" y="10812"/>
                    <a:pt x="8432" y="6216"/>
                    <a:pt x="2705" y="489"/>
                  </a:cubicBezTo>
                  <a:cubicBezTo>
                    <a:pt x="1503" y="-713"/>
                    <a:pt x="-194" y="489"/>
                    <a:pt x="18" y="2045"/>
                  </a:cubicBezTo>
                  <a:cubicBezTo>
                    <a:pt x="2563" y="17528"/>
                    <a:pt x="3482" y="33719"/>
                    <a:pt x="10411" y="48142"/>
                  </a:cubicBezTo>
                  <a:cubicBezTo>
                    <a:pt x="15997" y="59808"/>
                    <a:pt x="24622" y="69211"/>
                    <a:pt x="37136" y="73170"/>
                  </a:cubicBezTo>
                  <a:cubicBezTo>
                    <a:pt x="37985" y="73453"/>
                    <a:pt x="38621" y="72039"/>
                    <a:pt x="37773" y="71685"/>
                  </a:cubicBezTo>
                  <a:lnTo>
                    <a:pt x="37773" y="716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8" name="Google Shape;1878;p62"/>
            <p:cNvSpPr/>
            <p:nvPr/>
          </p:nvSpPr>
          <p:spPr>
            <a:xfrm flipH="1" rot="10800000">
              <a:off x="270716" y="214512"/>
              <a:ext cx="258511" cy="260086"/>
            </a:xfrm>
            <a:custGeom>
              <a:rect b="b" l="l" r="r" t="t"/>
              <a:pathLst>
                <a:path extrusionOk="0" h="58943" w="58586">
                  <a:moveTo>
                    <a:pt x="57667" y="57314"/>
                  </a:moveTo>
                  <a:cubicBezTo>
                    <a:pt x="44164" y="56465"/>
                    <a:pt x="32498" y="48971"/>
                    <a:pt x="23943" y="38932"/>
                  </a:cubicBezTo>
                  <a:cubicBezTo>
                    <a:pt x="14469" y="27832"/>
                    <a:pt x="9379" y="13833"/>
                    <a:pt x="3016" y="895"/>
                  </a:cubicBezTo>
                  <a:lnTo>
                    <a:pt x="824" y="3086"/>
                  </a:lnTo>
                  <a:cubicBezTo>
                    <a:pt x="7752" y="6409"/>
                    <a:pt x="15176" y="8460"/>
                    <a:pt x="22105" y="11641"/>
                  </a:cubicBezTo>
                  <a:cubicBezTo>
                    <a:pt x="28397" y="14540"/>
                    <a:pt x="33983" y="18499"/>
                    <a:pt x="38719" y="23661"/>
                  </a:cubicBezTo>
                  <a:cubicBezTo>
                    <a:pt x="43457" y="28822"/>
                    <a:pt x="46779" y="34336"/>
                    <a:pt x="49608" y="40275"/>
                  </a:cubicBezTo>
                  <a:cubicBezTo>
                    <a:pt x="52435" y="46214"/>
                    <a:pt x="53920" y="52719"/>
                    <a:pt x="56890" y="58516"/>
                  </a:cubicBezTo>
                  <a:cubicBezTo>
                    <a:pt x="57314" y="59294"/>
                    <a:pt x="58586" y="58940"/>
                    <a:pt x="58586" y="58021"/>
                  </a:cubicBezTo>
                  <a:cubicBezTo>
                    <a:pt x="58445" y="51446"/>
                    <a:pt x="55546" y="44729"/>
                    <a:pt x="52789" y="38861"/>
                  </a:cubicBezTo>
                  <a:cubicBezTo>
                    <a:pt x="49890" y="32639"/>
                    <a:pt x="46285" y="26842"/>
                    <a:pt x="41689" y="21751"/>
                  </a:cubicBezTo>
                  <a:cubicBezTo>
                    <a:pt x="37093" y="16661"/>
                    <a:pt x="31649" y="12560"/>
                    <a:pt x="25498" y="9591"/>
                  </a:cubicBezTo>
                  <a:cubicBezTo>
                    <a:pt x="18004" y="5985"/>
                    <a:pt x="9874" y="3864"/>
                    <a:pt x="2379" y="188"/>
                  </a:cubicBezTo>
                  <a:cubicBezTo>
                    <a:pt x="895" y="-520"/>
                    <a:pt x="-520" y="895"/>
                    <a:pt x="188" y="2379"/>
                  </a:cubicBezTo>
                  <a:cubicBezTo>
                    <a:pt x="6904" y="16095"/>
                    <a:pt x="12207" y="30943"/>
                    <a:pt x="22600" y="42467"/>
                  </a:cubicBezTo>
                  <a:cubicBezTo>
                    <a:pt x="26983" y="47345"/>
                    <a:pt x="32215" y="51587"/>
                    <a:pt x="38013" y="54557"/>
                  </a:cubicBezTo>
                  <a:cubicBezTo>
                    <a:pt x="44305" y="57809"/>
                    <a:pt x="50668" y="59011"/>
                    <a:pt x="57667" y="58799"/>
                  </a:cubicBezTo>
                  <a:cubicBezTo>
                    <a:pt x="58728" y="58799"/>
                    <a:pt x="58657" y="57244"/>
                    <a:pt x="57667" y="57173"/>
                  </a:cubicBezTo>
                  <a:lnTo>
                    <a:pt x="57667" y="5717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9" name="Google Shape;1879;p62"/>
            <p:cNvSpPr/>
            <p:nvPr/>
          </p:nvSpPr>
          <p:spPr>
            <a:xfrm flipH="1" rot="10800000">
              <a:off x="291512" y="437493"/>
              <a:ext cx="214302" cy="296295"/>
            </a:xfrm>
            <a:custGeom>
              <a:rect b="b" l="l" r="r" t="t"/>
              <a:pathLst>
                <a:path extrusionOk="0" h="67149" w="48567">
                  <a:moveTo>
                    <a:pt x="47721" y="65444"/>
                  </a:moveTo>
                  <a:cubicBezTo>
                    <a:pt x="35208" y="62262"/>
                    <a:pt x="25380" y="53071"/>
                    <a:pt x="18805" y="42395"/>
                  </a:cubicBezTo>
                  <a:cubicBezTo>
                    <a:pt x="10957" y="29740"/>
                    <a:pt x="7776" y="15175"/>
                    <a:pt x="3180" y="1176"/>
                  </a:cubicBezTo>
                  <a:lnTo>
                    <a:pt x="847" y="3015"/>
                  </a:lnTo>
                  <a:cubicBezTo>
                    <a:pt x="6644" y="7328"/>
                    <a:pt x="13149" y="10509"/>
                    <a:pt x="19088" y="14610"/>
                  </a:cubicBezTo>
                  <a:cubicBezTo>
                    <a:pt x="25027" y="18711"/>
                    <a:pt x="29905" y="23660"/>
                    <a:pt x="33723" y="29669"/>
                  </a:cubicBezTo>
                  <a:cubicBezTo>
                    <a:pt x="37258" y="35184"/>
                    <a:pt x="39874" y="41193"/>
                    <a:pt x="41854" y="47415"/>
                  </a:cubicBezTo>
                  <a:cubicBezTo>
                    <a:pt x="43833" y="53637"/>
                    <a:pt x="44399" y="60354"/>
                    <a:pt x="46661" y="66504"/>
                  </a:cubicBezTo>
                  <a:cubicBezTo>
                    <a:pt x="47015" y="67494"/>
                    <a:pt x="48358" y="67282"/>
                    <a:pt x="48429" y="66292"/>
                  </a:cubicBezTo>
                  <a:cubicBezTo>
                    <a:pt x="49135" y="59646"/>
                    <a:pt x="47015" y="52364"/>
                    <a:pt x="45035" y="46072"/>
                  </a:cubicBezTo>
                  <a:cubicBezTo>
                    <a:pt x="43055" y="39779"/>
                    <a:pt x="40227" y="33275"/>
                    <a:pt x="36409" y="27548"/>
                  </a:cubicBezTo>
                  <a:cubicBezTo>
                    <a:pt x="32592" y="21821"/>
                    <a:pt x="28279" y="17367"/>
                    <a:pt x="22976" y="13479"/>
                  </a:cubicBezTo>
                  <a:cubicBezTo>
                    <a:pt x="16401" y="8671"/>
                    <a:pt x="8977" y="5136"/>
                    <a:pt x="2402" y="258"/>
                  </a:cubicBezTo>
                  <a:cubicBezTo>
                    <a:pt x="1271" y="-591"/>
                    <a:pt x="-355" y="823"/>
                    <a:pt x="69" y="2096"/>
                  </a:cubicBezTo>
                  <a:cubicBezTo>
                    <a:pt x="4877" y="16872"/>
                    <a:pt x="8129" y="32709"/>
                    <a:pt x="16896" y="45789"/>
                  </a:cubicBezTo>
                  <a:cubicBezTo>
                    <a:pt x="24178" y="56677"/>
                    <a:pt x="34147" y="65020"/>
                    <a:pt x="47368" y="67070"/>
                  </a:cubicBezTo>
                  <a:cubicBezTo>
                    <a:pt x="48358" y="67211"/>
                    <a:pt x="48782" y="65797"/>
                    <a:pt x="47792" y="65515"/>
                  </a:cubicBezTo>
                  <a:lnTo>
                    <a:pt x="47792" y="6551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0" name="Google Shape;1880;p62"/>
            <p:cNvSpPr/>
            <p:nvPr/>
          </p:nvSpPr>
          <p:spPr>
            <a:xfrm flipH="1" rot="10800000">
              <a:off x="510923" y="654851"/>
              <a:ext cx="316919" cy="214977"/>
            </a:xfrm>
            <a:custGeom>
              <a:rect b="b" l="l" r="r" t="t"/>
              <a:pathLst>
                <a:path extrusionOk="0" h="48720" w="71823">
                  <a:moveTo>
                    <a:pt x="2581" y="47003"/>
                  </a:moveTo>
                  <a:cubicBezTo>
                    <a:pt x="8237" y="35408"/>
                    <a:pt x="14600" y="23954"/>
                    <a:pt x="26478" y="17733"/>
                  </a:cubicBezTo>
                  <a:cubicBezTo>
                    <a:pt x="33195" y="14198"/>
                    <a:pt x="40689" y="12077"/>
                    <a:pt x="47971" y="10026"/>
                  </a:cubicBezTo>
                  <a:cubicBezTo>
                    <a:pt x="55253" y="7976"/>
                    <a:pt x="62959" y="5855"/>
                    <a:pt x="70525" y="3733"/>
                  </a:cubicBezTo>
                  <a:lnTo>
                    <a:pt x="68191" y="1401"/>
                  </a:lnTo>
                  <a:cubicBezTo>
                    <a:pt x="63101" y="15682"/>
                    <a:pt x="53062" y="28691"/>
                    <a:pt x="39062" y="35266"/>
                  </a:cubicBezTo>
                  <a:cubicBezTo>
                    <a:pt x="27680" y="40640"/>
                    <a:pt x="14459" y="44882"/>
                    <a:pt x="1733" y="44740"/>
                  </a:cubicBezTo>
                  <a:cubicBezTo>
                    <a:pt x="-176" y="44740"/>
                    <a:pt x="-742" y="47851"/>
                    <a:pt x="1238" y="48205"/>
                  </a:cubicBezTo>
                  <a:cubicBezTo>
                    <a:pt x="8237" y="49477"/>
                    <a:pt x="15166" y="48205"/>
                    <a:pt x="21953" y="46437"/>
                  </a:cubicBezTo>
                  <a:cubicBezTo>
                    <a:pt x="28740" y="44670"/>
                    <a:pt x="35457" y="42195"/>
                    <a:pt x="41749" y="39155"/>
                  </a:cubicBezTo>
                  <a:cubicBezTo>
                    <a:pt x="48042" y="36115"/>
                    <a:pt x="53910" y="31378"/>
                    <a:pt x="58718" y="26004"/>
                  </a:cubicBezTo>
                  <a:cubicBezTo>
                    <a:pt x="64939" y="19076"/>
                    <a:pt x="68615" y="11016"/>
                    <a:pt x="71726" y="2390"/>
                  </a:cubicBezTo>
                  <a:cubicBezTo>
                    <a:pt x="72221" y="1047"/>
                    <a:pt x="70737" y="-296"/>
                    <a:pt x="69394" y="57"/>
                  </a:cubicBezTo>
                  <a:cubicBezTo>
                    <a:pt x="61263" y="2320"/>
                    <a:pt x="53062" y="4511"/>
                    <a:pt x="44931" y="6915"/>
                  </a:cubicBezTo>
                  <a:cubicBezTo>
                    <a:pt x="37437" y="9107"/>
                    <a:pt x="29589" y="11299"/>
                    <a:pt x="22872" y="15399"/>
                  </a:cubicBezTo>
                  <a:cubicBezTo>
                    <a:pt x="17004" y="19005"/>
                    <a:pt x="12196" y="24025"/>
                    <a:pt x="8378" y="29681"/>
                  </a:cubicBezTo>
                  <a:cubicBezTo>
                    <a:pt x="4914" y="34842"/>
                    <a:pt x="2934" y="40498"/>
                    <a:pt x="743" y="46225"/>
                  </a:cubicBezTo>
                  <a:cubicBezTo>
                    <a:pt x="389" y="47215"/>
                    <a:pt x="1944" y="47851"/>
                    <a:pt x="2439" y="46932"/>
                  </a:cubicBezTo>
                  <a:lnTo>
                    <a:pt x="2439" y="4693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1" name="Google Shape;1881;p62"/>
            <p:cNvSpPr/>
            <p:nvPr/>
          </p:nvSpPr>
          <p:spPr>
            <a:xfrm flipH="1" rot="10800000">
              <a:off x="532328" y="155080"/>
              <a:ext cx="189336" cy="300244"/>
            </a:xfrm>
            <a:custGeom>
              <a:rect b="b" l="l" r="r" t="t"/>
              <a:pathLst>
                <a:path extrusionOk="0" h="68044" w="42909">
                  <a:moveTo>
                    <a:pt x="3244" y="66308"/>
                  </a:moveTo>
                  <a:cubicBezTo>
                    <a:pt x="2749" y="54289"/>
                    <a:pt x="2466" y="41562"/>
                    <a:pt x="9678" y="31311"/>
                  </a:cubicBezTo>
                  <a:cubicBezTo>
                    <a:pt x="13495" y="25867"/>
                    <a:pt x="18869" y="21554"/>
                    <a:pt x="23889" y="17312"/>
                  </a:cubicBezTo>
                  <a:cubicBezTo>
                    <a:pt x="29545" y="12504"/>
                    <a:pt x="35413" y="7838"/>
                    <a:pt x="41140" y="3172"/>
                  </a:cubicBezTo>
                  <a:lnTo>
                    <a:pt x="38029" y="2324"/>
                  </a:lnTo>
                  <a:cubicBezTo>
                    <a:pt x="40079" y="15969"/>
                    <a:pt x="38453" y="31876"/>
                    <a:pt x="29474" y="42977"/>
                  </a:cubicBezTo>
                  <a:cubicBezTo>
                    <a:pt x="22262" y="51885"/>
                    <a:pt x="12718" y="60581"/>
                    <a:pt x="1830" y="64611"/>
                  </a:cubicBezTo>
                  <a:cubicBezTo>
                    <a:pt x="-291" y="65389"/>
                    <a:pt x="557" y="68429"/>
                    <a:pt x="2749" y="68005"/>
                  </a:cubicBezTo>
                  <a:cubicBezTo>
                    <a:pt x="9395" y="66874"/>
                    <a:pt x="14980" y="63056"/>
                    <a:pt x="20141" y="58884"/>
                  </a:cubicBezTo>
                  <a:cubicBezTo>
                    <a:pt x="25302" y="54713"/>
                    <a:pt x="29686" y="50329"/>
                    <a:pt x="33645" y="45310"/>
                  </a:cubicBezTo>
                  <a:cubicBezTo>
                    <a:pt x="37605" y="40290"/>
                    <a:pt x="40079" y="34139"/>
                    <a:pt x="41564" y="27846"/>
                  </a:cubicBezTo>
                  <a:cubicBezTo>
                    <a:pt x="43685" y="18938"/>
                    <a:pt x="42978" y="10242"/>
                    <a:pt x="41635" y="1334"/>
                  </a:cubicBezTo>
                  <a:cubicBezTo>
                    <a:pt x="41422" y="-222"/>
                    <a:pt x="39443" y="-292"/>
                    <a:pt x="38524" y="485"/>
                  </a:cubicBezTo>
                  <a:cubicBezTo>
                    <a:pt x="32443" y="5434"/>
                    <a:pt x="26292" y="10313"/>
                    <a:pt x="20354" y="15403"/>
                  </a:cubicBezTo>
                  <a:cubicBezTo>
                    <a:pt x="14980" y="19999"/>
                    <a:pt x="9324" y="24736"/>
                    <a:pt x="5577" y="30816"/>
                  </a:cubicBezTo>
                  <a:cubicBezTo>
                    <a:pt x="2183" y="36331"/>
                    <a:pt x="699" y="42764"/>
                    <a:pt x="133" y="49198"/>
                  </a:cubicBezTo>
                  <a:cubicBezTo>
                    <a:pt x="-362" y="55137"/>
                    <a:pt x="628" y="60723"/>
                    <a:pt x="1406" y="66520"/>
                  </a:cubicBezTo>
                  <a:cubicBezTo>
                    <a:pt x="1547" y="67510"/>
                    <a:pt x="3244" y="67298"/>
                    <a:pt x="3173" y="66308"/>
                  </a:cubicBezTo>
                  <a:lnTo>
                    <a:pt x="3173" y="6630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2" name="Google Shape;1882;p62"/>
            <p:cNvSpPr/>
            <p:nvPr/>
          </p:nvSpPr>
          <p:spPr>
            <a:xfrm flipH="1" rot="10800000">
              <a:off x="504839" y="436699"/>
              <a:ext cx="288785" cy="249986"/>
            </a:xfrm>
            <a:custGeom>
              <a:rect b="b" l="l" r="r" t="t"/>
              <a:pathLst>
                <a:path extrusionOk="0" h="56654" w="65447">
                  <a:moveTo>
                    <a:pt x="2616" y="55050"/>
                  </a:moveTo>
                  <a:cubicBezTo>
                    <a:pt x="6788" y="42537"/>
                    <a:pt x="11807" y="30235"/>
                    <a:pt x="23190" y="22528"/>
                  </a:cubicBezTo>
                  <a:cubicBezTo>
                    <a:pt x="29200" y="18427"/>
                    <a:pt x="35987" y="15529"/>
                    <a:pt x="42563" y="12630"/>
                  </a:cubicBezTo>
                  <a:cubicBezTo>
                    <a:pt x="49845" y="9449"/>
                    <a:pt x="57197" y="6408"/>
                    <a:pt x="64551" y="3297"/>
                  </a:cubicBezTo>
                  <a:lnTo>
                    <a:pt x="61793" y="1176"/>
                  </a:lnTo>
                  <a:cubicBezTo>
                    <a:pt x="60803" y="5560"/>
                    <a:pt x="59884" y="9943"/>
                    <a:pt x="57905" y="14044"/>
                  </a:cubicBezTo>
                  <a:cubicBezTo>
                    <a:pt x="56137" y="17791"/>
                    <a:pt x="53945" y="21326"/>
                    <a:pt x="51612" y="24649"/>
                  </a:cubicBezTo>
                  <a:cubicBezTo>
                    <a:pt x="47865" y="30093"/>
                    <a:pt x="43270" y="34901"/>
                    <a:pt x="37755" y="38507"/>
                  </a:cubicBezTo>
                  <a:cubicBezTo>
                    <a:pt x="27079" y="45364"/>
                    <a:pt x="14494" y="51515"/>
                    <a:pt x="1697" y="53071"/>
                  </a:cubicBezTo>
                  <a:cubicBezTo>
                    <a:pt x="-494" y="53354"/>
                    <a:pt x="-636" y="56464"/>
                    <a:pt x="1697" y="56606"/>
                  </a:cubicBezTo>
                  <a:cubicBezTo>
                    <a:pt x="8909" y="57030"/>
                    <a:pt x="15696" y="54626"/>
                    <a:pt x="22271" y="51940"/>
                  </a:cubicBezTo>
                  <a:cubicBezTo>
                    <a:pt x="28847" y="49253"/>
                    <a:pt x="34856" y="46142"/>
                    <a:pt x="40654" y="42324"/>
                  </a:cubicBezTo>
                  <a:cubicBezTo>
                    <a:pt x="46451" y="38507"/>
                    <a:pt x="51330" y="33275"/>
                    <a:pt x="55360" y="27548"/>
                  </a:cubicBezTo>
                  <a:cubicBezTo>
                    <a:pt x="60732" y="19841"/>
                    <a:pt x="63419" y="11357"/>
                    <a:pt x="65399" y="2308"/>
                  </a:cubicBezTo>
                  <a:cubicBezTo>
                    <a:pt x="65752" y="611"/>
                    <a:pt x="64126" y="-450"/>
                    <a:pt x="62642" y="187"/>
                  </a:cubicBezTo>
                  <a:cubicBezTo>
                    <a:pt x="54935" y="3439"/>
                    <a:pt x="47229" y="6620"/>
                    <a:pt x="39593" y="10014"/>
                  </a:cubicBezTo>
                  <a:cubicBezTo>
                    <a:pt x="32594" y="13125"/>
                    <a:pt x="25312" y="16236"/>
                    <a:pt x="19160" y="20972"/>
                  </a:cubicBezTo>
                  <a:cubicBezTo>
                    <a:pt x="13575" y="25356"/>
                    <a:pt x="9262" y="31153"/>
                    <a:pt x="6151" y="37517"/>
                  </a:cubicBezTo>
                  <a:cubicBezTo>
                    <a:pt x="3394" y="43032"/>
                    <a:pt x="2263" y="48758"/>
                    <a:pt x="849" y="54697"/>
                  </a:cubicBezTo>
                  <a:cubicBezTo>
                    <a:pt x="566" y="55828"/>
                    <a:pt x="2263" y="56323"/>
                    <a:pt x="2616" y="55192"/>
                  </a:cubicBezTo>
                  <a:lnTo>
                    <a:pt x="2616" y="5519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3" name="Google Shape;1883;p62"/>
            <p:cNvSpPr/>
            <p:nvPr/>
          </p:nvSpPr>
          <p:spPr>
            <a:xfrm flipH="1" rot="10800000">
              <a:off x="343824" y="300922"/>
              <a:ext cx="74765" cy="87226"/>
            </a:xfrm>
            <a:custGeom>
              <a:rect b="b" l="l" r="r" t="t"/>
              <a:pathLst>
                <a:path extrusionOk="0" h="19768" w="16944">
                  <a:moveTo>
                    <a:pt x="89" y="1307"/>
                  </a:moveTo>
                  <a:cubicBezTo>
                    <a:pt x="796" y="3146"/>
                    <a:pt x="1574" y="4984"/>
                    <a:pt x="2564" y="6751"/>
                  </a:cubicBezTo>
                  <a:cubicBezTo>
                    <a:pt x="3553" y="8519"/>
                    <a:pt x="4826" y="10074"/>
                    <a:pt x="6099" y="11629"/>
                  </a:cubicBezTo>
                  <a:cubicBezTo>
                    <a:pt x="8573" y="14670"/>
                    <a:pt x="11402" y="17922"/>
                    <a:pt x="14937" y="19619"/>
                  </a:cubicBezTo>
                  <a:cubicBezTo>
                    <a:pt x="16138" y="20184"/>
                    <a:pt x="17411" y="19053"/>
                    <a:pt x="16775" y="17781"/>
                  </a:cubicBezTo>
                  <a:cubicBezTo>
                    <a:pt x="15007" y="14387"/>
                    <a:pt x="11826" y="11842"/>
                    <a:pt x="9210" y="9084"/>
                  </a:cubicBezTo>
                  <a:cubicBezTo>
                    <a:pt x="7937" y="7741"/>
                    <a:pt x="6806" y="6327"/>
                    <a:pt x="5533" y="4913"/>
                  </a:cubicBezTo>
                  <a:cubicBezTo>
                    <a:pt x="4261" y="3499"/>
                    <a:pt x="2988" y="2085"/>
                    <a:pt x="1928" y="459"/>
                  </a:cubicBezTo>
                  <a:cubicBezTo>
                    <a:pt x="1291" y="-460"/>
                    <a:pt x="-406" y="105"/>
                    <a:pt x="89" y="1236"/>
                  </a:cubicBezTo>
                  <a:lnTo>
                    <a:pt x="89" y="123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4" name="Google Shape;1884;p62"/>
            <p:cNvSpPr/>
            <p:nvPr/>
          </p:nvSpPr>
          <p:spPr>
            <a:xfrm flipH="1" rot="10800000">
              <a:off x="345266" y="566168"/>
              <a:ext cx="72934" cy="90633"/>
            </a:xfrm>
            <a:custGeom>
              <a:rect b="b" l="l" r="r" t="t"/>
              <a:pathLst>
                <a:path extrusionOk="0" h="20540" w="16529">
                  <a:moveTo>
                    <a:pt x="186" y="1471"/>
                  </a:moveTo>
                  <a:cubicBezTo>
                    <a:pt x="752" y="2250"/>
                    <a:pt x="1388" y="3027"/>
                    <a:pt x="1883" y="3805"/>
                  </a:cubicBezTo>
                  <a:cubicBezTo>
                    <a:pt x="2378" y="4582"/>
                    <a:pt x="2802" y="5360"/>
                    <a:pt x="3297" y="6138"/>
                  </a:cubicBezTo>
                  <a:cubicBezTo>
                    <a:pt x="4428" y="7693"/>
                    <a:pt x="5489" y="9320"/>
                    <a:pt x="6549" y="10875"/>
                  </a:cubicBezTo>
                  <a:cubicBezTo>
                    <a:pt x="7610" y="12430"/>
                    <a:pt x="8670" y="13915"/>
                    <a:pt x="9802" y="15471"/>
                  </a:cubicBezTo>
                  <a:cubicBezTo>
                    <a:pt x="11004" y="17097"/>
                    <a:pt x="12276" y="18511"/>
                    <a:pt x="13690" y="19995"/>
                  </a:cubicBezTo>
                  <a:cubicBezTo>
                    <a:pt x="15104" y="21480"/>
                    <a:pt x="17225" y="19642"/>
                    <a:pt x="16306" y="17945"/>
                  </a:cubicBezTo>
                  <a:cubicBezTo>
                    <a:pt x="15387" y="16248"/>
                    <a:pt x="14397" y="14551"/>
                    <a:pt x="13195" y="12996"/>
                  </a:cubicBezTo>
                  <a:cubicBezTo>
                    <a:pt x="11993" y="11441"/>
                    <a:pt x="10791" y="10026"/>
                    <a:pt x="9519" y="8542"/>
                  </a:cubicBezTo>
                  <a:cubicBezTo>
                    <a:pt x="8246" y="7057"/>
                    <a:pt x="7044" y="5785"/>
                    <a:pt x="5772" y="4370"/>
                  </a:cubicBezTo>
                  <a:cubicBezTo>
                    <a:pt x="4499" y="2956"/>
                    <a:pt x="3014" y="1684"/>
                    <a:pt x="1671" y="270"/>
                  </a:cubicBezTo>
                  <a:cubicBezTo>
                    <a:pt x="964" y="-508"/>
                    <a:pt x="-521" y="552"/>
                    <a:pt x="186" y="1471"/>
                  </a:cubicBezTo>
                  <a:lnTo>
                    <a:pt x="186" y="147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5" name="Google Shape;1885;p62"/>
            <p:cNvSpPr/>
            <p:nvPr/>
          </p:nvSpPr>
          <p:spPr>
            <a:xfrm flipH="1" rot="10800000">
              <a:off x="404486" y="778925"/>
              <a:ext cx="38693" cy="71963"/>
            </a:xfrm>
            <a:custGeom>
              <a:rect b="b" l="l" r="r" t="t"/>
              <a:pathLst>
                <a:path extrusionOk="0" h="16309" w="8769">
                  <a:moveTo>
                    <a:pt x="196" y="1420"/>
                  </a:moveTo>
                  <a:cubicBezTo>
                    <a:pt x="973" y="3895"/>
                    <a:pt x="1892" y="6299"/>
                    <a:pt x="2812" y="8702"/>
                  </a:cubicBezTo>
                  <a:cubicBezTo>
                    <a:pt x="3731" y="11106"/>
                    <a:pt x="4791" y="13581"/>
                    <a:pt x="6417" y="15702"/>
                  </a:cubicBezTo>
                  <a:cubicBezTo>
                    <a:pt x="6771" y="16197"/>
                    <a:pt x="7407" y="16480"/>
                    <a:pt x="7973" y="16197"/>
                  </a:cubicBezTo>
                  <a:cubicBezTo>
                    <a:pt x="8538" y="15985"/>
                    <a:pt x="8963" y="15278"/>
                    <a:pt x="8680" y="14712"/>
                  </a:cubicBezTo>
                  <a:cubicBezTo>
                    <a:pt x="7761" y="12308"/>
                    <a:pt x="6488" y="10046"/>
                    <a:pt x="5357" y="7713"/>
                  </a:cubicBezTo>
                  <a:cubicBezTo>
                    <a:pt x="4226" y="5380"/>
                    <a:pt x="3236" y="3117"/>
                    <a:pt x="2317" y="784"/>
                  </a:cubicBezTo>
                  <a:cubicBezTo>
                    <a:pt x="1822" y="-559"/>
                    <a:pt x="-370" y="-64"/>
                    <a:pt x="54" y="1420"/>
                  </a:cubicBezTo>
                  <a:lnTo>
                    <a:pt x="54" y="142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6" name="Google Shape;1886;p62"/>
            <p:cNvSpPr/>
            <p:nvPr/>
          </p:nvSpPr>
          <p:spPr>
            <a:xfrm flipH="1" rot="10800000">
              <a:off x="495081" y="1015120"/>
              <a:ext cx="44147" cy="125580"/>
            </a:xfrm>
            <a:custGeom>
              <a:rect b="b" l="l" r="r" t="t"/>
              <a:pathLst>
                <a:path extrusionOk="0" h="28460" w="10005">
                  <a:moveTo>
                    <a:pt x="21" y="1361"/>
                  </a:moveTo>
                  <a:cubicBezTo>
                    <a:pt x="92" y="6451"/>
                    <a:pt x="-332" y="11613"/>
                    <a:pt x="799" y="16632"/>
                  </a:cubicBezTo>
                  <a:cubicBezTo>
                    <a:pt x="1718" y="20804"/>
                    <a:pt x="3627" y="26036"/>
                    <a:pt x="7587" y="28227"/>
                  </a:cubicBezTo>
                  <a:cubicBezTo>
                    <a:pt x="9071" y="29076"/>
                    <a:pt x="10485" y="27450"/>
                    <a:pt x="9849" y="25965"/>
                  </a:cubicBezTo>
                  <a:cubicBezTo>
                    <a:pt x="8930" y="24056"/>
                    <a:pt x="7657" y="22359"/>
                    <a:pt x="6738" y="20450"/>
                  </a:cubicBezTo>
                  <a:cubicBezTo>
                    <a:pt x="5890" y="18683"/>
                    <a:pt x="5183" y="16915"/>
                    <a:pt x="4688" y="15006"/>
                  </a:cubicBezTo>
                  <a:cubicBezTo>
                    <a:pt x="3486" y="10552"/>
                    <a:pt x="2779" y="5886"/>
                    <a:pt x="2567" y="1219"/>
                  </a:cubicBezTo>
                  <a:cubicBezTo>
                    <a:pt x="2567" y="-406"/>
                    <a:pt x="21" y="-406"/>
                    <a:pt x="21" y="1219"/>
                  </a:cubicBezTo>
                  <a:lnTo>
                    <a:pt x="21" y="121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7" name="Google Shape;1887;p62"/>
            <p:cNvSpPr/>
            <p:nvPr/>
          </p:nvSpPr>
          <p:spPr>
            <a:xfrm flipH="1" rot="10800000">
              <a:off x="693462" y="1173605"/>
              <a:ext cx="55236" cy="87332"/>
            </a:xfrm>
            <a:custGeom>
              <a:rect b="b" l="l" r="r" t="t"/>
              <a:pathLst>
                <a:path extrusionOk="0" h="19792" w="12518">
                  <a:moveTo>
                    <a:pt x="10764" y="266"/>
                  </a:moveTo>
                  <a:cubicBezTo>
                    <a:pt x="8148" y="2811"/>
                    <a:pt x="5532" y="5356"/>
                    <a:pt x="3341" y="8396"/>
                  </a:cubicBezTo>
                  <a:cubicBezTo>
                    <a:pt x="2280" y="9881"/>
                    <a:pt x="1290" y="11507"/>
                    <a:pt x="654" y="13204"/>
                  </a:cubicBezTo>
                  <a:cubicBezTo>
                    <a:pt x="-194" y="15183"/>
                    <a:pt x="-265" y="17093"/>
                    <a:pt x="724" y="19072"/>
                  </a:cubicBezTo>
                  <a:cubicBezTo>
                    <a:pt x="1432" y="20415"/>
                    <a:pt x="3411" y="19708"/>
                    <a:pt x="3482" y="18365"/>
                  </a:cubicBezTo>
                  <a:cubicBezTo>
                    <a:pt x="3765" y="11861"/>
                    <a:pt x="8289" y="6487"/>
                    <a:pt x="12249" y="1751"/>
                  </a:cubicBezTo>
                  <a:cubicBezTo>
                    <a:pt x="13097" y="761"/>
                    <a:pt x="11754" y="-653"/>
                    <a:pt x="10835" y="336"/>
                  </a:cubicBezTo>
                  <a:lnTo>
                    <a:pt x="10835" y="33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8" name="Google Shape;1888;p62"/>
            <p:cNvSpPr/>
            <p:nvPr/>
          </p:nvSpPr>
          <p:spPr>
            <a:xfrm flipH="1" rot="10800000">
              <a:off x="770368" y="980515"/>
              <a:ext cx="106257" cy="41270"/>
            </a:xfrm>
            <a:custGeom>
              <a:rect b="b" l="l" r="r" t="t"/>
              <a:pathLst>
                <a:path extrusionOk="0" h="9353" w="24081">
                  <a:moveTo>
                    <a:pt x="22955" y="71"/>
                  </a:moveTo>
                  <a:cubicBezTo>
                    <a:pt x="20834" y="-71"/>
                    <a:pt x="18854" y="0"/>
                    <a:pt x="16734" y="283"/>
                  </a:cubicBezTo>
                  <a:cubicBezTo>
                    <a:pt x="14824" y="566"/>
                    <a:pt x="12915" y="990"/>
                    <a:pt x="11078" y="1555"/>
                  </a:cubicBezTo>
                  <a:cubicBezTo>
                    <a:pt x="7330" y="2687"/>
                    <a:pt x="3088" y="4171"/>
                    <a:pt x="402" y="7070"/>
                  </a:cubicBezTo>
                  <a:cubicBezTo>
                    <a:pt x="-588" y="8130"/>
                    <a:pt x="402" y="9544"/>
                    <a:pt x="1745" y="9333"/>
                  </a:cubicBezTo>
                  <a:cubicBezTo>
                    <a:pt x="3654" y="8979"/>
                    <a:pt x="5351" y="8201"/>
                    <a:pt x="7189" y="7494"/>
                  </a:cubicBezTo>
                  <a:cubicBezTo>
                    <a:pt x="9027" y="6787"/>
                    <a:pt x="10653" y="6151"/>
                    <a:pt x="12421" y="5514"/>
                  </a:cubicBezTo>
                  <a:cubicBezTo>
                    <a:pt x="14188" y="4878"/>
                    <a:pt x="15956" y="4383"/>
                    <a:pt x="17794" y="3818"/>
                  </a:cubicBezTo>
                  <a:cubicBezTo>
                    <a:pt x="19632" y="3252"/>
                    <a:pt x="21470" y="2687"/>
                    <a:pt x="23309" y="2121"/>
                  </a:cubicBezTo>
                  <a:cubicBezTo>
                    <a:pt x="24510" y="1768"/>
                    <a:pt x="24228" y="71"/>
                    <a:pt x="23026" y="0"/>
                  </a:cubicBezTo>
                  <a:lnTo>
                    <a:pt x="23026"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9" name="Google Shape;1889;p62"/>
            <p:cNvSpPr/>
            <p:nvPr/>
          </p:nvSpPr>
          <p:spPr>
            <a:xfrm flipH="1" rot="10800000">
              <a:off x="665957" y="757618"/>
              <a:ext cx="86503" cy="49923"/>
            </a:xfrm>
            <a:custGeom>
              <a:rect b="b" l="l" r="r" t="t"/>
              <a:pathLst>
                <a:path extrusionOk="0" h="11314" w="19604">
                  <a:moveTo>
                    <a:pt x="18484" y="7"/>
                  </a:moveTo>
                  <a:cubicBezTo>
                    <a:pt x="11626" y="856"/>
                    <a:pt x="4909" y="3613"/>
                    <a:pt x="384" y="8987"/>
                  </a:cubicBezTo>
                  <a:cubicBezTo>
                    <a:pt x="-40" y="9481"/>
                    <a:pt x="-181" y="10188"/>
                    <a:pt x="314" y="10754"/>
                  </a:cubicBezTo>
                  <a:cubicBezTo>
                    <a:pt x="667" y="11249"/>
                    <a:pt x="1516" y="11532"/>
                    <a:pt x="2081" y="11108"/>
                  </a:cubicBezTo>
                  <a:cubicBezTo>
                    <a:pt x="7172" y="7289"/>
                    <a:pt x="12686" y="3825"/>
                    <a:pt x="18838" y="2128"/>
                  </a:cubicBezTo>
                  <a:cubicBezTo>
                    <a:pt x="19969" y="1775"/>
                    <a:pt x="19827" y="-134"/>
                    <a:pt x="18555" y="7"/>
                  </a:cubicBezTo>
                  <a:lnTo>
                    <a:pt x="18555" y="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0" name="Google Shape;1890;p62"/>
            <p:cNvSpPr/>
            <p:nvPr/>
          </p:nvSpPr>
          <p:spPr>
            <a:xfrm flipH="1" rot="10800000">
              <a:off x="617659" y="548709"/>
              <a:ext cx="107475" cy="84199"/>
            </a:xfrm>
            <a:custGeom>
              <a:rect b="b" l="l" r="r" t="t"/>
              <a:pathLst>
                <a:path extrusionOk="0" h="19082" w="24357">
                  <a:moveTo>
                    <a:pt x="22716" y="85"/>
                  </a:moveTo>
                  <a:cubicBezTo>
                    <a:pt x="18262" y="1782"/>
                    <a:pt x="14019" y="3974"/>
                    <a:pt x="10060" y="6731"/>
                  </a:cubicBezTo>
                  <a:cubicBezTo>
                    <a:pt x="8081" y="8075"/>
                    <a:pt x="6242" y="9630"/>
                    <a:pt x="4475" y="11186"/>
                  </a:cubicBezTo>
                  <a:cubicBezTo>
                    <a:pt x="2566" y="12953"/>
                    <a:pt x="1011" y="14791"/>
                    <a:pt x="91" y="17195"/>
                  </a:cubicBezTo>
                  <a:cubicBezTo>
                    <a:pt x="-404" y="18468"/>
                    <a:pt x="1222" y="19528"/>
                    <a:pt x="2283" y="18892"/>
                  </a:cubicBezTo>
                  <a:cubicBezTo>
                    <a:pt x="4263" y="17690"/>
                    <a:pt x="5818" y="16064"/>
                    <a:pt x="7444" y="14438"/>
                  </a:cubicBezTo>
                  <a:cubicBezTo>
                    <a:pt x="9070" y="12812"/>
                    <a:pt x="10697" y="11327"/>
                    <a:pt x="12464" y="9842"/>
                  </a:cubicBezTo>
                  <a:cubicBezTo>
                    <a:pt x="15928" y="6944"/>
                    <a:pt x="19675" y="4540"/>
                    <a:pt x="23705" y="2560"/>
                  </a:cubicBezTo>
                  <a:cubicBezTo>
                    <a:pt x="25049" y="1924"/>
                    <a:pt x="24130" y="-480"/>
                    <a:pt x="22645" y="85"/>
                  </a:cubicBezTo>
                  <a:lnTo>
                    <a:pt x="22645" y="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1" name="Google Shape;1891;p62"/>
            <p:cNvSpPr/>
            <p:nvPr/>
          </p:nvSpPr>
          <p:spPr>
            <a:xfrm flipH="1" rot="10800000">
              <a:off x="618180" y="273262"/>
              <a:ext cx="57932" cy="104885"/>
            </a:xfrm>
            <a:custGeom>
              <a:rect b="b" l="l" r="r" t="t"/>
              <a:pathLst>
                <a:path extrusionOk="0" h="23770" w="13129">
                  <a:moveTo>
                    <a:pt x="11003" y="738"/>
                  </a:moveTo>
                  <a:cubicBezTo>
                    <a:pt x="10295" y="2647"/>
                    <a:pt x="9306" y="4343"/>
                    <a:pt x="8387" y="6111"/>
                  </a:cubicBezTo>
                  <a:cubicBezTo>
                    <a:pt x="7468" y="7808"/>
                    <a:pt x="6690" y="9575"/>
                    <a:pt x="5771" y="11272"/>
                  </a:cubicBezTo>
                  <a:cubicBezTo>
                    <a:pt x="4003" y="14736"/>
                    <a:pt x="1953" y="18059"/>
                    <a:pt x="185" y="21524"/>
                  </a:cubicBezTo>
                  <a:cubicBezTo>
                    <a:pt x="-592" y="23079"/>
                    <a:pt x="1246" y="24493"/>
                    <a:pt x="2589" y="23362"/>
                  </a:cubicBezTo>
                  <a:cubicBezTo>
                    <a:pt x="5700" y="20675"/>
                    <a:pt x="7821" y="16787"/>
                    <a:pt x="9376" y="12969"/>
                  </a:cubicBezTo>
                  <a:cubicBezTo>
                    <a:pt x="10154" y="11130"/>
                    <a:pt x="10861" y="9292"/>
                    <a:pt x="11356" y="7383"/>
                  </a:cubicBezTo>
                  <a:cubicBezTo>
                    <a:pt x="11922" y="5333"/>
                    <a:pt x="12346" y="3283"/>
                    <a:pt x="13053" y="1303"/>
                  </a:cubicBezTo>
                  <a:cubicBezTo>
                    <a:pt x="13548" y="-40"/>
                    <a:pt x="11498" y="-535"/>
                    <a:pt x="11003" y="738"/>
                  </a:cubicBezTo>
                  <a:lnTo>
                    <a:pt x="11003" y="7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5" name="Shape 1895"/>
        <p:cNvGrpSpPr/>
        <p:nvPr/>
      </p:nvGrpSpPr>
      <p:grpSpPr>
        <a:xfrm>
          <a:off x="0" y="0"/>
          <a:ext cx="0" cy="0"/>
          <a:chOff x="0" y="0"/>
          <a:chExt cx="0" cy="0"/>
        </a:xfrm>
      </p:grpSpPr>
      <p:sp>
        <p:nvSpPr>
          <p:cNvPr id="1896" name="Google Shape;1896;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Best trip of the year</a:t>
            </a:r>
            <a:endParaRPr/>
          </a:p>
        </p:txBody>
      </p:sp>
      <p:pic>
        <p:nvPicPr>
          <p:cNvPr id="1897" name="Google Shape;1897;p63"/>
          <p:cNvPicPr preferRelativeResize="0"/>
          <p:nvPr>
            <p:ph idx="2" type="pic"/>
          </p:nvPr>
        </p:nvPicPr>
        <p:blipFill rotWithShape="1">
          <a:blip r:embed="rId3">
            <a:alphaModFix/>
          </a:blip>
          <a:srcRect b="-129" l="21946" r="25948" t="130"/>
          <a:stretch/>
        </p:blipFill>
        <p:spPr>
          <a:xfrm rot="155417">
            <a:off x="3416041" y="1360756"/>
            <a:ext cx="2311917" cy="2957335"/>
          </a:xfrm>
          <a:prstGeom prst="rect">
            <a:avLst/>
          </a:prstGeom>
          <a:noFill/>
          <a:ln cap="flat" cmpd="sng" w="76200">
            <a:solidFill>
              <a:schemeClr val="accent2"/>
            </a:solidFill>
            <a:prstDash val="solid"/>
            <a:round/>
            <a:headEnd len="sm" w="sm" type="none"/>
            <a:tailEnd len="sm" w="sm" type="none"/>
          </a:ln>
          <a:effectLst>
            <a:outerShdw rotWithShape="0" algn="bl" dir="5400000" dist="57150">
              <a:srgbClr val="260D03">
                <a:alpha val="18000"/>
              </a:srgbClr>
            </a:outerShdw>
          </a:effectLst>
        </p:spPr>
      </p:pic>
      <p:sp>
        <p:nvSpPr>
          <p:cNvPr id="1898" name="Google Shape;1898;p63"/>
          <p:cNvSpPr txBox="1"/>
          <p:nvPr/>
        </p:nvSpPr>
        <p:spPr>
          <a:xfrm flipH="1">
            <a:off x="720000" y="1380426"/>
            <a:ext cx="2143200" cy="384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Venus</a:t>
            </a:r>
            <a:endParaRPr b="1" sz="2000">
              <a:solidFill>
                <a:schemeClr val="dk1"/>
              </a:solidFill>
              <a:latin typeface="Shadows Into Light Two"/>
              <a:ea typeface="Shadows Into Light Two"/>
              <a:cs typeface="Shadows Into Light Two"/>
              <a:sym typeface="Shadows Into Light Two"/>
            </a:endParaRPr>
          </a:p>
        </p:txBody>
      </p:sp>
      <p:sp>
        <p:nvSpPr>
          <p:cNvPr id="1899" name="Google Shape;1899;p63"/>
          <p:cNvSpPr txBox="1"/>
          <p:nvPr/>
        </p:nvSpPr>
        <p:spPr>
          <a:xfrm flipH="1">
            <a:off x="720000" y="1643145"/>
            <a:ext cx="21432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ctor"/>
                <a:ea typeface="Actor"/>
                <a:cs typeface="Actor"/>
                <a:sym typeface="Actor"/>
              </a:rPr>
              <a:t>Venus is the second planet from the Sun</a:t>
            </a:r>
            <a:endParaRPr>
              <a:solidFill>
                <a:schemeClr val="dk1"/>
              </a:solidFill>
              <a:latin typeface="Actor"/>
              <a:ea typeface="Actor"/>
              <a:cs typeface="Actor"/>
              <a:sym typeface="Actor"/>
            </a:endParaRPr>
          </a:p>
        </p:txBody>
      </p:sp>
      <p:sp>
        <p:nvSpPr>
          <p:cNvPr id="1900" name="Google Shape;1900;p63"/>
          <p:cNvSpPr txBox="1"/>
          <p:nvPr/>
        </p:nvSpPr>
        <p:spPr>
          <a:xfrm flipH="1">
            <a:off x="720000" y="2422164"/>
            <a:ext cx="2143200" cy="384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Jupiter</a:t>
            </a:r>
            <a:endParaRPr b="1" sz="2000">
              <a:solidFill>
                <a:schemeClr val="dk1"/>
              </a:solidFill>
              <a:latin typeface="Shadows Into Light Two"/>
              <a:ea typeface="Shadows Into Light Two"/>
              <a:cs typeface="Shadows Into Light Two"/>
              <a:sym typeface="Shadows Into Light Two"/>
            </a:endParaRPr>
          </a:p>
        </p:txBody>
      </p:sp>
      <p:sp>
        <p:nvSpPr>
          <p:cNvPr id="1901" name="Google Shape;1901;p63"/>
          <p:cNvSpPr txBox="1"/>
          <p:nvPr/>
        </p:nvSpPr>
        <p:spPr>
          <a:xfrm flipH="1">
            <a:off x="720000" y="2684882"/>
            <a:ext cx="21432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ctor"/>
                <a:ea typeface="Actor"/>
                <a:cs typeface="Actor"/>
                <a:sym typeface="Actor"/>
              </a:rPr>
              <a:t>Jupiter is the biggest planet of them all</a:t>
            </a:r>
            <a:endParaRPr>
              <a:solidFill>
                <a:schemeClr val="dk1"/>
              </a:solidFill>
              <a:latin typeface="Actor"/>
              <a:ea typeface="Actor"/>
              <a:cs typeface="Actor"/>
              <a:sym typeface="Actor"/>
            </a:endParaRPr>
          </a:p>
        </p:txBody>
      </p:sp>
      <p:sp>
        <p:nvSpPr>
          <p:cNvPr id="1902" name="Google Shape;1902;p63"/>
          <p:cNvSpPr txBox="1"/>
          <p:nvPr/>
        </p:nvSpPr>
        <p:spPr>
          <a:xfrm flipH="1">
            <a:off x="6280800" y="1380426"/>
            <a:ext cx="21432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Mercury</a:t>
            </a:r>
            <a:endParaRPr b="1" sz="2000">
              <a:solidFill>
                <a:schemeClr val="dk1"/>
              </a:solidFill>
              <a:latin typeface="Shadows Into Light Two"/>
              <a:ea typeface="Shadows Into Light Two"/>
              <a:cs typeface="Shadows Into Light Two"/>
              <a:sym typeface="Shadows Into Light Two"/>
            </a:endParaRPr>
          </a:p>
        </p:txBody>
      </p:sp>
      <p:sp>
        <p:nvSpPr>
          <p:cNvPr id="1903" name="Google Shape;1903;p63"/>
          <p:cNvSpPr txBox="1"/>
          <p:nvPr/>
        </p:nvSpPr>
        <p:spPr>
          <a:xfrm flipH="1">
            <a:off x="6280800" y="1643145"/>
            <a:ext cx="21432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ctor"/>
                <a:ea typeface="Actor"/>
                <a:cs typeface="Actor"/>
                <a:sym typeface="Actor"/>
              </a:rPr>
              <a:t>Mercury is the closest planet to the Sun</a:t>
            </a:r>
            <a:endParaRPr>
              <a:solidFill>
                <a:schemeClr val="dk1"/>
              </a:solidFill>
              <a:latin typeface="Actor"/>
              <a:ea typeface="Actor"/>
              <a:cs typeface="Actor"/>
              <a:sym typeface="Actor"/>
            </a:endParaRPr>
          </a:p>
        </p:txBody>
      </p:sp>
      <p:sp>
        <p:nvSpPr>
          <p:cNvPr id="1904" name="Google Shape;1904;p63"/>
          <p:cNvSpPr txBox="1"/>
          <p:nvPr/>
        </p:nvSpPr>
        <p:spPr>
          <a:xfrm flipH="1">
            <a:off x="6280800" y="2422164"/>
            <a:ext cx="21432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Saturn</a:t>
            </a:r>
            <a:endParaRPr b="1" sz="2000">
              <a:solidFill>
                <a:schemeClr val="dk1"/>
              </a:solidFill>
              <a:latin typeface="Shadows Into Light Two"/>
              <a:ea typeface="Shadows Into Light Two"/>
              <a:cs typeface="Shadows Into Light Two"/>
              <a:sym typeface="Shadows Into Light Two"/>
            </a:endParaRPr>
          </a:p>
        </p:txBody>
      </p:sp>
      <p:sp>
        <p:nvSpPr>
          <p:cNvPr id="1905" name="Google Shape;1905;p63"/>
          <p:cNvSpPr txBox="1"/>
          <p:nvPr/>
        </p:nvSpPr>
        <p:spPr>
          <a:xfrm flipH="1">
            <a:off x="6280800" y="2684882"/>
            <a:ext cx="21432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ctor"/>
                <a:ea typeface="Actor"/>
                <a:cs typeface="Actor"/>
                <a:sym typeface="Actor"/>
              </a:rPr>
              <a:t>Saturn is a gas giant with several rings</a:t>
            </a:r>
            <a:endParaRPr>
              <a:solidFill>
                <a:schemeClr val="dk1"/>
              </a:solidFill>
              <a:latin typeface="Actor"/>
              <a:ea typeface="Actor"/>
              <a:cs typeface="Actor"/>
              <a:sym typeface="Actor"/>
            </a:endParaRPr>
          </a:p>
        </p:txBody>
      </p:sp>
      <p:sp>
        <p:nvSpPr>
          <p:cNvPr id="1906" name="Google Shape;1906;p63"/>
          <p:cNvSpPr txBox="1"/>
          <p:nvPr/>
        </p:nvSpPr>
        <p:spPr>
          <a:xfrm flipH="1">
            <a:off x="720000" y="3463889"/>
            <a:ext cx="2143200" cy="384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Mars</a:t>
            </a:r>
            <a:endParaRPr b="1" sz="2000">
              <a:solidFill>
                <a:schemeClr val="dk1"/>
              </a:solidFill>
              <a:latin typeface="Shadows Into Light Two"/>
              <a:ea typeface="Shadows Into Light Two"/>
              <a:cs typeface="Shadows Into Light Two"/>
              <a:sym typeface="Shadows Into Light Two"/>
            </a:endParaRPr>
          </a:p>
        </p:txBody>
      </p:sp>
      <p:sp>
        <p:nvSpPr>
          <p:cNvPr id="1907" name="Google Shape;1907;p63"/>
          <p:cNvSpPr txBox="1"/>
          <p:nvPr/>
        </p:nvSpPr>
        <p:spPr>
          <a:xfrm flipH="1">
            <a:off x="720000" y="3726607"/>
            <a:ext cx="21432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ctor"/>
                <a:ea typeface="Actor"/>
                <a:cs typeface="Actor"/>
                <a:sym typeface="Actor"/>
              </a:rPr>
              <a:t>Despite being red, Mars is a very cold place</a:t>
            </a:r>
            <a:endParaRPr>
              <a:solidFill>
                <a:schemeClr val="dk1"/>
              </a:solidFill>
              <a:latin typeface="Actor"/>
              <a:ea typeface="Actor"/>
              <a:cs typeface="Actor"/>
              <a:sym typeface="Actor"/>
            </a:endParaRPr>
          </a:p>
        </p:txBody>
      </p:sp>
      <p:sp>
        <p:nvSpPr>
          <p:cNvPr id="1908" name="Google Shape;1908;p63"/>
          <p:cNvSpPr txBox="1"/>
          <p:nvPr/>
        </p:nvSpPr>
        <p:spPr>
          <a:xfrm flipH="1">
            <a:off x="6280800" y="3463889"/>
            <a:ext cx="21432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Neptune</a:t>
            </a:r>
            <a:endParaRPr b="1" sz="2000">
              <a:solidFill>
                <a:schemeClr val="dk1"/>
              </a:solidFill>
              <a:latin typeface="Shadows Into Light Two"/>
              <a:ea typeface="Shadows Into Light Two"/>
              <a:cs typeface="Shadows Into Light Two"/>
              <a:sym typeface="Shadows Into Light Two"/>
            </a:endParaRPr>
          </a:p>
        </p:txBody>
      </p:sp>
      <p:sp>
        <p:nvSpPr>
          <p:cNvPr id="1909" name="Google Shape;1909;p63"/>
          <p:cNvSpPr txBox="1"/>
          <p:nvPr/>
        </p:nvSpPr>
        <p:spPr>
          <a:xfrm flipH="1">
            <a:off x="6280800" y="3726607"/>
            <a:ext cx="21432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ctor"/>
                <a:ea typeface="Actor"/>
                <a:cs typeface="Actor"/>
                <a:sym typeface="Actor"/>
              </a:rPr>
              <a:t>Neptune is the farthest planet from the Sun</a:t>
            </a:r>
            <a:endParaRPr>
              <a:solidFill>
                <a:schemeClr val="dk1"/>
              </a:solidFill>
              <a:latin typeface="Actor"/>
              <a:ea typeface="Actor"/>
              <a:cs typeface="Actor"/>
              <a:sym typeface="Actor"/>
            </a:endParaRPr>
          </a:p>
        </p:txBody>
      </p:sp>
      <p:sp>
        <p:nvSpPr>
          <p:cNvPr id="1910" name="Google Shape;1910;p63"/>
          <p:cNvSpPr/>
          <p:nvPr/>
        </p:nvSpPr>
        <p:spPr>
          <a:xfrm rot="4375739">
            <a:off x="-795689" y="-2090578"/>
            <a:ext cx="2824737" cy="3797306"/>
          </a:xfrm>
          <a:custGeom>
            <a:rect b="b" l="l" r="r" t="t"/>
            <a:pathLst>
              <a:path extrusionOk="0" h="2286616" w="1700966">
                <a:moveTo>
                  <a:pt x="1700967" y="1750199"/>
                </a:moveTo>
                <a:cubicBezTo>
                  <a:pt x="1691980" y="1731661"/>
                  <a:pt x="1684213" y="1712809"/>
                  <a:pt x="1685654" y="1691640"/>
                </a:cubicBezTo>
                <a:cubicBezTo>
                  <a:pt x="1691666" y="1653279"/>
                  <a:pt x="1680769" y="1613854"/>
                  <a:pt x="1688097" y="1575994"/>
                </a:cubicBezTo>
                <a:cubicBezTo>
                  <a:pt x="1696990" y="1544428"/>
                  <a:pt x="1702721" y="1513457"/>
                  <a:pt x="1690445" y="1480545"/>
                </a:cubicBezTo>
                <a:cubicBezTo>
                  <a:pt x="1677669" y="1453395"/>
                  <a:pt x="1668775" y="1424398"/>
                  <a:pt x="1650644" y="1399815"/>
                </a:cubicBezTo>
                <a:cubicBezTo>
                  <a:pt x="1646761" y="1379304"/>
                  <a:pt x="1661259" y="1358041"/>
                  <a:pt x="1657815" y="1335870"/>
                </a:cubicBezTo>
                <a:cubicBezTo>
                  <a:pt x="1654464" y="1306340"/>
                  <a:pt x="1684464" y="1288835"/>
                  <a:pt x="1672314" y="1260400"/>
                </a:cubicBezTo>
                <a:cubicBezTo>
                  <a:pt x="1640717" y="1189848"/>
                  <a:pt x="1665831" y="1198052"/>
                  <a:pt x="1653055" y="1148167"/>
                </a:cubicBezTo>
                <a:cubicBezTo>
                  <a:pt x="1643817" y="1137583"/>
                  <a:pt x="1650769" y="1123585"/>
                  <a:pt x="1640185" y="1115443"/>
                </a:cubicBezTo>
                <a:cubicBezTo>
                  <a:pt x="1638243" y="1113971"/>
                  <a:pt x="1640811" y="1110527"/>
                  <a:pt x="1642909" y="1108929"/>
                </a:cubicBezTo>
                <a:cubicBezTo>
                  <a:pt x="1649485" y="1103888"/>
                  <a:pt x="1648953" y="1096247"/>
                  <a:pt x="1650988" y="1089326"/>
                </a:cubicBezTo>
                <a:cubicBezTo>
                  <a:pt x="1655341" y="1074546"/>
                  <a:pt x="1646197" y="1057040"/>
                  <a:pt x="1660195" y="1044170"/>
                </a:cubicBezTo>
                <a:cubicBezTo>
                  <a:pt x="1661134" y="1043324"/>
                  <a:pt x="1660664" y="1039911"/>
                  <a:pt x="1659756" y="1038283"/>
                </a:cubicBezTo>
                <a:cubicBezTo>
                  <a:pt x="1633827" y="966289"/>
                  <a:pt x="1609026" y="892417"/>
                  <a:pt x="1593212" y="817511"/>
                </a:cubicBezTo>
                <a:cubicBezTo>
                  <a:pt x="1592178" y="803169"/>
                  <a:pt x="1582909" y="787919"/>
                  <a:pt x="1588734" y="775048"/>
                </a:cubicBezTo>
                <a:cubicBezTo>
                  <a:pt x="1603483" y="731364"/>
                  <a:pt x="1591302" y="687209"/>
                  <a:pt x="1598191" y="642398"/>
                </a:cubicBezTo>
                <a:cubicBezTo>
                  <a:pt x="1600258" y="628963"/>
                  <a:pt x="1583034" y="619788"/>
                  <a:pt x="1592679" y="605947"/>
                </a:cubicBezTo>
                <a:cubicBezTo>
                  <a:pt x="1602231" y="583400"/>
                  <a:pt x="1591552" y="562231"/>
                  <a:pt x="1590393" y="539841"/>
                </a:cubicBezTo>
                <a:cubicBezTo>
                  <a:pt x="1596469" y="512753"/>
                  <a:pt x="1580279" y="507649"/>
                  <a:pt x="1577241" y="487576"/>
                </a:cubicBezTo>
                <a:cubicBezTo>
                  <a:pt x="1586573" y="461083"/>
                  <a:pt x="1563306" y="442106"/>
                  <a:pt x="1564151" y="415864"/>
                </a:cubicBezTo>
                <a:cubicBezTo>
                  <a:pt x="1561490" y="399393"/>
                  <a:pt x="1567095" y="380604"/>
                  <a:pt x="1554318" y="366731"/>
                </a:cubicBezTo>
                <a:cubicBezTo>
                  <a:pt x="1532492" y="348005"/>
                  <a:pt x="1556260" y="315468"/>
                  <a:pt x="1531521" y="301063"/>
                </a:cubicBezTo>
                <a:cubicBezTo>
                  <a:pt x="1526354" y="298589"/>
                  <a:pt x="1529360" y="292984"/>
                  <a:pt x="1528953" y="288506"/>
                </a:cubicBezTo>
                <a:cubicBezTo>
                  <a:pt x="1534433" y="230448"/>
                  <a:pt x="1509757" y="257191"/>
                  <a:pt x="1519997" y="209592"/>
                </a:cubicBezTo>
                <a:cubicBezTo>
                  <a:pt x="1511323" y="187264"/>
                  <a:pt x="1523912" y="163559"/>
                  <a:pt x="1516271" y="141482"/>
                </a:cubicBezTo>
                <a:cubicBezTo>
                  <a:pt x="1495853" y="100490"/>
                  <a:pt x="1502774" y="37610"/>
                  <a:pt x="1463004" y="9739"/>
                </a:cubicBezTo>
                <a:cubicBezTo>
                  <a:pt x="1439267" y="-1190"/>
                  <a:pt x="1413933" y="9833"/>
                  <a:pt x="1389319" y="2161"/>
                </a:cubicBezTo>
                <a:cubicBezTo>
                  <a:pt x="1381960" y="-188"/>
                  <a:pt x="1371094" y="-1722"/>
                  <a:pt x="1364361" y="3570"/>
                </a:cubicBezTo>
                <a:cubicBezTo>
                  <a:pt x="1323245" y="27902"/>
                  <a:pt x="1274049" y="5418"/>
                  <a:pt x="1230583" y="19603"/>
                </a:cubicBezTo>
                <a:cubicBezTo>
                  <a:pt x="1217963" y="32975"/>
                  <a:pt x="1155020" y="38111"/>
                  <a:pt x="1138079" y="30658"/>
                </a:cubicBezTo>
                <a:cubicBezTo>
                  <a:pt x="1119885" y="25992"/>
                  <a:pt x="1106137" y="52829"/>
                  <a:pt x="1084530" y="46315"/>
                </a:cubicBezTo>
                <a:cubicBezTo>
                  <a:pt x="1058319" y="37516"/>
                  <a:pt x="1052432" y="73090"/>
                  <a:pt x="1031420" y="72025"/>
                </a:cubicBezTo>
                <a:cubicBezTo>
                  <a:pt x="1006681" y="74499"/>
                  <a:pt x="981910" y="68204"/>
                  <a:pt x="958142" y="78758"/>
                </a:cubicBezTo>
                <a:cubicBezTo>
                  <a:pt x="941170" y="68017"/>
                  <a:pt x="917464" y="67077"/>
                  <a:pt x="902276" y="51420"/>
                </a:cubicBezTo>
                <a:cubicBezTo>
                  <a:pt x="878383" y="46754"/>
                  <a:pt x="851421" y="50261"/>
                  <a:pt x="829594" y="35292"/>
                </a:cubicBezTo>
                <a:cubicBezTo>
                  <a:pt x="827465" y="33820"/>
                  <a:pt x="822642" y="33664"/>
                  <a:pt x="820544" y="35073"/>
                </a:cubicBezTo>
                <a:cubicBezTo>
                  <a:pt x="809897" y="42244"/>
                  <a:pt x="792298" y="34760"/>
                  <a:pt x="786097" y="51670"/>
                </a:cubicBezTo>
                <a:cubicBezTo>
                  <a:pt x="785346" y="53706"/>
                  <a:pt x="779646" y="54238"/>
                  <a:pt x="776139" y="54927"/>
                </a:cubicBezTo>
                <a:cubicBezTo>
                  <a:pt x="742068" y="63695"/>
                  <a:pt x="698415" y="104812"/>
                  <a:pt x="661933" y="88371"/>
                </a:cubicBezTo>
                <a:cubicBezTo>
                  <a:pt x="651161" y="77630"/>
                  <a:pt x="643958" y="83330"/>
                  <a:pt x="635785" y="90877"/>
                </a:cubicBezTo>
                <a:cubicBezTo>
                  <a:pt x="631651" y="94697"/>
                  <a:pt x="630274" y="101586"/>
                  <a:pt x="621161" y="99551"/>
                </a:cubicBezTo>
                <a:cubicBezTo>
                  <a:pt x="569460" y="86085"/>
                  <a:pt x="516036" y="81388"/>
                  <a:pt x="462456" y="88966"/>
                </a:cubicBezTo>
                <a:cubicBezTo>
                  <a:pt x="436903" y="87213"/>
                  <a:pt x="415922" y="98924"/>
                  <a:pt x="392655" y="104780"/>
                </a:cubicBezTo>
                <a:cubicBezTo>
                  <a:pt x="382540" y="103465"/>
                  <a:pt x="372050" y="99739"/>
                  <a:pt x="364753" y="111231"/>
                </a:cubicBezTo>
                <a:cubicBezTo>
                  <a:pt x="347812" y="112797"/>
                  <a:pt x="342394" y="93069"/>
                  <a:pt x="334628" y="119592"/>
                </a:cubicBezTo>
                <a:cubicBezTo>
                  <a:pt x="326517" y="114018"/>
                  <a:pt x="318908" y="107411"/>
                  <a:pt x="309012" y="117275"/>
                </a:cubicBezTo>
                <a:cubicBezTo>
                  <a:pt x="295860" y="130396"/>
                  <a:pt x="280672" y="139728"/>
                  <a:pt x="260756" y="136565"/>
                </a:cubicBezTo>
                <a:cubicBezTo>
                  <a:pt x="238867" y="147275"/>
                  <a:pt x="217134" y="160239"/>
                  <a:pt x="191236" y="154070"/>
                </a:cubicBezTo>
                <a:cubicBezTo>
                  <a:pt x="162520" y="151377"/>
                  <a:pt x="143136" y="171983"/>
                  <a:pt x="116362" y="170511"/>
                </a:cubicBezTo>
                <a:cubicBezTo>
                  <a:pt x="100986" y="170417"/>
                  <a:pt x="83450" y="166064"/>
                  <a:pt x="74838" y="185699"/>
                </a:cubicBezTo>
                <a:cubicBezTo>
                  <a:pt x="40047" y="195970"/>
                  <a:pt x="49786" y="211346"/>
                  <a:pt x="25799" y="223277"/>
                </a:cubicBezTo>
                <a:cubicBezTo>
                  <a:pt x="18941" y="233141"/>
                  <a:pt x="18127" y="247828"/>
                  <a:pt x="7135" y="256314"/>
                </a:cubicBezTo>
                <a:cubicBezTo>
                  <a:pt x="308" y="263830"/>
                  <a:pt x="-3387" y="273381"/>
                  <a:pt x="4254" y="284529"/>
                </a:cubicBezTo>
                <a:cubicBezTo>
                  <a:pt x="13054" y="297337"/>
                  <a:pt x="2876" y="316157"/>
                  <a:pt x="16436" y="328151"/>
                </a:cubicBezTo>
                <a:cubicBezTo>
                  <a:pt x="6603" y="350009"/>
                  <a:pt x="19097" y="369330"/>
                  <a:pt x="24390" y="389059"/>
                </a:cubicBezTo>
                <a:cubicBezTo>
                  <a:pt x="29212" y="407002"/>
                  <a:pt x="24014" y="428547"/>
                  <a:pt x="41863" y="442388"/>
                </a:cubicBezTo>
                <a:cubicBezTo>
                  <a:pt x="34442" y="464935"/>
                  <a:pt x="41018" y="489267"/>
                  <a:pt x="34912" y="512283"/>
                </a:cubicBezTo>
                <a:cubicBezTo>
                  <a:pt x="34003" y="514475"/>
                  <a:pt x="35381" y="516668"/>
                  <a:pt x="37448" y="517388"/>
                </a:cubicBezTo>
                <a:cubicBezTo>
                  <a:pt x="62062" y="527409"/>
                  <a:pt x="41300" y="553557"/>
                  <a:pt x="46122" y="571907"/>
                </a:cubicBezTo>
                <a:cubicBezTo>
                  <a:pt x="48220" y="584715"/>
                  <a:pt x="48346" y="595801"/>
                  <a:pt x="35945" y="603473"/>
                </a:cubicBezTo>
                <a:cubicBezTo>
                  <a:pt x="29651" y="612398"/>
                  <a:pt x="41926" y="627241"/>
                  <a:pt x="27208" y="635039"/>
                </a:cubicBezTo>
                <a:cubicBezTo>
                  <a:pt x="22793" y="638859"/>
                  <a:pt x="22761" y="645592"/>
                  <a:pt x="24202" y="651291"/>
                </a:cubicBezTo>
                <a:cubicBezTo>
                  <a:pt x="28930" y="670080"/>
                  <a:pt x="18189" y="686364"/>
                  <a:pt x="15527" y="703932"/>
                </a:cubicBezTo>
                <a:cubicBezTo>
                  <a:pt x="8701" y="735904"/>
                  <a:pt x="26832" y="753754"/>
                  <a:pt x="42803" y="776113"/>
                </a:cubicBezTo>
                <a:cubicBezTo>
                  <a:pt x="47845" y="793900"/>
                  <a:pt x="72677" y="786384"/>
                  <a:pt x="74807" y="805674"/>
                </a:cubicBezTo>
                <a:cubicBezTo>
                  <a:pt x="81101" y="830946"/>
                  <a:pt x="77124" y="858847"/>
                  <a:pt x="93815" y="881551"/>
                </a:cubicBezTo>
                <a:cubicBezTo>
                  <a:pt x="95099" y="883304"/>
                  <a:pt x="93095" y="884119"/>
                  <a:pt x="91717" y="884651"/>
                </a:cubicBezTo>
                <a:cubicBezTo>
                  <a:pt x="85955" y="886937"/>
                  <a:pt x="86863" y="888972"/>
                  <a:pt x="91623" y="891603"/>
                </a:cubicBezTo>
                <a:cubicBezTo>
                  <a:pt x="133773" y="944056"/>
                  <a:pt x="33534" y="971582"/>
                  <a:pt x="75684" y="1034274"/>
                </a:cubicBezTo>
                <a:cubicBezTo>
                  <a:pt x="83262" y="1047677"/>
                  <a:pt x="97667" y="1057949"/>
                  <a:pt x="98043" y="1075485"/>
                </a:cubicBezTo>
                <a:cubicBezTo>
                  <a:pt x="98137" y="1080276"/>
                  <a:pt x="103679" y="1080715"/>
                  <a:pt x="106435" y="1083220"/>
                </a:cubicBezTo>
                <a:cubicBezTo>
                  <a:pt x="128512" y="1097343"/>
                  <a:pt x="109473" y="1117917"/>
                  <a:pt x="113043" y="1137270"/>
                </a:cubicBezTo>
                <a:cubicBezTo>
                  <a:pt x="113700" y="1141528"/>
                  <a:pt x="113356" y="1146852"/>
                  <a:pt x="109786" y="1148825"/>
                </a:cubicBezTo>
                <a:cubicBezTo>
                  <a:pt x="85266" y="1160317"/>
                  <a:pt x="110099" y="1189628"/>
                  <a:pt x="97322" y="1197019"/>
                </a:cubicBezTo>
                <a:cubicBezTo>
                  <a:pt x="81320" y="1201340"/>
                  <a:pt x="98826" y="1219816"/>
                  <a:pt x="93815" y="1231309"/>
                </a:cubicBezTo>
                <a:cubicBezTo>
                  <a:pt x="93721" y="1240390"/>
                  <a:pt x="93032" y="1248939"/>
                  <a:pt x="102082" y="1256486"/>
                </a:cubicBezTo>
                <a:cubicBezTo>
                  <a:pt x="121310" y="1271893"/>
                  <a:pt x="111947" y="1305494"/>
                  <a:pt x="139974" y="1312571"/>
                </a:cubicBezTo>
                <a:cubicBezTo>
                  <a:pt x="151184" y="1316266"/>
                  <a:pt x="151529" y="1325818"/>
                  <a:pt x="141665" y="1333302"/>
                </a:cubicBezTo>
                <a:cubicBezTo>
                  <a:pt x="136466" y="1337216"/>
                  <a:pt x="138189" y="1341882"/>
                  <a:pt x="139535" y="1345985"/>
                </a:cubicBezTo>
                <a:cubicBezTo>
                  <a:pt x="147990" y="1371726"/>
                  <a:pt x="139473" y="1397467"/>
                  <a:pt x="138157" y="1422894"/>
                </a:cubicBezTo>
                <a:cubicBezTo>
                  <a:pt x="139880" y="1442216"/>
                  <a:pt x="125850" y="1469992"/>
                  <a:pt x="136028" y="1485869"/>
                </a:cubicBezTo>
                <a:cubicBezTo>
                  <a:pt x="158857" y="1492414"/>
                  <a:pt x="121498" y="1510702"/>
                  <a:pt x="122719" y="1564407"/>
                </a:cubicBezTo>
                <a:cubicBezTo>
                  <a:pt x="102489" y="1620900"/>
                  <a:pt x="170161" y="1641505"/>
                  <a:pt x="157385" y="1676828"/>
                </a:cubicBezTo>
                <a:cubicBezTo>
                  <a:pt x="151153" y="1696651"/>
                  <a:pt x="179023" y="1713623"/>
                  <a:pt x="163616" y="1735669"/>
                </a:cubicBezTo>
                <a:cubicBezTo>
                  <a:pt x="162207" y="1757308"/>
                  <a:pt x="179994" y="1778508"/>
                  <a:pt x="175485" y="1802464"/>
                </a:cubicBezTo>
                <a:cubicBezTo>
                  <a:pt x="168752" y="1813487"/>
                  <a:pt x="196403" y="1839698"/>
                  <a:pt x="173168" y="1835596"/>
                </a:cubicBezTo>
                <a:cubicBezTo>
                  <a:pt x="168188" y="1834437"/>
                  <a:pt x="166748" y="1837882"/>
                  <a:pt x="165934" y="1841702"/>
                </a:cubicBezTo>
                <a:cubicBezTo>
                  <a:pt x="165276" y="1844771"/>
                  <a:pt x="164337" y="1848717"/>
                  <a:pt x="168408" y="1849625"/>
                </a:cubicBezTo>
                <a:cubicBezTo>
                  <a:pt x="197092" y="1855136"/>
                  <a:pt x="133523" y="1898727"/>
                  <a:pt x="144671" y="1919927"/>
                </a:cubicBezTo>
                <a:cubicBezTo>
                  <a:pt x="145203" y="1922370"/>
                  <a:pt x="142541" y="1924123"/>
                  <a:pt x="140381" y="1925877"/>
                </a:cubicBezTo>
                <a:cubicBezTo>
                  <a:pt x="128011" y="1936461"/>
                  <a:pt x="130235" y="1977296"/>
                  <a:pt x="145360" y="1984374"/>
                </a:cubicBezTo>
                <a:cubicBezTo>
                  <a:pt x="162239" y="1977954"/>
                  <a:pt x="161988" y="1992390"/>
                  <a:pt x="165996" y="2001378"/>
                </a:cubicBezTo>
                <a:cubicBezTo>
                  <a:pt x="171007" y="2012369"/>
                  <a:pt x="186007" y="2012776"/>
                  <a:pt x="187698" y="2026492"/>
                </a:cubicBezTo>
                <a:cubicBezTo>
                  <a:pt x="191643" y="2043058"/>
                  <a:pt x="211528" y="2050448"/>
                  <a:pt x="203762" y="2069425"/>
                </a:cubicBezTo>
                <a:cubicBezTo>
                  <a:pt x="193554" y="2088997"/>
                  <a:pt x="208522" y="2108256"/>
                  <a:pt x="204608" y="2127264"/>
                </a:cubicBezTo>
                <a:cubicBezTo>
                  <a:pt x="195934" y="2151940"/>
                  <a:pt x="237363" y="2158579"/>
                  <a:pt x="228125" y="2183725"/>
                </a:cubicBezTo>
                <a:cubicBezTo>
                  <a:pt x="218512" y="2210468"/>
                  <a:pt x="241121" y="2230573"/>
                  <a:pt x="245223" y="2255875"/>
                </a:cubicBezTo>
                <a:cubicBezTo>
                  <a:pt x="252457" y="2285750"/>
                  <a:pt x="290223" y="2267587"/>
                  <a:pt x="309106" y="2258600"/>
                </a:cubicBezTo>
                <a:cubicBezTo>
                  <a:pt x="328897" y="2245197"/>
                  <a:pt x="321601" y="2264706"/>
                  <a:pt x="331778" y="2272723"/>
                </a:cubicBezTo>
                <a:cubicBezTo>
                  <a:pt x="340077" y="2247044"/>
                  <a:pt x="367008" y="2266522"/>
                  <a:pt x="383323" y="2252462"/>
                </a:cubicBezTo>
                <a:cubicBezTo>
                  <a:pt x="402143" y="2241627"/>
                  <a:pt x="422623" y="2249487"/>
                  <a:pt x="441757" y="2247295"/>
                </a:cubicBezTo>
                <a:cubicBezTo>
                  <a:pt x="467560" y="2233015"/>
                  <a:pt x="472039" y="2293516"/>
                  <a:pt x="481934" y="2279205"/>
                </a:cubicBezTo>
                <a:cubicBezTo>
                  <a:pt x="489043" y="2272253"/>
                  <a:pt x="494178" y="2275510"/>
                  <a:pt x="498625" y="2281648"/>
                </a:cubicBezTo>
                <a:cubicBezTo>
                  <a:pt x="516005" y="2298933"/>
                  <a:pt x="500159" y="2265082"/>
                  <a:pt x="565764" y="2271251"/>
                </a:cubicBezTo>
                <a:cubicBezTo>
                  <a:pt x="596140" y="2267399"/>
                  <a:pt x="678875" y="2222493"/>
                  <a:pt x="696286" y="2252650"/>
                </a:cubicBezTo>
                <a:cubicBezTo>
                  <a:pt x="702236" y="2265051"/>
                  <a:pt x="706902" y="2277733"/>
                  <a:pt x="724344" y="2267086"/>
                </a:cubicBezTo>
                <a:cubicBezTo>
                  <a:pt x="753436" y="2280113"/>
                  <a:pt x="771035" y="2254873"/>
                  <a:pt x="796056" y="2247639"/>
                </a:cubicBezTo>
                <a:cubicBezTo>
                  <a:pt x="808895" y="2250614"/>
                  <a:pt x="813122" y="2235176"/>
                  <a:pt x="824521" y="2235270"/>
                </a:cubicBezTo>
                <a:cubicBezTo>
                  <a:pt x="848884" y="2237274"/>
                  <a:pt x="873153" y="2252712"/>
                  <a:pt x="898111" y="2235489"/>
                </a:cubicBezTo>
                <a:cubicBezTo>
                  <a:pt x="900084" y="2234111"/>
                  <a:pt x="911452" y="2231731"/>
                  <a:pt x="916274" y="2239404"/>
                </a:cubicBezTo>
                <a:cubicBezTo>
                  <a:pt x="938414" y="2251115"/>
                  <a:pt x="961587" y="2224153"/>
                  <a:pt x="985136" y="2232232"/>
                </a:cubicBezTo>
                <a:cubicBezTo>
                  <a:pt x="1004645" y="2236491"/>
                  <a:pt x="1020647" y="2214696"/>
                  <a:pt x="1040689" y="2233047"/>
                </a:cubicBezTo>
                <a:cubicBezTo>
                  <a:pt x="1093361" y="2202702"/>
                  <a:pt x="1153548" y="2227097"/>
                  <a:pt x="1208412" y="2215134"/>
                </a:cubicBezTo>
                <a:cubicBezTo>
                  <a:pt x="1230333" y="2206711"/>
                  <a:pt x="1252723" y="2197379"/>
                  <a:pt x="1277337" y="2204800"/>
                </a:cubicBezTo>
                <a:cubicBezTo>
                  <a:pt x="1282128" y="2206241"/>
                  <a:pt x="1286763" y="2205301"/>
                  <a:pt x="1290270" y="2201450"/>
                </a:cubicBezTo>
                <a:cubicBezTo>
                  <a:pt x="1301731" y="2185792"/>
                  <a:pt x="1327128" y="2197692"/>
                  <a:pt x="1333954" y="2178089"/>
                </a:cubicBezTo>
                <a:cubicBezTo>
                  <a:pt x="1343599" y="2165719"/>
                  <a:pt x="1359915" y="2193934"/>
                  <a:pt x="1375353" y="2181596"/>
                </a:cubicBezTo>
                <a:cubicBezTo>
                  <a:pt x="1415123" y="2161554"/>
                  <a:pt x="1406981" y="2204425"/>
                  <a:pt x="1423077" y="2180938"/>
                </a:cubicBezTo>
                <a:cubicBezTo>
                  <a:pt x="1452701" y="2214602"/>
                  <a:pt x="1538223" y="2211627"/>
                  <a:pt x="1552252" y="2161085"/>
                </a:cubicBezTo>
                <a:cubicBezTo>
                  <a:pt x="1553849" y="2156669"/>
                  <a:pt x="1556886" y="2152254"/>
                  <a:pt x="1561051" y="2154289"/>
                </a:cubicBezTo>
                <a:cubicBezTo>
                  <a:pt x="1592585" y="2161366"/>
                  <a:pt x="1623274" y="2146492"/>
                  <a:pt x="1655216" y="2158423"/>
                </a:cubicBezTo>
                <a:cubicBezTo>
                  <a:pt x="1671562" y="2161304"/>
                  <a:pt x="1686030" y="2153350"/>
                  <a:pt x="1700936" y="2146805"/>
                </a:cubicBezTo>
                <a:lnTo>
                  <a:pt x="1700936" y="175035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11" name="Google Shape;1911;p63"/>
          <p:cNvGrpSpPr/>
          <p:nvPr/>
        </p:nvGrpSpPr>
        <p:grpSpPr>
          <a:xfrm flipH="1">
            <a:off x="343662" y="146513"/>
            <a:ext cx="546060" cy="612439"/>
            <a:chOff x="4141364" y="967419"/>
            <a:chExt cx="323036" cy="362304"/>
          </a:xfrm>
        </p:grpSpPr>
        <p:sp>
          <p:nvSpPr>
            <p:cNvPr id="1912" name="Google Shape;1912;p63"/>
            <p:cNvSpPr/>
            <p:nvPr/>
          </p:nvSpPr>
          <p:spPr>
            <a:xfrm>
              <a:off x="4365286" y="1063502"/>
              <a:ext cx="99114" cy="95016"/>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9" y="26071"/>
                    <a:pt x="31626" y="24091"/>
                    <a:pt x="32969" y="21263"/>
                  </a:cubicBezTo>
                  <a:lnTo>
                    <a:pt x="40817" y="5356"/>
                  </a:lnTo>
                  <a:cubicBezTo>
                    <a:pt x="44352" y="-1785"/>
                    <a:pt x="54533" y="-1785"/>
                    <a:pt x="58068" y="5356"/>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3" name="Google Shape;1913;p63"/>
            <p:cNvSpPr/>
            <p:nvPr/>
          </p:nvSpPr>
          <p:spPr>
            <a:xfrm>
              <a:off x="4259522" y="1197690"/>
              <a:ext cx="78140" cy="78898"/>
            </a:xfrm>
            <a:custGeom>
              <a:rect b="b" l="l" r="r" t="t"/>
              <a:pathLst>
                <a:path extrusionOk="0" h="78898" w="78140">
                  <a:moveTo>
                    <a:pt x="31409" y="1682"/>
                  </a:moveTo>
                  <a:lnTo>
                    <a:pt x="42509" y="10590"/>
                  </a:lnTo>
                  <a:cubicBezTo>
                    <a:pt x="44489" y="12146"/>
                    <a:pt x="47105" y="12711"/>
                    <a:pt x="49580" y="11934"/>
                  </a:cubicBezTo>
                  <a:lnTo>
                    <a:pt x="63225" y="7833"/>
                  </a:lnTo>
                  <a:cubicBezTo>
                    <a:pt x="69305" y="5995"/>
                    <a:pt x="74890" y="11934"/>
                    <a:pt x="72699" y="17943"/>
                  </a:cubicBezTo>
                  <a:lnTo>
                    <a:pt x="67679" y="31235"/>
                  </a:lnTo>
                  <a:cubicBezTo>
                    <a:pt x="66760" y="33639"/>
                    <a:pt x="67113" y="36255"/>
                    <a:pt x="68598" y="38376"/>
                  </a:cubicBezTo>
                  <a:lnTo>
                    <a:pt x="76729" y="50042"/>
                  </a:lnTo>
                  <a:cubicBezTo>
                    <a:pt x="80405" y="55273"/>
                    <a:pt x="76446" y="62414"/>
                    <a:pt x="70083" y="62131"/>
                  </a:cubicBezTo>
                  <a:lnTo>
                    <a:pt x="55872" y="61495"/>
                  </a:lnTo>
                  <a:cubicBezTo>
                    <a:pt x="53327" y="61354"/>
                    <a:pt x="50923" y="62485"/>
                    <a:pt x="49367" y="64535"/>
                  </a:cubicBezTo>
                  <a:lnTo>
                    <a:pt x="40812" y="75847"/>
                  </a:lnTo>
                  <a:cubicBezTo>
                    <a:pt x="36924" y="80938"/>
                    <a:pt x="28935" y="79383"/>
                    <a:pt x="27238" y="73231"/>
                  </a:cubicBezTo>
                  <a:lnTo>
                    <a:pt x="23491" y="59516"/>
                  </a:lnTo>
                  <a:cubicBezTo>
                    <a:pt x="22784" y="57041"/>
                    <a:pt x="21016" y="55132"/>
                    <a:pt x="18612" y="54284"/>
                  </a:cubicBezTo>
                  <a:lnTo>
                    <a:pt x="5179" y="49617"/>
                  </a:lnTo>
                  <a:cubicBezTo>
                    <a:pt x="-830" y="47496"/>
                    <a:pt x="-1891" y="39436"/>
                    <a:pt x="3482" y="35901"/>
                  </a:cubicBezTo>
                  <a:lnTo>
                    <a:pt x="15360" y="28054"/>
                  </a:lnTo>
                  <a:cubicBezTo>
                    <a:pt x="17481" y="26640"/>
                    <a:pt x="18754" y="24306"/>
                    <a:pt x="18825" y="21761"/>
                  </a:cubicBezTo>
                  <a:lnTo>
                    <a:pt x="19107" y="7550"/>
                  </a:lnTo>
                  <a:cubicBezTo>
                    <a:pt x="19249" y="1187"/>
                    <a:pt x="26602" y="-2277"/>
                    <a:pt x="31621" y="1682"/>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4" name="Google Shape;1914;p63"/>
            <p:cNvSpPr/>
            <p:nvPr/>
          </p:nvSpPr>
          <p:spPr>
            <a:xfrm>
              <a:off x="4150081" y="1050670"/>
              <a:ext cx="72977" cy="204323"/>
            </a:xfrm>
            <a:custGeom>
              <a:rect b="b" l="l" r="r" t="t"/>
              <a:pathLst>
                <a:path extrusionOk="0" h="204323" w="72977">
                  <a:moveTo>
                    <a:pt x="70857" y="937"/>
                  </a:moveTo>
                  <a:cubicBezTo>
                    <a:pt x="68241" y="57356"/>
                    <a:pt x="52333" y="112715"/>
                    <a:pt x="25254" y="162206"/>
                  </a:cubicBezTo>
                  <a:cubicBezTo>
                    <a:pt x="17760" y="175922"/>
                    <a:pt x="9347" y="189214"/>
                    <a:pt x="297" y="202010"/>
                  </a:cubicBezTo>
                  <a:cubicBezTo>
                    <a:pt x="-905" y="203707"/>
                    <a:pt x="1852" y="205263"/>
                    <a:pt x="3054" y="203637"/>
                  </a:cubicBezTo>
                  <a:cubicBezTo>
                    <a:pt x="37132" y="158176"/>
                    <a:pt x="59403" y="104090"/>
                    <a:pt x="68453" y="48094"/>
                  </a:cubicBezTo>
                  <a:cubicBezTo>
                    <a:pt x="70998" y="32540"/>
                    <a:pt x="72483" y="16774"/>
                    <a:pt x="72977" y="1008"/>
                  </a:cubicBezTo>
                  <a:cubicBezTo>
                    <a:pt x="72977" y="-336"/>
                    <a:pt x="70998" y="-336"/>
                    <a:pt x="70927" y="1008"/>
                  </a:cubicBezTo>
                  <a:lnTo>
                    <a:pt x="70927" y="1008"/>
                  </a:lnTo>
                  <a:close/>
                </a:path>
              </a:pathLst>
            </a:custGeom>
            <a:solidFill>
              <a:srgbClr val="1E2638"/>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5" name="Google Shape;1915;p63"/>
            <p:cNvSpPr/>
            <p:nvPr/>
          </p:nvSpPr>
          <p:spPr>
            <a:xfrm>
              <a:off x="4141364" y="1265346"/>
              <a:ext cx="125651" cy="64377"/>
            </a:xfrm>
            <a:custGeom>
              <a:rect b="b" l="l" r="r" t="t"/>
              <a:pathLst>
                <a:path extrusionOk="0" h="64377" w="125651">
                  <a:moveTo>
                    <a:pt x="123408" y="272"/>
                  </a:moveTo>
                  <a:cubicBezTo>
                    <a:pt x="85795" y="25795"/>
                    <a:pt x="44435" y="45875"/>
                    <a:pt x="1378" y="60439"/>
                  </a:cubicBezTo>
                  <a:cubicBezTo>
                    <a:pt x="-1026" y="61217"/>
                    <a:pt x="-36" y="65105"/>
                    <a:pt x="2438" y="64257"/>
                  </a:cubicBezTo>
                  <a:cubicBezTo>
                    <a:pt x="46202" y="49975"/>
                    <a:pt x="87209" y="29189"/>
                    <a:pt x="124963" y="2959"/>
                  </a:cubicBezTo>
                  <a:cubicBezTo>
                    <a:pt x="126589" y="1828"/>
                    <a:pt x="125034" y="-859"/>
                    <a:pt x="123408" y="272"/>
                  </a:cubicBezTo>
                  <a:lnTo>
                    <a:pt x="123408" y="272"/>
                  </a:lnTo>
                  <a:close/>
                </a:path>
              </a:pathLst>
            </a:custGeom>
            <a:solidFill>
              <a:srgbClr val="1E2638"/>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6" name="Google Shape;1916;p63"/>
            <p:cNvSpPr/>
            <p:nvPr/>
          </p:nvSpPr>
          <p:spPr>
            <a:xfrm>
              <a:off x="4172273" y="967419"/>
              <a:ext cx="99114" cy="95016"/>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0" name="Shape 1920"/>
        <p:cNvGrpSpPr/>
        <p:nvPr/>
      </p:nvGrpSpPr>
      <p:grpSpPr>
        <a:xfrm>
          <a:off x="0" y="0"/>
          <a:ext cx="0" cy="0"/>
          <a:chOff x="0" y="0"/>
          <a:chExt cx="0" cy="0"/>
        </a:xfrm>
      </p:grpSpPr>
      <p:sp>
        <p:nvSpPr>
          <p:cNvPr id="1921" name="Google Shape;1921;p64"/>
          <p:cNvSpPr/>
          <p:nvPr/>
        </p:nvSpPr>
        <p:spPr>
          <a:xfrm rot="-9547620">
            <a:off x="6891668" y="-222692"/>
            <a:ext cx="3133974" cy="1676787"/>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2" name="Google Shape;1922;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great story</a:t>
            </a:r>
            <a:endParaRPr/>
          </a:p>
        </p:txBody>
      </p:sp>
      <p:sp>
        <p:nvSpPr>
          <p:cNvPr id="1923" name="Google Shape;1923;p64"/>
          <p:cNvSpPr/>
          <p:nvPr/>
        </p:nvSpPr>
        <p:spPr>
          <a:xfrm rot="-434009">
            <a:off x="231147" y="1711786"/>
            <a:ext cx="4073510" cy="1206493"/>
          </a:xfrm>
          <a:custGeom>
            <a:rect b="b" l="l" r="r" t="t"/>
            <a:pathLst>
              <a:path extrusionOk="0" h="613790" w="2072354">
                <a:moveTo>
                  <a:pt x="2068449" y="515398"/>
                </a:moveTo>
                <a:lnTo>
                  <a:pt x="2043589" y="489299"/>
                </a:lnTo>
                <a:lnTo>
                  <a:pt x="2072354" y="463201"/>
                </a:lnTo>
                <a:lnTo>
                  <a:pt x="2045970" y="437102"/>
                </a:lnTo>
                <a:lnTo>
                  <a:pt x="2036921" y="411004"/>
                </a:lnTo>
                <a:lnTo>
                  <a:pt x="2055685" y="384905"/>
                </a:lnTo>
                <a:lnTo>
                  <a:pt x="2036731" y="358807"/>
                </a:lnTo>
                <a:lnTo>
                  <a:pt x="2039017" y="332708"/>
                </a:lnTo>
                <a:lnTo>
                  <a:pt x="2048066" y="306610"/>
                </a:lnTo>
                <a:lnTo>
                  <a:pt x="2050161" y="280511"/>
                </a:lnTo>
                <a:lnTo>
                  <a:pt x="2063972" y="254413"/>
                </a:lnTo>
                <a:lnTo>
                  <a:pt x="2048351" y="228314"/>
                </a:lnTo>
                <a:lnTo>
                  <a:pt x="2041588" y="202216"/>
                </a:lnTo>
                <a:lnTo>
                  <a:pt x="2038921" y="176117"/>
                </a:lnTo>
                <a:lnTo>
                  <a:pt x="2056543" y="150019"/>
                </a:lnTo>
                <a:lnTo>
                  <a:pt x="2063401" y="123920"/>
                </a:lnTo>
                <a:lnTo>
                  <a:pt x="2065973" y="97822"/>
                </a:lnTo>
                <a:lnTo>
                  <a:pt x="2060924" y="71819"/>
                </a:lnTo>
                <a:lnTo>
                  <a:pt x="2051018" y="45720"/>
                </a:lnTo>
                <a:lnTo>
                  <a:pt x="2063686" y="9049"/>
                </a:lnTo>
                <a:lnTo>
                  <a:pt x="2026920" y="15526"/>
                </a:lnTo>
                <a:lnTo>
                  <a:pt x="2000631" y="11906"/>
                </a:lnTo>
                <a:lnTo>
                  <a:pt x="1974342" y="22669"/>
                </a:lnTo>
                <a:lnTo>
                  <a:pt x="1948053" y="37243"/>
                </a:lnTo>
                <a:lnTo>
                  <a:pt x="1921764" y="38005"/>
                </a:lnTo>
                <a:lnTo>
                  <a:pt x="1895570" y="24670"/>
                </a:lnTo>
                <a:lnTo>
                  <a:pt x="1869281" y="17050"/>
                </a:lnTo>
                <a:lnTo>
                  <a:pt x="1842992" y="26765"/>
                </a:lnTo>
                <a:lnTo>
                  <a:pt x="1816703" y="11049"/>
                </a:lnTo>
                <a:lnTo>
                  <a:pt x="1790414" y="8953"/>
                </a:lnTo>
                <a:lnTo>
                  <a:pt x="1764125" y="1238"/>
                </a:lnTo>
                <a:lnTo>
                  <a:pt x="1737932" y="5715"/>
                </a:lnTo>
                <a:lnTo>
                  <a:pt x="1711643" y="34861"/>
                </a:lnTo>
                <a:lnTo>
                  <a:pt x="1685449" y="35909"/>
                </a:lnTo>
                <a:lnTo>
                  <a:pt x="1659160" y="3238"/>
                </a:lnTo>
                <a:lnTo>
                  <a:pt x="1632966" y="13621"/>
                </a:lnTo>
                <a:lnTo>
                  <a:pt x="1606772" y="9811"/>
                </a:lnTo>
                <a:lnTo>
                  <a:pt x="1580578" y="33814"/>
                </a:lnTo>
                <a:lnTo>
                  <a:pt x="1554385" y="17145"/>
                </a:lnTo>
                <a:lnTo>
                  <a:pt x="1528191" y="5144"/>
                </a:lnTo>
                <a:lnTo>
                  <a:pt x="1501997" y="27813"/>
                </a:lnTo>
                <a:lnTo>
                  <a:pt x="1475803" y="35623"/>
                </a:lnTo>
                <a:lnTo>
                  <a:pt x="1449610" y="6286"/>
                </a:lnTo>
                <a:lnTo>
                  <a:pt x="1423416" y="7620"/>
                </a:lnTo>
                <a:lnTo>
                  <a:pt x="1397222" y="0"/>
                </a:lnTo>
                <a:lnTo>
                  <a:pt x="1371028" y="9430"/>
                </a:lnTo>
                <a:lnTo>
                  <a:pt x="1344835" y="3905"/>
                </a:lnTo>
                <a:lnTo>
                  <a:pt x="1318641" y="8192"/>
                </a:lnTo>
                <a:lnTo>
                  <a:pt x="1292447" y="11335"/>
                </a:lnTo>
                <a:lnTo>
                  <a:pt x="1266253" y="9811"/>
                </a:lnTo>
                <a:lnTo>
                  <a:pt x="1240060" y="30575"/>
                </a:lnTo>
                <a:lnTo>
                  <a:pt x="1213866" y="12002"/>
                </a:lnTo>
                <a:lnTo>
                  <a:pt x="1187672" y="7239"/>
                </a:lnTo>
                <a:lnTo>
                  <a:pt x="1161478" y="17145"/>
                </a:lnTo>
                <a:lnTo>
                  <a:pt x="1135285" y="18383"/>
                </a:lnTo>
                <a:lnTo>
                  <a:pt x="1109091" y="36195"/>
                </a:lnTo>
                <a:lnTo>
                  <a:pt x="1082897" y="13525"/>
                </a:lnTo>
                <a:lnTo>
                  <a:pt x="1056703" y="39052"/>
                </a:lnTo>
                <a:lnTo>
                  <a:pt x="1030510" y="35909"/>
                </a:lnTo>
                <a:lnTo>
                  <a:pt x="1004316" y="32575"/>
                </a:lnTo>
                <a:lnTo>
                  <a:pt x="978122" y="29623"/>
                </a:lnTo>
                <a:lnTo>
                  <a:pt x="951928" y="4477"/>
                </a:lnTo>
                <a:lnTo>
                  <a:pt x="925735" y="20955"/>
                </a:lnTo>
                <a:lnTo>
                  <a:pt x="899541" y="34576"/>
                </a:lnTo>
                <a:lnTo>
                  <a:pt x="873347" y="17907"/>
                </a:lnTo>
                <a:lnTo>
                  <a:pt x="847153" y="24289"/>
                </a:lnTo>
                <a:lnTo>
                  <a:pt x="820960" y="10954"/>
                </a:lnTo>
                <a:lnTo>
                  <a:pt x="794766" y="31432"/>
                </a:lnTo>
                <a:lnTo>
                  <a:pt x="768572" y="28099"/>
                </a:lnTo>
                <a:lnTo>
                  <a:pt x="742378" y="18859"/>
                </a:lnTo>
                <a:lnTo>
                  <a:pt x="716185" y="37909"/>
                </a:lnTo>
                <a:lnTo>
                  <a:pt x="689991" y="28194"/>
                </a:lnTo>
                <a:lnTo>
                  <a:pt x="663797" y="22765"/>
                </a:lnTo>
                <a:lnTo>
                  <a:pt x="637603" y="20002"/>
                </a:lnTo>
                <a:lnTo>
                  <a:pt x="611410" y="21050"/>
                </a:lnTo>
                <a:lnTo>
                  <a:pt x="585216" y="39338"/>
                </a:lnTo>
                <a:lnTo>
                  <a:pt x="559022" y="13525"/>
                </a:lnTo>
                <a:lnTo>
                  <a:pt x="532828" y="27432"/>
                </a:lnTo>
                <a:lnTo>
                  <a:pt x="506635" y="13049"/>
                </a:lnTo>
                <a:lnTo>
                  <a:pt x="480441" y="26956"/>
                </a:lnTo>
                <a:lnTo>
                  <a:pt x="454247" y="34195"/>
                </a:lnTo>
                <a:lnTo>
                  <a:pt x="428053" y="31147"/>
                </a:lnTo>
                <a:lnTo>
                  <a:pt x="401860" y="26575"/>
                </a:lnTo>
                <a:lnTo>
                  <a:pt x="375666" y="18574"/>
                </a:lnTo>
                <a:lnTo>
                  <a:pt x="349472" y="28003"/>
                </a:lnTo>
                <a:lnTo>
                  <a:pt x="323278" y="18955"/>
                </a:lnTo>
                <a:lnTo>
                  <a:pt x="297085" y="2000"/>
                </a:lnTo>
                <a:lnTo>
                  <a:pt x="270891" y="9239"/>
                </a:lnTo>
                <a:lnTo>
                  <a:pt x="244697" y="34385"/>
                </a:lnTo>
                <a:lnTo>
                  <a:pt x="218503" y="10287"/>
                </a:lnTo>
                <a:lnTo>
                  <a:pt x="192310" y="2667"/>
                </a:lnTo>
                <a:lnTo>
                  <a:pt x="166116" y="5620"/>
                </a:lnTo>
                <a:lnTo>
                  <a:pt x="139922" y="17240"/>
                </a:lnTo>
                <a:lnTo>
                  <a:pt x="113728" y="17050"/>
                </a:lnTo>
                <a:lnTo>
                  <a:pt x="87535" y="12192"/>
                </a:lnTo>
                <a:lnTo>
                  <a:pt x="61341" y="20002"/>
                </a:lnTo>
                <a:lnTo>
                  <a:pt x="6572" y="4477"/>
                </a:lnTo>
                <a:lnTo>
                  <a:pt x="476" y="6286"/>
                </a:lnTo>
                <a:lnTo>
                  <a:pt x="476" y="72580"/>
                </a:lnTo>
                <a:lnTo>
                  <a:pt x="39815" y="76295"/>
                </a:lnTo>
                <a:cubicBezTo>
                  <a:pt x="43434" y="64579"/>
                  <a:pt x="54292" y="56102"/>
                  <a:pt x="67151" y="56102"/>
                </a:cubicBezTo>
                <a:cubicBezTo>
                  <a:pt x="83058" y="56102"/>
                  <a:pt x="95917" y="68961"/>
                  <a:pt x="95917" y="84868"/>
                </a:cubicBezTo>
                <a:cubicBezTo>
                  <a:pt x="95917" y="100775"/>
                  <a:pt x="83058" y="113633"/>
                  <a:pt x="67151" y="113633"/>
                </a:cubicBezTo>
                <a:cubicBezTo>
                  <a:pt x="56864" y="113633"/>
                  <a:pt x="47911" y="108204"/>
                  <a:pt x="42767" y="100013"/>
                </a:cubicBezTo>
                <a:lnTo>
                  <a:pt x="18193" y="100584"/>
                </a:lnTo>
                <a:lnTo>
                  <a:pt x="381" y="104489"/>
                </a:lnTo>
                <a:lnTo>
                  <a:pt x="381" y="179737"/>
                </a:lnTo>
                <a:lnTo>
                  <a:pt x="39719" y="183452"/>
                </a:lnTo>
                <a:cubicBezTo>
                  <a:pt x="43339" y="171736"/>
                  <a:pt x="54197" y="163259"/>
                  <a:pt x="67056" y="163259"/>
                </a:cubicBezTo>
                <a:cubicBezTo>
                  <a:pt x="82963" y="163259"/>
                  <a:pt x="95821" y="176117"/>
                  <a:pt x="95821" y="192024"/>
                </a:cubicBezTo>
                <a:cubicBezTo>
                  <a:pt x="95821" y="207931"/>
                  <a:pt x="82963" y="220790"/>
                  <a:pt x="67056" y="220790"/>
                </a:cubicBezTo>
                <a:cubicBezTo>
                  <a:pt x="56769" y="220790"/>
                  <a:pt x="47816" y="215360"/>
                  <a:pt x="42672" y="207169"/>
                </a:cubicBezTo>
                <a:lnTo>
                  <a:pt x="18098" y="207740"/>
                </a:lnTo>
                <a:lnTo>
                  <a:pt x="286" y="211645"/>
                </a:lnTo>
                <a:lnTo>
                  <a:pt x="286" y="286893"/>
                </a:lnTo>
                <a:lnTo>
                  <a:pt x="39624" y="290608"/>
                </a:lnTo>
                <a:cubicBezTo>
                  <a:pt x="43243" y="278892"/>
                  <a:pt x="54102" y="270415"/>
                  <a:pt x="66961" y="270415"/>
                </a:cubicBezTo>
                <a:cubicBezTo>
                  <a:pt x="82867" y="270415"/>
                  <a:pt x="95726" y="283273"/>
                  <a:pt x="95726" y="299180"/>
                </a:cubicBezTo>
                <a:cubicBezTo>
                  <a:pt x="95726" y="315087"/>
                  <a:pt x="82867" y="327946"/>
                  <a:pt x="66961" y="327946"/>
                </a:cubicBezTo>
                <a:cubicBezTo>
                  <a:pt x="56674" y="327946"/>
                  <a:pt x="47720" y="322516"/>
                  <a:pt x="42577" y="314325"/>
                </a:cubicBezTo>
                <a:lnTo>
                  <a:pt x="18002" y="314897"/>
                </a:lnTo>
                <a:lnTo>
                  <a:pt x="190" y="318802"/>
                </a:lnTo>
                <a:lnTo>
                  <a:pt x="190" y="394049"/>
                </a:lnTo>
                <a:lnTo>
                  <a:pt x="39529" y="397764"/>
                </a:lnTo>
                <a:cubicBezTo>
                  <a:pt x="43148" y="386048"/>
                  <a:pt x="54007" y="377571"/>
                  <a:pt x="66866" y="377571"/>
                </a:cubicBezTo>
                <a:cubicBezTo>
                  <a:pt x="82772" y="377571"/>
                  <a:pt x="95631" y="390430"/>
                  <a:pt x="95631" y="406336"/>
                </a:cubicBezTo>
                <a:cubicBezTo>
                  <a:pt x="95631" y="422243"/>
                  <a:pt x="82772" y="435102"/>
                  <a:pt x="66866" y="435102"/>
                </a:cubicBezTo>
                <a:cubicBezTo>
                  <a:pt x="56578" y="435102"/>
                  <a:pt x="47625" y="429673"/>
                  <a:pt x="42482" y="421481"/>
                </a:cubicBezTo>
                <a:lnTo>
                  <a:pt x="17907" y="422053"/>
                </a:lnTo>
                <a:lnTo>
                  <a:pt x="95" y="425958"/>
                </a:lnTo>
                <a:lnTo>
                  <a:pt x="95" y="501206"/>
                </a:lnTo>
                <a:lnTo>
                  <a:pt x="39433" y="504920"/>
                </a:lnTo>
                <a:cubicBezTo>
                  <a:pt x="43053" y="493204"/>
                  <a:pt x="53911" y="484727"/>
                  <a:pt x="66770" y="484727"/>
                </a:cubicBezTo>
                <a:cubicBezTo>
                  <a:pt x="82677" y="484727"/>
                  <a:pt x="95536" y="497586"/>
                  <a:pt x="95536" y="513493"/>
                </a:cubicBezTo>
                <a:cubicBezTo>
                  <a:pt x="95536" y="529399"/>
                  <a:pt x="82677" y="542258"/>
                  <a:pt x="66770" y="542258"/>
                </a:cubicBezTo>
                <a:cubicBezTo>
                  <a:pt x="56483" y="542258"/>
                  <a:pt x="47530" y="536829"/>
                  <a:pt x="42386" y="528637"/>
                </a:cubicBezTo>
                <a:lnTo>
                  <a:pt x="17812" y="529209"/>
                </a:lnTo>
                <a:lnTo>
                  <a:pt x="0" y="533114"/>
                </a:lnTo>
                <a:lnTo>
                  <a:pt x="0" y="598837"/>
                </a:lnTo>
                <a:lnTo>
                  <a:pt x="6191" y="597408"/>
                </a:lnTo>
                <a:lnTo>
                  <a:pt x="61150" y="608362"/>
                </a:lnTo>
                <a:lnTo>
                  <a:pt x="87440" y="610172"/>
                </a:lnTo>
                <a:lnTo>
                  <a:pt x="113728" y="573786"/>
                </a:lnTo>
                <a:lnTo>
                  <a:pt x="140017" y="579501"/>
                </a:lnTo>
                <a:lnTo>
                  <a:pt x="166211" y="588645"/>
                </a:lnTo>
                <a:lnTo>
                  <a:pt x="192500" y="600837"/>
                </a:lnTo>
                <a:lnTo>
                  <a:pt x="218789" y="588740"/>
                </a:lnTo>
                <a:lnTo>
                  <a:pt x="245078" y="605504"/>
                </a:lnTo>
                <a:lnTo>
                  <a:pt x="271367" y="580739"/>
                </a:lnTo>
                <a:lnTo>
                  <a:pt x="297656" y="603409"/>
                </a:lnTo>
                <a:lnTo>
                  <a:pt x="323850" y="606457"/>
                </a:lnTo>
                <a:lnTo>
                  <a:pt x="350139" y="611124"/>
                </a:lnTo>
                <a:lnTo>
                  <a:pt x="376333" y="577882"/>
                </a:lnTo>
                <a:lnTo>
                  <a:pt x="402622" y="597694"/>
                </a:lnTo>
                <a:lnTo>
                  <a:pt x="428816" y="578834"/>
                </a:lnTo>
                <a:lnTo>
                  <a:pt x="455009" y="598646"/>
                </a:lnTo>
                <a:lnTo>
                  <a:pt x="481203" y="584549"/>
                </a:lnTo>
                <a:lnTo>
                  <a:pt x="507397" y="588740"/>
                </a:lnTo>
                <a:lnTo>
                  <a:pt x="533591" y="589598"/>
                </a:lnTo>
                <a:lnTo>
                  <a:pt x="559784" y="588074"/>
                </a:lnTo>
                <a:lnTo>
                  <a:pt x="585978" y="588074"/>
                </a:lnTo>
                <a:cubicBezTo>
                  <a:pt x="585978" y="588074"/>
                  <a:pt x="612172" y="603599"/>
                  <a:pt x="612172" y="603599"/>
                </a:cubicBezTo>
                <a:lnTo>
                  <a:pt x="638366" y="611886"/>
                </a:lnTo>
                <a:lnTo>
                  <a:pt x="664559" y="590169"/>
                </a:lnTo>
                <a:lnTo>
                  <a:pt x="690753" y="589026"/>
                </a:lnTo>
                <a:lnTo>
                  <a:pt x="716947" y="594360"/>
                </a:lnTo>
                <a:lnTo>
                  <a:pt x="743141" y="595217"/>
                </a:lnTo>
                <a:lnTo>
                  <a:pt x="769334" y="602361"/>
                </a:lnTo>
                <a:lnTo>
                  <a:pt x="795623" y="584168"/>
                </a:lnTo>
                <a:lnTo>
                  <a:pt x="821817" y="589693"/>
                </a:lnTo>
                <a:lnTo>
                  <a:pt x="848011" y="585311"/>
                </a:lnTo>
                <a:lnTo>
                  <a:pt x="874204" y="611791"/>
                </a:lnTo>
                <a:lnTo>
                  <a:pt x="900398" y="584645"/>
                </a:lnTo>
                <a:lnTo>
                  <a:pt x="926592" y="597122"/>
                </a:lnTo>
                <a:lnTo>
                  <a:pt x="952786" y="599408"/>
                </a:lnTo>
                <a:lnTo>
                  <a:pt x="978979" y="610933"/>
                </a:lnTo>
                <a:lnTo>
                  <a:pt x="1005173" y="606647"/>
                </a:lnTo>
                <a:lnTo>
                  <a:pt x="1031367" y="598837"/>
                </a:lnTo>
                <a:lnTo>
                  <a:pt x="1057561" y="613791"/>
                </a:lnTo>
                <a:lnTo>
                  <a:pt x="1083754" y="607124"/>
                </a:lnTo>
                <a:lnTo>
                  <a:pt x="1109948" y="591312"/>
                </a:lnTo>
                <a:lnTo>
                  <a:pt x="1136142" y="591312"/>
                </a:lnTo>
                <a:cubicBezTo>
                  <a:pt x="1136142" y="591312"/>
                  <a:pt x="1162336" y="589407"/>
                  <a:pt x="1162336" y="589407"/>
                </a:cubicBezTo>
                <a:lnTo>
                  <a:pt x="1188529" y="588740"/>
                </a:lnTo>
                <a:lnTo>
                  <a:pt x="1214723" y="600075"/>
                </a:lnTo>
                <a:lnTo>
                  <a:pt x="1240917" y="603599"/>
                </a:lnTo>
                <a:lnTo>
                  <a:pt x="1267111" y="607886"/>
                </a:lnTo>
                <a:lnTo>
                  <a:pt x="1293304" y="597884"/>
                </a:lnTo>
                <a:lnTo>
                  <a:pt x="1319498" y="591217"/>
                </a:lnTo>
                <a:lnTo>
                  <a:pt x="1345692" y="603028"/>
                </a:lnTo>
                <a:lnTo>
                  <a:pt x="1371886" y="593789"/>
                </a:lnTo>
                <a:lnTo>
                  <a:pt x="1398079" y="583025"/>
                </a:lnTo>
                <a:lnTo>
                  <a:pt x="1424273" y="611981"/>
                </a:lnTo>
                <a:lnTo>
                  <a:pt x="1450467" y="592836"/>
                </a:lnTo>
                <a:lnTo>
                  <a:pt x="1476661" y="593122"/>
                </a:lnTo>
                <a:lnTo>
                  <a:pt x="1502854" y="588359"/>
                </a:lnTo>
                <a:lnTo>
                  <a:pt x="1529048" y="588169"/>
                </a:lnTo>
                <a:lnTo>
                  <a:pt x="1555242" y="604647"/>
                </a:lnTo>
                <a:lnTo>
                  <a:pt x="1581436" y="595694"/>
                </a:lnTo>
                <a:lnTo>
                  <a:pt x="1607629" y="590550"/>
                </a:lnTo>
                <a:lnTo>
                  <a:pt x="1633823" y="590169"/>
                </a:lnTo>
                <a:lnTo>
                  <a:pt x="1660017" y="603028"/>
                </a:lnTo>
                <a:lnTo>
                  <a:pt x="1686211" y="584264"/>
                </a:lnTo>
                <a:lnTo>
                  <a:pt x="1712404" y="576644"/>
                </a:lnTo>
                <a:lnTo>
                  <a:pt x="1738598" y="590740"/>
                </a:lnTo>
                <a:lnTo>
                  <a:pt x="1764792" y="580549"/>
                </a:lnTo>
                <a:lnTo>
                  <a:pt x="1790986" y="573595"/>
                </a:lnTo>
                <a:lnTo>
                  <a:pt x="1817179" y="582549"/>
                </a:lnTo>
                <a:lnTo>
                  <a:pt x="1843373" y="593884"/>
                </a:lnTo>
                <a:lnTo>
                  <a:pt x="1869567" y="611981"/>
                </a:lnTo>
                <a:lnTo>
                  <a:pt x="1895761" y="588359"/>
                </a:lnTo>
                <a:lnTo>
                  <a:pt x="1921954" y="593217"/>
                </a:lnTo>
                <a:lnTo>
                  <a:pt x="1948148" y="601218"/>
                </a:lnTo>
                <a:lnTo>
                  <a:pt x="1974342" y="575882"/>
                </a:lnTo>
                <a:lnTo>
                  <a:pt x="2000536" y="587788"/>
                </a:lnTo>
                <a:lnTo>
                  <a:pt x="2026729" y="595217"/>
                </a:lnTo>
                <a:lnTo>
                  <a:pt x="2057210" y="598075"/>
                </a:lnTo>
                <a:lnTo>
                  <a:pt x="2041493" y="568547"/>
                </a:lnTo>
                <a:lnTo>
                  <a:pt x="2070926" y="541496"/>
                </a:lnTo>
                <a:lnTo>
                  <a:pt x="2068259" y="515398"/>
                </a:lnTo>
                <a:close/>
              </a:path>
            </a:pathLst>
          </a:custGeom>
          <a:solidFill>
            <a:schemeClr val="dk2"/>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grpSp>
        <p:nvGrpSpPr>
          <p:cNvPr id="1924" name="Google Shape;1924;p64"/>
          <p:cNvGrpSpPr/>
          <p:nvPr/>
        </p:nvGrpSpPr>
        <p:grpSpPr>
          <a:xfrm>
            <a:off x="981703" y="1265923"/>
            <a:ext cx="3440402" cy="3580790"/>
            <a:chOff x="845198" y="295723"/>
            <a:chExt cx="3440402" cy="3580790"/>
          </a:xfrm>
        </p:grpSpPr>
        <p:sp>
          <p:nvSpPr>
            <p:cNvPr id="1925" name="Google Shape;1925;p64"/>
            <p:cNvSpPr/>
            <p:nvPr/>
          </p:nvSpPr>
          <p:spPr>
            <a:xfrm>
              <a:off x="845198" y="295723"/>
              <a:ext cx="3440304" cy="2063914"/>
            </a:xfrm>
            <a:custGeom>
              <a:rect b="b" l="l" r="r" t="t"/>
              <a:pathLst>
                <a:path extrusionOk="0" h="1323022" w="2205323">
                  <a:moveTo>
                    <a:pt x="2097310" y="95"/>
                  </a:moveTo>
                  <a:lnTo>
                    <a:pt x="2086737" y="68771"/>
                  </a:lnTo>
                  <a:cubicBezTo>
                    <a:pt x="2101501" y="74104"/>
                    <a:pt x="2112074" y="88106"/>
                    <a:pt x="2112074" y="104680"/>
                  </a:cubicBezTo>
                  <a:cubicBezTo>
                    <a:pt x="2112074" y="125825"/>
                    <a:pt x="2094929" y="142970"/>
                    <a:pt x="2073783" y="142970"/>
                  </a:cubicBezTo>
                  <a:cubicBezTo>
                    <a:pt x="2052638" y="142970"/>
                    <a:pt x="2035493" y="125825"/>
                    <a:pt x="2035493" y="104680"/>
                  </a:cubicBezTo>
                  <a:cubicBezTo>
                    <a:pt x="2035493" y="89630"/>
                    <a:pt x="2044256" y="76771"/>
                    <a:pt x="2056829" y="70485"/>
                  </a:cubicBezTo>
                  <a:lnTo>
                    <a:pt x="2056829" y="95"/>
                  </a:lnTo>
                  <a:lnTo>
                    <a:pt x="1881473" y="95"/>
                  </a:lnTo>
                  <a:lnTo>
                    <a:pt x="1870901" y="68771"/>
                  </a:lnTo>
                  <a:cubicBezTo>
                    <a:pt x="1885664" y="74104"/>
                    <a:pt x="1896237" y="88106"/>
                    <a:pt x="1896237" y="104680"/>
                  </a:cubicBezTo>
                  <a:cubicBezTo>
                    <a:pt x="1896237" y="125825"/>
                    <a:pt x="1879092" y="142970"/>
                    <a:pt x="1857947" y="142970"/>
                  </a:cubicBezTo>
                  <a:cubicBezTo>
                    <a:pt x="1836801" y="142970"/>
                    <a:pt x="1819656" y="125825"/>
                    <a:pt x="1819656" y="104680"/>
                  </a:cubicBezTo>
                  <a:cubicBezTo>
                    <a:pt x="1819656" y="89630"/>
                    <a:pt x="1828419" y="76771"/>
                    <a:pt x="1840992" y="70485"/>
                  </a:cubicBezTo>
                  <a:lnTo>
                    <a:pt x="1840992" y="95"/>
                  </a:lnTo>
                  <a:lnTo>
                    <a:pt x="1665637" y="95"/>
                  </a:lnTo>
                  <a:lnTo>
                    <a:pt x="1655064" y="68771"/>
                  </a:lnTo>
                  <a:cubicBezTo>
                    <a:pt x="1669828" y="74104"/>
                    <a:pt x="1680401" y="88106"/>
                    <a:pt x="1680401" y="104680"/>
                  </a:cubicBezTo>
                  <a:cubicBezTo>
                    <a:pt x="1680401" y="125825"/>
                    <a:pt x="1663256" y="142970"/>
                    <a:pt x="1642110" y="142970"/>
                  </a:cubicBezTo>
                  <a:cubicBezTo>
                    <a:pt x="1620965" y="142970"/>
                    <a:pt x="1603820" y="125825"/>
                    <a:pt x="1603820" y="104680"/>
                  </a:cubicBezTo>
                  <a:cubicBezTo>
                    <a:pt x="1603820" y="89630"/>
                    <a:pt x="1612583" y="76771"/>
                    <a:pt x="1625156" y="70485"/>
                  </a:cubicBezTo>
                  <a:lnTo>
                    <a:pt x="1625156" y="95"/>
                  </a:lnTo>
                  <a:lnTo>
                    <a:pt x="1449800" y="95"/>
                  </a:lnTo>
                  <a:lnTo>
                    <a:pt x="1439228" y="68771"/>
                  </a:lnTo>
                  <a:cubicBezTo>
                    <a:pt x="1453991" y="74104"/>
                    <a:pt x="1464564" y="88106"/>
                    <a:pt x="1464564" y="104680"/>
                  </a:cubicBezTo>
                  <a:cubicBezTo>
                    <a:pt x="1464564" y="125825"/>
                    <a:pt x="1447419" y="142970"/>
                    <a:pt x="1426274" y="142970"/>
                  </a:cubicBezTo>
                  <a:cubicBezTo>
                    <a:pt x="1405128" y="142970"/>
                    <a:pt x="1387983" y="125825"/>
                    <a:pt x="1387983" y="104680"/>
                  </a:cubicBezTo>
                  <a:cubicBezTo>
                    <a:pt x="1387983" y="89630"/>
                    <a:pt x="1396746" y="76771"/>
                    <a:pt x="1409319" y="70485"/>
                  </a:cubicBezTo>
                  <a:lnTo>
                    <a:pt x="1409319" y="95"/>
                  </a:lnTo>
                  <a:lnTo>
                    <a:pt x="1233964" y="95"/>
                  </a:lnTo>
                  <a:lnTo>
                    <a:pt x="1223391" y="68771"/>
                  </a:lnTo>
                  <a:cubicBezTo>
                    <a:pt x="1238155" y="74104"/>
                    <a:pt x="1248728" y="88106"/>
                    <a:pt x="1248728" y="104680"/>
                  </a:cubicBezTo>
                  <a:cubicBezTo>
                    <a:pt x="1248728" y="125825"/>
                    <a:pt x="1231583" y="142970"/>
                    <a:pt x="1210437" y="142970"/>
                  </a:cubicBezTo>
                  <a:cubicBezTo>
                    <a:pt x="1189292" y="142970"/>
                    <a:pt x="1172147" y="125825"/>
                    <a:pt x="1172147" y="104680"/>
                  </a:cubicBezTo>
                  <a:cubicBezTo>
                    <a:pt x="1172147" y="89630"/>
                    <a:pt x="1180910" y="76771"/>
                    <a:pt x="1193483" y="70485"/>
                  </a:cubicBezTo>
                  <a:lnTo>
                    <a:pt x="1193483" y="95"/>
                  </a:lnTo>
                  <a:lnTo>
                    <a:pt x="1018127" y="95"/>
                  </a:lnTo>
                  <a:lnTo>
                    <a:pt x="1007555" y="68771"/>
                  </a:lnTo>
                  <a:cubicBezTo>
                    <a:pt x="1022318" y="74104"/>
                    <a:pt x="1032891" y="88106"/>
                    <a:pt x="1032891" y="104680"/>
                  </a:cubicBezTo>
                  <a:cubicBezTo>
                    <a:pt x="1032891" y="125825"/>
                    <a:pt x="1015746" y="142970"/>
                    <a:pt x="994601" y="142970"/>
                  </a:cubicBezTo>
                  <a:cubicBezTo>
                    <a:pt x="973455" y="142970"/>
                    <a:pt x="956310" y="125825"/>
                    <a:pt x="956310" y="104680"/>
                  </a:cubicBezTo>
                  <a:cubicBezTo>
                    <a:pt x="956310" y="89630"/>
                    <a:pt x="965073" y="76771"/>
                    <a:pt x="977646" y="70485"/>
                  </a:cubicBezTo>
                  <a:lnTo>
                    <a:pt x="977646" y="95"/>
                  </a:lnTo>
                  <a:lnTo>
                    <a:pt x="802291" y="95"/>
                  </a:lnTo>
                  <a:lnTo>
                    <a:pt x="791718" y="68771"/>
                  </a:lnTo>
                  <a:cubicBezTo>
                    <a:pt x="806482" y="74104"/>
                    <a:pt x="817055" y="88106"/>
                    <a:pt x="817055" y="104680"/>
                  </a:cubicBezTo>
                  <a:cubicBezTo>
                    <a:pt x="817055" y="125825"/>
                    <a:pt x="799910" y="142970"/>
                    <a:pt x="778764" y="142970"/>
                  </a:cubicBezTo>
                  <a:cubicBezTo>
                    <a:pt x="757619" y="142970"/>
                    <a:pt x="740474" y="125825"/>
                    <a:pt x="740474" y="104680"/>
                  </a:cubicBezTo>
                  <a:cubicBezTo>
                    <a:pt x="740474" y="89630"/>
                    <a:pt x="749237" y="76771"/>
                    <a:pt x="761810" y="70485"/>
                  </a:cubicBezTo>
                  <a:lnTo>
                    <a:pt x="761810" y="95"/>
                  </a:lnTo>
                  <a:lnTo>
                    <a:pt x="586455" y="95"/>
                  </a:lnTo>
                  <a:lnTo>
                    <a:pt x="575881" y="68771"/>
                  </a:lnTo>
                  <a:cubicBezTo>
                    <a:pt x="590646" y="74104"/>
                    <a:pt x="601218" y="88106"/>
                    <a:pt x="601218" y="104680"/>
                  </a:cubicBezTo>
                  <a:cubicBezTo>
                    <a:pt x="601218" y="125825"/>
                    <a:pt x="584073" y="142970"/>
                    <a:pt x="562928" y="142970"/>
                  </a:cubicBezTo>
                  <a:cubicBezTo>
                    <a:pt x="541782" y="142970"/>
                    <a:pt x="524637" y="125825"/>
                    <a:pt x="524637" y="104680"/>
                  </a:cubicBezTo>
                  <a:cubicBezTo>
                    <a:pt x="524637" y="89630"/>
                    <a:pt x="533400" y="76771"/>
                    <a:pt x="545973" y="70485"/>
                  </a:cubicBezTo>
                  <a:lnTo>
                    <a:pt x="545973" y="95"/>
                  </a:lnTo>
                  <a:lnTo>
                    <a:pt x="370618" y="95"/>
                  </a:lnTo>
                  <a:lnTo>
                    <a:pt x="360045" y="68771"/>
                  </a:lnTo>
                  <a:cubicBezTo>
                    <a:pt x="374809" y="74104"/>
                    <a:pt x="385381" y="88106"/>
                    <a:pt x="385381" y="104680"/>
                  </a:cubicBezTo>
                  <a:cubicBezTo>
                    <a:pt x="385381" y="125825"/>
                    <a:pt x="368237" y="142970"/>
                    <a:pt x="347091" y="142970"/>
                  </a:cubicBezTo>
                  <a:cubicBezTo>
                    <a:pt x="325946" y="142970"/>
                    <a:pt x="308801" y="125825"/>
                    <a:pt x="308801" y="104680"/>
                  </a:cubicBezTo>
                  <a:cubicBezTo>
                    <a:pt x="308801" y="89630"/>
                    <a:pt x="317563" y="76771"/>
                    <a:pt x="330137" y="70485"/>
                  </a:cubicBezTo>
                  <a:lnTo>
                    <a:pt x="330137" y="95"/>
                  </a:lnTo>
                  <a:lnTo>
                    <a:pt x="154781" y="95"/>
                  </a:lnTo>
                  <a:lnTo>
                    <a:pt x="144209" y="68771"/>
                  </a:lnTo>
                  <a:cubicBezTo>
                    <a:pt x="158972" y="74104"/>
                    <a:pt x="169545" y="88106"/>
                    <a:pt x="169545" y="104680"/>
                  </a:cubicBezTo>
                  <a:cubicBezTo>
                    <a:pt x="169545" y="125825"/>
                    <a:pt x="152400" y="142970"/>
                    <a:pt x="131254" y="142970"/>
                  </a:cubicBezTo>
                  <a:cubicBezTo>
                    <a:pt x="110109" y="142970"/>
                    <a:pt x="92964" y="125825"/>
                    <a:pt x="92964" y="104680"/>
                  </a:cubicBezTo>
                  <a:cubicBezTo>
                    <a:pt x="92964" y="89630"/>
                    <a:pt x="101727" y="76771"/>
                    <a:pt x="114300" y="70485"/>
                  </a:cubicBezTo>
                  <a:lnTo>
                    <a:pt x="114300" y="95"/>
                  </a:lnTo>
                  <a:lnTo>
                    <a:pt x="0" y="95"/>
                  </a:lnTo>
                  <a:lnTo>
                    <a:pt x="0" y="1308068"/>
                  </a:lnTo>
                  <a:lnTo>
                    <a:pt x="14573" y="1316831"/>
                  </a:lnTo>
                  <a:lnTo>
                    <a:pt x="37814" y="1303306"/>
                  </a:lnTo>
                  <a:lnTo>
                    <a:pt x="61341" y="1293305"/>
                  </a:lnTo>
                  <a:lnTo>
                    <a:pt x="86392" y="1297877"/>
                  </a:lnTo>
                  <a:lnTo>
                    <a:pt x="113538" y="1323023"/>
                  </a:lnTo>
                  <a:lnTo>
                    <a:pt x="134684" y="1290542"/>
                  </a:lnTo>
                  <a:lnTo>
                    <a:pt x="162211" y="1318927"/>
                  </a:lnTo>
                  <a:lnTo>
                    <a:pt x="185357" y="1304639"/>
                  </a:lnTo>
                  <a:lnTo>
                    <a:pt x="208217" y="1287780"/>
                  </a:lnTo>
                  <a:lnTo>
                    <a:pt x="231743" y="1277493"/>
                  </a:lnTo>
                  <a:lnTo>
                    <a:pt x="256889" y="1283589"/>
                  </a:lnTo>
                  <a:lnTo>
                    <a:pt x="280702" y="1276350"/>
                  </a:lnTo>
                  <a:lnTo>
                    <a:pt x="307753" y="1300544"/>
                  </a:lnTo>
                  <a:lnTo>
                    <a:pt x="331470" y="1292447"/>
                  </a:lnTo>
                  <a:lnTo>
                    <a:pt x="356521" y="1297210"/>
                  </a:lnTo>
                  <a:lnTo>
                    <a:pt x="378619" y="1273397"/>
                  </a:lnTo>
                  <a:lnTo>
                    <a:pt x="404813" y="1289114"/>
                  </a:lnTo>
                  <a:lnTo>
                    <a:pt x="425387" y="1250156"/>
                  </a:lnTo>
                  <a:lnTo>
                    <a:pt x="452342" y="1273873"/>
                  </a:lnTo>
                  <a:lnTo>
                    <a:pt x="476917" y="1275017"/>
                  </a:lnTo>
                  <a:lnTo>
                    <a:pt x="500539" y="1266539"/>
                  </a:lnTo>
                  <a:lnTo>
                    <a:pt x="524065" y="1256348"/>
                  </a:lnTo>
                  <a:lnTo>
                    <a:pt x="550450" y="1274540"/>
                  </a:lnTo>
                  <a:lnTo>
                    <a:pt x="574643" y="1270826"/>
                  </a:lnTo>
                  <a:lnTo>
                    <a:pt x="596170" y="1241489"/>
                  </a:lnTo>
                  <a:lnTo>
                    <a:pt x="620935" y="1243584"/>
                  </a:lnTo>
                  <a:lnTo>
                    <a:pt x="646271" y="1251490"/>
                  </a:lnTo>
                  <a:lnTo>
                    <a:pt x="668846" y="1232345"/>
                  </a:lnTo>
                  <a:lnTo>
                    <a:pt x="693801" y="1236440"/>
                  </a:lnTo>
                  <a:lnTo>
                    <a:pt x="719423" y="1247299"/>
                  </a:lnTo>
                  <a:lnTo>
                    <a:pt x="743712" y="1245013"/>
                  </a:lnTo>
                  <a:lnTo>
                    <a:pt x="766858" y="1231678"/>
                  </a:lnTo>
                  <a:lnTo>
                    <a:pt x="792290" y="1240441"/>
                  </a:lnTo>
                  <a:lnTo>
                    <a:pt x="815626" y="1228630"/>
                  </a:lnTo>
                  <a:lnTo>
                    <a:pt x="840582" y="1232440"/>
                  </a:lnTo>
                  <a:lnTo>
                    <a:pt x="863823" y="1220438"/>
                  </a:lnTo>
                  <a:lnTo>
                    <a:pt x="888492" y="1222058"/>
                  </a:lnTo>
                  <a:lnTo>
                    <a:pt x="911066" y="1202912"/>
                  </a:lnTo>
                  <a:lnTo>
                    <a:pt x="937546" y="1221581"/>
                  </a:lnTo>
                  <a:lnTo>
                    <a:pt x="959263" y="1194340"/>
                  </a:lnTo>
                  <a:lnTo>
                    <a:pt x="985552" y="1211675"/>
                  </a:lnTo>
                  <a:lnTo>
                    <a:pt x="1010983" y="1220724"/>
                  </a:lnTo>
                  <a:lnTo>
                    <a:pt x="1033177" y="1198150"/>
                  </a:lnTo>
                  <a:lnTo>
                    <a:pt x="1058799" y="1209294"/>
                  </a:lnTo>
                  <a:lnTo>
                    <a:pt x="1083469" y="1210913"/>
                  </a:lnTo>
                  <a:lnTo>
                    <a:pt x="1104996" y="1181957"/>
                  </a:lnTo>
                  <a:lnTo>
                    <a:pt x="1131475" y="1200817"/>
                  </a:lnTo>
                  <a:lnTo>
                    <a:pt x="1155478" y="1195959"/>
                  </a:lnTo>
                  <a:lnTo>
                    <a:pt x="1177290" y="1169575"/>
                  </a:lnTo>
                  <a:lnTo>
                    <a:pt x="1202436" y="1176338"/>
                  </a:lnTo>
                  <a:lnTo>
                    <a:pt x="1227106" y="1178338"/>
                  </a:lnTo>
                  <a:lnTo>
                    <a:pt x="1252156" y="1183672"/>
                  </a:lnTo>
                  <a:lnTo>
                    <a:pt x="1278160" y="1198340"/>
                  </a:lnTo>
                  <a:lnTo>
                    <a:pt x="1301115" y="1183100"/>
                  </a:lnTo>
                  <a:lnTo>
                    <a:pt x="1325118" y="1178147"/>
                  </a:lnTo>
                  <a:lnTo>
                    <a:pt x="1351407" y="1195388"/>
                  </a:lnTo>
                  <a:lnTo>
                    <a:pt x="1372267" y="1159383"/>
                  </a:lnTo>
                  <a:lnTo>
                    <a:pt x="1395413" y="1146429"/>
                  </a:lnTo>
                  <a:lnTo>
                    <a:pt x="1420654" y="1153763"/>
                  </a:lnTo>
                  <a:lnTo>
                    <a:pt x="1444466" y="1147667"/>
                  </a:lnTo>
                  <a:lnTo>
                    <a:pt x="1471994" y="1177671"/>
                  </a:lnTo>
                  <a:lnTo>
                    <a:pt x="1496187" y="1174814"/>
                  </a:lnTo>
                  <a:lnTo>
                    <a:pt x="1520095" y="1169003"/>
                  </a:lnTo>
                  <a:lnTo>
                    <a:pt x="1543907" y="1162431"/>
                  </a:lnTo>
                  <a:lnTo>
                    <a:pt x="1568101" y="1159383"/>
                  </a:lnTo>
                  <a:lnTo>
                    <a:pt x="1590389" y="1138142"/>
                  </a:lnTo>
                  <a:lnTo>
                    <a:pt x="1616107" y="1149763"/>
                  </a:lnTo>
                  <a:lnTo>
                    <a:pt x="1641729" y="1160621"/>
                  </a:lnTo>
                  <a:lnTo>
                    <a:pt x="1663923" y="1137952"/>
                  </a:lnTo>
                  <a:lnTo>
                    <a:pt x="1690212" y="1155287"/>
                  </a:lnTo>
                  <a:lnTo>
                    <a:pt x="1713548" y="1144334"/>
                  </a:lnTo>
                  <a:lnTo>
                    <a:pt x="1738598" y="1150144"/>
                  </a:lnTo>
                  <a:lnTo>
                    <a:pt x="1760696" y="1127093"/>
                  </a:lnTo>
                  <a:lnTo>
                    <a:pt x="1786795" y="1142810"/>
                  </a:lnTo>
                  <a:lnTo>
                    <a:pt x="1807464" y="1105567"/>
                  </a:lnTo>
                  <a:lnTo>
                    <a:pt x="1834039" y="1125569"/>
                  </a:lnTo>
                  <a:lnTo>
                    <a:pt x="1857185" y="1112234"/>
                  </a:lnTo>
                  <a:lnTo>
                    <a:pt x="1880712" y="1102805"/>
                  </a:lnTo>
                  <a:lnTo>
                    <a:pt x="1905857" y="1109377"/>
                  </a:lnTo>
                  <a:lnTo>
                    <a:pt x="1931480" y="1120616"/>
                  </a:lnTo>
                  <a:lnTo>
                    <a:pt x="1953482" y="1095851"/>
                  </a:lnTo>
                  <a:lnTo>
                    <a:pt x="1978438" y="1100042"/>
                  </a:lnTo>
                  <a:lnTo>
                    <a:pt x="2004631" y="1116044"/>
                  </a:lnTo>
                  <a:lnTo>
                    <a:pt x="2028539" y="1110234"/>
                  </a:lnTo>
                  <a:lnTo>
                    <a:pt x="2051400" y="1094327"/>
                  </a:lnTo>
                  <a:lnTo>
                    <a:pt x="2075688" y="1091851"/>
                  </a:lnTo>
                  <a:lnTo>
                    <a:pt x="2100644" y="1095851"/>
                  </a:lnTo>
                  <a:lnTo>
                    <a:pt x="2122932" y="1074134"/>
                  </a:lnTo>
                  <a:lnTo>
                    <a:pt x="2149602" y="1094994"/>
                  </a:lnTo>
                  <a:lnTo>
                    <a:pt x="2172081" y="1075182"/>
                  </a:lnTo>
                  <a:lnTo>
                    <a:pt x="2197513" y="1083755"/>
                  </a:lnTo>
                  <a:lnTo>
                    <a:pt x="2205323" y="1088993"/>
                  </a:lnTo>
                  <a:lnTo>
                    <a:pt x="2205323" y="0"/>
                  </a:lnTo>
                  <a:lnTo>
                    <a:pt x="2097596"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Actor"/>
                <a:ea typeface="Actor"/>
                <a:cs typeface="Actor"/>
                <a:sym typeface="Actor"/>
              </a:endParaRPr>
            </a:p>
          </p:txBody>
        </p:sp>
        <p:sp>
          <p:nvSpPr>
            <p:cNvPr id="1926" name="Google Shape;1926;p64"/>
            <p:cNvSpPr/>
            <p:nvPr/>
          </p:nvSpPr>
          <p:spPr>
            <a:xfrm>
              <a:off x="845200" y="545013"/>
              <a:ext cx="3440400" cy="3331500"/>
            </a:xfrm>
            <a:prstGeom prst="rect">
              <a:avLst/>
            </a:prstGeom>
            <a:solidFill>
              <a:schemeClr val="lt1"/>
            </a:solidFill>
            <a:ln>
              <a:noFill/>
            </a:ln>
            <a:effectLst>
              <a:outerShdw rotWithShape="0" algn="bl" dir="5400000" dist="57150">
                <a:srgbClr val="260D03">
                  <a:alpha val="12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Actor"/>
                <a:ea typeface="Actor"/>
                <a:cs typeface="Actor"/>
                <a:sym typeface="Actor"/>
              </a:endParaRPr>
            </a:p>
          </p:txBody>
        </p:sp>
      </p:grpSp>
      <p:sp>
        <p:nvSpPr>
          <p:cNvPr id="1927" name="Google Shape;1927;p64"/>
          <p:cNvSpPr/>
          <p:nvPr/>
        </p:nvSpPr>
        <p:spPr>
          <a:xfrm>
            <a:off x="4721868" y="1265923"/>
            <a:ext cx="3440430" cy="3621800"/>
          </a:xfrm>
          <a:custGeom>
            <a:rect b="b" l="l" r="r" t="t"/>
            <a:pathLst>
              <a:path extrusionOk="0" h="1027461" w="1648110">
                <a:moveTo>
                  <a:pt x="1648111" y="0"/>
                </a:moveTo>
                <a:lnTo>
                  <a:pt x="1648111" y="1027462"/>
                </a:lnTo>
                <a:cubicBezTo>
                  <a:pt x="1646206" y="1026986"/>
                  <a:pt x="1644396" y="1026890"/>
                  <a:pt x="1642396" y="1026890"/>
                </a:cubicBezTo>
                <a:cubicBezTo>
                  <a:pt x="1631537" y="1027271"/>
                  <a:pt x="1621727" y="1023461"/>
                  <a:pt x="1612678" y="1018984"/>
                </a:cubicBezTo>
                <a:cubicBezTo>
                  <a:pt x="1598581" y="1011936"/>
                  <a:pt x="1585722" y="983075"/>
                  <a:pt x="1571435" y="976408"/>
                </a:cubicBezTo>
                <a:cubicBezTo>
                  <a:pt x="1560767" y="971359"/>
                  <a:pt x="1550003" y="967264"/>
                  <a:pt x="1537240" y="966216"/>
                </a:cubicBezTo>
                <a:cubicBezTo>
                  <a:pt x="1527905" y="965549"/>
                  <a:pt x="1516856" y="957834"/>
                  <a:pt x="1508284" y="950690"/>
                </a:cubicBezTo>
                <a:cubicBezTo>
                  <a:pt x="1501616" y="945071"/>
                  <a:pt x="1494663" y="942404"/>
                  <a:pt x="1486662" y="941737"/>
                </a:cubicBezTo>
                <a:cubicBezTo>
                  <a:pt x="1480376" y="941165"/>
                  <a:pt x="1474184" y="941642"/>
                  <a:pt x="1468374" y="937546"/>
                </a:cubicBezTo>
                <a:cubicBezTo>
                  <a:pt x="1465326" y="935450"/>
                  <a:pt x="1460659" y="954881"/>
                  <a:pt x="1456658" y="956691"/>
                </a:cubicBezTo>
                <a:cubicBezTo>
                  <a:pt x="1445705" y="961263"/>
                  <a:pt x="1434560" y="964883"/>
                  <a:pt x="1422464" y="961549"/>
                </a:cubicBezTo>
                <a:cubicBezTo>
                  <a:pt x="1419701" y="960692"/>
                  <a:pt x="1416749" y="961454"/>
                  <a:pt x="1414367" y="962787"/>
                </a:cubicBezTo>
                <a:cubicBezTo>
                  <a:pt x="1404080" y="968883"/>
                  <a:pt x="1391698" y="993838"/>
                  <a:pt x="1381125" y="992410"/>
                </a:cubicBezTo>
                <a:cubicBezTo>
                  <a:pt x="1363980" y="990029"/>
                  <a:pt x="1348169" y="996696"/>
                  <a:pt x="1331214" y="995458"/>
                </a:cubicBezTo>
                <a:cubicBezTo>
                  <a:pt x="1315022" y="994220"/>
                  <a:pt x="1298448" y="987838"/>
                  <a:pt x="1282351" y="991362"/>
                </a:cubicBezTo>
                <a:cubicBezTo>
                  <a:pt x="1267015" y="994791"/>
                  <a:pt x="1253490" y="1003745"/>
                  <a:pt x="1239774" y="1000601"/>
                </a:cubicBezTo>
                <a:cubicBezTo>
                  <a:pt x="1230249" y="998506"/>
                  <a:pt x="1221200" y="1002316"/>
                  <a:pt x="1211390" y="999649"/>
                </a:cubicBezTo>
                <a:cubicBezTo>
                  <a:pt x="1204151" y="997744"/>
                  <a:pt x="1195483" y="1001173"/>
                  <a:pt x="1187958" y="1004983"/>
                </a:cubicBezTo>
                <a:cubicBezTo>
                  <a:pt x="1181195" y="1008221"/>
                  <a:pt x="1173385" y="1007936"/>
                  <a:pt x="1165860" y="1004125"/>
                </a:cubicBezTo>
                <a:cubicBezTo>
                  <a:pt x="1160145" y="1001458"/>
                  <a:pt x="1153763" y="993077"/>
                  <a:pt x="1147191" y="992219"/>
                </a:cubicBezTo>
                <a:cubicBezTo>
                  <a:pt x="1141095" y="991362"/>
                  <a:pt x="1133189" y="993743"/>
                  <a:pt x="1128903" y="988409"/>
                </a:cubicBezTo>
                <a:cubicBezTo>
                  <a:pt x="1118521" y="975836"/>
                  <a:pt x="1099471" y="984123"/>
                  <a:pt x="1089470" y="971359"/>
                </a:cubicBezTo>
                <a:cubicBezTo>
                  <a:pt x="1088517" y="970312"/>
                  <a:pt x="1085279" y="971264"/>
                  <a:pt x="1083088" y="971169"/>
                </a:cubicBezTo>
                <a:cubicBezTo>
                  <a:pt x="1080611" y="971074"/>
                  <a:pt x="1078040" y="971264"/>
                  <a:pt x="1075849" y="970502"/>
                </a:cubicBezTo>
                <a:cubicBezTo>
                  <a:pt x="1064609" y="966692"/>
                  <a:pt x="1053941" y="968788"/>
                  <a:pt x="1045845" y="976217"/>
                </a:cubicBezTo>
                <a:cubicBezTo>
                  <a:pt x="1032986" y="988219"/>
                  <a:pt x="1021366" y="985933"/>
                  <a:pt x="1007364" y="978313"/>
                </a:cubicBezTo>
                <a:cubicBezTo>
                  <a:pt x="995648" y="972026"/>
                  <a:pt x="982599" y="956786"/>
                  <a:pt x="968693" y="958882"/>
                </a:cubicBezTo>
                <a:cubicBezTo>
                  <a:pt x="946214" y="962120"/>
                  <a:pt x="923735" y="952024"/>
                  <a:pt x="901732" y="957739"/>
                </a:cubicBezTo>
                <a:cubicBezTo>
                  <a:pt x="893445" y="959929"/>
                  <a:pt x="884206" y="961168"/>
                  <a:pt x="876205" y="963454"/>
                </a:cubicBezTo>
                <a:cubicBezTo>
                  <a:pt x="860679" y="967931"/>
                  <a:pt x="847725" y="960787"/>
                  <a:pt x="833914" y="958215"/>
                </a:cubicBezTo>
                <a:cubicBezTo>
                  <a:pt x="826198" y="956786"/>
                  <a:pt x="819531" y="964883"/>
                  <a:pt x="810577" y="966597"/>
                </a:cubicBezTo>
                <a:cubicBezTo>
                  <a:pt x="805815" y="967454"/>
                  <a:pt x="800672" y="970121"/>
                  <a:pt x="795242" y="968121"/>
                </a:cubicBezTo>
                <a:cubicBezTo>
                  <a:pt x="789337" y="965740"/>
                  <a:pt x="783812" y="966502"/>
                  <a:pt x="777716" y="968978"/>
                </a:cubicBezTo>
                <a:cubicBezTo>
                  <a:pt x="769906" y="972121"/>
                  <a:pt x="761238" y="973646"/>
                  <a:pt x="752856" y="972788"/>
                </a:cubicBezTo>
                <a:cubicBezTo>
                  <a:pt x="745046" y="972121"/>
                  <a:pt x="737521" y="974884"/>
                  <a:pt x="732092" y="977932"/>
                </a:cubicBezTo>
                <a:cubicBezTo>
                  <a:pt x="722186" y="983647"/>
                  <a:pt x="713423" y="984599"/>
                  <a:pt x="703993" y="979361"/>
                </a:cubicBezTo>
                <a:cubicBezTo>
                  <a:pt x="687991" y="970598"/>
                  <a:pt x="673418" y="976694"/>
                  <a:pt x="659892" y="988504"/>
                </a:cubicBezTo>
                <a:cubicBezTo>
                  <a:pt x="657987" y="990124"/>
                  <a:pt x="656463" y="991457"/>
                  <a:pt x="653510" y="990600"/>
                </a:cubicBezTo>
                <a:cubicBezTo>
                  <a:pt x="641509" y="987076"/>
                  <a:pt x="629507" y="983456"/>
                  <a:pt x="616744" y="983456"/>
                </a:cubicBezTo>
                <a:cubicBezTo>
                  <a:pt x="598742" y="983552"/>
                  <a:pt x="580168" y="973455"/>
                  <a:pt x="562547" y="985552"/>
                </a:cubicBezTo>
                <a:cubicBezTo>
                  <a:pt x="561975" y="986028"/>
                  <a:pt x="560832" y="986028"/>
                  <a:pt x="559880" y="985933"/>
                </a:cubicBezTo>
                <a:cubicBezTo>
                  <a:pt x="541211" y="985552"/>
                  <a:pt x="522637" y="984790"/>
                  <a:pt x="503872" y="986981"/>
                </a:cubicBezTo>
                <a:cubicBezTo>
                  <a:pt x="487204" y="989076"/>
                  <a:pt x="470916" y="997649"/>
                  <a:pt x="456343" y="990886"/>
                </a:cubicBezTo>
                <a:cubicBezTo>
                  <a:pt x="439674" y="983075"/>
                  <a:pt x="425101" y="982504"/>
                  <a:pt x="409670" y="991076"/>
                </a:cubicBezTo>
                <a:cubicBezTo>
                  <a:pt x="405098" y="993553"/>
                  <a:pt x="401384" y="992600"/>
                  <a:pt x="397669" y="990124"/>
                </a:cubicBezTo>
                <a:cubicBezTo>
                  <a:pt x="391287" y="985933"/>
                  <a:pt x="384143" y="984504"/>
                  <a:pt x="376523" y="984409"/>
                </a:cubicBezTo>
                <a:cubicBezTo>
                  <a:pt x="363569" y="984218"/>
                  <a:pt x="348710" y="986409"/>
                  <a:pt x="336042" y="984409"/>
                </a:cubicBezTo>
                <a:cubicBezTo>
                  <a:pt x="318326" y="981266"/>
                  <a:pt x="307372" y="951833"/>
                  <a:pt x="288608" y="956024"/>
                </a:cubicBezTo>
                <a:cubicBezTo>
                  <a:pt x="287179" y="956215"/>
                  <a:pt x="285655" y="955072"/>
                  <a:pt x="284131" y="954881"/>
                </a:cubicBezTo>
                <a:cubicBezTo>
                  <a:pt x="264319" y="950881"/>
                  <a:pt x="244697" y="942499"/>
                  <a:pt x="224123" y="951929"/>
                </a:cubicBezTo>
                <a:cubicBezTo>
                  <a:pt x="220694" y="953453"/>
                  <a:pt x="216884" y="952119"/>
                  <a:pt x="213455" y="950309"/>
                </a:cubicBezTo>
                <a:cubicBezTo>
                  <a:pt x="188786" y="936974"/>
                  <a:pt x="159639" y="956500"/>
                  <a:pt x="134874" y="964692"/>
                </a:cubicBezTo>
                <a:cubicBezTo>
                  <a:pt x="126968" y="967264"/>
                  <a:pt x="117729" y="968312"/>
                  <a:pt x="111633" y="963740"/>
                </a:cubicBezTo>
                <a:cubicBezTo>
                  <a:pt x="99727" y="954881"/>
                  <a:pt x="87249" y="949262"/>
                  <a:pt x="72485" y="948404"/>
                </a:cubicBezTo>
                <a:cubicBezTo>
                  <a:pt x="71628" y="948404"/>
                  <a:pt x="70771" y="947833"/>
                  <a:pt x="70009" y="947261"/>
                </a:cubicBezTo>
                <a:cubicBezTo>
                  <a:pt x="65723" y="943832"/>
                  <a:pt x="61151" y="944213"/>
                  <a:pt x="56102" y="945833"/>
                </a:cubicBezTo>
                <a:cubicBezTo>
                  <a:pt x="44672" y="949547"/>
                  <a:pt x="33338" y="950309"/>
                  <a:pt x="23051" y="941832"/>
                </a:cubicBezTo>
                <a:cubicBezTo>
                  <a:pt x="21907" y="940784"/>
                  <a:pt x="19526" y="940594"/>
                  <a:pt x="17812" y="940784"/>
                </a:cubicBezTo>
                <a:cubicBezTo>
                  <a:pt x="13145" y="941356"/>
                  <a:pt x="10477" y="938594"/>
                  <a:pt x="7906" y="935260"/>
                </a:cubicBezTo>
                <a:cubicBezTo>
                  <a:pt x="5620" y="932117"/>
                  <a:pt x="2857" y="946499"/>
                  <a:pt x="0" y="944213"/>
                </a:cubicBezTo>
                <a:lnTo>
                  <a:pt x="0" y="0"/>
                </a:lnTo>
                <a:lnTo>
                  <a:pt x="1648111" y="0"/>
                </a:lnTo>
                <a:close/>
              </a:path>
            </a:pathLst>
          </a:custGeom>
          <a:solidFill>
            <a:schemeClr val="lt1"/>
          </a:solidFill>
          <a:ln>
            <a:noFill/>
          </a:ln>
          <a:effectLst>
            <a:outerShdw rotWithShape="0" algn="bl" dir="5400000" dist="57150">
              <a:srgbClr val="260D03">
                <a:alpha val="12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8" name="Google Shape;1928;p64"/>
          <p:cNvSpPr txBox="1"/>
          <p:nvPr>
            <p:ph idx="1" type="subTitle"/>
          </p:nvPr>
        </p:nvSpPr>
        <p:spPr>
          <a:xfrm>
            <a:off x="5027582" y="1615374"/>
            <a:ext cx="2829000" cy="289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 </a:t>
            </a: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
        <p:nvSpPr>
          <p:cNvPr id="1929" name="Google Shape;1929;p64"/>
          <p:cNvSpPr txBox="1"/>
          <p:nvPr>
            <p:ph idx="2" type="subTitle"/>
          </p:nvPr>
        </p:nvSpPr>
        <p:spPr>
          <a:xfrm>
            <a:off x="1287404" y="1615374"/>
            <a:ext cx="2829000" cy="289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
        <p:nvSpPr>
          <p:cNvPr id="1930" name="Google Shape;1930;p64"/>
          <p:cNvSpPr/>
          <p:nvPr/>
        </p:nvSpPr>
        <p:spPr>
          <a:xfrm>
            <a:off x="5387331" y="1191652"/>
            <a:ext cx="2109502" cy="230284"/>
          </a:xfrm>
          <a:custGeom>
            <a:rect b="b" l="l" r="r" t="t"/>
            <a:pathLst>
              <a:path extrusionOk="0" h="211270" w="1935323">
                <a:moveTo>
                  <a:pt x="1482506" y="2066"/>
                </a:moveTo>
                <a:cubicBezTo>
                  <a:pt x="1278534" y="1006"/>
                  <a:pt x="1074561" y="-691"/>
                  <a:pt x="870589" y="299"/>
                </a:cubicBezTo>
                <a:cubicBezTo>
                  <a:pt x="723319" y="1006"/>
                  <a:pt x="576119" y="1218"/>
                  <a:pt x="428849" y="1925"/>
                </a:cubicBezTo>
                <a:cubicBezTo>
                  <a:pt x="313323" y="2491"/>
                  <a:pt x="197869" y="2986"/>
                  <a:pt x="82414" y="652"/>
                </a:cubicBezTo>
                <a:cubicBezTo>
                  <a:pt x="66082" y="299"/>
                  <a:pt x="49609" y="16"/>
                  <a:pt x="33347" y="723"/>
                </a:cubicBezTo>
                <a:cubicBezTo>
                  <a:pt x="8531" y="1784"/>
                  <a:pt x="-24" y="11399"/>
                  <a:pt x="12066" y="24196"/>
                </a:cubicBezTo>
                <a:cubicBezTo>
                  <a:pt x="17652" y="30135"/>
                  <a:pt x="24014" y="35862"/>
                  <a:pt x="31014" y="41164"/>
                </a:cubicBezTo>
                <a:cubicBezTo>
                  <a:pt x="38862" y="47174"/>
                  <a:pt x="37943" y="51416"/>
                  <a:pt x="28893" y="57143"/>
                </a:cubicBezTo>
                <a:cubicBezTo>
                  <a:pt x="6976" y="71071"/>
                  <a:pt x="7612" y="73121"/>
                  <a:pt x="28469" y="86413"/>
                </a:cubicBezTo>
                <a:cubicBezTo>
                  <a:pt x="40721" y="94190"/>
                  <a:pt x="40014" y="101378"/>
                  <a:pt x="26348" y="107977"/>
                </a:cubicBezTo>
                <a:cubicBezTo>
                  <a:pt x="24085" y="109037"/>
                  <a:pt x="21894" y="110098"/>
                  <a:pt x="19702" y="111229"/>
                </a:cubicBezTo>
                <a:cubicBezTo>
                  <a:pt x="-2993" y="122753"/>
                  <a:pt x="-4407" y="126571"/>
                  <a:pt x="13834" y="140570"/>
                </a:cubicBezTo>
                <a:cubicBezTo>
                  <a:pt x="25570" y="149549"/>
                  <a:pt x="28398" y="158669"/>
                  <a:pt x="21752" y="169062"/>
                </a:cubicBezTo>
                <a:cubicBezTo>
                  <a:pt x="18358" y="174365"/>
                  <a:pt x="16167" y="180021"/>
                  <a:pt x="11430" y="184829"/>
                </a:cubicBezTo>
                <a:cubicBezTo>
                  <a:pt x="-12962" y="209433"/>
                  <a:pt x="3936" y="211766"/>
                  <a:pt x="40841" y="211200"/>
                </a:cubicBezTo>
                <a:cubicBezTo>
                  <a:pt x="110129" y="210069"/>
                  <a:pt x="179416" y="208938"/>
                  <a:pt x="248773" y="207877"/>
                </a:cubicBezTo>
                <a:cubicBezTo>
                  <a:pt x="386428" y="205756"/>
                  <a:pt x="524012" y="203140"/>
                  <a:pt x="661667" y="201726"/>
                </a:cubicBezTo>
                <a:cubicBezTo>
                  <a:pt x="795434" y="200312"/>
                  <a:pt x="929200" y="195434"/>
                  <a:pt x="1063108" y="198120"/>
                </a:cubicBezTo>
                <a:cubicBezTo>
                  <a:pt x="1176654" y="200454"/>
                  <a:pt x="1290270" y="201868"/>
                  <a:pt x="1403816" y="203635"/>
                </a:cubicBezTo>
                <a:cubicBezTo>
                  <a:pt x="1568408" y="206180"/>
                  <a:pt x="1733000" y="208796"/>
                  <a:pt x="1897592" y="211129"/>
                </a:cubicBezTo>
                <a:cubicBezTo>
                  <a:pt x="1939518" y="211695"/>
                  <a:pt x="1942629" y="208513"/>
                  <a:pt x="1925731" y="186738"/>
                </a:cubicBezTo>
                <a:cubicBezTo>
                  <a:pt x="1924954" y="185677"/>
                  <a:pt x="1924105" y="184687"/>
                  <a:pt x="1923327" y="183627"/>
                </a:cubicBezTo>
                <a:cubicBezTo>
                  <a:pt x="1911167" y="167083"/>
                  <a:pt x="1900986" y="151104"/>
                  <a:pt x="1928418" y="135550"/>
                </a:cubicBezTo>
                <a:cubicBezTo>
                  <a:pt x="1938811" y="129682"/>
                  <a:pt x="1935629" y="121763"/>
                  <a:pt x="1924954" y="116037"/>
                </a:cubicBezTo>
                <a:cubicBezTo>
                  <a:pt x="1914419" y="110310"/>
                  <a:pt x="1903248" y="105078"/>
                  <a:pt x="1892360" y="99634"/>
                </a:cubicBezTo>
                <a:cubicBezTo>
                  <a:pt x="1895118" y="92140"/>
                  <a:pt x="1905369" y="88322"/>
                  <a:pt x="1912793" y="83302"/>
                </a:cubicBezTo>
                <a:cubicBezTo>
                  <a:pt x="1925095" y="75030"/>
                  <a:pt x="1925236" y="69586"/>
                  <a:pt x="1913641" y="60960"/>
                </a:cubicBezTo>
                <a:cubicBezTo>
                  <a:pt x="1912439" y="60112"/>
                  <a:pt x="1911238" y="59122"/>
                  <a:pt x="1909611" y="58557"/>
                </a:cubicBezTo>
                <a:cubicBezTo>
                  <a:pt x="1893916" y="52547"/>
                  <a:pt x="1897522" y="46113"/>
                  <a:pt x="1907419" y="38902"/>
                </a:cubicBezTo>
                <a:cubicBezTo>
                  <a:pt x="1913995" y="34094"/>
                  <a:pt x="1919721" y="28791"/>
                  <a:pt x="1924741" y="23277"/>
                </a:cubicBezTo>
                <a:cubicBezTo>
                  <a:pt x="1935488" y="11611"/>
                  <a:pt x="1926721" y="1854"/>
                  <a:pt x="1903814" y="794"/>
                </a:cubicBezTo>
                <a:cubicBezTo>
                  <a:pt x="1887552" y="16"/>
                  <a:pt x="1871079" y="299"/>
                  <a:pt x="1854747" y="652"/>
                </a:cubicBezTo>
                <a:cubicBezTo>
                  <a:pt x="1730667" y="3480"/>
                  <a:pt x="1606516" y="2773"/>
                  <a:pt x="1482436" y="2066"/>
                </a:cubicBezTo>
                <a:close/>
                <a:moveTo>
                  <a:pt x="1901410" y="16914"/>
                </a:moveTo>
                <a:cubicBezTo>
                  <a:pt x="1899784" y="24620"/>
                  <a:pt x="1890027" y="29640"/>
                  <a:pt x="1883806" y="35720"/>
                </a:cubicBezTo>
                <a:cubicBezTo>
                  <a:pt x="1868180" y="50921"/>
                  <a:pt x="1868746" y="54739"/>
                  <a:pt x="1890027" y="68101"/>
                </a:cubicBezTo>
                <a:cubicBezTo>
                  <a:pt x="1892007" y="69303"/>
                  <a:pt x="1893774" y="70646"/>
                  <a:pt x="1896814" y="72697"/>
                </a:cubicBezTo>
                <a:cubicBezTo>
                  <a:pt x="1889391" y="78141"/>
                  <a:pt x="1881190" y="83443"/>
                  <a:pt x="1874402" y="89312"/>
                </a:cubicBezTo>
                <a:cubicBezTo>
                  <a:pt x="1862171" y="99917"/>
                  <a:pt x="1863939" y="105643"/>
                  <a:pt x="1880553" y="113986"/>
                </a:cubicBezTo>
                <a:cubicBezTo>
                  <a:pt x="1889320" y="118370"/>
                  <a:pt x="1898228" y="122612"/>
                  <a:pt x="1906995" y="126995"/>
                </a:cubicBezTo>
                <a:cubicBezTo>
                  <a:pt x="1907561" y="127278"/>
                  <a:pt x="1907561" y="127985"/>
                  <a:pt x="1907844" y="128480"/>
                </a:cubicBezTo>
                <a:cubicBezTo>
                  <a:pt x="1890593" y="144694"/>
                  <a:pt x="1888776" y="167177"/>
                  <a:pt x="1902400" y="195929"/>
                </a:cubicBezTo>
                <a:cubicBezTo>
                  <a:pt x="1874544" y="195929"/>
                  <a:pt x="1847182" y="196706"/>
                  <a:pt x="1819962" y="195787"/>
                </a:cubicBezTo>
                <a:cubicBezTo>
                  <a:pt x="1754564" y="193454"/>
                  <a:pt x="1689095" y="193878"/>
                  <a:pt x="1623696" y="192747"/>
                </a:cubicBezTo>
                <a:cubicBezTo>
                  <a:pt x="1413997" y="189141"/>
                  <a:pt x="1204298" y="185253"/>
                  <a:pt x="994598" y="182566"/>
                </a:cubicBezTo>
                <a:cubicBezTo>
                  <a:pt x="923473" y="181647"/>
                  <a:pt x="852207" y="184051"/>
                  <a:pt x="781081" y="185041"/>
                </a:cubicBezTo>
                <a:cubicBezTo>
                  <a:pt x="723389" y="185818"/>
                  <a:pt x="665626" y="186738"/>
                  <a:pt x="607935" y="187657"/>
                </a:cubicBezTo>
                <a:cubicBezTo>
                  <a:pt x="460735" y="189919"/>
                  <a:pt x="313535" y="191969"/>
                  <a:pt x="166336" y="194444"/>
                </a:cubicBezTo>
                <a:cubicBezTo>
                  <a:pt x="122218" y="195222"/>
                  <a:pt x="78172" y="197060"/>
                  <a:pt x="33701" y="196282"/>
                </a:cubicBezTo>
                <a:cubicBezTo>
                  <a:pt x="33701" y="188152"/>
                  <a:pt x="40841" y="181788"/>
                  <a:pt x="44659" y="174930"/>
                </a:cubicBezTo>
                <a:cubicBezTo>
                  <a:pt x="52295" y="161144"/>
                  <a:pt x="53073" y="147923"/>
                  <a:pt x="35893" y="136681"/>
                </a:cubicBezTo>
                <a:cubicBezTo>
                  <a:pt x="24580" y="129258"/>
                  <a:pt x="29529" y="125086"/>
                  <a:pt x="40629" y="120632"/>
                </a:cubicBezTo>
                <a:cubicBezTo>
                  <a:pt x="46215" y="118440"/>
                  <a:pt x="51588" y="115966"/>
                  <a:pt x="56608" y="113421"/>
                </a:cubicBezTo>
                <a:cubicBezTo>
                  <a:pt x="72516" y="105290"/>
                  <a:pt x="74000" y="100553"/>
                  <a:pt x="62264" y="90160"/>
                </a:cubicBezTo>
                <a:cubicBezTo>
                  <a:pt x="55477" y="84150"/>
                  <a:pt x="46992" y="78848"/>
                  <a:pt x="39428" y="73262"/>
                </a:cubicBezTo>
                <a:cubicBezTo>
                  <a:pt x="59556" y="59170"/>
                  <a:pt x="60779" y="44157"/>
                  <a:pt x="43104" y="28226"/>
                </a:cubicBezTo>
                <a:cubicBezTo>
                  <a:pt x="40488" y="25893"/>
                  <a:pt x="37872" y="23489"/>
                  <a:pt x="35751" y="21014"/>
                </a:cubicBezTo>
                <a:cubicBezTo>
                  <a:pt x="35044" y="20166"/>
                  <a:pt x="35893" y="18893"/>
                  <a:pt x="36034" y="17833"/>
                </a:cubicBezTo>
                <a:cubicBezTo>
                  <a:pt x="47275" y="16631"/>
                  <a:pt x="1880482" y="15853"/>
                  <a:pt x="1901410" y="1712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31" name="Google Shape;1931;p64"/>
          <p:cNvGrpSpPr/>
          <p:nvPr/>
        </p:nvGrpSpPr>
        <p:grpSpPr>
          <a:xfrm>
            <a:off x="8430787" y="4379739"/>
            <a:ext cx="448970" cy="542629"/>
            <a:chOff x="2594860" y="4963366"/>
            <a:chExt cx="112094" cy="135488"/>
          </a:xfrm>
        </p:grpSpPr>
        <p:sp>
          <p:nvSpPr>
            <p:cNvPr id="1932" name="Google Shape;1932;p64"/>
            <p:cNvSpPr/>
            <p:nvPr/>
          </p:nvSpPr>
          <p:spPr>
            <a:xfrm>
              <a:off x="2594860" y="4963366"/>
              <a:ext cx="112094" cy="135488"/>
            </a:xfrm>
            <a:custGeom>
              <a:rect b="b" l="l" r="r" t="t"/>
              <a:pathLst>
                <a:path extrusionOk="0" h="135488" w="112094">
                  <a:moveTo>
                    <a:pt x="110742" y="72880"/>
                  </a:moveTo>
                  <a:cubicBezTo>
                    <a:pt x="110389" y="72102"/>
                    <a:pt x="109894" y="71324"/>
                    <a:pt x="109328" y="70617"/>
                  </a:cubicBezTo>
                  <a:cubicBezTo>
                    <a:pt x="105298" y="65456"/>
                    <a:pt x="94552" y="65244"/>
                    <a:pt x="88542" y="64678"/>
                  </a:cubicBezTo>
                  <a:cubicBezTo>
                    <a:pt x="85078" y="64395"/>
                    <a:pt x="81613" y="64254"/>
                    <a:pt x="78220" y="64395"/>
                  </a:cubicBezTo>
                  <a:cubicBezTo>
                    <a:pt x="75250" y="64537"/>
                    <a:pt x="71291" y="65527"/>
                    <a:pt x="68463" y="64183"/>
                  </a:cubicBezTo>
                  <a:cubicBezTo>
                    <a:pt x="68180" y="64042"/>
                    <a:pt x="67897" y="63830"/>
                    <a:pt x="67756" y="63547"/>
                  </a:cubicBezTo>
                  <a:cubicBezTo>
                    <a:pt x="67685" y="63194"/>
                    <a:pt x="67756" y="62840"/>
                    <a:pt x="67968" y="62557"/>
                  </a:cubicBezTo>
                  <a:cubicBezTo>
                    <a:pt x="74826" y="49760"/>
                    <a:pt x="80623" y="35337"/>
                    <a:pt x="82532" y="20914"/>
                  </a:cubicBezTo>
                  <a:cubicBezTo>
                    <a:pt x="83169" y="16177"/>
                    <a:pt x="83239" y="11087"/>
                    <a:pt x="81189" y="6774"/>
                  </a:cubicBezTo>
                  <a:cubicBezTo>
                    <a:pt x="79139" y="2461"/>
                    <a:pt x="74260" y="-861"/>
                    <a:pt x="69594" y="199"/>
                  </a:cubicBezTo>
                  <a:cubicBezTo>
                    <a:pt x="67332" y="694"/>
                    <a:pt x="65423" y="2108"/>
                    <a:pt x="63726" y="3663"/>
                  </a:cubicBezTo>
                  <a:cubicBezTo>
                    <a:pt x="55383" y="11087"/>
                    <a:pt x="50576" y="21763"/>
                    <a:pt x="48384" y="32651"/>
                  </a:cubicBezTo>
                  <a:cubicBezTo>
                    <a:pt x="46192" y="43539"/>
                    <a:pt x="46334" y="54780"/>
                    <a:pt x="46475" y="65880"/>
                  </a:cubicBezTo>
                  <a:cubicBezTo>
                    <a:pt x="41455" y="57537"/>
                    <a:pt x="36082" y="48841"/>
                    <a:pt x="27598" y="44104"/>
                  </a:cubicBezTo>
                  <a:cubicBezTo>
                    <a:pt x="19114" y="39367"/>
                    <a:pt x="6529" y="40428"/>
                    <a:pt x="1792" y="48841"/>
                  </a:cubicBezTo>
                  <a:cubicBezTo>
                    <a:pt x="-3157" y="57608"/>
                    <a:pt x="2852" y="69132"/>
                    <a:pt x="11195" y="74718"/>
                  </a:cubicBezTo>
                  <a:cubicBezTo>
                    <a:pt x="18831" y="79879"/>
                    <a:pt x="28517" y="82000"/>
                    <a:pt x="37637" y="80586"/>
                  </a:cubicBezTo>
                  <a:cubicBezTo>
                    <a:pt x="27386" y="86030"/>
                    <a:pt x="18689" y="94302"/>
                    <a:pt x="12751" y="104271"/>
                  </a:cubicBezTo>
                  <a:cubicBezTo>
                    <a:pt x="9852" y="109079"/>
                    <a:pt x="7801" y="115866"/>
                    <a:pt x="11690" y="119896"/>
                  </a:cubicBezTo>
                  <a:cubicBezTo>
                    <a:pt x="15366" y="123714"/>
                    <a:pt x="21729" y="122512"/>
                    <a:pt x="26466" y="120249"/>
                  </a:cubicBezTo>
                  <a:cubicBezTo>
                    <a:pt x="37001" y="115300"/>
                    <a:pt x="45697" y="106675"/>
                    <a:pt x="50788" y="96282"/>
                  </a:cubicBezTo>
                  <a:cubicBezTo>
                    <a:pt x="48525" y="104554"/>
                    <a:pt x="46263" y="113320"/>
                    <a:pt x="48454" y="121663"/>
                  </a:cubicBezTo>
                  <a:cubicBezTo>
                    <a:pt x="50646" y="129935"/>
                    <a:pt x="59060" y="137288"/>
                    <a:pt x="67332" y="135097"/>
                  </a:cubicBezTo>
                  <a:cubicBezTo>
                    <a:pt x="75604" y="132905"/>
                    <a:pt x="79280" y="122724"/>
                    <a:pt x="78290" y="114240"/>
                  </a:cubicBezTo>
                  <a:cubicBezTo>
                    <a:pt x="77795" y="110069"/>
                    <a:pt x="76523" y="106109"/>
                    <a:pt x="75179" y="102150"/>
                  </a:cubicBezTo>
                  <a:cubicBezTo>
                    <a:pt x="73978" y="98756"/>
                    <a:pt x="70867" y="94302"/>
                    <a:pt x="71857" y="90626"/>
                  </a:cubicBezTo>
                  <a:cubicBezTo>
                    <a:pt x="78432" y="91898"/>
                    <a:pt x="84088" y="95504"/>
                    <a:pt x="91158" y="95787"/>
                  </a:cubicBezTo>
                  <a:cubicBezTo>
                    <a:pt x="97804" y="95999"/>
                    <a:pt x="104874" y="93737"/>
                    <a:pt x="109045" y="88504"/>
                  </a:cubicBezTo>
                  <a:cubicBezTo>
                    <a:pt x="112368" y="84262"/>
                    <a:pt x="113075" y="77829"/>
                    <a:pt x="110671" y="72880"/>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3" name="Google Shape;1933;p64"/>
            <p:cNvSpPr/>
            <p:nvPr/>
          </p:nvSpPr>
          <p:spPr>
            <a:xfrm>
              <a:off x="2644927" y="5037589"/>
              <a:ext cx="7701" cy="8928"/>
            </a:xfrm>
            <a:custGeom>
              <a:rect b="b" l="l" r="r" t="t"/>
              <a:pathLst>
                <a:path extrusionOk="0" h="8928" w="7701">
                  <a:moveTo>
                    <a:pt x="6518" y="3606"/>
                  </a:moveTo>
                  <a:lnTo>
                    <a:pt x="6518" y="3606"/>
                  </a:lnTo>
                  <a:cubicBezTo>
                    <a:pt x="6518" y="3606"/>
                    <a:pt x="6660" y="3818"/>
                    <a:pt x="6660" y="3959"/>
                  </a:cubicBezTo>
                  <a:cubicBezTo>
                    <a:pt x="6660" y="3959"/>
                    <a:pt x="6660" y="3888"/>
                    <a:pt x="6660" y="3818"/>
                  </a:cubicBezTo>
                  <a:lnTo>
                    <a:pt x="6660" y="4737"/>
                  </a:lnTo>
                  <a:lnTo>
                    <a:pt x="6660" y="4737"/>
                  </a:lnTo>
                  <a:cubicBezTo>
                    <a:pt x="6730" y="4313"/>
                    <a:pt x="6730" y="3959"/>
                    <a:pt x="6589" y="3535"/>
                  </a:cubicBezTo>
                  <a:cubicBezTo>
                    <a:pt x="6447" y="3181"/>
                    <a:pt x="6165" y="2828"/>
                    <a:pt x="5811" y="2687"/>
                  </a:cubicBezTo>
                  <a:cubicBezTo>
                    <a:pt x="5104" y="2333"/>
                    <a:pt x="4326" y="2192"/>
                    <a:pt x="3549" y="2404"/>
                  </a:cubicBezTo>
                  <a:cubicBezTo>
                    <a:pt x="2630" y="2687"/>
                    <a:pt x="1993" y="3394"/>
                    <a:pt x="1710" y="4242"/>
                  </a:cubicBezTo>
                  <a:cubicBezTo>
                    <a:pt x="1428" y="5090"/>
                    <a:pt x="1710" y="6151"/>
                    <a:pt x="2347" y="6858"/>
                  </a:cubicBezTo>
                  <a:cubicBezTo>
                    <a:pt x="2842" y="7424"/>
                    <a:pt x="3619" y="7706"/>
                    <a:pt x="4397" y="7706"/>
                  </a:cubicBezTo>
                  <a:cubicBezTo>
                    <a:pt x="5175" y="7706"/>
                    <a:pt x="5953" y="7424"/>
                    <a:pt x="6518" y="6858"/>
                  </a:cubicBezTo>
                  <a:cubicBezTo>
                    <a:pt x="6730" y="6646"/>
                    <a:pt x="6942" y="6363"/>
                    <a:pt x="7084" y="6080"/>
                  </a:cubicBezTo>
                  <a:cubicBezTo>
                    <a:pt x="7367" y="5585"/>
                    <a:pt x="7437" y="5161"/>
                    <a:pt x="7508" y="4595"/>
                  </a:cubicBezTo>
                  <a:cubicBezTo>
                    <a:pt x="7508" y="4242"/>
                    <a:pt x="7508" y="3888"/>
                    <a:pt x="7367" y="3535"/>
                  </a:cubicBezTo>
                  <a:cubicBezTo>
                    <a:pt x="7225" y="3181"/>
                    <a:pt x="7154" y="2828"/>
                    <a:pt x="6942" y="2545"/>
                  </a:cubicBezTo>
                  <a:cubicBezTo>
                    <a:pt x="6447" y="1626"/>
                    <a:pt x="5528" y="989"/>
                    <a:pt x="4468" y="989"/>
                  </a:cubicBezTo>
                  <a:cubicBezTo>
                    <a:pt x="3761" y="989"/>
                    <a:pt x="3054" y="1273"/>
                    <a:pt x="2488" y="1697"/>
                  </a:cubicBezTo>
                  <a:cubicBezTo>
                    <a:pt x="1923" y="2121"/>
                    <a:pt x="1428" y="2545"/>
                    <a:pt x="1145" y="3181"/>
                  </a:cubicBezTo>
                  <a:cubicBezTo>
                    <a:pt x="1004" y="3464"/>
                    <a:pt x="862" y="3818"/>
                    <a:pt x="791" y="4100"/>
                  </a:cubicBezTo>
                  <a:cubicBezTo>
                    <a:pt x="650" y="4666"/>
                    <a:pt x="650" y="5090"/>
                    <a:pt x="791" y="5727"/>
                  </a:cubicBezTo>
                  <a:cubicBezTo>
                    <a:pt x="933" y="6363"/>
                    <a:pt x="1286" y="6999"/>
                    <a:pt x="1710" y="7424"/>
                  </a:cubicBezTo>
                  <a:cubicBezTo>
                    <a:pt x="2347" y="7989"/>
                    <a:pt x="3125" y="8343"/>
                    <a:pt x="3973" y="8413"/>
                  </a:cubicBezTo>
                  <a:cubicBezTo>
                    <a:pt x="4821" y="8484"/>
                    <a:pt x="5670" y="8060"/>
                    <a:pt x="6235" y="7494"/>
                  </a:cubicBezTo>
                  <a:cubicBezTo>
                    <a:pt x="7296" y="6504"/>
                    <a:pt x="7508" y="4878"/>
                    <a:pt x="7154" y="3535"/>
                  </a:cubicBezTo>
                  <a:cubicBezTo>
                    <a:pt x="7013" y="2899"/>
                    <a:pt x="6589" y="2192"/>
                    <a:pt x="6094" y="1768"/>
                  </a:cubicBezTo>
                  <a:cubicBezTo>
                    <a:pt x="5458" y="1202"/>
                    <a:pt x="4680" y="848"/>
                    <a:pt x="3761" y="848"/>
                  </a:cubicBezTo>
                  <a:cubicBezTo>
                    <a:pt x="3407" y="848"/>
                    <a:pt x="3054" y="848"/>
                    <a:pt x="2771" y="989"/>
                  </a:cubicBezTo>
                  <a:cubicBezTo>
                    <a:pt x="2488" y="1131"/>
                    <a:pt x="2135" y="1202"/>
                    <a:pt x="1781" y="1343"/>
                  </a:cubicBezTo>
                  <a:cubicBezTo>
                    <a:pt x="1216" y="1697"/>
                    <a:pt x="650" y="2192"/>
                    <a:pt x="438" y="2828"/>
                  </a:cubicBezTo>
                  <a:cubicBezTo>
                    <a:pt x="155" y="3464"/>
                    <a:pt x="-57" y="4171"/>
                    <a:pt x="14" y="4878"/>
                  </a:cubicBezTo>
                  <a:cubicBezTo>
                    <a:pt x="14" y="5232"/>
                    <a:pt x="14" y="5585"/>
                    <a:pt x="226" y="5868"/>
                  </a:cubicBezTo>
                  <a:cubicBezTo>
                    <a:pt x="438" y="6434"/>
                    <a:pt x="650" y="6716"/>
                    <a:pt x="1004" y="7211"/>
                  </a:cubicBezTo>
                  <a:cubicBezTo>
                    <a:pt x="1145" y="7424"/>
                    <a:pt x="1357" y="7565"/>
                    <a:pt x="1569" y="7706"/>
                  </a:cubicBezTo>
                  <a:cubicBezTo>
                    <a:pt x="1781" y="7848"/>
                    <a:pt x="1993" y="8060"/>
                    <a:pt x="2276" y="8130"/>
                  </a:cubicBezTo>
                  <a:cubicBezTo>
                    <a:pt x="2559" y="8272"/>
                    <a:pt x="2912" y="8413"/>
                    <a:pt x="3266" y="8484"/>
                  </a:cubicBezTo>
                  <a:cubicBezTo>
                    <a:pt x="3619" y="8555"/>
                    <a:pt x="3973" y="8625"/>
                    <a:pt x="4326" y="8625"/>
                  </a:cubicBezTo>
                  <a:cubicBezTo>
                    <a:pt x="5175" y="8625"/>
                    <a:pt x="6094" y="8272"/>
                    <a:pt x="6730" y="7635"/>
                  </a:cubicBezTo>
                  <a:cubicBezTo>
                    <a:pt x="7225" y="7070"/>
                    <a:pt x="7579" y="6363"/>
                    <a:pt x="7649" y="5585"/>
                  </a:cubicBezTo>
                  <a:cubicBezTo>
                    <a:pt x="7791" y="4383"/>
                    <a:pt x="7649" y="3181"/>
                    <a:pt x="7154" y="2050"/>
                  </a:cubicBezTo>
                  <a:cubicBezTo>
                    <a:pt x="6872" y="1414"/>
                    <a:pt x="6306" y="919"/>
                    <a:pt x="5740" y="565"/>
                  </a:cubicBezTo>
                  <a:cubicBezTo>
                    <a:pt x="5175" y="212"/>
                    <a:pt x="4468" y="0"/>
                    <a:pt x="3761" y="0"/>
                  </a:cubicBezTo>
                  <a:cubicBezTo>
                    <a:pt x="2912" y="0"/>
                    <a:pt x="2135" y="424"/>
                    <a:pt x="1498" y="989"/>
                  </a:cubicBezTo>
                  <a:cubicBezTo>
                    <a:pt x="1074" y="1414"/>
                    <a:pt x="791" y="1909"/>
                    <a:pt x="509" y="2474"/>
                  </a:cubicBezTo>
                  <a:cubicBezTo>
                    <a:pt x="84" y="3535"/>
                    <a:pt x="-57" y="4737"/>
                    <a:pt x="296" y="5868"/>
                  </a:cubicBezTo>
                  <a:cubicBezTo>
                    <a:pt x="509" y="6575"/>
                    <a:pt x="791" y="7070"/>
                    <a:pt x="1286" y="7635"/>
                  </a:cubicBezTo>
                  <a:cubicBezTo>
                    <a:pt x="1781" y="8201"/>
                    <a:pt x="2276" y="8484"/>
                    <a:pt x="2912" y="8696"/>
                  </a:cubicBezTo>
                  <a:cubicBezTo>
                    <a:pt x="3054" y="8696"/>
                    <a:pt x="3195" y="8838"/>
                    <a:pt x="3407" y="8838"/>
                  </a:cubicBezTo>
                  <a:cubicBezTo>
                    <a:pt x="3761" y="8838"/>
                    <a:pt x="4044" y="8979"/>
                    <a:pt x="4397" y="8908"/>
                  </a:cubicBezTo>
                  <a:cubicBezTo>
                    <a:pt x="5033" y="8908"/>
                    <a:pt x="5670" y="8767"/>
                    <a:pt x="6165" y="8413"/>
                  </a:cubicBezTo>
                  <a:cubicBezTo>
                    <a:pt x="7225" y="7777"/>
                    <a:pt x="7791" y="6363"/>
                    <a:pt x="7437" y="5161"/>
                  </a:cubicBezTo>
                  <a:cubicBezTo>
                    <a:pt x="7225" y="4525"/>
                    <a:pt x="6730" y="3959"/>
                    <a:pt x="6023" y="3818"/>
                  </a:cubicBezTo>
                  <a:cubicBezTo>
                    <a:pt x="5599" y="3747"/>
                    <a:pt x="5175" y="3818"/>
                    <a:pt x="4821" y="4171"/>
                  </a:cubicBezTo>
                  <a:cubicBezTo>
                    <a:pt x="4468" y="4525"/>
                    <a:pt x="4397" y="4949"/>
                    <a:pt x="4468" y="5373"/>
                  </a:cubicBezTo>
                  <a:cubicBezTo>
                    <a:pt x="4468" y="5373"/>
                    <a:pt x="4468" y="5373"/>
                    <a:pt x="4468" y="5444"/>
                  </a:cubicBezTo>
                  <a:lnTo>
                    <a:pt x="4468" y="5090"/>
                  </a:lnTo>
                  <a:cubicBezTo>
                    <a:pt x="4468" y="5090"/>
                    <a:pt x="4468" y="5373"/>
                    <a:pt x="4468" y="5514"/>
                  </a:cubicBezTo>
                  <a:lnTo>
                    <a:pt x="4468" y="5090"/>
                  </a:lnTo>
                  <a:cubicBezTo>
                    <a:pt x="4468" y="5090"/>
                    <a:pt x="4468" y="5232"/>
                    <a:pt x="4468" y="5303"/>
                  </a:cubicBezTo>
                  <a:lnTo>
                    <a:pt x="4609" y="4949"/>
                  </a:lnTo>
                  <a:cubicBezTo>
                    <a:pt x="4609" y="4949"/>
                    <a:pt x="4539" y="5161"/>
                    <a:pt x="4468" y="5232"/>
                  </a:cubicBezTo>
                  <a:lnTo>
                    <a:pt x="4751" y="4878"/>
                  </a:lnTo>
                  <a:cubicBezTo>
                    <a:pt x="4751" y="4878"/>
                    <a:pt x="4609" y="5090"/>
                    <a:pt x="4468" y="5161"/>
                  </a:cubicBezTo>
                  <a:lnTo>
                    <a:pt x="4821" y="4878"/>
                  </a:lnTo>
                  <a:cubicBezTo>
                    <a:pt x="4821" y="4878"/>
                    <a:pt x="4680" y="4949"/>
                    <a:pt x="4609" y="5019"/>
                  </a:cubicBezTo>
                  <a:lnTo>
                    <a:pt x="5033" y="4808"/>
                  </a:lnTo>
                  <a:cubicBezTo>
                    <a:pt x="5033" y="4808"/>
                    <a:pt x="4539" y="4949"/>
                    <a:pt x="4326" y="5019"/>
                  </a:cubicBezTo>
                  <a:lnTo>
                    <a:pt x="4821" y="5019"/>
                  </a:lnTo>
                  <a:cubicBezTo>
                    <a:pt x="4821" y="5019"/>
                    <a:pt x="4468" y="5019"/>
                    <a:pt x="4326" y="4949"/>
                  </a:cubicBezTo>
                  <a:lnTo>
                    <a:pt x="4821" y="4949"/>
                  </a:lnTo>
                  <a:cubicBezTo>
                    <a:pt x="4821" y="4949"/>
                    <a:pt x="4468" y="4949"/>
                    <a:pt x="4256" y="4878"/>
                  </a:cubicBezTo>
                  <a:lnTo>
                    <a:pt x="4751" y="5090"/>
                  </a:lnTo>
                  <a:cubicBezTo>
                    <a:pt x="4751" y="5090"/>
                    <a:pt x="4397" y="4949"/>
                    <a:pt x="4256" y="4808"/>
                  </a:cubicBezTo>
                  <a:lnTo>
                    <a:pt x="4680" y="5161"/>
                  </a:lnTo>
                  <a:cubicBezTo>
                    <a:pt x="4680" y="5161"/>
                    <a:pt x="4397" y="4878"/>
                    <a:pt x="4256" y="4666"/>
                  </a:cubicBezTo>
                  <a:lnTo>
                    <a:pt x="4609" y="5090"/>
                  </a:lnTo>
                  <a:cubicBezTo>
                    <a:pt x="4609" y="5090"/>
                    <a:pt x="4397" y="4737"/>
                    <a:pt x="4256" y="4525"/>
                  </a:cubicBezTo>
                  <a:lnTo>
                    <a:pt x="4468" y="5019"/>
                  </a:lnTo>
                  <a:cubicBezTo>
                    <a:pt x="4468" y="5019"/>
                    <a:pt x="4326" y="4595"/>
                    <a:pt x="4326" y="4383"/>
                  </a:cubicBezTo>
                  <a:lnTo>
                    <a:pt x="4326" y="4949"/>
                  </a:lnTo>
                  <a:cubicBezTo>
                    <a:pt x="4326" y="4949"/>
                    <a:pt x="4326" y="4383"/>
                    <a:pt x="4397" y="4100"/>
                  </a:cubicBezTo>
                  <a:lnTo>
                    <a:pt x="4397" y="4666"/>
                  </a:lnTo>
                  <a:cubicBezTo>
                    <a:pt x="4397" y="4666"/>
                    <a:pt x="4397" y="4171"/>
                    <a:pt x="4539" y="3959"/>
                  </a:cubicBezTo>
                  <a:lnTo>
                    <a:pt x="4326" y="4454"/>
                  </a:lnTo>
                  <a:cubicBezTo>
                    <a:pt x="4326" y="4454"/>
                    <a:pt x="4539" y="4100"/>
                    <a:pt x="4680" y="3888"/>
                  </a:cubicBezTo>
                  <a:lnTo>
                    <a:pt x="4326" y="4313"/>
                  </a:lnTo>
                  <a:cubicBezTo>
                    <a:pt x="4326" y="4313"/>
                    <a:pt x="4539" y="4100"/>
                    <a:pt x="4609" y="4030"/>
                  </a:cubicBezTo>
                  <a:lnTo>
                    <a:pt x="4185" y="4383"/>
                  </a:lnTo>
                  <a:cubicBezTo>
                    <a:pt x="4185" y="4383"/>
                    <a:pt x="4397" y="4242"/>
                    <a:pt x="4468" y="4171"/>
                  </a:cubicBezTo>
                  <a:lnTo>
                    <a:pt x="3973" y="4383"/>
                  </a:lnTo>
                  <a:cubicBezTo>
                    <a:pt x="3973" y="4383"/>
                    <a:pt x="4185" y="4383"/>
                    <a:pt x="4256" y="4313"/>
                  </a:cubicBezTo>
                  <a:lnTo>
                    <a:pt x="3690" y="4313"/>
                  </a:lnTo>
                  <a:cubicBezTo>
                    <a:pt x="3690" y="4313"/>
                    <a:pt x="3902" y="4313"/>
                    <a:pt x="4044" y="4383"/>
                  </a:cubicBezTo>
                  <a:lnTo>
                    <a:pt x="3478" y="4383"/>
                  </a:lnTo>
                  <a:cubicBezTo>
                    <a:pt x="3478" y="4383"/>
                    <a:pt x="3690" y="4383"/>
                    <a:pt x="3761" y="4383"/>
                  </a:cubicBezTo>
                  <a:lnTo>
                    <a:pt x="3266" y="4171"/>
                  </a:lnTo>
                  <a:cubicBezTo>
                    <a:pt x="3266" y="4171"/>
                    <a:pt x="3478" y="4313"/>
                    <a:pt x="3619" y="4383"/>
                  </a:cubicBezTo>
                  <a:lnTo>
                    <a:pt x="3195" y="4030"/>
                  </a:lnTo>
                  <a:cubicBezTo>
                    <a:pt x="3195" y="4030"/>
                    <a:pt x="3407" y="4242"/>
                    <a:pt x="3549" y="4383"/>
                  </a:cubicBezTo>
                  <a:lnTo>
                    <a:pt x="3195" y="3959"/>
                  </a:lnTo>
                  <a:cubicBezTo>
                    <a:pt x="3195" y="3959"/>
                    <a:pt x="3337" y="4242"/>
                    <a:pt x="3407" y="4383"/>
                  </a:cubicBezTo>
                  <a:lnTo>
                    <a:pt x="3195" y="3888"/>
                  </a:lnTo>
                  <a:cubicBezTo>
                    <a:pt x="3195" y="3888"/>
                    <a:pt x="3337" y="4383"/>
                    <a:pt x="3407" y="4595"/>
                  </a:cubicBezTo>
                  <a:lnTo>
                    <a:pt x="3407" y="4030"/>
                  </a:lnTo>
                  <a:cubicBezTo>
                    <a:pt x="3407" y="4454"/>
                    <a:pt x="3407" y="4878"/>
                    <a:pt x="3407" y="5303"/>
                  </a:cubicBezTo>
                  <a:lnTo>
                    <a:pt x="3407" y="4737"/>
                  </a:lnTo>
                  <a:cubicBezTo>
                    <a:pt x="3407" y="4737"/>
                    <a:pt x="3407" y="5090"/>
                    <a:pt x="3407" y="5232"/>
                  </a:cubicBezTo>
                  <a:lnTo>
                    <a:pt x="3619" y="4737"/>
                  </a:lnTo>
                  <a:cubicBezTo>
                    <a:pt x="3619" y="4737"/>
                    <a:pt x="3549" y="4949"/>
                    <a:pt x="3478" y="5019"/>
                  </a:cubicBezTo>
                  <a:lnTo>
                    <a:pt x="3832" y="4595"/>
                  </a:lnTo>
                  <a:cubicBezTo>
                    <a:pt x="3832" y="4595"/>
                    <a:pt x="3690" y="4737"/>
                    <a:pt x="3690" y="4737"/>
                  </a:cubicBezTo>
                  <a:lnTo>
                    <a:pt x="4114" y="4383"/>
                  </a:lnTo>
                  <a:cubicBezTo>
                    <a:pt x="4114" y="4383"/>
                    <a:pt x="3973" y="4454"/>
                    <a:pt x="3902" y="4525"/>
                  </a:cubicBezTo>
                  <a:lnTo>
                    <a:pt x="4397" y="4313"/>
                  </a:lnTo>
                  <a:cubicBezTo>
                    <a:pt x="4397" y="4313"/>
                    <a:pt x="4185" y="4313"/>
                    <a:pt x="4044" y="4383"/>
                  </a:cubicBezTo>
                  <a:lnTo>
                    <a:pt x="4609" y="4383"/>
                  </a:lnTo>
                  <a:cubicBezTo>
                    <a:pt x="4609" y="4383"/>
                    <a:pt x="4256" y="4383"/>
                    <a:pt x="4114" y="4313"/>
                  </a:cubicBezTo>
                  <a:lnTo>
                    <a:pt x="4680" y="4313"/>
                  </a:lnTo>
                  <a:cubicBezTo>
                    <a:pt x="4680" y="4313"/>
                    <a:pt x="4326" y="4313"/>
                    <a:pt x="4185" y="4313"/>
                  </a:cubicBezTo>
                  <a:lnTo>
                    <a:pt x="4751" y="4525"/>
                  </a:lnTo>
                  <a:cubicBezTo>
                    <a:pt x="4751" y="4525"/>
                    <a:pt x="4468" y="4383"/>
                    <a:pt x="4326" y="4242"/>
                  </a:cubicBezTo>
                  <a:lnTo>
                    <a:pt x="4751" y="4595"/>
                  </a:lnTo>
                  <a:cubicBezTo>
                    <a:pt x="4751" y="4595"/>
                    <a:pt x="4539" y="4383"/>
                    <a:pt x="4397" y="4242"/>
                  </a:cubicBezTo>
                  <a:lnTo>
                    <a:pt x="4751" y="4666"/>
                  </a:lnTo>
                  <a:cubicBezTo>
                    <a:pt x="4751" y="4666"/>
                    <a:pt x="4609" y="4383"/>
                    <a:pt x="4539" y="4242"/>
                  </a:cubicBezTo>
                  <a:lnTo>
                    <a:pt x="4751" y="4808"/>
                  </a:lnTo>
                  <a:cubicBezTo>
                    <a:pt x="4751" y="4808"/>
                    <a:pt x="4680" y="4525"/>
                    <a:pt x="4609" y="4383"/>
                  </a:cubicBezTo>
                  <a:lnTo>
                    <a:pt x="4609" y="4949"/>
                  </a:lnTo>
                  <a:cubicBezTo>
                    <a:pt x="4609" y="4949"/>
                    <a:pt x="4609" y="4666"/>
                    <a:pt x="4680" y="4525"/>
                  </a:cubicBezTo>
                  <a:lnTo>
                    <a:pt x="4680" y="5090"/>
                  </a:lnTo>
                  <a:cubicBezTo>
                    <a:pt x="4680" y="5090"/>
                    <a:pt x="4680" y="4808"/>
                    <a:pt x="4680" y="4666"/>
                  </a:cubicBezTo>
                  <a:lnTo>
                    <a:pt x="4468" y="5232"/>
                  </a:lnTo>
                  <a:cubicBezTo>
                    <a:pt x="4468" y="5232"/>
                    <a:pt x="4609" y="5019"/>
                    <a:pt x="4680" y="4878"/>
                  </a:cubicBezTo>
                  <a:lnTo>
                    <a:pt x="4326" y="5303"/>
                  </a:lnTo>
                  <a:cubicBezTo>
                    <a:pt x="4326" y="5303"/>
                    <a:pt x="4468" y="5161"/>
                    <a:pt x="4539" y="5090"/>
                  </a:cubicBezTo>
                  <a:lnTo>
                    <a:pt x="4114" y="5444"/>
                  </a:lnTo>
                  <a:cubicBezTo>
                    <a:pt x="4114" y="5444"/>
                    <a:pt x="4326" y="5303"/>
                    <a:pt x="4397" y="5232"/>
                  </a:cubicBezTo>
                  <a:lnTo>
                    <a:pt x="3832" y="5444"/>
                  </a:lnTo>
                  <a:cubicBezTo>
                    <a:pt x="3832" y="5444"/>
                    <a:pt x="4044" y="5373"/>
                    <a:pt x="4185" y="5373"/>
                  </a:cubicBezTo>
                  <a:lnTo>
                    <a:pt x="3549" y="5373"/>
                  </a:lnTo>
                  <a:cubicBezTo>
                    <a:pt x="3549" y="5373"/>
                    <a:pt x="3832" y="5373"/>
                    <a:pt x="3973" y="5444"/>
                  </a:cubicBezTo>
                  <a:lnTo>
                    <a:pt x="3337" y="5444"/>
                  </a:lnTo>
                  <a:cubicBezTo>
                    <a:pt x="3337" y="5444"/>
                    <a:pt x="3549" y="5444"/>
                    <a:pt x="3690" y="5444"/>
                  </a:cubicBezTo>
                  <a:lnTo>
                    <a:pt x="3125" y="5232"/>
                  </a:lnTo>
                  <a:cubicBezTo>
                    <a:pt x="3125" y="5232"/>
                    <a:pt x="3266" y="5303"/>
                    <a:pt x="3407" y="5373"/>
                  </a:cubicBezTo>
                  <a:lnTo>
                    <a:pt x="2912" y="5019"/>
                  </a:lnTo>
                  <a:cubicBezTo>
                    <a:pt x="2912" y="5019"/>
                    <a:pt x="3054" y="5161"/>
                    <a:pt x="3125" y="5232"/>
                  </a:cubicBezTo>
                  <a:lnTo>
                    <a:pt x="2771" y="4737"/>
                  </a:lnTo>
                  <a:cubicBezTo>
                    <a:pt x="2771" y="4737"/>
                    <a:pt x="2912" y="4949"/>
                    <a:pt x="2912" y="5019"/>
                  </a:cubicBezTo>
                  <a:lnTo>
                    <a:pt x="2700" y="4454"/>
                  </a:lnTo>
                  <a:cubicBezTo>
                    <a:pt x="2700" y="4454"/>
                    <a:pt x="2842" y="4808"/>
                    <a:pt x="2842" y="4949"/>
                  </a:cubicBezTo>
                  <a:lnTo>
                    <a:pt x="2842" y="4313"/>
                  </a:lnTo>
                  <a:cubicBezTo>
                    <a:pt x="2842" y="4313"/>
                    <a:pt x="2842" y="4808"/>
                    <a:pt x="2771" y="5019"/>
                  </a:cubicBezTo>
                  <a:lnTo>
                    <a:pt x="2771" y="4383"/>
                  </a:lnTo>
                  <a:cubicBezTo>
                    <a:pt x="2771" y="4383"/>
                    <a:pt x="2771" y="4666"/>
                    <a:pt x="2771" y="4808"/>
                  </a:cubicBezTo>
                  <a:lnTo>
                    <a:pt x="2983" y="4242"/>
                  </a:lnTo>
                  <a:cubicBezTo>
                    <a:pt x="2983" y="4242"/>
                    <a:pt x="2842" y="4454"/>
                    <a:pt x="2771" y="4525"/>
                  </a:cubicBezTo>
                  <a:lnTo>
                    <a:pt x="3125" y="4030"/>
                  </a:lnTo>
                  <a:cubicBezTo>
                    <a:pt x="3125" y="4030"/>
                    <a:pt x="2983" y="4171"/>
                    <a:pt x="2983" y="4171"/>
                  </a:cubicBezTo>
                  <a:lnTo>
                    <a:pt x="3478" y="3818"/>
                  </a:lnTo>
                  <a:cubicBezTo>
                    <a:pt x="3478" y="3818"/>
                    <a:pt x="3407" y="3818"/>
                    <a:pt x="3337" y="3888"/>
                  </a:cubicBezTo>
                  <a:lnTo>
                    <a:pt x="3902" y="3676"/>
                  </a:lnTo>
                  <a:cubicBezTo>
                    <a:pt x="3902" y="3676"/>
                    <a:pt x="3761" y="3676"/>
                    <a:pt x="3690" y="3676"/>
                  </a:cubicBezTo>
                  <a:lnTo>
                    <a:pt x="4326" y="3676"/>
                  </a:lnTo>
                  <a:cubicBezTo>
                    <a:pt x="4326" y="3676"/>
                    <a:pt x="4185" y="3606"/>
                    <a:pt x="4044" y="3606"/>
                  </a:cubicBezTo>
                  <a:lnTo>
                    <a:pt x="4680" y="3606"/>
                  </a:lnTo>
                  <a:cubicBezTo>
                    <a:pt x="4680" y="3606"/>
                    <a:pt x="4539" y="3606"/>
                    <a:pt x="4397" y="3606"/>
                  </a:cubicBezTo>
                  <a:lnTo>
                    <a:pt x="4963" y="3818"/>
                  </a:lnTo>
                  <a:cubicBezTo>
                    <a:pt x="4963" y="3818"/>
                    <a:pt x="4821" y="3747"/>
                    <a:pt x="4751" y="3676"/>
                  </a:cubicBezTo>
                  <a:lnTo>
                    <a:pt x="5175" y="4030"/>
                  </a:lnTo>
                  <a:cubicBezTo>
                    <a:pt x="5175" y="4030"/>
                    <a:pt x="5033" y="3888"/>
                    <a:pt x="4963" y="3818"/>
                  </a:cubicBezTo>
                  <a:lnTo>
                    <a:pt x="5316" y="4242"/>
                  </a:lnTo>
                  <a:cubicBezTo>
                    <a:pt x="5316" y="4242"/>
                    <a:pt x="5175" y="4030"/>
                    <a:pt x="5175" y="3959"/>
                  </a:cubicBezTo>
                  <a:lnTo>
                    <a:pt x="5387" y="4525"/>
                  </a:lnTo>
                  <a:cubicBezTo>
                    <a:pt x="5387" y="4525"/>
                    <a:pt x="5387" y="4313"/>
                    <a:pt x="5316" y="4242"/>
                  </a:cubicBezTo>
                  <a:lnTo>
                    <a:pt x="5316" y="4808"/>
                  </a:lnTo>
                  <a:cubicBezTo>
                    <a:pt x="5316" y="4808"/>
                    <a:pt x="5387" y="4595"/>
                    <a:pt x="5387" y="4525"/>
                  </a:cubicBezTo>
                  <a:lnTo>
                    <a:pt x="5387" y="5090"/>
                  </a:lnTo>
                  <a:cubicBezTo>
                    <a:pt x="5387" y="5090"/>
                    <a:pt x="5387" y="4808"/>
                    <a:pt x="5387" y="4666"/>
                  </a:cubicBezTo>
                  <a:lnTo>
                    <a:pt x="5175" y="5232"/>
                  </a:lnTo>
                  <a:cubicBezTo>
                    <a:pt x="5175" y="5232"/>
                    <a:pt x="5316" y="4949"/>
                    <a:pt x="5387" y="4878"/>
                  </a:cubicBezTo>
                  <a:lnTo>
                    <a:pt x="5033" y="5303"/>
                  </a:lnTo>
                  <a:cubicBezTo>
                    <a:pt x="5033" y="5303"/>
                    <a:pt x="5316" y="5019"/>
                    <a:pt x="5458" y="4878"/>
                  </a:cubicBezTo>
                  <a:lnTo>
                    <a:pt x="5033" y="5232"/>
                  </a:lnTo>
                  <a:cubicBezTo>
                    <a:pt x="5033" y="5232"/>
                    <a:pt x="5387" y="5019"/>
                    <a:pt x="5528" y="4949"/>
                  </a:cubicBezTo>
                  <a:lnTo>
                    <a:pt x="5033" y="5161"/>
                  </a:lnTo>
                  <a:cubicBezTo>
                    <a:pt x="5033" y="5161"/>
                    <a:pt x="5104" y="5161"/>
                    <a:pt x="5175" y="5161"/>
                  </a:cubicBezTo>
                  <a:lnTo>
                    <a:pt x="4609" y="5161"/>
                  </a:lnTo>
                  <a:cubicBezTo>
                    <a:pt x="4609" y="5161"/>
                    <a:pt x="4680" y="5161"/>
                    <a:pt x="4751" y="5232"/>
                  </a:cubicBezTo>
                  <a:lnTo>
                    <a:pt x="4185" y="5232"/>
                  </a:lnTo>
                  <a:cubicBezTo>
                    <a:pt x="4185" y="5232"/>
                    <a:pt x="4256" y="5232"/>
                    <a:pt x="4326" y="5232"/>
                  </a:cubicBezTo>
                  <a:lnTo>
                    <a:pt x="3832" y="5019"/>
                  </a:lnTo>
                  <a:cubicBezTo>
                    <a:pt x="3832" y="5019"/>
                    <a:pt x="3902" y="5019"/>
                    <a:pt x="3973" y="5019"/>
                  </a:cubicBezTo>
                  <a:lnTo>
                    <a:pt x="3549" y="4666"/>
                  </a:lnTo>
                  <a:cubicBezTo>
                    <a:pt x="3549" y="4666"/>
                    <a:pt x="3690" y="4808"/>
                    <a:pt x="3761" y="4878"/>
                  </a:cubicBezTo>
                  <a:lnTo>
                    <a:pt x="3407" y="4454"/>
                  </a:lnTo>
                  <a:cubicBezTo>
                    <a:pt x="3407" y="4454"/>
                    <a:pt x="3549" y="4737"/>
                    <a:pt x="3619" y="4878"/>
                  </a:cubicBezTo>
                  <a:lnTo>
                    <a:pt x="3407" y="4383"/>
                  </a:lnTo>
                  <a:cubicBezTo>
                    <a:pt x="3407" y="4383"/>
                    <a:pt x="3478" y="4666"/>
                    <a:pt x="3549" y="4878"/>
                  </a:cubicBezTo>
                  <a:lnTo>
                    <a:pt x="3549" y="4313"/>
                  </a:lnTo>
                  <a:cubicBezTo>
                    <a:pt x="3549" y="4313"/>
                    <a:pt x="3549" y="4595"/>
                    <a:pt x="3478" y="4808"/>
                  </a:cubicBezTo>
                  <a:lnTo>
                    <a:pt x="3478" y="4242"/>
                  </a:lnTo>
                  <a:cubicBezTo>
                    <a:pt x="3478" y="4242"/>
                    <a:pt x="3478" y="4454"/>
                    <a:pt x="3478" y="4595"/>
                  </a:cubicBezTo>
                  <a:lnTo>
                    <a:pt x="3690" y="4100"/>
                  </a:lnTo>
                  <a:cubicBezTo>
                    <a:pt x="3690" y="4100"/>
                    <a:pt x="3690" y="4242"/>
                    <a:pt x="3549" y="4313"/>
                  </a:cubicBezTo>
                  <a:lnTo>
                    <a:pt x="3902" y="3888"/>
                  </a:lnTo>
                  <a:cubicBezTo>
                    <a:pt x="3902" y="3888"/>
                    <a:pt x="3832" y="3959"/>
                    <a:pt x="3761" y="4030"/>
                  </a:cubicBezTo>
                  <a:lnTo>
                    <a:pt x="4185" y="3676"/>
                  </a:lnTo>
                  <a:cubicBezTo>
                    <a:pt x="4185" y="3676"/>
                    <a:pt x="4044" y="3747"/>
                    <a:pt x="3973" y="3818"/>
                  </a:cubicBezTo>
                  <a:lnTo>
                    <a:pt x="4468" y="3606"/>
                  </a:lnTo>
                  <a:cubicBezTo>
                    <a:pt x="4468" y="3606"/>
                    <a:pt x="4326" y="3606"/>
                    <a:pt x="4185" y="3676"/>
                  </a:cubicBezTo>
                  <a:lnTo>
                    <a:pt x="4751" y="3676"/>
                  </a:lnTo>
                  <a:cubicBezTo>
                    <a:pt x="4751" y="3676"/>
                    <a:pt x="4609" y="3676"/>
                    <a:pt x="4468" y="3606"/>
                  </a:cubicBezTo>
                  <a:lnTo>
                    <a:pt x="5033" y="3606"/>
                  </a:lnTo>
                  <a:cubicBezTo>
                    <a:pt x="5033" y="3606"/>
                    <a:pt x="4892" y="3606"/>
                    <a:pt x="4821" y="3606"/>
                  </a:cubicBezTo>
                  <a:lnTo>
                    <a:pt x="5316" y="3818"/>
                  </a:lnTo>
                  <a:cubicBezTo>
                    <a:pt x="5316" y="3818"/>
                    <a:pt x="5246" y="3818"/>
                    <a:pt x="5175" y="3747"/>
                  </a:cubicBezTo>
                  <a:lnTo>
                    <a:pt x="5599" y="4030"/>
                  </a:lnTo>
                  <a:cubicBezTo>
                    <a:pt x="5599" y="4030"/>
                    <a:pt x="5528" y="4030"/>
                    <a:pt x="5458" y="3888"/>
                  </a:cubicBezTo>
                  <a:lnTo>
                    <a:pt x="5740" y="4313"/>
                  </a:lnTo>
                  <a:cubicBezTo>
                    <a:pt x="5740" y="4313"/>
                    <a:pt x="5740" y="4242"/>
                    <a:pt x="5670" y="4171"/>
                  </a:cubicBezTo>
                  <a:lnTo>
                    <a:pt x="5882" y="4666"/>
                  </a:lnTo>
                  <a:cubicBezTo>
                    <a:pt x="5882" y="4666"/>
                    <a:pt x="5882" y="4525"/>
                    <a:pt x="5882" y="4525"/>
                  </a:cubicBezTo>
                  <a:lnTo>
                    <a:pt x="5882" y="5019"/>
                  </a:lnTo>
                  <a:cubicBezTo>
                    <a:pt x="5882" y="5019"/>
                    <a:pt x="5882" y="4878"/>
                    <a:pt x="5882" y="4808"/>
                  </a:cubicBezTo>
                  <a:lnTo>
                    <a:pt x="5882" y="5303"/>
                  </a:lnTo>
                  <a:cubicBezTo>
                    <a:pt x="5882" y="5303"/>
                    <a:pt x="5882" y="5161"/>
                    <a:pt x="5882" y="5090"/>
                  </a:cubicBezTo>
                  <a:lnTo>
                    <a:pt x="5670" y="5585"/>
                  </a:lnTo>
                  <a:cubicBezTo>
                    <a:pt x="5670" y="5585"/>
                    <a:pt x="5670" y="5514"/>
                    <a:pt x="5740" y="5444"/>
                  </a:cubicBezTo>
                  <a:lnTo>
                    <a:pt x="5458" y="5798"/>
                  </a:lnTo>
                  <a:cubicBezTo>
                    <a:pt x="5458" y="5798"/>
                    <a:pt x="5528" y="5727"/>
                    <a:pt x="5599" y="5656"/>
                  </a:cubicBezTo>
                  <a:lnTo>
                    <a:pt x="5246" y="5939"/>
                  </a:lnTo>
                  <a:cubicBezTo>
                    <a:pt x="5246" y="5939"/>
                    <a:pt x="5387" y="5868"/>
                    <a:pt x="5458" y="5798"/>
                  </a:cubicBezTo>
                  <a:lnTo>
                    <a:pt x="5033" y="6009"/>
                  </a:lnTo>
                  <a:cubicBezTo>
                    <a:pt x="5033" y="6009"/>
                    <a:pt x="5175" y="6009"/>
                    <a:pt x="5246" y="6009"/>
                  </a:cubicBezTo>
                  <a:lnTo>
                    <a:pt x="4751" y="6009"/>
                  </a:lnTo>
                  <a:cubicBezTo>
                    <a:pt x="4751" y="6009"/>
                    <a:pt x="4892" y="6009"/>
                    <a:pt x="5033" y="6009"/>
                  </a:cubicBezTo>
                  <a:lnTo>
                    <a:pt x="4539" y="6009"/>
                  </a:lnTo>
                  <a:cubicBezTo>
                    <a:pt x="4539" y="6009"/>
                    <a:pt x="4680" y="6009"/>
                    <a:pt x="4821" y="6009"/>
                  </a:cubicBezTo>
                  <a:cubicBezTo>
                    <a:pt x="5387" y="6222"/>
                    <a:pt x="6165" y="6009"/>
                    <a:pt x="6589" y="5514"/>
                  </a:cubicBezTo>
                  <a:lnTo>
                    <a:pt x="6589" y="5514"/>
                  </a:lnTo>
                  <a:cubicBezTo>
                    <a:pt x="6589" y="5514"/>
                    <a:pt x="6094" y="5798"/>
                    <a:pt x="5811" y="5939"/>
                  </a:cubicBezTo>
                  <a:cubicBezTo>
                    <a:pt x="6023" y="5939"/>
                    <a:pt x="6235" y="5798"/>
                    <a:pt x="6377" y="5656"/>
                  </a:cubicBezTo>
                  <a:cubicBezTo>
                    <a:pt x="6730" y="5444"/>
                    <a:pt x="7013" y="5161"/>
                    <a:pt x="7084" y="4737"/>
                  </a:cubicBezTo>
                  <a:cubicBezTo>
                    <a:pt x="7154" y="4313"/>
                    <a:pt x="7084" y="3888"/>
                    <a:pt x="6942" y="3535"/>
                  </a:cubicBezTo>
                  <a:lnTo>
                    <a:pt x="6942" y="3535"/>
                  </a:lnTo>
                  <a:close/>
                </a:path>
              </a:pathLst>
            </a:custGeom>
            <a:solidFill>
              <a:srgbClr val="000000"/>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7" name="Shape 1937"/>
        <p:cNvGrpSpPr/>
        <p:nvPr/>
      </p:nvGrpSpPr>
      <p:grpSpPr>
        <a:xfrm>
          <a:off x="0" y="0"/>
          <a:ext cx="0" cy="0"/>
          <a:chOff x="0" y="0"/>
          <a:chExt cx="0" cy="0"/>
        </a:xfrm>
      </p:grpSpPr>
      <p:sp>
        <p:nvSpPr>
          <p:cNvPr id="1938" name="Google Shape;1938;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Top 5 random things</a:t>
            </a:r>
            <a:endParaRPr/>
          </a:p>
        </p:txBody>
      </p:sp>
      <p:grpSp>
        <p:nvGrpSpPr>
          <p:cNvPr id="1939" name="Google Shape;1939;p65"/>
          <p:cNvGrpSpPr/>
          <p:nvPr/>
        </p:nvGrpSpPr>
        <p:grpSpPr>
          <a:xfrm>
            <a:off x="8038922" y="4232984"/>
            <a:ext cx="1020151" cy="983265"/>
            <a:chOff x="8038922" y="4232984"/>
            <a:chExt cx="1020151" cy="983265"/>
          </a:xfrm>
        </p:grpSpPr>
        <p:sp>
          <p:nvSpPr>
            <p:cNvPr id="1940" name="Google Shape;1940;p65"/>
            <p:cNvSpPr/>
            <p:nvPr/>
          </p:nvSpPr>
          <p:spPr>
            <a:xfrm flipH="1" rot="-2326893">
              <a:off x="8005517" y="4542979"/>
              <a:ext cx="1086960" cy="275919"/>
            </a:xfrm>
            <a:custGeom>
              <a:rect b="b" l="l" r="r" t="t"/>
              <a:pathLst>
                <a:path extrusionOk="0" h="270078" w="1063948">
                  <a:moveTo>
                    <a:pt x="1063878" y="135958"/>
                  </a:moveTo>
                  <a:cubicBezTo>
                    <a:pt x="1063948" y="136524"/>
                    <a:pt x="1063948" y="137089"/>
                    <a:pt x="1063878" y="137726"/>
                  </a:cubicBezTo>
                  <a:cubicBezTo>
                    <a:pt x="1063948" y="141826"/>
                    <a:pt x="1063948" y="145998"/>
                    <a:pt x="1063878" y="150240"/>
                  </a:cubicBezTo>
                  <a:cubicBezTo>
                    <a:pt x="1063948" y="150876"/>
                    <a:pt x="1063878" y="151512"/>
                    <a:pt x="1063878" y="152149"/>
                  </a:cubicBezTo>
                  <a:cubicBezTo>
                    <a:pt x="1063807" y="160067"/>
                    <a:pt x="1063665" y="168127"/>
                    <a:pt x="1063312" y="176328"/>
                  </a:cubicBezTo>
                  <a:cubicBezTo>
                    <a:pt x="1062888" y="187923"/>
                    <a:pt x="1062252" y="199801"/>
                    <a:pt x="1061333" y="212032"/>
                  </a:cubicBezTo>
                  <a:cubicBezTo>
                    <a:pt x="1061262" y="213164"/>
                    <a:pt x="1061120" y="214295"/>
                    <a:pt x="1061049" y="215426"/>
                  </a:cubicBezTo>
                  <a:cubicBezTo>
                    <a:pt x="1060837" y="218466"/>
                    <a:pt x="1060555" y="221577"/>
                    <a:pt x="1060272" y="224688"/>
                  </a:cubicBezTo>
                  <a:cubicBezTo>
                    <a:pt x="1060201" y="225748"/>
                    <a:pt x="1060130" y="226809"/>
                    <a:pt x="1059989" y="227870"/>
                  </a:cubicBezTo>
                  <a:cubicBezTo>
                    <a:pt x="1059211" y="236283"/>
                    <a:pt x="1058363" y="244838"/>
                    <a:pt x="1057302" y="253605"/>
                  </a:cubicBezTo>
                  <a:cubicBezTo>
                    <a:pt x="1052212" y="253958"/>
                    <a:pt x="1047192" y="254312"/>
                    <a:pt x="1042173" y="254665"/>
                  </a:cubicBezTo>
                  <a:cubicBezTo>
                    <a:pt x="1039486" y="254948"/>
                    <a:pt x="1036729" y="255089"/>
                    <a:pt x="1034042" y="255301"/>
                  </a:cubicBezTo>
                  <a:cubicBezTo>
                    <a:pt x="1022871" y="256150"/>
                    <a:pt x="1011842" y="256999"/>
                    <a:pt x="1000883" y="257776"/>
                  </a:cubicBezTo>
                  <a:cubicBezTo>
                    <a:pt x="998125" y="257988"/>
                    <a:pt x="995369" y="258200"/>
                    <a:pt x="992682" y="258412"/>
                  </a:cubicBezTo>
                  <a:cubicBezTo>
                    <a:pt x="981582" y="259261"/>
                    <a:pt x="970482" y="260039"/>
                    <a:pt x="959452" y="260816"/>
                  </a:cubicBezTo>
                  <a:cubicBezTo>
                    <a:pt x="956765" y="261029"/>
                    <a:pt x="954079" y="261240"/>
                    <a:pt x="951321" y="261453"/>
                  </a:cubicBezTo>
                  <a:cubicBezTo>
                    <a:pt x="946302" y="261735"/>
                    <a:pt x="941282" y="262089"/>
                    <a:pt x="936262" y="262442"/>
                  </a:cubicBezTo>
                  <a:cubicBezTo>
                    <a:pt x="930111" y="262866"/>
                    <a:pt x="924031" y="263291"/>
                    <a:pt x="917880" y="263644"/>
                  </a:cubicBezTo>
                  <a:cubicBezTo>
                    <a:pt x="915193" y="263856"/>
                    <a:pt x="912506" y="263998"/>
                    <a:pt x="909820" y="264210"/>
                  </a:cubicBezTo>
                  <a:cubicBezTo>
                    <a:pt x="898579" y="264846"/>
                    <a:pt x="887408" y="265553"/>
                    <a:pt x="876096" y="266190"/>
                  </a:cubicBezTo>
                  <a:cubicBezTo>
                    <a:pt x="873409" y="266260"/>
                    <a:pt x="870652" y="266401"/>
                    <a:pt x="867965" y="266614"/>
                  </a:cubicBezTo>
                  <a:cubicBezTo>
                    <a:pt x="856723" y="267179"/>
                    <a:pt x="845411" y="267674"/>
                    <a:pt x="833958" y="268099"/>
                  </a:cubicBezTo>
                  <a:cubicBezTo>
                    <a:pt x="831271" y="268240"/>
                    <a:pt x="828443" y="268381"/>
                    <a:pt x="825686" y="268452"/>
                  </a:cubicBezTo>
                  <a:cubicBezTo>
                    <a:pt x="815788" y="268876"/>
                    <a:pt x="805819" y="269159"/>
                    <a:pt x="795779" y="269442"/>
                  </a:cubicBezTo>
                  <a:cubicBezTo>
                    <a:pt x="794365" y="269512"/>
                    <a:pt x="792881" y="269512"/>
                    <a:pt x="791466" y="269512"/>
                  </a:cubicBezTo>
                  <a:cubicBezTo>
                    <a:pt x="788638" y="269512"/>
                    <a:pt x="785882" y="269654"/>
                    <a:pt x="783124" y="269725"/>
                  </a:cubicBezTo>
                  <a:cubicBezTo>
                    <a:pt x="771458" y="269936"/>
                    <a:pt x="759863" y="270078"/>
                    <a:pt x="748339" y="270078"/>
                  </a:cubicBezTo>
                  <a:lnTo>
                    <a:pt x="739926" y="270078"/>
                  </a:lnTo>
                  <a:cubicBezTo>
                    <a:pt x="728118" y="270007"/>
                    <a:pt x="716382" y="269936"/>
                    <a:pt x="704646" y="269654"/>
                  </a:cubicBezTo>
                  <a:cubicBezTo>
                    <a:pt x="701818" y="269654"/>
                    <a:pt x="698919" y="269583"/>
                    <a:pt x="696091" y="269512"/>
                  </a:cubicBezTo>
                  <a:cubicBezTo>
                    <a:pt x="684213" y="269230"/>
                    <a:pt x="672335" y="268947"/>
                    <a:pt x="660528" y="268523"/>
                  </a:cubicBezTo>
                  <a:cubicBezTo>
                    <a:pt x="657630" y="268381"/>
                    <a:pt x="654802" y="268311"/>
                    <a:pt x="651903" y="268240"/>
                  </a:cubicBezTo>
                  <a:lnTo>
                    <a:pt x="651832" y="268240"/>
                  </a:lnTo>
                  <a:cubicBezTo>
                    <a:pt x="639813" y="267745"/>
                    <a:pt x="627793" y="267250"/>
                    <a:pt x="615845" y="266685"/>
                  </a:cubicBezTo>
                  <a:cubicBezTo>
                    <a:pt x="612946" y="266543"/>
                    <a:pt x="610048" y="266401"/>
                    <a:pt x="607149" y="266260"/>
                  </a:cubicBezTo>
                  <a:cubicBezTo>
                    <a:pt x="595060" y="265695"/>
                    <a:pt x="583040" y="265058"/>
                    <a:pt x="570950" y="264422"/>
                  </a:cubicBezTo>
                  <a:cubicBezTo>
                    <a:pt x="568051" y="264281"/>
                    <a:pt x="565152" y="264069"/>
                    <a:pt x="562183" y="263927"/>
                  </a:cubicBezTo>
                  <a:cubicBezTo>
                    <a:pt x="550093" y="263291"/>
                    <a:pt x="537933" y="262584"/>
                    <a:pt x="525843" y="261877"/>
                  </a:cubicBezTo>
                  <a:lnTo>
                    <a:pt x="525772" y="261877"/>
                  </a:lnTo>
                  <a:cubicBezTo>
                    <a:pt x="522873" y="261735"/>
                    <a:pt x="519974" y="261594"/>
                    <a:pt x="517076" y="261453"/>
                  </a:cubicBezTo>
                  <a:lnTo>
                    <a:pt x="517005" y="261453"/>
                  </a:lnTo>
                  <a:cubicBezTo>
                    <a:pt x="510925" y="261099"/>
                    <a:pt x="504916" y="260745"/>
                    <a:pt x="498764" y="260463"/>
                  </a:cubicBezTo>
                  <a:lnTo>
                    <a:pt x="498764" y="260463"/>
                  </a:lnTo>
                  <a:cubicBezTo>
                    <a:pt x="492825" y="260109"/>
                    <a:pt x="486887" y="259756"/>
                    <a:pt x="480877" y="259473"/>
                  </a:cubicBezTo>
                  <a:cubicBezTo>
                    <a:pt x="477907" y="259261"/>
                    <a:pt x="475008" y="259119"/>
                    <a:pt x="472040" y="258978"/>
                  </a:cubicBezTo>
                  <a:lnTo>
                    <a:pt x="471969" y="258978"/>
                  </a:lnTo>
                  <a:cubicBezTo>
                    <a:pt x="465040" y="258624"/>
                    <a:pt x="458111" y="258271"/>
                    <a:pt x="451182" y="257918"/>
                  </a:cubicBezTo>
                  <a:cubicBezTo>
                    <a:pt x="446092" y="257705"/>
                    <a:pt x="441072" y="257493"/>
                    <a:pt x="436052" y="257352"/>
                  </a:cubicBezTo>
                  <a:cubicBezTo>
                    <a:pt x="433083" y="257210"/>
                    <a:pt x="430184" y="257069"/>
                    <a:pt x="427285" y="257069"/>
                  </a:cubicBezTo>
                  <a:cubicBezTo>
                    <a:pt x="421630" y="256857"/>
                    <a:pt x="415973" y="256715"/>
                    <a:pt x="410318" y="256645"/>
                  </a:cubicBezTo>
                  <a:cubicBezTo>
                    <a:pt x="404167" y="256504"/>
                    <a:pt x="398086" y="256433"/>
                    <a:pt x="391935" y="256433"/>
                  </a:cubicBezTo>
                  <a:cubicBezTo>
                    <a:pt x="389107" y="256362"/>
                    <a:pt x="386208" y="256362"/>
                    <a:pt x="383380" y="256362"/>
                  </a:cubicBezTo>
                  <a:cubicBezTo>
                    <a:pt x="371785" y="256362"/>
                    <a:pt x="360190" y="256433"/>
                    <a:pt x="348595" y="256574"/>
                  </a:cubicBezTo>
                  <a:cubicBezTo>
                    <a:pt x="345768" y="256574"/>
                    <a:pt x="342939" y="256645"/>
                    <a:pt x="340111" y="256645"/>
                  </a:cubicBezTo>
                  <a:cubicBezTo>
                    <a:pt x="334243" y="256645"/>
                    <a:pt x="328304" y="256857"/>
                    <a:pt x="322436" y="256928"/>
                  </a:cubicBezTo>
                  <a:cubicBezTo>
                    <a:pt x="316850" y="256999"/>
                    <a:pt x="311195" y="257140"/>
                    <a:pt x="305609" y="257210"/>
                  </a:cubicBezTo>
                  <a:cubicBezTo>
                    <a:pt x="302781" y="257281"/>
                    <a:pt x="299953" y="257352"/>
                    <a:pt x="297196" y="257352"/>
                  </a:cubicBezTo>
                  <a:cubicBezTo>
                    <a:pt x="285742" y="257564"/>
                    <a:pt x="274288" y="257776"/>
                    <a:pt x="262765" y="257988"/>
                  </a:cubicBezTo>
                  <a:cubicBezTo>
                    <a:pt x="259936" y="257988"/>
                    <a:pt x="257108" y="257988"/>
                    <a:pt x="254280" y="257988"/>
                  </a:cubicBezTo>
                  <a:lnTo>
                    <a:pt x="254209" y="257988"/>
                  </a:lnTo>
                  <a:cubicBezTo>
                    <a:pt x="242685" y="258130"/>
                    <a:pt x="231161" y="258271"/>
                    <a:pt x="219495" y="258271"/>
                  </a:cubicBezTo>
                  <a:lnTo>
                    <a:pt x="210940" y="258271"/>
                  </a:lnTo>
                  <a:cubicBezTo>
                    <a:pt x="199274" y="258271"/>
                    <a:pt x="187609" y="258130"/>
                    <a:pt x="175802" y="257847"/>
                  </a:cubicBezTo>
                  <a:cubicBezTo>
                    <a:pt x="172903" y="257776"/>
                    <a:pt x="170004" y="257705"/>
                    <a:pt x="167106" y="257635"/>
                  </a:cubicBezTo>
                  <a:cubicBezTo>
                    <a:pt x="160389" y="257493"/>
                    <a:pt x="153673" y="257281"/>
                    <a:pt x="146956" y="256999"/>
                  </a:cubicBezTo>
                  <a:lnTo>
                    <a:pt x="146602" y="256999"/>
                  </a:lnTo>
                  <a:cubicBezTo>
                    <a:pt x="141654" y="256786"/>
                    <a:pt x="136563" y="256645"/>
                    <a:pt x="131472" y="256504"/>
                  </a:cubicBezTo>
                  <a:cubicBezTo>
                    <a:pt x="128573" y="256433"/>
                    <a:pt x="125746" y="256362"/>
                    <a:pt x="122847" y="256362"/>
                  </a:cubicBezTo>
                  <a:lnTo>
                    <a:pt x="122776" y="256362"/>
                  </a:lnTo>
                  <a:cubicBezTo>
                    <a:pt x="111746" y="256150"/>
                    <a:pt x="100364" y="256079"/>
                    <a:pt x="88839" y="256079"/>
                  </a:cubicBezTo>
                  <a:lnTo>
                    <a:pt x="80285" y="256079"/>
                  </a:lnTo>
                  <a:cubicBezTo>
                    <a:pt x="69044" y="256079"/>
                    <a:pt x="57732" y="256079"/>
                    <a:pt x="46419" y="256009"/>
                  </a:cubicBezTo>
                  <a:lnTo>
                    <a:pt x="46348" y="256009"/>
                  </a:lnTo>
                  <a:cubicBezTo>
                    <a:pt x="43521" y="256009"/>
                    <a:pt x="40692" y="256009"/>
                    <a:pt x="37864" y="255938"/>
                  </a:cubicBezTo>
                  <a:cubicBezTo>
                    <a:pt x="25279" y="255938"/>
                    <a:pt x="12694" y="255726"/>
                    <a:pt x="534" y="255231"/>
                  </a:cubicBezTo>
                  <a:cubicBezTo>
                    <a:pt x="-31" y="233172"/>
                    <a:pt x="-102" y="212032"/>
                    <a:pt x="110" y="191246"/>
                  </a:cubicBezTo>
                  <a:lnTo>
                    <a:pt x="110" y="191246"/>
                  </a:lnTo>
                  <a:cubicBezTo>
                    <a:pt x="110" y="186014"/>
                    <a:pt x="181" y="180853"/>
                    <a:pt x="252" y="175763"/>
                  </a:cubicBezTo>
                  <a:cubicBezTo>
                    <a:pt x="605" y="155755"/>
                    <a:pt x="1171" y="136099"/>
                    <a:pt x="1736" y="116233"/>
                  </a:cubicBezTo>
                  <a:lnTo>
                    <a:pt x="1736" y="116233"/>
                  </a:lnTo>
                  <a:cubicBezTo>
                    <a:pt x="1878" y="111708"/>
                    <a:pt x="2019" y="107183"/>
                    <a:pt x="2089" y="102729"/>
                  </a:cubicBezTo>
                  <a:cubicBezTo>
                    <a:pt x="2726" y="82155"/>
                    <a:pt x="3291" y="61368"/>
                    <a:pt x="3716" y="39875"/>
                  </a:cubicBezTo>
                  <a:lnTo>
                    <a:pt x="3716" y="39875"/>
                  </a:lnTo>
                  <a:cubicBezTo>
                    <a:pt x="3787" y="35280"/>
                    <a:pt x="3857" y="30684"/>
                    <a:pt x="3927" y="26089"/>
                  </a:cubicBezTo>
                  <a:lnTo>
                    <a:pt x="3927" y="26089"/>
                  </a:lnTo>
                  <a:cubicBezTo>
                    <a:pt x="4069" y="17534"/>
                    <a:pt x="4140" y="9050"/>
                    <a:pt x="4140" y="353"/>
                  </a:cubicBezTo>
                  <a:lnTo>
                    <a:pt x="21462" y="353"/>
                  </a:lnTo>
                  <a:cubicBezTo>
                    <a:pt x="24360" y="353"/>
                    <a:pt x="27401" y="353"/>
                    <a:pt x="30300" y="353"/>
                  </a:cubicBezTo>
                  <a:lnTo>
                    <a:pt x="30370" y="353"/>
                  </a:lnTo>
                  <a:cubicBezTo>
                    <a:pt x="41824" y="353"/>
                    <a:pt x="53277" y="283"/>
                    <a:pt x="64731" y="283"/>
                  </a:cubicBezTo>
                  <a:cubicBezTo>
                    <a:pt x="67700" y="212"/>
                    <a:pt x="70670" y="212"/>
                    <a:pt x="73639" y="212"/>
                  </a:cubicBezTo>
                  <a:lnTo>
                    <a:pt x="108000" y="0"/>
                  </a:lnTo>
                  <a:lnTo>
                    <a:pt x="116908" y="0"/>
                  </a:lnTo>
                  <a:cubicBezTo>
                    <a:pt x="128362" y="0"/>
                    <a:pt x="139886" y="0"/>
                    <a:pt x="151340" y="0"/>
                  </a:cubicBezTo>
                  <a:cubicBezTo>
                    <a:pt x="154309" y="0"/>
                    <a:pt x="157349" y="0"/>
                    <a:pt x="160318" y="0"/>
                  </a:cubicBezTo>
                  <a:cubicBezTo>
                    <a:pt x="171842" y="0"/>
                    <a:pt x="183437" y="0"/>
                    <a:pt x="194962" y="142"/>
                  </a:cubicBezTo>
                  <a:cubicBezTo>
                    <a:pt x="197931" y="142"/>
                    <a:pt x="200971" y="212"/>
                    <a:pt x="203941" y="212"/>
                  </a:cubicBezTo>
                  <a:cubicBezTo>
                    <a:pt x="215607" y="353"/>
                    <a:pt x="227273" y="566"/>
                    <a:pt x="238938" y="778"/>
                  </a:cubicBezTo>
                  <a:cubicBezTo>
                    <a:pt x="241978" y="848"/>
                    <a:pt x="245019" y="919"/>
                    <a:pt x="248058" y="1061"/>
                  </a:cubicBezTo>
                  <a:cubicBezTo>
                    <a:pt x="259866" y="1343"/>
                    <a:pt x="271602" y="1697"/>
                    <a:pt x="283338" y="2192"/>
                  </a:cubicBezTo>
                  <a:lnTo>
                    <a:pt x="283409" y="2192"/>
                  </a:lnTo>
                  <a:cubicBezTo>
                    <a:pt x="286449" y="2262"/>
                    <a:pt x="289489" y="2404"/>
                    <a:pt x="292530" y="2545"/>
                  </a:cubicBezTo>
                  <a:cubicBezTo>
                    <a:pt x="304054" y="3040"/>
                    <a:pt x="315578" y="3606"/>
                    <a:pt x="327032" y="4313"/>
                  </a:cubicBezTo>
                  <a:cubicBezTo>
                    <a:pt x="327526" y="4313"/>
                    <a:pt x="327951" y="4383"/>
                    <a:pt x="328445" y="4383"/>
                  </a:cubicBezTo>
                  <a:cubicBezTo>
                    <a:pt x="331557" y="4596"/>
                    <a:pt x="334526" y="4737"/>
                    <a:pt x="337566" y="4878"/>
                  </a:cubicBezTo>
                  <a:lnTo>
                    <a:pt x="337637" y="4878"/>
                  </a:lnTo>
                  <a:cubicBezTo>
                    <a:pt x="344636" y="5303"/>
                    <a:pt x="351565" y="5727"/>
                    <a:pt x="358422" y="6010"/>
                  </a:cubicBezTo>
                  <a:cubicBezTo>
                    <a:pt x="363514" y="6292"/>
                    <a:pt x="368533" y="6505"/>
                    <a:pt x="373553" y="6717"/>
                  </a:cubicBezTo>
                  <a:cubicBezTo>
                    <a:pt x="376593" y="6858"/>
                    <a:pt x="379633" y="6999"/>
                    <a:pt x="382673" y="7070"/>
                  </a:cubicBezTo>
                  <a:cubicBezTo>
                    <a:pt x="394692" y="7565"/>
                    <a:pt x="406500" y="7989"/>
                    <a:pt x="418236" y="8343"/>
                  </a:cubicBezTo>
                  <a:cubicBezTo>
                    <a:pt x="421205" y="8343"/>
                    <a:pt x="424104" y="8484"/>
                    <a:pt x="427003" y="8555"/>
                  </a:cubicBezTo>
                  <a:cubicBezTo>
                    <a:pt x="438880" y="8908"/>
                    <a:pt x="450688" y="9191"/>
                    <a:pt x="462354" y="9403"/>
                  </a:cubicBezTo>
                  <a:cubicBezTo>
                    <a:pt x="465252" y="9403"/>
                    <a:pt x="468221" y="9474"/>
                    <a:pt x="471120" y="9545"/>
                  </a:cubicBezTo>
                  <a:cubicBezTo>
                    <a:pt x="482856" y="9686"/>
                    <a:pt x="494522" y="9828"/>
                    <a:pt x="506188" y="9969"/>
                  </a:cubicBezTo>
                  <a:cubicBezTo>
                    <a:pt x="509087" y="10040"/>
                    <a:pt x="511986" y="10040"/>
                    <a:pt x="514884" y="10040"/>
                  </a:cubicBezTo>
                  <a:cubicBezTo>
                    <a:pt x="526550" y="10181"/>
                    <a:pt x="538145" y="10252"/>
                    <a:pt x="549811" y="10323"/>
                  </a:cubicBezTo>
                  <a:cubicBezTo>
                    <a:pt x="552709" y="10323"/>
                    <a:pt x="555608" y="10393"/>
                    <a:pt x="558578" y="10393"/>
                  </a:cubicBezTo>
                  <a:cubicBezTo>
                    <a:pt x="570173" y="10464"/>
                    <a:pt x="581768" y="10534"/>
                    <a:pt x="593433" y="10605"/>
                  </a:cubicBezTo>
                  <a:cubicBezTo>
                    <a:pt x="596332" y="10605"/>
                    <a:pt x="599231" y="10676"/>
                    <a:pt x="602130" y="10676"/>
                  </a:cubicBezTo>
                  <a:lnTo>
                    <a:pt x="602200" y="10676"/>
                  </a:lnTo>
                  <a:cubicBezTo>
                    <a:pt x="613795" y="10747"/>
                    <a:pt x="625460" y="10888"/>
                    <a:pt x="637268" y="11029"/>
                  </a:cubicBezTo>
                  <a:cubicBezTo>
                    <a:pt x="640096" y="11100"/>
                    <a:pt x="642994" y="11100"/>
                    <a:pt x="645893" y="11171"/>
                  </a:cubicBezTo>
                  <a:cubicBezTo>
                    <a:pt x="647448" y="11171"/>
                    <a:pt x="649004" y="11242"/>
                    <a:pt x="650560" y="11242"/>
                  </a:cubicBezTo>
                  <a:cubicBezTo>
                    <a:pt x="660811" y="11383"/>
                    <a:pt x="670992" y="11524"/>
                    <a:pt x="681031" y="11666"/>
                  </a:cubicBezTo>
                  <a:cubicBezTo>
                    <a:pt x="684001" y="11666"/>
                    <a:pt x="686829" y="11666"/>
                    <a:pt x="689727" y="11737"/>
                  </a:cubicBezTo>
                  <a:cubicBezTo>
                    <a:pt x="701535" y="11878"/>
                    <a:pt x="713201" y="11948"/>
                    <a:pt x="724796" y="12019"/>
                  </a:cubicBezTo>
                  <a:lnTo>
                    <a:pt x="733350" y="12019"/>
                  </a:lnTo>
                  <a:cubicBezTo>
                    <a:pt x="745087" y="12090"/>
                    <a:pt x="756682" y="12161"/>
                    <a:pt x="768277" y="12161"/>
                  </a:cubicBezTo>
                  <a:cubicBezTo>
                    <a:pt x="771175" y="12232"/>
                    <a:pt x="774074" y="12232"/>
                    <a:pt x="776902" y="12161"/>
                  </a:cubicBezTo>
                  <a:cubicBezTo>
                    <a:pt x="783619" y="12232"/>
                    <a:pt x="790194" y="12232"/>
                    <a:pt x="796840" y="12232"/>
                  </a:cubicBezTo>
                  <a:lnTo>
                    <a:pt x="820313" y="12232"/>
                  </a:lnTo>
                  <a:cubicBezTo>
                    <a:pt x="831908" y="12232"/>
                    <a:pt x="843573" y="12232"/>
                    <a:pt x="855168" y="12161"/>
                  </a:cubicBezTo>
                  <a:lnTo>
                    <a:pt x="898579" y="12161"/>
                  </a:lnTo>
                  <a:cubicBezTo>
                    <a:pt x="901407" y="12090"/>
                    <a:pt x="904306" y="12090"/>
                    <a:pt x="907133" y="12090"/>
                  </a:cubicBezTo>
                  <a:lnTo>
                    <a:pt x="952736" y="12090"/>
                  </a:lnTo>
                  <a:cubicBezTo>
                    <a:pt x="963553" y="12090"/>
                    <a:pt x="974441" y="12090"/>
                    <a:pt x="985470" y="12161"/>
                  </a:cubicBezTo>
                  <a:lnTo>
                    <a:pt x="995086" y="12161"/>
                  </a:lnTo>
                  <a:cubicBezTo>
                    <a:pt x="1006256" y="12232"/>
                    <a:pt x="1017568" y="12302"/>
                    <a:pt x="1029022" y="12302"/>
                  </a:cubicBezTo>
                  <a:cubicBezTo>
                    <a:pt x="1031850" y="12302"/>
                    <a:pt x="1034749" y="12302"/>
                    <a:pt x="1037648" y="12443"/>
                  </a:cubicBezTo>
                  <a:cubicBezTo>
                    <a:pt x="1044011" y="12443"/>
                    <a:pt x="1050515" y="12514"/>
                    <a:pt x="1057020" y="12585"/>
                  </a:cubicBezTo>
                  <a:cubicBezTo>
                    <a:pt x="1058151" y="25594"/>
                    <a:pt x="1059211" y="38391"/>
                    <a:pt x="1060201" y="51117"/>
                  </a:cubicBezTo>
                  <a:cubicBezTo>
                    <a:pt x="1060626" y="57056"/>
                    <a:pt x="1061049" y="62924"/>
                    <a:pt x="1061403" y="68792"/>
                  </a:cubicBezTo>
                  <a:cubicBezTo>
                    <a:pt x="1062888" y="91063"/>
                    <a:pt x="1063807" y="113192"/>
                    <a:pt x="1063948" y="135958"/>
                  </a:cubicBezTo>
                  <a:close/>
                </a:path>
              </a:pathLst>
            </a:custGeom>
            <a:no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1" name="Google Shape;1941;p65"/>
            <p:cNvSpPr/>
            <p:nvPr/>
          </p:nvSpPr>
          <p:spPr>
            <a:xfrm flipH="1" rot="-2326893">
              <a:off x="8811595" y="4267385"/>
              <a:ext cx="157678" cy="263134"/>
            </a:xfrm>
            <a:custGeom>
              <a:rect b="b" l="l" r="r" t="t"/>
              <a:pathLst>
                <a:path extrusionOk="0" h="257563" w="154340">
                  <a:moveTo>
                    <a:pt x="154340" y="257493"/>
                  </a:moveTo>
                  <a:cubicBezTo>
                    <a:pt x="151441" y="257423"/>
                    <a:pt x="148543" y="257352"/>
                    <a:pt x="145644" y="257281"/>
                  </a:cubicBezTo>
                  <a:cubicBezTo>
                    <a:pt x="145361" y="256857"/>
                    <a:pt x="145008" y="256362"/>
                    <a:pt x="144725" y="255938"/>
                  </a:cubicBezTo>
                  <a:cubicBezTo>
                    <a:pt x="125353" y="228364"/>
                    <a:pt x="110788" y="199519"/>
                    <a:pt x="93820" y="164663"/>
                  </a:cubicBezTo>
                  <a:cubicBezTo>
                    <a:pt x="87245" y="151300"/>
                    <a:pt x="79609" y="138504"/>
                    <a:pt x="72185" y="126060"/>
                  </a:cubicBezTo>
                  <a:cubicBezTo>
                    <a:pt x="64621" y="113546"/>
                    <a:pt x="56843" y="100537"/>
                    <a:pt x="50198" y="86892"/>
                  </a:cubicBezTo>
                  <a:cubicBezTo>
                    <a:pt x="39522" y="64974"/>
                    <a:pt x="21281" y="27503"/>
                    <a:pt x="0" y="0"/>
                  </a:cubicBezTo>
                  <a:cubicBezTo>
                    <a:pt x="2898" y="0"/>
                    <a:pt x="5939" y="0"/>
                    <a:pt x="8838" y="0"/>
                  </a:cubicBezTo>
                  <a:lnTo>
                    <a:pt x="8908" y="0"/>
                  </a:lnTo>
                  <a:cubicBezTo>
                    <a:pt x="26937" y="24463"/>
                    <a:pt x="42774" y="55501"/>
                    <a:pt x="56561" y="83852"/>
                  </a:cubicBezTo>
                  <a:cubicBezTo>
                    <a:pt x="63065" y="97214"/>
                    <a:pt x="70772" y="110082"/>
                    <a:pt x="78195" y="122525"/>
                  </a:cubicBezTo>
                  <a:cubicBezTo>
                    <a:pt x="85760" y="135039"/>
                    <a:pt x="93467" y="148048"/>
                    <a:pt x="100183" y="161623"/>
                  </a:cubicBezTo>
                  <a:cubicBezTo>
                    <a:pt x="117010" y="196195"/>
                    <a:pt x="131433" y="224829"/>
                    <a:pt x="150522" y="251908"/>
                  </a:cubicBezTo>
                  <a:cubicBezTo>
                    <a:pt x="151866" y="253746"/>
                    <a:pt x="153138" y="255655"/>
                    <a:pt x="154340" y="257564"/>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2" name="Google Shape;1942;p65"/>
            <p:cNvSpPr/>
            <p:nvPr/>
          </p:nvSpPr>
          <p:spPr>
            <a:xfrm flipH="1" rot="-2326893">
              <a:off x="8742133" y="4322446"/>
              <a:ext cx="158111" cy="263639"/>
            </a:xfrm>
            <a:custGeom>
              <a:rect b="b" l="l" r="r" t="t"/>
              <a:pathLst>
                <a:path extrusionOk="0" h="258058" w="154764">
                  <a:moveTo>
                    <a:pt x="154765" y="258059"/>
                  </a:moveTo>
                  <a:cubicBezTo>
                    <a:pt x="151936" y="258059"/>
                    <a:pt x="149108" y="258059"/>
                    <a:pt x="146280" y="258059"/>
                  </a:cubicBezTo>
                  <a:lnTo>
                    <a:pt x="146209" y="258059"/>
                  </a:lnTo>
                  <a:cubicBezTo>
                    <a:pt x="145856" y="257493"/>
                    <a:pt x="145502" y="256928"/>
                    <a:pt x="145079" y="256362"/>
                  </a:cubicBezTo>
                  <a:cubicBezTo>
                    <a:pt x="125706" y="228789"/>
                    <a:pt x="111142" y="199943"/>
                    <a:pt x="94103" y="165087"/>
                  </a:cubicBezTo>
                  <a:cubicBezTo>
                    <a:pt x="87599" y="151725"/>
                    <a:pt x="79892" y="138928"/>
                    <a:pt x="72469" y="126484"/>
                  </a:cubicBezTo>
                  <a:cubicBezTo>
                    <a:pt x="64974" y="113970"/>
                    <a:pt x="57197" y="100961"/>
                    <a:pt x="50551" y="87316"/>
                  </a:cubicBezTo>
                  <a:cubicBezTo>
                    <a:pt x="39805" y="65328"/>
                    <a:pt x="21422" y="27574"/>
                    <a:pt x="0" y="0"/>
                  </a:cubicBezTo>
                  <a:lnTo>
                    <a:pt x="8908" y="0"/>
                  </a:lnTo>
                  <a:cubicBezTo>
                    <a:pt x="27149" y="24533"/>
                    <a:pt x="42986" y="55712"/>
                    <a:pt x="56914" y="84205"/>
                  </a:cubicBezTo>
                  <a:cubicBezTo>
                    <a:pt x="63419" y="97568"/>
                    <a:pt x="71125" y="110435"/>
                    <a:pt x="78549" y="122878"/>
                  </a:cubicBezTo>
                  <a:cubicBezTo>
                    <a:pt x="86043" y="135393"/>
                    <a:pt x="93820" y="148402"/>
                    <a:pt x="100466" y="161976"/>
                  </a:cubicBezTo>
                  <a:cubicBezTo>
                    <a:pt x="117364" y="196549"/>
                    <a:pt x="131787" y="225183"/>
                    <a:pt x="150876" y="252262"/>
                  </a:cubicBezTo>
                  <a:cubicBezTo>
                    <a:pt x="152219" y="254170"/>
                    <a:pt x="153492" y="256079"/>
                    <a:pt x="154765" y="25798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3" name="Google Shape;1943;p65"/>
            <p:cNvSpPr/>
            <p:nvPr/>
          </p:nvSpPr>
          <p:spPr>
            <a:xfrm flipH="1" rot="-2326893">
              <a:off x="8673544" y="4378076"/>
              <a:ext cx="156956" cy="262051"/>
            </a:xfrm>
            <a:custGeom>
              <a:rect b="b" l="l" r="r" t="t"/>
              <a:pathLst>
                <a:path extrusionOk="0" h="256503" w="153633">
                  <a:moveTo>
                    <a:pt x="153633" y="256433"/>
                  </a:moveTo>
                  <a:cubicBezTo>
                    <a:pt x="150806" y="256433"/>
                    <a:pt x="147978" y="256503"/>
                    <a:pt x="145149" y="256503"/>
                  </a:cubicBezTo>
                  <a:cubicBezTo>
                    <a:pt x="145079" y="256433"/>
                    <a:pt x="145008" y="256291"/>
                    <a:pt x="144937" y="256220"/>
                  </a:cubicBezTo>
                  <a:cubicBezTo>
                    <a:pt x="125565" y="228647"/>
                    <a:pt x="111001" y="199801"/>
                    <a:pt x="94033" y="164946"/>
                  </a:cubicBezTo>
                  <a:cubicBezTo>
                    <a:pt x="87528" y="151583"/>
                    <a:pt x="79822" y="138786"/>
                    <a:pt x="72398" y="126343"/>
                  </a:cubicBezTo>
                  <a:cubicBezTo>
                    <a:pt x="64833" y="113828"/>
                    <a:pt x="57127" y="100820"/>
                    <a:pt x="50410" y="87174"/>
                  </a:cubicBezTo>
                  <a:cubicBezTo>
                    <a:pt x="39663" y="65186"/>
                    <a:pt x="21352" y="27574"/>
                    <a:pt x="0" y="0"/>
                  </a:cubicBezTo>
                  <a:cubicBezTo>
                    <a:pt x="2970" y="0"/>
                    <a:pt x="6010" y="71"/>
                    <a:pt x="8979" y="71"/>
                  </a:cubicBezTo>
                  <a:cubicBezTo>
                    <a:pt x="27150" y="24533"/>
                    <a:pt x="42916" y="55642"/>
                    <a:pt x="56773" y="84064"/>
                  </a:cubicBezTo>
                  <a:cubicBezTo>
                    <a:pt x="63349" y="97426"/>
                    <a:pt x="70984" y="110293"/>
                    <a:pt x="78479" y="122737"/>
                  </a:cubicBezTo>
                  <a:cubicBezTo>
                    <a:pt x="85973" y="135251"/>
                    <a:pt x="93750" y="148260"/>
                    <a:pt x="100396" y="161835"/>
                  </a:cubicBezTo>
                  <a:cubicBezTo>
                    <a:pt x="117223" y="196407"/>
                    <a:pt x="131645" y="225042"/>
                    <a:pt x="150735" y="252120"/>
                  </a:cubicBezTo>
                  <a:cubicBezTo>
                    <a:pt x="151725" y="253534"/>
                    <a:pt x="152715" y="254948"/>
                    <a:pt x="153633" y="25643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4" name="Google Shape;1944;p65"/>
            <p:cNvSpPr/>
            <p:nvPr/>
          </p:nvSpPr>
          <p:spPr>
            <a:xfrm flipH="1" rot="-2326893">
              <a:off x="8604885" y="4436141"/>
              <a:ext cx="155945" cy="260679"/>
            </a:xfrm>
            <a:custGeom>
              <a:rect b="b" l="l" r="r" t="t"/>
              <a:pathLst>
                <a:path extrusionOk="0" h="255160" w="152644">
                  <a:moveTo>
                    <a:pt x="152644" y="255160"/>
                  </a:moveTo>
                  <a:cubicBezTo>
                    <a:pt x="149674" y="255019"/>
                    <a:pt x="146775" y="254877"/>
                    <a:pt x="143876" y="254877"/>
                  </a:cubicBezTo>
                  <a:cubicBezTo>
                    <a:pt x="143736" y="254665"/>
                    <a:pt x="143523" y="254383"/>
                    <a:pt x="143382" y="254170"/>
                  </a:cubicBezTo>
                  <a:cubicBezTo>
                    <a:pt x="124010" y="226597"/>
                    <a:pt x="109445" y="197751"/>
                    <a:pt x="92478" y="162895"/>
                  </a:cubicBezTo>
                  <a:cubicBezTo>
                    <a:pt x="85902" y="149604"/>
                    <a:pt x="78267" y="136736"/>
                    <a:pt x="70843" y="124363"/>
                  </a:cubicBezTo>
                  <a:cubicBezTo>
                    <a:pt x="63278" y="111778"/>
                    <a:pt x="55500" y="98770"/>
                    <a:pt x="48855" y="85124"/>
                  </a:cubicBezTo>
                  <a:cubicBezTo>
                    <a:pt x="38391" y="63631"/>
                    <a:pt x="20645" y="27291"/>
                    <a:pt x="0" y="0"/>
                  </a:cubicBezTo>
                  <a:cubicBezTo>
                    <a:pt x="3041" y="71"/>
                    <a:pt x="6080" y="212"/>
                    <a:pt x="9121" y="353"/>
                  </a:cubicBezTo>
                  <a:cubicBezTo>
                    <a:pt x="26513" y="24463"/>
                    <a:pt x="41785" y="54511"/>
                    <a:pt x="55218" y="82013"/>
                  </a:cubicBezTo>
                  <a:cubicBezTo>
                    <a:pt x="61722" y="95446"/>
                    <a:pt x="69429" y="108243"/>
                    <a:pt x="76852" y="120687"/>
                  </a:cubicBezTo>
                  <a:cubicBezTo>
                    <a:pt x="84417" y="133272"/>
                    <a:pt x="92124" y="146210"/>
                    <a:pt x="98769" y="159785"/>
                  </a:cubicBezTo>
                  <a:cubicBezTo>
                    <a:pt x="115667" y="194357"/>
                    <a:pt x="130090" y="222991"/>
                    <a:pt x="149179" y="250070"/>
                  </a:cubicBezTo>
                  <a:cubicBezTo>
                    <a:pt x="150381" y="251767"/>
                    <a:pt x="151513" y="253463"/>
                    <a:pt x="152644" y="25516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5" name="Google Shape;1945;p65"/>
            <p:cNvSpPr/>
            <p:nvPr/>
          </p:nvSpPr>
          <p:spPr>
            <a:xfrm flipH="1" rot="-2326893">
              <a:off x="8536312" y="4497314"/>
              <a:ext cx="155584" cy="260679"/>
            </a:xfrm>
            <a:custGeom>
              <a:rect b="b" l="l" r="r" t="t"/>
              <a:pathLst>
                <a:path extrusionOk="0" h="255160" w="152290">
                  <a:moveTo>
                    <a:pt x="152290" y="255160"/>
                  </a:moveTo>
                  <a:cubicBezTo>
                    <a:pt x="149391" y="255019"/>
                    <a:pt x="146492" y="254877"/>
                    <a:pt x="143594" y="254736"/>
                  </a:cubicBezTo>
                  <a:lnTo>
                    <a:pt x="143523" y="254736"/>
                  </a:lnTo>
                  <a:cubicBezTo>
                    <a:pt x="142463" y="253039"/>
                    <a:pt x="141261" y="251342"/>
                    <a:pt x="140059" y="249645"/>
                  </a:cubicBezTo>
                  <a:cubicBezTo>
                    <a:pt x="120687" y="222072"/>
                    <a:pt x="106122" y="193226"/>
                    <a:pt x="89154" y="158370"/>
                  </a:cubicBezTo>
                  <a:cubicBezTo>
                    <a:pt x="82650" y="145079"/>
                    <a:pt x="74943" y="132211"/>
                    <a:pt x="67520" y="119838"/>
                  </a:cubicBezTo>
                  <a:cubicBezTo>
                    <a:pt x="60025" y="107253"/>
                    <a:pt x="52248" y="94245"/>
                    <a:pt x="45603" y="80599"/>
                  </a:cubicBezTo>
                  <a:cubicBezTo>
                    <a:pt x="35634" y="60308"/>
                    <a:pt x="19301" y="26725"/>
                    <a:pt x="0" y="0"/>
                  </a:cubicBezTo>
                  <a:cubicBezTo>
                    <a:pt x="3041" y="142"/>
                    <a:pt x="6080" y="283"/>
                    <a:pt x="9121" y="353"/>
                  </a:cubicBezTo>
                  <a:cubicBezTo>
                    <a:pt x="25099" y="23614"/>
                    <a:pt x="39310" y="51682"/>
                    <a:pt x="51895" y="77488"/>
                  </a:cubicBezTo>
                  <a:cubicBezTo>
                    <a:pt x="58470" y="90921"/>
                    <a:pt x="66176" y="103718"/>
                    <a:pt x="73600" y="116162"/>
                  </a:cubicBezTo>
                  <a:cubicBezTo>
                    <a:pt x="81094" y="128747"/>
                    <a:pt x="88872" y="141685"/>
                    <a:pt x="95517" y="155260"/>
                  </a:cubicBezTo>
                  <a:cubicBezTo>
                    <a:pt x="112344" y="189832"/>
                    <a:pt x="126767" y="218396"/>
                    <a:pt x="145856" y="245545"/>
                  </a:cubicBezTo>
                  <a:cubicBezTo>
                    <a:pt x="148048" y="248726"/>
                    <a:pt x="150240" y="251908"/>
                    <a:pt x="152290" y="25516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6" name="Google Shape;1946;p65"/>
            <p:cNvSpPr/>
            <p:nvPr/>
          </p:nvSpPr>
          <p:spPr>
            <a:xfrm flipH="1" rot="-2326893">
              <a:off x="8466832" y="4556445"/>
              <a:ext cx="156883" cy="262846"/>
            </a:xfrm>
            <a:custGeom>
              <a:rect b="b" l="l" r="r" t="t"/>
              <a:pathLst>
                <a:path extrusionOk="0" h="257281" w="153562">
                  <a:moveTo>
                    <a:pt x="153562" y="257281"/>
                  </a:moveTo>
                  <a:cubicBezTo>
                    <a:pt x="150663" y="257140"/>
                    <a:pt x="147765" y="256998"/>
                    <a:pt x="144866" y="256857"/>
                  </a:cubicBezTo>
                  <a:cubicBezTo>
                    <a:pt x="142674" y="253534"/>
                    <a:pt x="140483" y="250211"/>
                    <a:pt x="138149" y="246959"/>
                  </a:cubicBezTo>
                  <a:cubicBezTo>
                    <a:pt x="118777" y="219385"/>
                    <a:pt x="104213" y="190539"/>
                    <a:pt x="87245" y="155684"/>
                  </a:cubicBezTo>
                  <a:cubicBezTo>
                    <a:pt x="80669" y="142321"/>
                    <a:pt x="73034" y="129524"/>
                    <a:pt x="65540" y="117081"/>
                  </a:cubicBezTo>
                  <a:cubicBezTo>
                    <a:pt x="58045" y="104567"/>
                    <a:pt x="50268" y="91558"/>
                    <a:pt x="43622" y="77913"/>
                  </a:cubicBezTo>
                  <a:cubicBezTo>
                    <a:pt x="34078" y="58328"/>
                    <a:pt x="18453" y="26230"/>
                    <a:pt x="0" y="0"/>
                  </a:cubicBezTo>
                  <a:cubicBezTo>
                    <a:pt x="2898" y="0"/>
                    <a:pt x="5868" y="71"/>
                    <a:pt x="8767" y="142"/>
                  </a:cubicBezTo>
                  <a:cubicBezTo>
                    <a:pt x="24179" y="22907"/>
                    <a:pt x="37825" y="49915"/>
                    <a:pt x="49985" y="74802"/>
                  </a:cubicBezTo>
                  <a:cubicBezTo>
                    <a:pt x="56490" y="88164"/>
                    <a:pt x="64196" y="101032"/>
                    <a:pt x="71620" y="113475"/>
                  </a:cubicBezTo>
                  <a:cubicBezTo>
                    <a:pt x="79185" y="125989"/>
                    <a:pt x="86891" y="138998"/>
                    <a:pt x="93537" y="152573"/>
                  </a:cubicBezTo>
                  <a:cubicBezTo>
                    <a:pt x="110435" y="187145"/>
                    <a:pt x="124857" y="215780"/>
                    <a:pt x="143947" y="242858"/>
                  </a:cubicBezTo>
                  <a:cubicBezTo>
                    <a:pt x="147270" y="247595"/>
                    <a:pt x="150381" y="252403"/>
                    <a:pt x="153562" y="25728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7" name="Google Shape;1947;p65"/>
            <p:cNvSpPr/>
            <p:nvPr/>
          </p:nvSpPr>
          <p:spPr>
            <a:xfrm flipH="1" rot="-2326893">
              <a:off x="8397205" y="4613341"/>
              <a:ext cx="158256" cy="264940"/>
            </a:xfrm>
            <a:custGeom>
              <a:rect b="b" l="l" r="r" t="t"/>
              <a:pathLst>
                <a:path extrusionOk="0" h="259331" w="154906">
                  <a:moveTo>
                    <a:pt x="154906" y="259331"/>
                  </a:moveTo>
                  <a:cubicBezTo>
                    <a:pt x="152078" y="259331"/>
                    <a:pt x="149179" y="259261"/>
                    <a:pt x="146351" y="259190"/>
                  </a:cubicBezTo>
                  <a:cubicBezTo>
                    <a:pt x="143523" y="254806"/>
                    <a:pt x="140624" y="250352"/>
                    <a:pt x="137584" y="246040"/>
                  </a:cubicBezTo>
                  <a:cubicBezTo>
                    <a:pt x="118212" y="218466"/>
                    <a:pt x="103648" y="189620"/>
                    <a:pt x="86609" y="154765"/>
                  </a:cubicBezTo>
                  <a:cubicBezTo>
                    <a:pt x="80104" y="141402"/>
                    <a:pt x="72398" y="128605"/>
                    <a:pt x="64974" y="116162"/>
                  </a:cubicBezTo>
                  <a:cubicBezTo>
                    <a:pt x="57480" y="103648"/>
                    <a:pt x="49703" y="90639"/>
                    <a:pt x="43057" y="76994"/>
                  </a:cubicBezTo>
                  <a:cubicBezTo>
                    <a:pt x="33583" y="57621"/>
                    <a:pt x="18241" y="26089"/>
                    <a:pt x="0" y="0"/>
                  </a:cubicBezTo>
                  <a:cubicBezTo>
                    <a:pt x="2899" y="0"/>
                    <a:pt x="5797" y="71"/>
                    <a:pt x="8767" y="71"/>
                  </a:cubicBezTo>
                  <a:cubicBezTo>
                    <a:pt x="23897" y="22624"/>
                    <a:pt x="37400" y="49278"/>
                    <a:pt x="49420" y="73883"/>
                  </a:cubicBezTo>
                  <a:cubicBezTo>
                    <a:pt x="55925" y="87245"/>
                    <a:pt x="63631" y="100112"/>
                    <a:pt x="71054" y="112556"/>
                  </a:cubicBezTo>
                  <a:cubicBezTo>
                    <a:pt x="78549" y="125070"/>
                    <a:pt x="86326" y="138079"/>
                    <a:pt x="92972" y="151654"/>
                  </a:cubicBezTo>
                  <a:cubicBezTo>
                    <a:pt x="109869" y="186226"/>
                    <a:pt x="124292" y="214861"/>
                    <a:pt x="143311" y="241939"/>
                  </a:cubicBezTo>
                  <a:cubicBezTo>
                    <a:pt x="146917" y="246959"/>
                    <a:pt x="150240" y="252120"/>
                    <a:pt x="153562" y="257281"/>
                  </a:cubicBezTo>
                  <a:cubicBezTo>
                    <a:pt x="153987" y="257988"/>
                    <a:pt x="154482" y="258624"/>
                    <a:pt x="154906" y="25933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8" name="Google Shape;1948;p65"/>
            <p:cNvSpPr/>
            <p:nvPr/>
          </p:nvSpPr>
          <p:spPr>
            <a:xfrm flipH="1" rot="-2326893">
              <a:off x="8328380" y="4669735"/>
              <a:ext cx="157606" cy="264290"/>
            </a:xfrm>
            <a:custGeom>
              <a:rect b="b" l="l" r="r" t="t"/>
              <a:pathLst>
                <a:path extrusionOk="0" h="258695" w="154269">
                  <a:moveTo>
                    <a:pt x="154269" y="258483"/>
                  </a:moveTo>
                  <a:cubicBezTo>
                    <a:pt x="151441" y="258483"/>
                    <a:pt x="148684" y="258624"/>
                    <a:pt x="145927" y="258695"/>
                  </a:cubicBezTo>
                  <a:cubicBezTo>
                    <a:pt x="143028" y="254241"/>
                    <a:pt x="140129" y="249716"/>
                    <a:pt x="136948" y="245333"/>
                  </a:cubicBezTo>
                  <a:cubicBezTo>
                    <a:pt x="117576" y="217759"/>
                    <a:pt x="103011" y="188913"/>
                    <a:pt x="86043" y="154058"/>
                  </a:cubicBezTo>
                  <a:cubicBezTo>
                    <a:pt x="79539" y="140766"/>
                    <a:pt x="71832" y="127898"/>
                    <a:pt x="64409" y="115526"/>
                  </a:cubicBezTo>
                  <a:cubicBezTo>
                    <a:pt x="56914" y="102941"/>
                    <a:pt x="49137" y="89932"/>
                    <a:pt x="42421" y="76287"/>
                  </a:cubicBezTo>
                  <a:cubicBezTo>
                    <a:pt x="33088" y="57056"/>
                    <a:pt x="17888" y="25948"/>
                    <a:pt x="0" y="0"/>
                  </a:cubicBezTo>
                  <a:cubicBezTo>
                    <a:pt x="2828" y="71"/>
                    <a:pt x="5726" y="71"/>
                    <a:pt x="8625" y="142"/>
                  </a:cubicBezTo>
                  <a:cubicBezTo>
                    <a:pt x="23614" y="22554"/>
                    <a:pt x="36977" y="48855"/>
                    <a:pt x="48784" y="73176"/>
                  </a:cubicBezTo>
                  <a:cubicBezTo>
                    <a:pt x="55288" y="86609"/>
                    <a:pt x="62995" y="99406"/>
                    <a:pt x="70489" y="111849"/>
                  </a:cubicBezTo>
                  <a:cubicBezTo>
                    <a:pt x="77983" y="124434"/>
                    <a:pt x="85760" y="137372"/>
                    <a:pt x="92406" y="150947"/>
                  </a:cubicBezTo>
                  <a:cubicBezTo>
                    <a:pt x="109233" y="185519"/>
                    <a:pt x="123656" y="214154"/>
                    <a:pt x="142745" y="241232"/>
                  </a:cubicBezTo>
                  <a:cubicBezTo>
                    <a:pt x="146280" y="246252"/>
                    <a:pt x="149604" y="251413"/>
                    <a:pt x="152926" y="256504"/>
                  </a:cubicBezTo>
                  <a:cubicBezTo>
                    <a:pt x="153350" y="257140"/>
                    <a:pt x="153775" y="257847"/>
                    <a:pt x="154269" y="25848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9" name="Google Shape;1949;p65"/>
            <p:cNvSpPr/>
            <p:nvPr/>
          </p:nvSpPr>
          <p:spPr>
            <a:xfrm flipH="1" rot="-2326893">
              <a:off x="8260630" y="4726067"/>
              <a:ext cx="154645" cy="260101"/>
            </a:xfrm>
            <a:custGeom>
              <a:rect b="b" l="l" r="r" t="t"/>
              <a:pathLst>
                <a:path extrusionOk="0" h="254594" w="151371">
                  <a:moveTo>
                    <a:pt x="151371" y="254170"/>
                  </a:moveTo>
                  <a:cubicBezTo>
                    <a:pt x="148684" y="254241"/>
                    <a:pt x="145927" y="254382"/>
                    <a:pt x="143240" y="254594"/>
                  </a:cubicBezTo>
                  <a:cubicBezTo>
                    <a:pt x="140977" y="251130"/>
                    <a:pt x="138715" y="247666"/>
                    <a:pt x="136312" y="244343"/>
                  </a:cubicBezTo>
                  <a:cubicBezTo>
                    <a:pt x="116939" y="216769"/>
                    <a:pt x="102375" y="187923"/>
                    <a:pt x="85336" y="153068"/>
                  </a:cubicBezTo>
                  <a:cubicBezTo>
                    <a:pt x="78832" y="139776"/>
                    <a:pt x="71196" y="126908"/>
                    <a:pt x="63772" y="114536"/>
                  </a:cubicBezTo>
                  <a:cubicBezTo>
                    <a:pt x="56207" y="101951"/>
                    <a:pt x="48430" y="88942"/>
                    <a:pt x="41785" y="75297"/>
                  </a:cubicBezTo>
                  <a:cubicBezTo>
                    <a:pt x="32522" y="56278"/>
                    <a:pt x="17604" y="25665"/>
                    <a:pt x="0" y="0"/>
                  </a:cubicBezTo>
                  <a:lnTo>
                    <a:pt x="8555" y="0"/>
                  </a:lnTo>
                  <a:cubicBezTo>
                    <a:pt x="23331" y="22200"/>
                    <a:pt x="36411" y="48147"/>
                    <a:pt x="48147" y="72186"/>
                  </a:cubicBezTo>
                  <a:cubicBezTo>
                    <a:pt x="54652" y="85619"/>
                    <a:pt x="62358" y="98416"/>
                    <a:pt x="69782" y="110859"/>
                  </a:cubicBezTo>
                  <a:cubicBezTo>
                    <a:pt x="77347" y="123444"/>
                    <a:pt x="85054" y="136382"/>
                    <a:pt x="91699" y="149957"/>
                  </a:cubicBezTo>
                  <a:cubicBezTo>
                    <a:pt x="108597" y="184530"/>
                    <a:pt x="123020" y="213164"/>
                    <a:pt x="142109" y="240242"/>
                  </a:cubicBezTo>
                  <a:cubicBezTo>
                    <a:pt x="145361" y="244838"/>
                    <a:pt x="148401" y="249504"/>
                    <a:pt x="151371" y="25417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0" name="Google Shape;1950;p65"/>
            <p:cNvSpPr/>
            <p:nvPr/>
          </p:nvSpPr>
          <p:spPr>
            <a:xfrm flipH="1" rot="-2326893">
              <a:off x="8193068" y="4781335"/>
              <a:ext cx="150961" cy="254611"/>
            </a:xfrm>
            <a:custGeom>
              <a:rect b="b" l="l" r="r" t="t"/>
              <a:pathLst>
                <a:path extrusionOk="0" h="249221" w="147765">
                  <a:moveTo>
                    <a:pt x="147765" y="248585"/>
                  </a:moveTo>
                  <a:cubicBezTo>
                    <a:pt x="145079" y="248797"/>
                    <a:pt x="142392" y="249009"/>
                    <a:pt x="139635" y="249221"/>
                  </a:cubicBezTo>
                  <a:cubicBezTo>
                    <a:pt x="138575" y="247524"/>
                    <a:pt x="137372" y="245827"/>
                    <a:pt x="136170" y="244130"/>
                  </a:cubicBezTo>
                  <a:cubicBezTo>
                    <a:pt x="116798" y="216557"/>
                    <a:pt x="102305" y="187711"/>
                    <a:pt x="85266" y="152856"/>
                  </a:cubicBezTo>
                  <a:cubicBezTo>
                    <a:pt x="78761" y="139493"/>
                    <a:pt x="71055" y="126696"/>
                    <a:pt x="63631" y="114253"/>
                  </a:cubicBezTo>
                  <a:cubicBezTo>
                    <a:pt x="56137" y="101738"/>
                    <a:pt x="48360" y="88730"/>
                    <a:pt x="41714" y="75084"/>
                  </a:cubicBezTo>
                  <a:cubicBezTo>
                    <a:pt x="32452" y="56137"/>
                    <a:pt x="17604" y="25664"/>
                    <a:pt x="0" y="0"/>
                  </a:cubicBezTo>
                  <a:lnTo>
                    <a:pt x="8555" y="0"/>
                  </a:lnTo>
                  <a:cubicBezTo>
                    <a:pt x="23261" y="22200"/>
                    <a:pt x="36340" y="48006"/>
                    <a:pt x="48006" y="71974"/>
                  </a:cubicBezTo>
                  <a:cubicBezTo>
                    <a:pt x="54582" y="85336"/>
                    <a:pt x="62288" y="98203"/>
                    <a:pt x="69712" y="110647"/>
                  </a:cubicBezTo>
                  <a:cubicBezTo>
                    <a:pt x="77206" y="123161"/>
                    <a:pt x="84983" y="136170"/>
                    <a:pt x="91629" y="149745"/>
                  </a:cubicBezTo>
                  <a:cubicBezTo>
                    <a:pt x="108456" y="184317"/>
                    <a:pt x="122878" y="212951"/>
                    <a:pt x="141968" y="240030"/>
                  </a:cubicBezTo>
                  <a:cubicBezTo>
                    <a:pt x="143948" y="242858"/>
                    <a:pt x="145856" y="245686"/>
                    <a:pt x="147765" y="248585"/>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1" name="Google Shape;1951;p65"/>
            <p:cNvSpPr/>
            <p:nvPr/>
          </p:nvSpPr>
          <p:spPr>
            <a:xfrm flipH="1" rot="-2326893">
              <a:off x="8125638" y="4836143"/>
              <a:ext cx="146771" cy="248471"/>
            </a:xfrm>
            <a:custGeom>
              <a:rect b="b" l="l" r="r" t="t"/>
              <a:pathLst>
                <a:path extrusionOk="0" h="243211" w="143664">
                  <a:moveTo>
                    <a:pt x="143665" y="242575"/>
                  </a:moveTo>
                  <a:cubicBezTo>
                    <a:pt x="140978" y="242858"/>
                    <a:pt x="138221" y="242999"/>
                    <a:pt x="135534" y="243211"/>
                  </a:cubicBezTo>
                  <a:cubicBezTo>
                    <a:pt x="116515" y="215992"/>
                    <a:pt x="102093" y="187429"/>
                    <a:pt x="85337" y="152997"/>
                  </a:cubicBezTo>
                  <a:cubicBezTo>
                    <a:pt x="78761" y="139635"/>
                    <a:pt x="71126" y="126838"/>
                    <a:pt x="63631" y="114394"/>
                  </a:cubicBezTo>
                  <a:cubicBezTo>
                    <a:pt x="56137" y="101880"/>
                    <a:pt x="48359" y="88871"/>
                    <a:pt x="41714" y="75226"/>
                  </a:cubicBezTo>
                  <a:cubicBezTo>
                    <a:pt x="32452" y="56278"/>
                    <a:pt x="17604" y="25735"/>
                    <a:pt x="0" y="71"/>
                  </a:cubicBezTo>
                  <a:cubicBezTo>
                    <a:pt x="2828" y="0"/>
                    <a:pt x="5727" y="0"/>
                    <a:pt x="8555" y="0"/>
                  </a:cubicBezTo>
                  <a:cubicBezTo>
                    <a:pt x="23332" y="22200"/>
                    <a:pt x="36411" y="48147"/>
                    <a:pt x="48077" y="72115"/>
                  </a:cubicBezTo>
                  <a:cubicBezTo>
                    <a:pt x="54581" y="85477"/>
                    <a:pt x="62288" y="98345"/>
                    <a:pt x="69711" y="110788"/>
                  </a:cubicBezTo>
                  <a:cubicBezTo>
                    <a:pt x="77277" y="123303"/>
                    <a:pt x="84983" y="136311"/>
                    <a:pt x="91628" y="149886"/>
                  </a:cubicBezTo>
                  <a:cubicBezTo>
                    <a:pt x="108526" y="184459"/>
                    <a:pt x="122949" y="213093"/>
                    <a:pt x="142038" y="240171"/>
                  </a:cubicBezTo>
                  <a:cubicBezTo>
                    <a:pt x="142604" y="240949"/>
                    <a:pt x="143170" y="241727"/>
                    <a:pt x="143665" y="242575"/>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2" name="Google Shape;1952;p65"/>
            <p:cNvSpPr/>
            <p:nvPr/>
          </p:nvSpPr>
          <p:spPr>
            <a:xfrm flipH="1" rot="-2326893">
              <a:off x="8082663" y="4882587"/>
              <a:ext cx="80230" cy="143015"/>
            </a:xfrm>
            <a:custGeom>
              <a:rect b="b" l="l" r="r" t="t"/>
              <a:pathLst>
                <a:path extrusionOk="0" h="139987" w="78531">
                  <a:moveTo>
                    <a:pt x="69711" y="110718"/>
                  </a:moveTo>
                  <a:cubicBezTo>
                    <a:pt x="72610" y="115596"/>
                    <a:pt x="75579" y="120545"/>
                    <a:pt x="78478" y="125565"/>
                  </a:cubicBezTo>
                  <a:cubicBezTo>
                    <a:pt x="78549" y="129665"/>
                    <a:pt x="78549" y="133837"/>
                    <a:pt x="78478" y="138079"/>
                  </a:cubicBezTo>
                  <a:cubicBezTo>
                    <a:pt x="78549" y="138715"/>
                    <a:pt x="78478" y="139351"/>
                    <a:pt x="78478" y="139988"/>
                  </a:cubicBezTo>
                  <a:cubicBezTo>
                    <a:pt x="73741" y="131221"/>
                    <a:pt x="68650" y="122666"/>
                    <a:pt x="63631" y="114323"/>
                  </a:cubicBezTo>
                  <a:cubicBezTo>
                    <a:pt x="56136" y="101809"/>
                    <a:pt x="48359" y="88800"/>
                    <a:pt x="41714" y="75155"/>
                  </a:cubicBezTo>
                  <a:cubicBezTo>
                    <a:pt x="32452" y="56207"/>
                    <a:pt x="17604" y="25665"/>
                    <a:pt x="0" y="0"/>
                  </a:cubicBezTo>
                  <a:lnTo>
                    <a:pt x="8555" y="0"/>
                  </a:lnTo>
                  <a:cubicBezTo>
                    <a:pt x="23261" y="22200"/>
                    <a:pt x="36340" y="48077"/>
                    <a:pt x="48076" y="72044"/>
                  </a:cubicBezTo>
                  <a:cubicBezTo>
                    <a:pt x="54581" y="85407"/>
                    <a:pt x="62287" y="98274"/>
                    <a:pt x="69711" y="11071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3" name="Google Shape;1953;p65"/>
            <p:cNvSpPr/>
            <p:nvPr/>
          </p:nvSpPr>
          <p:spPr>
            <a:xfrm flipH="1" rot="-2326893">
              <a:off x="8153835" y="5216117"/>
              <a:ext cx="216" cy="72"/>
            </a:xfrm>
            <a:custGeom>
              <a:rect b="b" l="l" r="r" t="t"/>
              <a:pathLst>
                <a:path extrusionOk="0" h="70" w="211">
                  <a:moveTo>
                    <a:pt x="211" y="70"/>
                  </a:moveTo>
                  <a:cubicBezTo>
                    <a:pt x="211" y="70"/>
                    <a:pt x="71" y="0"/>
                    <a:pt x="0" y="0"/>
                  </a:cubicBezTo>
                  <a:lnTo>
                    <a:pt x="71" y="0"/>
                  </a:lnTo>
                  <a:cubicBezTo>
                    <a:pt x="71" y="0"/>
                    <a:pt x="71" y="70"/>
                    <a:pt x="211" y="7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4" name="Google Shape;1954;p65"/>
            <p:cNvSpPr/>
            <p:nvPr/>
          </p:nvSpPr>
          <p:spPr>
            <a:xfrm flipH="1" rot="-2326893">
              <a:off x="8920592" y="4326518"/>
              <a:ext cx="88987" cy="156667"/>
            </a:xfrm>
            <a:custGeom>
              <a:rect b="b" l="l" r="r" t="t"/>
              <a:pathLst>
                <a:path extrusionOk="0" h="153350" w="87103">
                  <a:moveTo>
                    <a:pt x="87103" y="153351"/>
                  </a:moveTo>
                  <a:lnTo>
                    <a:pt x="78549" y="153351"/>
                  </a:lnTo>
                  <a:cubicBezTo>
                    <a:pt x="59248" y="125848"/>
                    <a:pt x="44683" y="97072"/>
                    <a:pt x="27715" y="62288"/>
                  </a:cubicBezTo>
                  <a:cubicBezTo>
                    <a:pt x="21210" y="48996"/>
                    <a:pt x="13575" y="36128"/>
                    <a:pt x="6080" y="23755"/>
                  </a:cubicBezTo>
                  <a:cubicBezTo>
                    <a:pt x="4100" y="20362"/>
                    <a:pt x="2051" y="16968"/>
                    <a:pt x="0" y="13504"/>
                  </a:cubicBezTo>
                  <a:lnTo>
                    <a:pt x="0" y="13504"/>
                  </a:lnTo>
                  <a:cubicBezTo>
                    <a:pt x="142" y="8979"/>
                    <a:pt x="283" y="4454"/>
                    <a:pt x="354" y="0"/>
                  </a:cubicBezTo>
                  <a:cubicBezTo>
                    <a:pt x="4242" y="6787"/>
                    <a:pt x="8202" y="13504"/>
                    <a:pt x="12160" y="20079"/>
                  </a:cubicBezTo>
                  <a:cubicBezTo>
                    <a:pt x="19655" y="32664"/>
                    <a:pt x="27432" y="45602"/>
                    <a:pt x="34078" y="59177"/>
                  </a:cubicBezTo>
                  <a:cubicBezTo>
                    <a:pt x="50975" y="93749"/>
                    <a:pt x="65398" y="122383"/>
                    <a:pt x="84487" y="149462"/>
                  </a:cubicBezTo>
                  <a:cubicBezTo>
                    <a:pt x="85407" y="150734"/>
                    <a:pt x="86255" y="152007"/>
                    <a:pt x="87103" y="15335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5" name="Google Shape;1955;p65"/>
            <p:cNvSpPr/>
            <p:nvPr/>
          </p:nvSpPr>
          <p:spPr>
            <a:xfrm flipH="1" rot="-2324839">
              <a:off x="8082092" y="4883135"/>
              <a:ext cx="79289" cy="141192"/>
            </a:xfrm>
            <a:custGeom>
              <a:rect b="b" l="l" r="r" t="t"/>
              <a:pathLst>
                <a:path extrusionOk="0" h="138078" w="77541">
                  <a:moveTo>
                    <a:pt x="69782" y="110718"/>
                  </a:moveTo>
                  <a:cubicBezTo>
                    <a:pt x="72327" y="115030"/>
                    <a:pt x="74943" y="119343"/>
                    <a:pt x="77488" y="123798"/>
                  </a:cubicBezTo>
                  <a:cubicBezTo>
                    <a:pt x="77559" y="124363"/>
                    <a:pt x="77559" y="124929"/>
                    <a:pt x="77488" y="125565"/>
                  </a:cubicBezTo>
                  <a:cubicBezTo>
                    <a:pt x="77559" y="129665"/>
                    <a:pt x="77559" y="133837"/>
                    <a:pt x="77488" y="138079"/>
                  </a:cubicBezTo>
                  <a:cubicBezTo>
                    <a:pt x="73034" y="129949"/>
                    <a:pt x="68297" y="122100"/>
                    <a:pt x="63702" y="114323"/>
                  </a:cubicBezTo>
                  <a:cubicBezTo>
                    <a:pt x="56207" y="101809"/>
                    <a:pt x="48430" y="88800"/>
                    <a:pt x="41784" y="75155"/>
                  </a:cubicBezTo>
                  <a:cubicBezTo>
                    <a:pt x="32522" y="56207"/>
                    <a:pt x="17675" y="25665"/>
                    <a:pt x="0" y="0"/>
                  </a:cubicBezTo>
                  <a:lnTo>
                    <a:pt x="8625" y="0"/>
                  </a:lnTo>
                  <a:cubicBezTo>
                    <a:pt x="23331" y="22200"/>
                    <a:pt x="36411" y="48077"/>
                    <a:pt x="48147" y="72044"/>
                  </a:cubicBezTo>
                  <a:cubicBezTo>
                    <a:pt x="54652" y="85407"/>
                    <a:pt x="62358" y="98274"/>
                    <a:pt x="69782" y="11071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aphicFrame>
        <p:nvGraphicFramePr>
          <p:cNvPr id="1956" name="Google Shape;1956;p65"/>
          <p:cNvGraphicFramePr/>
          <p:nvPr/>
        </p:nvGraphicFramePr>
        <p:xfrm>
          <a:off x="720000" y="1149300"/>
          <a:ext cx="3000000" cy="3000000"/>
        </p:xfrm>
        <a:graphic>
          <a:graphicData uri="http://schemas.openxmlformats.org/drawingml/2006/table">
            <a:tbl>
              <a:tblPr>
                <a:noFill/>
                <a:tableStyleId>{8A68DBA2-0CB2-4894-8F4E-6A35C30B4BCD}</a:tableStyleId>
              </a:tblPr>
              <a:tblGrid>
                <a:gridCol w="1926000"/>
                <a:gridCol w="1926000"/>
                <a:gridCol w="1926000"/>
                <a:gridCol w="1926000"/>
              </a:tblGrid>
              <a:tr h="555525">
                <a:tc>
                  <a:txBody>
                    <a:bodyPr/>
                    <a:lstStyle/>
                    <a:p>
                      <a:pPr indent="0" lvl="0" marL="0" rtl="0" algn="ct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Movies</a:t>
                      </a:r>
                      <a:endParaRPr b="1" sz="2000">
                        <a:solidFill>
                          <a:schemeClr val="dk1"/>
                        </a:solidFill>
                        <a:latin typeface="Shadows Into Light Two"/>
                        <a:ea typeface="Shadows Into Light Two"/>
                        <a:cs typeface="Shadows Into Light Two"/>
                        <a:sym typeface="Shadows Into Light Tw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Artists</a:t>
                      </a:r>
                      <a:endParaRPr b="1" sz="2000">
                        <a:solidFill>
                          <a:schemeClr val="dk1"/>
                        </a:solidFill>
                        <a:latin typeface="Shadows Into Light Two"/>
                        <a:ea typeface="Shadows Into Light Two"/>
                        <a:cs typeface="Shadows Into Light Two"/>
                        <a:sym typeface="Shadows Into Light Tw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Songs</a:t>
                      </a:r>
                      <a:endParaRPr b="1" sz="2000">
                        <a:solidFill>
                          <a:schemeClr val="dk1"/>
                        </a:solidFill>
                        <a:latin typeface="Shadows Into Light Two"/>
                        <a:ea typeface="Shadows Into Light Two"/>
                        <a:cs typeface="Shadows Into Light Two"/>
                        <a:sym typeface="Shadows Into Light Tw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2000">
                          <a:solidFill>
                            <a:schemeClr val="dk1"/>
                          </a:solidFill>
                          <a:latin typeface="Shadows Into Light Two"/>
                          <a:ea typeface="Shadows Into Light Two"/>
                          <a:cs typeface="Shadows Into Light Two"/>
                          <a:sym typeface="Shadows Into Light Two"/>
                        </a:rPr>
                        <a:t>Books</a:t>
                      </a:r>
                      <a:endParaRPr b="1" sz="2000">
                        <a:solidFill>
                          <a:schemeClr val="dk1"/>
                        </a:solidFill>
                        <a:latin typeface="Shadows Into Light Two"/>
                        <a:ea typeface="Shadows Into Light Two"/>
                        <a:cs typeface="Shadows Into Light Two"/>
                        <a:sym typeface="Shadows Into Light Tw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solidFill>
                      <a:prstDash val="solid"/>
                      <a:round/>
                      <a:headEnd len="sm" w="sm" type="none"/>
                      <a:tailEnd len="sm" w="sm" type="none"/>
                    </a:lnB>
                  </a:tcPr>
                </a:tc>
              </a:tr>
              <a:tr h="555525">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movie </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artist </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song</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book</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555525">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movie </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artist</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song</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book</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555525">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movie</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artist</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song</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book</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555525">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movie</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artist</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song</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book</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555525">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movie</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artist</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song</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ctor"/>
                          <a:ea typeface="Actor"/>
                          <a:cs typeface="Actor"/>
                          <a:sym typeface="Actor"/>
                        </a:rPr>
                        <a:t>Write here the book</a:t>
                      </a:r>
                      <a:endParaRPr>
                        <a:solidFill>
                          <a:schemeClr val="dk1"/>
                        </a:solidFill>
                        <a:latin typeface="Actor"/>
                        <a:ea typeface="Actor"/>
                        <a:cs typeface="Actor"/>
                        <a:sym typeface="Acto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r>
            </a:tbl>
          </a:graphicData>
        </a:graphic>
      </p:graphicFrame>
      <p:sp>
        <p:nvSpPr>
          <p:cNvPr id="1957" name="Google Shape;1957;p65"/>
          <p:cNvSpPr/>
          <p:nvPr/>
        </p:nvSpPr>
        <p:spPr>
          <a:xfrm flipH="1" rot="9547620">
            <a:off x="-1271182" y="-596067"/>
            <a:ext cx="3133974" cy="1676787"/>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1" name="Shape 1961"/>
        <p:cNvGrpSpPr/>
        <p:nvPr/>
      </p:nvGrpSpPr>
      <p:grpSpPr>
        <a:xfrm>
          <a:off x="0" y="0"/>
          <a:ext cx="0" cy="0"/>
          <a:chOff x="0" y="0"/>
          <a:chExt cx="0" cy="0"/>
        </a:xfrm>
      </p:grpSpPr>
      <p:sp>
        <p:nvSpPr>
          <p:cNvPr id="1962" name="Google Shape;1962;p66"/>
          <p:cNvSpPr/>
          <p:nvPr/>
        </p:nvSpPr>
        <p:spPr>
          <a:xfrm rot="2319588">
            <a:off x="-885694" y="3989280"/>
            <a:ext cx="3137204" cy="1678515"/>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3" name="Google Shape;1963;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Memories in photos</a:t>
            </a:r>
            <a:endParaRPr/>
          </a:p>
        </p:txBody>
      </p:sp>
      <p:pic>
        <p:nvPicPr>
          <p:cNvPr id="1964" name="Google Shape;1964;p66"/>
          <p:cNvPicPr preferRelativeResize="0"/>
          <p:nvPr>
            <p:ph idx="2" type="pic"/>
          </p:nvPr>
        </p:nvPicPr>
        <p:blipFill rotWithShape="1">
          <a:blip r:embed="rId3">
            <a:alphaModFix/>
          </a:blip>
          <a:srcRect b="7213" l="0" r="0" t="7221"/>
          <a:stretch/>
        </p:blipFill>
        <p:spPr>
          <a:xfrm rot="155415">
            <a:off x="756019" y="1132799"/>
            <a:ext cx="2910688" cy="1659925"/>
          </a:xfrm>
          <a:prstGeom prst="rect">
            <a:avLst/>
          </a:prstGeom>
          <a:noFill/>
          <a:ln cap="flat" cmpd="sng" w="76200">
            <a:solidFill>
              <a:schemeClr val="accent2"/>
            </a:solidFill>
            <a:prstDash val="solid"/>
            <a:round/>
            <a:headEnd len="sm" w="sm" type="none"/>
            <a:tailEnd len="sm" w="sm" type="none"/>
          </a:ln>
          <a:effectLst>
            <a:outerShdw rotWithShape="0" algn="bl" dir="5400000" dist="57150">
              <a:srgbClr val="260D03">
                <a:alpha val="18000"/>
              </a:srgbClr>
            </a:outerShdw>
          </a:effectLst>
        </p:spPr>
      </p:pic>
      <p:pic>
        <p:nvPicPr>
          <p:cNvPr id="1965" name="Google Shape;1965;p66"/>
          <p:cNvPicPr preferRelativeResize="0"/>
          <p:nvPr>
            <p:ph idx="3" type="pic"/>
          </p:nvPr>
        </p:nvPicPr>
        <p:blipFill rotWithShape="1">
          <a:blip r:embed="rId4">
            <a:alphaModFix/>
          </a:blip>
          <a:srcRect b="0" l="5453" r="5444" t="0"/>
          <a:stretch/>
        </p:blipFill>
        <p:spPr>
          <a:xfrm rot="-550403">
            <a:off x="895172" y="2680412"/>
            <a:ext cx="2286202" cy="1710125"/>
          </a:xfrm>
          <a:prstGeom prst="rect">
            <a:avLst/>
          </a:prstGeom>
          <a:noFill/>
          <a:ln cap="flat" cmpd="sng" w="76200">
            <a:solidFill>
              <a:schemeClr val="accent2"/>
            </a:solidFill>
            <a:prstDash val="solid"/>
            <a:round/>
            <a:headEnd len="sm" w="sm" type="none"/>
            <a:tailEnd len="sm" w="sm" type="none"/>
          </a:ln>
          <a:effectLst>
            <a:outerShdw rotWithShape="0" algn="bl" dir="5400000" dist="57150">
              <a:srgbClr val="260D03">
                <a:alpha val="18000"/>
              </a:srgbClr>
            </a:outerShdw>
          </a:effectLst>
        </p:spPr>
      </p:pic>
      <p:pic>
        <p:nvPicPr>
          <p:cNvPr id="1966" name="Google Shape;1966;p66"/>
          <p:cNvPicPr preferRelativeResize="0"/>
          <p:nvPr>
            <p:ph idx="4" type="pic"/>
          </p:nvPr>
        </p:nvPicPr>
        <p:blipFill rotWithShape="1">
          <a:blip r:embed="rId5">
            <a:alphaModFix/>
          </a:blip>
          <a:srcRect b="49" l="-1000" r="999" t="16969"/>
          <a:stretch/>
        </p:blipFill>
        <p:spPr>
          <a:xfrm rot="-270684">
            <a:off x="3743453" y="1178140"/>
            <a:ext cx="1493070" cy="1858970"/>
          </a:xfrm>
          <a:prstGeom prst="rect">
            <a:avLst/>
          </a:prstGeom>
          <a:noFill/>
          <a:ln cap="flat" cmpd="sng" w="76200">
            <a:solidFill>
              <a:schemeClr val="accent2"/>
            </a:solidFill>
            <a:prstDash val="solid"/>
            <a:round/>
            <a:headEnd len="sm" w="sm" type="none"/>
            <a:tailEnd len="sm" w="sm" type="none"/>
          </a:ln>
          <a:effectLst>
            <a:outerShdw rotWithShape="0" algn="bl" dir="5400000" dist="57150">
              <a:srgbClr val="260D03">
                <a:alpha val="18000"/>
              </a:srgbClr>
            </a:outerShdw>
          </a:effectLst>
        </p:spPr>
      </p:pic>
      <p:pic>
        <p:nvPicPr>
          <p:cNvPr id="1967" name="Google Shape;1967;p66"/>
          <p:cNvPicPr preferRelativeResize="0"/>
          <p:nvPr>
            <p:ph idx="5" type="pic"/>
          </p:nvPr>
        </p:nvPicPr>
        <p:blipFill rotWithShape="1">
          <a:blip r:embed="rId6">
            <a:alphaModFix/>
          </a:blip>
          <a:srcRect b="19511" l="970" r="-970" t="43597"/>
          <a:stretch/>
        </p:blipFill>
        <p:spPr>
          <a:xfrm rot="186009">
            <a:off x="3340532" y="3077415"/>
            <a:ext cx="2631435" cy="1456498"/>
          </a:xfrm>
          <a:prstGeom prst="rect">
            <a:avLst/>
          </a:prstGeom>
          <a:noFill/>
          <a:ln cap="flat" cmpd="sng" w="76200">
            <a:solidFill>
              <a:schemeClr val="accent2"/>
            </a:solidFill>
            <a:prstDash val="solid"/>
            <a:round/>
            <a:headEnd len="sm" w="sm" type="none"/>
            <a:tailEnd len="sm" w="sm" type="none"/>
          </a:ln>
          <a:effectLst>
            <a:outerShdw rotWithShape="0" algn="bl" dir="5400000" dist="57150">
              <a:srgbClr val="260D03">
                <a:alpha val="18000"/>
              </a:srgbClr>
            </a:outerShdw>
          </a:effectLst>
        </p:spPr>
      </p:pic>
      <p:pic>
        <p:nvPicPr>
          <p:cNvPr id="1968" name="Google Shape;1968;p66"/>
          <p:cNvPicPr preferRelativeResize="0"/>
          <p:nvPr>
            <p:ph idx="6" type="pic"/>
          </p:nvPr>
        </p:nvPicPr>
        <p:blipFill rotWithShape="1">
          <a:blip r:embed="rId7">
            <a:alphaModFix/>
          </a:blip>
          <a:srcRect b="-340" l="10186" r="16788" t="340"/>
          <a:stretch/>
        </p:blipFill>
        <p:spPr>
          <a:xfrm rot="237086">
            <a:off x="5749007" y="1250432"/>
            <a:ext cx="2383281" cy="2175213"/>
          </a:xfrm>
          <a:prstGeom prst="rect">
            <a:avLst/>
          </a:prstGeom>
          <a:noFill/>
          <a:ln cap="flat" cmpd="sng" w="76200">
            <a:solidFill>
              <a:schemeClr val="accent2"/>
            </a:solidFill>
            <a:prstDash val="solid"/>
            <a:round/>
            <a:headEnd len="sm" w="sm" type="none"/>
            <a:tailEnd len="sm" w="sm" type="none"/>
          </a:ln>
          <a:effectLst>
            <a:outerShdw rotWithShape="0" algn="bl" dir="5400000" dist="57150">
              <a:srgbClr val="260D03">
                <a:alpha val="18000"/>
              </a:srgbClr>
            </a:outerShdw>
          </a:effectLst>
        </p:spPr>
      </p:pic>
      <p:pic>
        <p:nvPicPr>
          <p:cNvPr id="1969" name="Google Shape;1969;p66"/>
          <p:cNvPicPr preferRelativeResize="0"/>
          <p:nvPr>
            <p:ph idx="7" type="pic"/>
          </p:nvPr>
        </p:nvPicPr>
        <p:blipFill rotWithShape="1">
          <a:blip r:embed="rId8">
            <a:alphaModFix/>
          </a:blip>
          <a:srcRect b="-520" l="24547" r="2133" t="520"/>
          <a:stretch/>
        </p:blipFill>
        <p:spPr>
          <a:xfrm rot="553672">
            <a:off x="6625092" y="2937930"/>
            <a:ext cx="1693136" cy="1540289"/>
          </a:xfrm>
          <a:prstGeom prst="rect">
            <a:avLst/>
          </a:prstGeom>
          <a:noFill/>
          <a:ln cap="flat" cmpd="sng" w="76200">
            <a:solidFill>
              <a:schemeClr val="accent2"/>
            </a:solidFill>
            <a:prstDash val="solid"/>
            <a:round/>
            <a:headEnd len="sm" w="sm" type="none"/>
            <a:tailEnd len="sm" w="sm" type="none"/>
          </a:ln>
          <a:effectLst>
            <a:outerShdw rotWithShape="0" algn="bl" dir="5400000" dist="57150">
              <a:srgbClr val="260D03">
                <a:alpha val="18000"/>
              </a:srgbClr>
            </a:outerShdw>
          </a:effectLst>
        </p:spPr>
      </p:pic>
      <p:grpSp>
        <p:nvGrpSpPr>
          <p:cNvPr id="1970" name="Google Shape;1970;p66"/>
          <p:cNvGrpSpPr/>
          <p:nvPr/>
        </p:nvGrpSpPr>
        <p:grpSpPr>
          <a:xfrm rot="1436867">
            <a:off x="8184011" y="860003"/>
            <a:ext cx="493523" cy="368965"/>
            <a:chOff x="3458941" y="377448"/>
            <a:chExt cx="271220" cy="202768"/>
          </a:xfrm>
        </p:grpSpPr>
        <p:sp>
          <p:nvSpPr>
            <p:cNvPr id="1971" name="Google Shape;1971;p66"/>
            <p:cNvSpPr/>
            <p:nvPr/>
          </p:nvSpPr>
          <p:spPr>
            <a:xfrm>
              <a:off x="3561009" y="377448"/>
              <a:ext cx="68040" cy="176362"/>
            </a:xfrm>
            <a:custGeom>
              <a:rect b="b" l="l" r="r" t="t"/>
              <a:pathLst>
                <a:path extrusionOk="0" h="176362" w="68040">
                  <a:moveTo>
                    <a:pt x="20296" y="165465"/>
                  </a:moveTo>
                  <a:lnTo>
                    <a:pt x="67595" y="17841"/>
                  </a:lnTo>
                  <a:cubicBezTo>
                    <a:pt x="69363" y="12255"/>
                    <a:pt x="65686" y="6387"/>
                    <a:pt x="59818" y="5610"/>
                  </a:cubicBezTo>
                  <a:lnTo>
                    <a:pt x="20579" y="519"/>
                  </a:lnTo>
                  <a:cubicBezTo>
                    <a:pt x="16125" y="-47"/>
                    <a:pt x="11388" y="-612"/>
                    <a:pt x="7429" y="1509"/>
                  </a:cubicBezTo>
                  <a:cubicBezTo>
                    <a:pt x="359" y="5327"/>
                    <a:pt x="-278" y="15083"/>
                    <a:pt x="76" y="23143"/>
                  </a:cubicBezTo>
                  <a:cubicBezTo>
                    <a:pt x="2197" y="72210"/>
                    <a:pt x="6156" y="121206"/>
                    <a:pt x="11954" y="169989"/>
                  </a:cubicBezTo>
                  <a:cubicBezTo>
                    <a:pt x="12095" y="171191"/>
                    <a:pt x="12024" y="172181"/>
                    <a:pt x="12166" y="173383"/>
                  </a:cubicBezTo>
                  <a:cubicBezTo>
                    <a:pt x="12307" y="174585"/>
                    <a:pt x="12943" y="175858"/>
                    <a:pt x="14075" y="176282"/>
                  </a:cubicBezTo>
                  <a:cubicBezTo>
                    <a:pt x="15064" y="176565"/>
                    <a:pt x="16196" y="176070"/>
                    <a:pt x="16832" y="175363"/>
                  </a:cubicBezTo>
                  <a:cubicBezTo>
                    <a:pt x="17539" y="174585"/>
                    <a:pt x="17893" y="173595"/>
                    <a:pt x="18317" y="172605"/>
                  </a:cubicBezTo>
                  <a:cubicBezTo>
                    <a:pt x="19306" y="169989"/>
                    <a:pt x="19236" y="168222"/>
                    <a:pt x="20296" y="165535"/>
                  </a:cubicBez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2" name="Google Shape;1972;p66"/>
            <p:cNvSpPr/>
            <p:nvPr/>
          </p:nvSpPr>
          <p:spPr>
            <a:xfrm>
              <a:off x="3607097" y="435898"/>
              <a:ext cx="123064" cy="126172"/>
            </a:xfrm>
            <a:custGeom>
              <a:rect b="b" l="l" r="r" t="t"/>
              <a:pathLst>
                <a:path extrusionOk="0" h="126172" w="123064">
                  <a:moveTo>
                    <a:pt x="10195" y="121084"/>
                  </a:moveTo>
                  <a:lnTo>
                    <a:pt x="119641" y="42677"/>
                  </a:lnTo>
                  <a:cubicBezTo>
                    <a:pt x="123812" y="39707"/>
                    <a:pt x="124236" y="33698"/>
                    <a:pt x="120560" y="30162"/>
                  </a:cubicBezTo>
                  <a:lnTo>
                    <a:pt x="95885" y="6266"/>
                  </a:lnTo>
                  <a:cubicBezTo>
                    <a:pt x="93057" y="3579"/>
                    <a:pt x="90017" y="751"/>
                    <a:pt x="86199" y="115"/>
                  </a:cubicBezTo>
                  <a:cubicBezTo>
                    <a:pt x="79270" y="-946"/>
                    <a:pt x="73756" y="5559"/>
                    <a:pt x="69867" y="11356"/>
                  </a:cubicBezTo>
                  <a:cubicBezTo>
                    <a:pt x="45899" y="46707"/>
                    <a:pt x="23275" y="82905"/>
                    <a:pt x="2065" y="119882"/>
                  </a:cubicBezTo>
                  <a:cubicBezTo>
                    <a:pt x="1570" y="120801"/>
                    <a:pt x="1004" y="121438"/>
                    <a:pt x="509" y="122357"/>
                  </a:cubicBezTo>
                  <a:cubicBezTo>
                    <a:pt x="14" y="123276"/>
                    <a:pt x="-268" y="124478"/>
                    <a:pt x="368" y="125326"/>
                  </a:cubicBezTo>
                  <a:cubicBezTo>
                    <a:pt x="934" y="126033"/>
                    <a:pt x="1923" y="126316"/>
                    <a:pt x="2772" y="126104"/>
                  </a:cubicBezTo>
                  <a:cubicBezTo>
                    <a:pt x="3691" y="125962"/>
                    <a:pt x="4469" y="125467"/>
                    <a:pt x="5176" y="124973"/>
                  </a:cubicBezTo>
                  <a:cubicBezTo>
                    <a:pt x="7226" y="123629"/>
                    <a:pt x="8145" y="122427"/>
                    <a:pt x="10195" y="121084"/>
                  </a:cubicBez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3" name="Google Shape;1973;p66"/>
            <p:cNvSpPr/>
            <p:nvPr/>
          </p:nvSpPr>
          <p:spPr>
            <a:xfrm>
              <a:off x="3458941" y="453610"/>
              <a:ext cx="94755" cy="126606"/>
            </a:xfrm>
            <a:custGeom>
              <a:rect b="b" l="l" r="r" t="t"/>
              <a:pathLst>
                <a:path extrusionOk="0" h="126606" w="94755">
                  <a:moveTo>
                    <a:pt x="86095" y="120694"/>
                  </a:moveTo>
                  <a:lnTo>
                    <a:pt x="2031" y="32176"/>
                  </a:lnTo>
                  <a:cubicBezTo>
                    <a:pt x="-1150" y="28782"/>
                    <a:pt x="-514" y="23409"/>
                    <a:pt x="3375" y="20864"/>
                  </a:cubicBezTo>
                  <a:lnTo>
                    <a:pt x="29463" y="3825"/>
                  </a:lnTo>
                  <a:cubicBezTo>
                    <a:pt x="32433" y="1916"/>
                    <a:pt x="35614" y="-135"/>
                    <a:pt x="39149" y="7"/>
                  </a:cubicBezTo>
                  <a:cubicBezTo>
                    <a:pt x="45513" y="290"/>
                    <a:pt x="49260" y="7006"/>
                    <a:pt x="51805" y="12804"/>
                  </a:cubicBezTo>
                  <a:cubicBezTo>
                    <a:pt x="67076" y="48366"/>
                    <a:pt x="81004" y="84424"/>
                    <a:pt x="93589" y="120976"/>
                  </a:cubicBezTo>
                  <a:cubicBezTo>
                    <a:pt x="93872" y="121895"/>
                    <a:pt x="94296" y="122532"/>
                    <a:pt x="94579" y="123451"/>
                  </a:cubicBezTo>
                  <a:cubicBezTo>
                    <a:pt x="94862" y="124370"/>
                    <a:pt x="94862" y="125501"/>
                    <a:pt x="94155" y="126138"/>
                  </a:cubicBezTo>
                  <a:cubicBezTo>
                    <a:pt x="93589" y="126703"/>
                    <a:pt x="92599" y="126703"/>
                    <a:pt x="91822" y="126420"/>
                  </a:cubicBezTo>
                  <a:cubicBezTo>
                    <a:pt x="91044" y="126138"/>
                    <a:pt x="90478" y="125572"/>
                    <a:pt x="89842" y="125006"/>
                  </a:cubicBezTo>
                  <a:cubicBezTo>
                    <a:pt x="88216" y="123451"/>
                    <a:pt x="87650" y="122178"/>
                    <a:pt x="86024" y="120694"/>
                  </a:cubicBez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7" name="Shape 1977"/>
        <p:cNvGrpSpPr/>
        <p:nvPr/>
      </p:nvGrpSpPr>
      <p:grpSpPr>
        <a:xfrm>
          <a:off x="0" y="0"/>
          <a:ext cx="0" cy="0"/>
          <a:chOff x="0" y="0"/>
          <a:chExt cx="0" cy="0"/>
        </a:xfrm>
      </p:grpSpPr>
      <p:pic>
        <p:nvPicPr>
          <p:cNvPr id="1978" name="Google Shape;1978;p67" title="Gráfico">
            <a:hlinkClick r:id="rId3"/>
          </p:cNvPr>
          <p:cNvPicPr preferRelativeResize="0"/>
          <p:nvPr/>
        </p:nvPicPr>
        <p:blipFill>
          <a:blip r:embed="rId4">
            <a:alphaModFix/>
          </a:blip>
          <a:stretch>
            <a:fillRect/>
          </a:stretch>
        </p:blipFill>
        <p:spPr>
          <a:xfrm>
            <a:off x="1013912" y="1377066"/>
            <a:ext cx="4362024" cy="2697560"/>
          </a:xfrm>
          <a:prstGeom prst="rect">
            <a:avLst/>
          </a:prstGeom>
          <a:noFill/>
          <a:ln>
            <a:noFill/>
          </a:ln>
        </p:spPr>
      </p:pic>
      <p:sp>
        <p:nvSpPr>
          <p:cNvPr id="1979" name="Google Shape;1979;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 of experiences over the years</a:t>
            </a:r>
            <a:endParaRPr/>
          </a:p>
        </p:txBody>
      </p:sp>
      <p:sp>
        <p:nvSpPr>
          <p:cNvPr id="1980" name="Google Shape;1980;p67"/>
          <p:cNvSpPr txBox="1"/>
          <p:nvPr/>
        </p:nvSpPr>
        <p:spPr>
          <a:xfrm>
            <a:off x="981900" y="4250300"/>
            <a:ext cx="7180200" cy="35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ctor"/>
                <a:ea typeface="Actor"/>
                <a:cs typeface="Actor"/>
                <a:sym typeface="Actor"/>
              </a:rPr>
              <a:t>Follow the link in the graph to modify its data and then paste the new one here. </a:t>
            </a:r>
            <a:r>
              <a:rPr b="1" lang="en" sz="1200" u="sng">
                <a:solidFill>
                  <a:schemeClr val="dk1"/>
                </a:solidFill>
                <a:latin typeface="Actor"/>
                <a:ea typeface="Actor"/>
                <a:cs typeface="Actor"/>
                <a:sym typeface="Actor"/>
                <a:hlinkClick r:id="rId5">
                  <a:extLst>
                    <a:ext uri="{A12FA001-AC4F-418D-AE19-62706E023703}">
                      <ahyp:hlinkClr val="tx"/>
                    </a:ext>
                  </a:extLst>
                </a:hlinkClick>
              </a:rPr>
              <a:t>For more info, click here</a:t>
            </a:r>
            <a:endParaRPr b="1" sz="1200" u="sng">
              <a:solidFill>
                <a:schemeClr val="dk1"/>
              </a:solidFill>
              <a:latin typeface="Actor"/>
              <a:ea typeface="Actor"/>
              <a:cs typeface="Actor"/>
              <a:sym typeface="Actor"/>
            </a:endParaRPr>
          </a:p>
        </p:txBody>
      </p:sp>
      <p:sp>
        <p:nvSpPr>
          <p:cNvPr id="1981" name="Google Shape;1981;p67"/>
          <p:cNvSpPr txBox="1"/>
          <p:nvPr>
            <p:ph idx="4294967295" type="title"/>
          </p:nvPr>
        </p:nvSpPr>
        <p:spPr>
          <a:xfrm>
            <a:off x="5904993" y="1368838"/>
            <a:ext cx="2225100" cy="35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Mercury</a:t>
            </a:r>
            <a:endParaRPr sz="2000"/>
          </a:p>
        </p:txBody>
      </p:sp>
      <p:sp>
        <p:nvSpPr>
          <p:cNvPr id="1982" name="Google Shape;1982;p67"/>
          <p:cNvSpPr txBox="1"/>
          <p:nvPr>
            <p:ph idx="4294967295" type="subTitle"/>
          </p:nvPr>
        </p:nvSpPr>
        <p:spPr>
          <a:xfrm>
            <a:off x="5904993" y="1646339"/>
            <a:ext cx="2225100" cy="5727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t>Mercury is quite a small planet</a:t>
            </a:r>
            <a:endParaRPr/>
          </a:p>
        </p:txBody>
      </p:sp>
      <p:sp>
        <p:nvSpPr>
          <p:cNvPr id="1983" name="Google Shape;1983;p67"/>
          <p:cNvSpPr txBox="1"/>
          <p:nvPr>
            <p:ph idx="4294967295" type="title"/>
          </p:nvPr>
        </p:nvSpPr>
        <p:spPr>
          <a:xfrm>
            <a:off x="5904993" y="3232648"/>
            <a:ext cx="2225100" cy="35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Jupiter</a:t>
            </a:r>
            <a:endParaRPr sz="2000"/>
          </a:p>
        </p:txBody>
      </p:sp>
      <p:sp>
        <p:nvSpPr>
          <p:cNvPr id="1984" name="Google Shape;1984;p67"/>
          <p:cNvSpPr txBox="1"/>
          <p:nvPr>
            <p:ph idx="4294967295" type="subTitle"/>
          </p:nvPr>
        </p:nvSpPr>
        <p:spPr>
          <a:xfrm>
            <a:off x="5904993" y="3510137"/>
            <a:ext cx="2225100" cy="5727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t>Jupiter is an enormous planet</a:t>
            </a:r>
            <a:endParaRPr/>
          </a:p>
        </p:txBody>
      </p:sp>
      <p:sp>
        <p:nvSpPr>
          <p:cNvPr id="1985" name="Google Shape;1985;p67"/>
          <p:cNvSpPr txBox="1"/>
          <p:nvPr>
            <p:ph idx="4294967295" type="title"/>
          </p:nvPr>
        </p:nvSpPr>
        <p:spPr>
          <a:xfrm>
            <a:off x="5904993" y="2300743"/>
            <a:ext cx="2225100" cy="35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Venus</a:t>
            </a:r>
            <a:endParaRPr sz="2000"/>
          </a:p>
        </p:txBody>
      </p:sp>
      <p:sp>
        <p:nvSpPr>
          <p:cNvPr id="1986" name="Google Shape;1986;p67"/>
          <p:cNvSpPr txBox="1"/>
          <p:nvPr>
            <p:ph idx="4294967295" type="subTitle"/>
          </p:nvPr>
        </p:nvSpPr>
        <p:spPr>
          <a:xfrm>
            <a:off x="5904993" y="2578244"/>
            <a:ext cx="2225100" cy="5727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t>Venus has very high temperatures</a:t>
            </a:r>
            <a:endParaRPr/>
          </a:p>
        </p:txBody>
      </p:sp>
      <p:sp>
        <p:nvSpPr>
          <p:cNvPr id="1987" name="Google Shape;1987;p67"/>
          <p:cNvSpPr/>
          <p:nvPr/>
        </p:nvSpPr>
        <p:spPr>
          <a:xfrm>
            <a:off x="5654404" y="1417340"/>
            <a:ext cx="174384" cy="156010"/>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noFill/>
          <a:ln cap="flat" cmpd="sng" w="19050">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8" name="Google Shape;1988;p67"/>
          <p:cNvSpPr/>
          <p:nvPr/>
        </p:nvSpPr>
        <p:spPr>
          <a:xfrm>
            <a:off x="5654404" y="2323677"/>
            <a:ext cx="174384" cy="156010"/>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noFill/>
          <a:ln cap="flat" cmpd="sng" w="19050">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9" name="Google Shape;1989;p67"/>
          <p:cNvSpPr/>
          <p:nvPr/>
        </p:nvSpPr>
        <p:spPr>
          <a:xfrm>
            <a:off x="5654404" y="3230027"/>
            <a:ext cx="174384" cy="156010"/>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noFill/>
          <a:ln cap="flat" cmpd="sng" w="19050">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0" name="Google Shape;1990;p67"/>
          <p:cNvSpPr/>
          <p:nvPr/>
        </p:nvSpPr>
        <p:spPr>
          <a:xfrm rot="4375739">
            <a:off x="7731048" y="3641322"/>
            <a:ext cx="2824737" cy="3797306"/>
          </a:xfrm>
          <a:custGeom>
            <a:rect b="b" l="l" r="r" t="t"/>
            <a:pathLst>
              <a:path extrusionOk="0" h="2286616" w="1700966">
                <a:moveTo>
                  <a:pt x="1700967" y="1750199"/>
                </a:moveTo>
                <a:cubicBezTo>
                  <a:pt x="1691980" y="1731661"/>
                  <a:pt x="1684213" y="1712809"/>
                  <a:pt x="1685654" y="1691640"/>
                </a:cubicBezTo>
                <a:cubicBezTo>
                  <a:pt x="1691666" y="1653279"/>
                  <a:pt x="1680769" y="1613854"/>
                  <a:pt x="1688097" y="1575994"/>
                </a:cubicBezTo>
                <a:cubicBezTo>
                  <a:pt x="1696990" y="1544428"/>
                  <a:pt x="1702721" y="1513457"/>
                  <a:pt x="1690445" y="1480545"/>
                </a:cubicBezTo>
                <a:cubicBezTo>
                  <a:pt x="1677669" y="1453395"/>
                  <a:pt x="1668775" y="1424398"/>
                  <a:pt x="1650644" y="1399815"/>
                </a:cubicBezTo>
                <a:cubicBezTo>
                  <a:pt x="1646761" y="1379304"/>
                  <a:pt x="1661259" y="1358041"/>
                  <a:pt x="1657815" y="1335870"/>
                </a:cubicBezTo>
                <a:cubicBezTo>
                  <a:pt x="1654464" y="1306340"/>
                  <a:pt x="1684464" y="1288835"/>
                  <a:pt x="1672314" y="1260400"/>
                </a:cubicBezTo>
                <a:cubicBezTo>
                  <a:pt x="1640717" y="1189848"/>
                  <a:pt x="1665831" y="1198052"/>
                  <a:pt x="1653055" y="1148167"/>
                </a:cubicBezTo>
                <a:cubicBezTo>
                  <a:pt x="1643817" y="1137583"/>
                  <a:pt x="1650769" y="1123585"/>
                  <a:pt x="1640185" y="1115443"/>
                </a:cubicBezTo>
                <a:cubicBezTo>
                  <a:pt x="1638243" y="1113971"/>
                  <a:pt x="1640811" y="1110527"/>
                  <a:pt x="1642909" y="1108929"/>
                </a:cubicBezTo>
                <a:cubicBezTo>
                  <a:pt x="1649485" y="1103888"/>
                  <a:pt x="1648953" y="1096247"/>
                  <a:pt x="1650988" y="1089326"/>
                </a:cubicBezTo>
                <a:cubicBezTo>
                  <a:pt x="1655341" y="1074546"/>
                  <a:pt x="1646197" y="1057040"/>
                  <a:pt x="1660195" y="1044170"/>
                </a:cubicBezTo>
                <a:cubicBezTo>
                  <a:pt x="1661134" y="1043324"/>
                  <a:pt x="1660664" y="1039911"/>
                  <a:pt x="1659756" y="1038283"/>
                </a:cubicBezTo>
                <a:cubicBezTo>
                  <a:pt x="1633827" y="966289"/>
                  <a:pt x="1609026" y="892417"/>
                  <a:pt x="1593212" y="817511"/>
                </a:cubicBezTo>
                <a:cubicBezTo>
                  <a:pt x="1592178" y="803169"/>
                  <a:pt x="1582909" y="787919"/>
                  <a:pt x="1588734" y="775048"/>
                </a:cubicBezTo>
                <a:cubicBezTo>
                  <a:pt x="1603483" y="731364"/>
                  <a:pt x="1591302" y="687209"/>
                  <a:pt x="1598191" y="642398"/>
                </a:cubicBezTo>
                <a:cubicBezTo>
                  <a:pt x="1600258" y="628963"/>
                  <a:pt x="1583034" y="619788"/>
                  <a:pt x="1592679" y="605947"/>
                </a:cubicBezTo>
                <a:cubicBezTo>
                  <a:pt x="1602231" y="583400"/>
                  <a:pt x="1591552" y="562231"/>
                  <a:pt x="1590393" y="539841"/>
                </a:cubicBezTo>
                <a:cubicBezTo>
                  <a:pt x="1596469" y="512753"/>
                  <a:pt x="1580279" y="507649"/>
                  <a:pt x="1577241" y="487576"/>
                </a:cubicBezTo>
                <a:cubicBezTo>
                  <a:pt x="1586573" y="461083"/>
                  <a:pt x="1563306" y="442106"/>
                  <a:pt x="1564151" y="415864"/>
                </a:cubicBezTo>
                <a:cubicBezTo>
                  <a:pt x="1561490" y="399393"/>
                  <a:pt x="1567095" y="380604"/>
                  <a:pt x="1554318" y="366731"/>
                </a:cubicBezTo>
                <a:cubicBezTo>
                  <a:pt x="1532492" y="348005"/>
                  <a:pt x="1556260" y="315468"/>
                  <a:pt x="1531521" y="301063"/>
                </a:cubicBezTo>
                <a:cubicBezTo>
                  <a:pt x="1526354" y="298589"/>
                  <a:pt x="1529360" y="292984"/>
                  <a:pt x="1528953" y="288506"/>
                </a:cubicBezTo>
                <a:cubicBezTo>
                  <a:pt x="1534433" y="230448"/>
                  <a:pt x="1509757" y="257191"/>
                  <a:pt x="1519997" y="209592"/>
                </a:cubicBezTo>
                <a:cubicBezTo>
                  <a:pt x="1511323" y="187264"/>
                  <a:pt x="1523912" y="163559"/>
                  <a:pt x="1516271" y="141482"/>
                </a:cubicBezTo>
                <a:cubicBezTo>
                  <a:pt x="1495853" y="100490"/>
                  <a:pt x="1502774" y="37610"/>
                  <a:pt x="1463004" y="9739"/>
                </a:cubicBezTo>
                <a:cubicBezTo>
                  <a:pt x="1439267" y="-1190"/>
                  <a:pt x="1413933" y="9833"/>
                  <a:pt x="1389319" y="2161"/>
                </a:cubicBezTo>
                <a:cubicBezTo>
                  <a:pt x="1381960" y="-188"/>
                  <a:pt x="1371094" y="-1722"/>
                  <a:pt x="1364361" y="3570"/>
                </a:cubicBezTo>
                <a:cubicBezTo>
                  <a:pt x="1323245" y="27902"/>
                  <a:pt x="1274049" y="5418"/>
                  <a:pt x="1230583" y="19603"/>
                </a:cubicBezTo>
                <a:cubicBezTo>
                  <a:pt x="1217963" y="32975"/>
                  <a:pt x="1155020" y="38111"/>
                  <a:pt x="1138079" y="30658"/>
                </a:cubicBezTo>
                <a:cubicBezTo>
                  <a:pt x="1119885" y="25992"/>
                  <a:pt x="1106137" y="52829"/>
                  <a:pt x="1084530" y="46315"/>
                </a:cubicBezTo>
                <a:cubicBezTo>
                  <a:pt x="1058319" y="37516"/>
                  <a:pt x="1052432" y="73090"/>
                  <a:pt x="1031420" y="72025"/>
                </a:cubicBezTo>
                <a:cubicBezTo>
                  <a:pt x="1006681" y="74499"/>
                  <a:pt x="981910" y="68204"/>
                  <a:pt x="958142" y="78758"/>
                </a:cubicBezTo>
                <a:cubicBezTo>
                  <a:pt x="941170" y="68017"/>
                  <a:pt x="917464" y="67077"/>
                  <a:pt x="902276" y="51420"/>
                </a:cubicBezTo>
                <a:cubicBezTo>
                  <a:pt x="878383" y="46754"/>
                  <a:pt x="851421" y="50261"/>
                  <a:pt x="829594" y="35292"/>
                </a:cubicBezTo>
                <a:cubicBezTo>
                  <a:pt x="827465" y="33820"/>
                  <a:pt x="822642" y="33664"/>
                  <a:pt x="820544" y="35073"/>
                </a:cubicBezTo>
                <a:cubicBezTo>
                  <a:pt x="809897" y="42244"/>
                  <a:pt x="792298" y="34760"/>
                  <a:pt x="786097" y="51670"/>
                </a:cubicBezTo>
                <a:cubicBezTo>
                  <a:pt x="785346" y="53706"/>
                  <a:pt x="779646" y="54238"/>
                  <a:pt x="776139" y="54927"/>
                </a:cubicBezTo>
                <a:cubicBezTo>
                  <a:pt x="742068" y="63695"/>
                  <a:pt x="698415" y="104812"/>
                  <a:pt x="661933" y="88371"/>
                </a:cubicBezTo>
                <a:cubicBezTo>
                  <a:pt x="651161" y="77630"/>
                  <a:pt x="643958" y="83330"/>
                  <a:pt x="635785" y="90877"/>
                </a:cubicBezTo>
                <a:cubicBezTo>
                  <a:pt x="631651" y="94697"/>
                  <a:pt x="630274" y="101586"/>
                  <a:pt x="621161" y="99551"/>
                </a:cubicBezTo>
                <a:cubicBezTo>
                  <a:pt x="569460" y="86085"/>
                  <a:pt x="516036" y="81388"/>
                  <a:pt x="462456" y="88966"/>
                </a:cubicBezTo>
                <a:cubicBezTo>
                  <a:pt x="436903" y="87213"/>
                  <a:pt x="415922" y="98924"/>
                  <a:pt x="392655" y="104780"/>
                </a:cubicBezTo>
                <a:cubicBezTo>
                  <a:pt x="382540" y="103465"/>
                  <a:pt x="372050" y="99739"/>
                  <a:pt x="364753" y="111231"/>
                </a:cubicBezTo>
                <a:cubicBezTo>
                  <a:pt x="347812" y="112797"/>
                  <a:pt x="342394" y="93069"/>
                  <a:pt x="334628" y="119592"/>
                </a:cubicBezTo>
                <a:cubicBezTo>
                  <a:pt x="326517" y="114018"/>
                  <a:pt x="318908" y="107411"/>
                  <a:pt x="309012" y="117275"/>
                </a:cubicBezTo>
                <a:cubicBezTo>
                  <a:pt x="295860" y="130396"/>
                  <a:pt x="280672" y="139728"/>
                  <a:pt x="260756" y="136565"/>
                </a:cubicBezTo>
                <a:cubicBezTo>
                  <a:pt x="238867" y="147275"/>
                  <a:pt x="217134" y="160239"/>
                  <a:pt x="191236" y="154070"/>
                </a:cubicBezTo>
                <a:cubicBezTo>
                  <a:pt x="162520" y="151377"/>
                  <a:pt x="143136" y="171983"/>
                  <a:pt x="116362" y="170511"/>
                </a:cubicBezTo>
                <a:cubicBezTo>
                  <a:pt x="100986" y="170417"/>
                  <a:pt x="83450" y="166064"/>
                  <a:pt x="74838" y="185699"/>
                </a:cubicBezTo>
                <a:cubicBezTo>
                  <a:pt x="40047" y="195970"/>
                  <a:pt x="49786" y="211346"/>
                  <a:pt x="25799" y="223277"/>
                </a:cubicBezTo>
                <a:cubicBezTo>
                  <a:pt x="18941" y="233141"/>
                  <a:pt x="18127" y="247828"/>
                  <a:pt x="7135" y="256314"/>
                </a:cubicBezTo>
                <a:cubicBezTo>
                  <a:pt x="308" y="263830"/>
                  <a:pt x="-3387" y="273381"/>
                  <a:pt x="4254" y="284529"/>
                </a:cubicBezTo>
                <a:cubicBezTo>
                  <a:pt x="13054" y="297337"/>
                  <a:pt x="2876" y="316157"/>
                  <a:pt x="16436" y="328151"/>
                </a:cubicBezTo>
                <a:cubicBezTo>
                  <a:pt x="6603" y="350009"/>
                  <a:pt x="19097" y="369330"/>
                  <a:pt x="24390" y="389059"/>
                </a:cubicBezTo>
                <a:cubicBezTo>
                  <a:pt x="29212" y="407002"/>
                  <a:pt x="24014" y="428547"/>
                  <a:pt x="41863" y="442388"/>
                </a:cubicBezTo>
                <a:cubicBezTo>
                  <a:pt x="34442" y="464935"/>
                  <a:pt x="41018" y="489267"/>
                  <a:pt x="34912" y="512283"/>
                </a:cubicBezTo>
                <a:cubicBezTo>
                  <a:pt x="34003" y="514475"/>
                  <a:pt x="35381" y="516668"/>
                  <a:pt x="37448" y="517388"/>
                </a:cubicBezTo>
                <a:cubicBezTo>
                  <a:pt x="62062" y="527409"/>
                  <a:pt x="41300" y="553557"/>
                  <a:pt x="46122" y="571907"/>
                </a:cubicBezTo>
                <a:cubicBezTo>
                  <a:pt x="48220" y="584715"/>
                  <a:pt x="48346" y="595801"/>
                  <a:pt x="35945" y="603473"/>
                </a:cubicBezTo>
                <a:cubicBezTo>
                  <a:pt x="29651" y="612398"/>
                  <a:pt x="41926" y="627241"/>
                  <a:pt x="27208" y="635039"/>
                </a:cubicBezTo>
                <a:cubicBezTo>
                  <a:pt x="22793" y="638859"/>
                  <a:pt x="22761" y="645592"/>
                  <a:pt x="24202" y="651291"/>
                </a:cubicBezTo>
                <a:cubicBezTo>
                  <a:pt x="28930" y="670080"/>
                  <a:pt x="18189" y="686364"/>
                  <a:pt x="15527" y="703932"/>
                </a:cubicBezTo>
                <a:cubicBezTo>
                  <a:pt x="8701" y="735904"/>
                  <a:pt x="26832" y="753754"/>
                  <a:pt x="42803" y="776113"/>
                </a:cubicBezTo>
                <a:cubicBezTo>
                  <a:pt x="47845" y="793900"/>
                  <a:pt x="72677" y="786384"/>
                  <a:pt x="74807" y="805674"/>
                </a:cubicBezTo>
                <a:cubicBezTo>
                  <a:pt x="81101" y="830946"/>
                  <a:pt x="77124" y="858847"/>
                  <a:pt x="93815" y="881551"/>
                </a:cubicBezTo>
                <a:cubicBezTo>
                  <a:pt x="95099" y="883304"/>
                  <a:pt x="93095" y="884119"/>
                  <a:pt x="91717" y="884651"/>
                </a:cubicBezTo>
                <a:cubicBezTo>
                  <a:pt x="85955" y="886937"/>
                  <a:pt x="86863" y="888972"/>
                  <a:pt x="91623" y="891603"/>
                </a:cubicBezTo>
                <a:cubicBezTo>
                  <a:pt x="133773" y="944056"/>
                  <a:pt x="33534" y="971582"/>
                  <a:pt x="75684" y="1034274"/>
                </a:cubicBezTo>
                <a:cubicBezTo>
                  <a:pt x="83262" y="1047677"/>
                  <a:pt x="97667" y="1057949"/>
                  <a:pt x="98043" y="1075485"/>
                </a:cubicBezTo>
                <a:cubicBezTo>
                  <a:pt x="98137" y="1080276"/>
                  <a:pt x="103679" y="1080715"/>
                  <a:pt x="106435" y="1083220"/>
                </a:cubicBezTo>
                <a:cubicBezTo>
                  <a:pt x="128512" y="1097343"/>
                  <a:pt x="109473" y="1117917"/>
                  <a:pt x="113043" y="1137270"/>
                </a:cubicBezTo>
                <a:cubicBezTo>
                  <a:pt x="113700" y="1141528"/>
                  <a:pt x="113356" y="1146852"/>
                  <a:pt x="109786" y="1148825"/>
                </a:cubicBezTo>
                <a:cubicBezTo>
                  <a:pt x="85266" y="1160317"/>
                  <a:pt x="110099" y="1189628"/>
                  <a:pt x="97322" y="1197019"/>
                </a:cubicBezTo>
                <a:cubicBezTo>
                  <a:pt x="81320" y="1201340"/>
                  <a:pt x="98826" y="1219816"/>
                  <a:pt x="93815" y="1231309"/>
                </a:cubicBezTo>
                <a:cubicBezTo>
                  <a:pt x="93721" y="1240390"/>
                  <a:pt x="93032" y="1248939"/>
                  <a:pt x="102082" y="1256486"/>
                </a:cubicBezTo>
                <a:cubicBezTo>
                  <a:pt x="121310" y="1271893"/>
                  <a:pt x="111947" y="1305494"/>
                  <a:pt x="139974" y="1312571"/>
                </a:cubicBezTo>
                <a:cubicBezTo>
                  <a:pt x="151184" y="1316266"/>
                  <a:pt x="151529" y="1325818"/>
                  <a:pt x="141665" y="1333302"/>
                </a:cubicBezTo>
                <a:cubicBezTo>
                  <a:pt x="136466" y="1337216"/>
                  <a:pt x="138189" y="1341882"/>
                  <a:pt x="139535" y="1345985"/>
                </a:cubicBezTo>
                <a:cubicBezTo>
                  <a:pt x="147990" y="1371726"/>
                  <a:pt x="139473" y="1397467"/>
                  <a:pt x="138157" y="1422894"/>
                </a:cubicBezTo>
                <a:cubicBezTo>
                  <a:pt x="139880" y="1442216"/>
                  <a:pt x="125850" y="1469992"/>
                  <a:pt x="136028" y="1485869"/>
                </a:cubicBezTo>
                <a:cubicBezTo>
                  <a:pt x="158857" y="1492414"/>
                  <a:pt x="121498" y="1510702"/>
                  <a:pt x="122719" y="1564407"/>
                </a:cubicBezTo>
                <a:cubicBezTo>
                  <a:pt x="102489" y="1620900"/>
                  <a:pt x="170161" y="1641505"/>
                  <a:pt x="157385" y="1676828"/>
                </a:cubicBezTo>
                <a:cubicBezTo>
                  <a:pt x="151153" y="1696651"/>
                  <a:pt x="179023" y="1713623"/>
                  <a:pt x="163616" y="1735669"/>
                </a:cubicBezTo>
                <a:cubicBezTo>
                  <a:pt x="162207" y="1757308"/>
                  <a:pt x="179994" y="1778508"/>
                  <a:pt x="175485" y="1802464"/>
                </a:cubicBezTo>
                <a:cubicBezTo>
                  <a:pt x="168752" y="1813487"/>
                  <a:pt x="196403" y="1839698"/>
                  <a:pt x="173168" y="1835596"/>
                </a:cubicBezTo>
                <a:cubicBezTo>
                  <a:pt x="168188" y="1834437"/>
                  <a:pt x="166748" y="1837882"/>
                  <a:pt x="165934" y="1841702"/>
                </a:cubicBezTo>
                <a:cubicBezTo>
                  <a:pt x="165276" y="1844771"/>
                  <a:pt x="164337" y="1848717"/>
                  <a:pt x="168408" y="1849625"/>
                </a:cubicBezTo>
                <a:cubicBezTo>
                  <a:pt x="197092" y="1855136"/>
                  <a:pt x="133523" y="1898727"/>
                  <a:pt x="144671" y="1919927"/>
                </a:cubicBezTo>
                <a:cubicBezTo>
                  <a:pt x="145203" y="1922370"/>
                  <a:pt x="142541" y="1924123"/>
                  <a:pt x="140381" y="1925877"/>
                </a:cubicBezTo>
                <a:cubicBezTo>
                  <a:pt x="128011" y="1936461"/>
                  <a:pt x="130235" y="1977296"/>
                  <a:pt x="145360" y="1984374"/>
                </a:cubicBezTo>
                <a:cubicBezTo>
                  <a:pt x="162239" y="1977954"/>
                  <a:pt x="161988" y="1992390"/>
                  <a:pt x="165996" y="2001378"/>
                </a:cubicBezTo>
                <a:cubicBezTo>
                  <a:pt x="171007" y="2012369"/>
                  <a:pt x="186007" y="2012776"/>
                  <a:pt x="187698" y="2026492"/>
                </a:cubicBezTo>
                <a:cubicBezTo>
                  <a:pt x="191643" y="2043058"/>
                  <a:pt x="211528" y="2050448"/>
                  <a:pt x="203762" y="2069425"/>
                </a:cubicBezTo>
                <a:cubicBezTo>
                  <a:pt x="193554" y="2088997"/>
                  <a:pt x="208522" y="2108256"/>
                  <a:pt x="204608" y="2127264"/>
                </a:cubicBezTo>
                <a:cubicBezTo>
                  <a:pt x="195934" y="2151940"/>
                  <a:pt x="237363" y="2158579"/>
                  <a:pt x="228125" y="2183725"/>
                </a:cubicBezTo>
                <a:cubicBezTo>
                  <a:pt x="218512" y="2210468"/>
                  <a:pt x="241121" y="2230573"/>
                  <a:pt x="245223" y="2255875"/>
                </a:cubicBezTo>
                <a:cubicBezTo>
                  <a:pt x="252457" y="2285750"/>
                  <a:pt x="290223" y="2267587"/>
                  <a:pt x="309106" y="2258600"/>
                </a:cubicBezTo>
                <a:cubicBezTo>
                  <a:pt x="328897" y="2245197"/>
                  <a:pt x="321601" y="2264706"/>
                  <a:pt x="331778" y="2272723"/>
                </a:cubicBezTo>
                <a:cubicBezTo>
                  <a:pt x="340077" y="2247044"/>
                  <a:pt x="367008" y="2266522"/>
                  <a:pt x="383323" y="2252462"/>
                </a:cubicBezTo>
                <a:cubicBezTo>
                  <a:pt x="402143" y="2241627"/>
                  <a:pt x="422623" y="2249487"/>
                  <a:pt x="441757" y="2247295"/>
                </a:cubicBezTo>
                <a:cubicBezTo>
                  <a:pt x="467560" y="2233015"/>
                  <a:pt x="472039" y="2293516"/>
                  <a:pt x="481934" y="2279205"/>
                </a:cubicBezTo>
                <a:cubicBezTo>
                  <a:pt x="489043" y="2272253"/>
                  <a:pt x="494178" y="2275510"/>
                  <a:pt x="498625" y="2281648"/>
                </a:cubicBezTo>
                <a:cubicBezTo>
                  <a:pt x="516005" y="2298933"/>
                  <a:pt x="500159" y="2265082"/>
                  <a:pt x="565764" y="2271251"/>
                </a:cubicBezTo>
                <a:cubicBezTo>
                  <a:pt x="596140" y="2267399"/>
                  <a:pt x="678875" y="2222493"/>
                  <a:pt x="696286" y="2252650"/>
                </a:cubicBezTo>
                <a:cubicBezTo>
                  <a:pt x="702236" y="2265051"/>
                  <a:pt x="706902" y="2277733"/>
                  <a:pt x="724344" y="2267086"/>
                </a:cubicBezTo>
                <a:cubicBezTo>
                  <a:pt x="753436" y="2280113"/>
                  <a:pt x="771035" y="2254873"/>
                  <a:pt x="796056" y="2247639"/>
                </a:cubicBezTo>
                <a:cubicBezTo>
                  <a:pt x="808895" y="2250614"/>
                  <a:pt x="813122" y="2235176"/>
                  <a:pt x="824521" y="2235270"/>
                </a:cubicBezTo>
                <a:cubicBezTo>
                  <a:pt x="848884" y="2237274"/>
                  <a:pt x="873153" y="2252712"/>
                  <a:pt x="898111" y="2235489"/>
                </a:cubicBezTo>
                <a:cubicBezTo>
                  <a:pt x="900084" y="2234111"/>
                  <a:pt x="911452" y="2231731"/>
                  <a:pt x="916274" y="2239404"/>
                </a:cubicBezTo>
                <a:cubicBezTo>
                  <a:pt x="938414" y="2251115"/>
                  <a:pt x="961587" y="2224153"/>
                  <a:pt x="985136" y="2232232"/>
                </a:cubicBezTo>
                <a:cubicBezTo>
                  <a:pt x="1004645" y="2236491"/>
                  <a:pt x="1020647" y="2214696"/>
                  <a:pt x="1040689" y="2233047"/>
                </a:cubicBezTo>
                <a:cubicBezTo>
                  <a:pt x="1093361" y="2202702"/>
                  <a:pt x="1153548" y="2227097"/>
                  <a:pt x="1208412" y="2215134"/>
                </a:cubicBezTo>
                <a:cubicBezTo>
                  <a:pt x="1230333" y="2206711"/>
                  <a:pt x="1252723" y="2197379"/>
                  <a:pt x="1277337" y="2204800"/>
                </a:cubicBezTo>
                <a:cubicBezTo>
                  <a:pt x="1282128" y="2206241"/>
                  <a:pt x="1286763" y="2205301"/>
                  <a:pt x="1290270" y="2201450"/>
                </a:cubicBezTo>
                <a:cubicBezTo>
                  <a:pt x="1301731" y="2185792"/>
                  <a:pt x="1327128" y="2197692"/>
                  <a:pt x="1333954" y="2178089"/>
                </a:cubicBezTo>
                <a:cubicBezTo>
                  <a:pt x="1343599" y="2165719"/>
                  <a:pt x="1359915" y="2193934"/>
                  <a:pt x="1375353" y="2181596"/>
                </a:cubicBezTo>
                <a:cubicBezTo>
                  <a:pt x="1415123" y="2161554"/>
                  <a:pt x="1406981" y="2204425"/>
                  <a:pt x="1423077" y="2180938"/>
                </a:cubicBezTo>
                <a:cubicBezTo>
                  <a:pt x="1452701" y="2214602"/>
                  <a:pt x="1538223" y="2211627"/>
                  <a:pt x="1552252" y="2161085"/>
                </a:cubicBezTo>
                <a:cubicBezTo>
                  <a:pt x="1553849" y="2156669"/>
                  <a:pt x="1556886" y="2152254"/>
                  <a:pt x="1561051" y="2154289"/>
                </a:cubicBezTo>
                <a:cubicBezTo>
                  <a:pt x="1592585" y="2161366"/>
                  <a:pt x="1623274" y="2146492"/>
                  <a:pt x="1655216" y="2158423"/>
                </a:cubicBezTo>
                <a:cubicBezTo>
                  <a:pt x="1671562" y="2161304"/>
                  <a:pt x="1686030" y="2153350"/>
                  <a:pt x="1700936" y="2146805"/>
                </a:cubicBezTo>
                <a:lnTo>
                  <a:pt x="1700936" y="175035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1" name="Google Shape;1991;p67"/>
          <p:cNvSpPr/>
          <p:nvPr/>
        </p:nvSpPr>
        <p:spPr>
          <a:xfrm flipH="1" rot="10800000">
            <a:off x="0" y="0"/>
            <a:ext cx="2178676" cy="2443810"/>
          </a:xfrm>
          <a:custGeom>
            <a:rect b="b" l="l" r="r" t="t"/>
            <a:pathLst>
              <a:path extrusionOk="0" h="2040760" w="1819354">
                <a:moveTo>
                  <a:pt x="1746836" y="2000838"/>
                </a:moveTo>
                <a:cubicBezTo>
                  <a:pt x="1729118" y="1982933"/>
                  <a:pt x="1707662" y="1972055"/>
                  <a:pt x="1688186" y="1957626"/>
                </a:cubicBezTo>
                <a:cubicBezTo>
                  <a:pt x="1666842" y="1941851"/>
                  <a:pt x="1644712" y="1928507"/>
                  <a:pt x="1630994" y="1902191"/>
                </a:cubicBezTo>
                <a:cubicBezTo>
                  <a:pt x="1621200" y="1883463"/>
                  <a:pt x="1602622" y="1866791"/>
                  <a:pt x="1581315" y="1854941"/>
                </a:cubicBezTo>
                <a:cubicBezTo>
                  <a:pt x="1561540" y="1843952"/>
                  <a:pt x="1539112" y="1834457"/>
                  <a:pt x="1529954" y="1808963"/>
                </a:cubicBezTo>
                <a:cubicBezTo>
                  <a:pt x="1522253" y="1787544"/>
                  <a:pt x="1509058" y="1769788"/>
                  <a:pt x="1481209" y="1771022"/>
                </a:cubicBezTo>
                <a:cubicBezTo>
                  <a:pt x="1471117" y="1771470"/>
                  <a:pt x="1458482" y="1768480"/>
                  <a:pt x="1452389" y="1760181"/>
                </a:cubicBezTo>
                <a:cubicBezTo>
                  <a:pt x="1429923" y="1729679"/>
                  <a:pt x="1395907" y="1725417"/>
                  <a:pt x="1363273" y="1721081"/>
                </a:cubicBezTo>
                <a:cubicBezTo>
                  <a:pt x="1343424" y="1718465"/>
                  <a:pt x="1324510" y="1708260"/>
                  <a:pt x="1303763" y="1712596"/>
                </a:cubicBezTo>
                <a:cubicBezTo>
                  <a:pt x="1282681" y="1717007"/>
                  <a:pt x="1261598" y="1715362"/>
                  <a:pt x="1241599" y="1708708"/>
                </a:cubicBezTo>
                <a:cubicBezTo>
                  <a:pt x="1224516" y="1703026"/>
                  <a:pt x="1207284" y="1700073"/>
                  <a:pt x="1190051" y="1702316"/>
                </a:cubicBezTo>
                <a:cubicBezTo>
                  <a:pt x="1136784" y="1709232"/>
                  <a:pt x="1086619" y="1692074"/>
                  <a:pt x="1035183" y="1684598"/>
                </a:cubicBezTo>
                <a:cubicBezTo>
                  <a:pt x="1028455" y="1683626"/>
                  <a:pt x="1023483" y="1679813"/>
                  <a:pt x="1020156" y="1674206"/>
                </a:cubicBezTo>
                <a:cubicBezTo>
                  <a:pt x="1011932" y="1660450"/>
                  <a:pt x="1002438" y="1661422"/>
                  <a:pt x="988270" y="1666842"/>
                </a:cubicBezTo>
                <a:cubicBezTo>
                  <a:pt x="963375" y="1676337"/>
                  <a:pt x="935003" y="1679776"/>
                  <a:pt x="911117" y="1669197"/>
                </a:cubicBezTo>
                <a:cubicBezTo>
                  <a:pt x="884165" y="1657272"/>
                  <a:pt x="868054" y="1633386"/>
                  <a:pt x="867232" y="1600790"/>
                </a:cubicBezTo>
                <a:cubicBezTo>
                  <a:pt x="866335" y="1565690"/>
                  <a:pt x="850896" y="1550812"/>
                  <a:pt x="815721" y="1546925"/>
                </a:cubicBezTo>
                <a:cubicBezTo>
                  <a:pt x="806787" y="1545953"/>
                  <a:pt x="799535" y="1543822"/>
                  <a:pt x="795274" y="1535038"/>
                </a:cubicBezTo>
                <a:cubicBezTo>
                  <a:pt x="777929" y="1499526"/>
                  <a:pt x="757931" y="1465734"/>
                  <a:pt x="732063" y="1435605"/>
                </a:cubicBezTo>
                <a:cubicBezTo>
                  <a:pt x="727129" y="1429848"/>
                  <a:pt x="721597" y="1423905"/>
                  <a:pt x="721223" y="1415644"/>
                </a:cubicBezTo>
                <a:cubicBezTo>
                  <a:pt x="718681" y="1359236"/>
                  <a:pt x="674086" y="1328696"/>
                  <a:pt x="640929" y="1293259"/>
                </a:cubicBezTo>
                <a:cubicBezTo>
                  <a:pt x="624444" y="1275653"/>
                  <a:pt x="603063" y="1261673"/>
                  <a:pt x="587961" y="1241263"/>
                </a:cubicBezTo>
                <a:cubicBezTo>
                  <a:pt x="579774" y="1230198"/>
                  <a:pt x="569345" y="1219993"/>
                  <a:pt x="557981" y="1212255"/>
                </a:cubicBezTo>
                <a:cubicBezTo>
                  <a:pt x="534133" y="1196032"/>
                  <a:pt x="509648" y="1179996"/>
                  <a:pt x="495369" y="1154614"/>
                </a:cubicBezTo>
                <a:cubicBezTo>
                  <a:pt x="482360" y="1131551"/>
                  <a:pt x="454138" y="1117458"/>
                  <a:pt x="454811" y="1086245"/>
                </a:cubicBezTo>
                <a:cubicBezTo>
                  <a:pt x="454923" y="1081386"/>
                  <a:pt x="450886" y="1076265"/>
                  <a:pt x="446026" y="1075367"/>
                </a:cubicBezTo>
                <a:cubicBezTo>
                  <a:pt x="423486" y="1071143"/>
                  <a:pt x="409505" y="1052603"/>
                  <a:pt x="390366" y="1043070"/>
                </a:cubicBezTo>
                <a:cubicBezTo>
                  <a:pt x="368013" y="1031968"/>
                  <a:pt x="361845" y="1011484"/>
                  <a:pt x="361733" y="991037"/>
                </a:cubicBezTo>
                <a:cubicBezTo>
                  <a:pt x="361546" y="956123"/>
                  <a:pt x="352500" y="922966"/>
                  <a:pt x="341248" y="891529"/>
                </a:cubicBezTo>
                <a:cubicBezTo>
                  <a:pt x="330931" y="862671"/>
                  <a:pt x="323941" y="837327"/>
                  <a:pt x="335006" y="807049"/>
                </a:cubicBezTo>
                <a:cubicBezTo>
                  <a:pt x="344949" y="779836"/>
                  <a:pt x="339080" y="768136"/>
                  <a:pt x="314708" y="752361"/>
                </a:cubicBezTo>
                <a:cubicBezTo>
                  <a:pt x="304466" y="745745"/>
                  <a:pt x="302260" y="737708"/>
                  <a:pt x="300541" y="726606"/>
                </a:cubicBezTo>
                <a:cubicBezTo>
                  <a:pt x="295420" y="693673"/>
                  <a:pt x="297176" y="659507"/>
                  <a:pt x="283719" y="627995"/>
                </a:cubicBezTo>
                <a:cubicBezTo>
                  <a:pt x="280243" y="619809"/>
                  <a:pt x="280804" y="611361"/>
                  <a:pt x="286037" y="603960"/>
                </a:cubicBezTo>
                <a:cubicBezTo>
                  <a:pt x="292466" y="594951"/>
                  <a:pt x="289850" y="587138"/>
                  <a:pt x="284355" y="578915"/>
                </a:cubicBezTo>
                <a:cubicBezTo>
                  <a:pt x="275458" y="565532"/>
                  <a:pt x="266711" y="552038"/>
                  <a:pt x="258525" y="538207"/>
                </a:cubicBezTo>
                <a:cubicBezTo>
                  <a:pt x="251273" y="525946"/>
                  <a:pt x="243161" y="508602"/>
                  <a:pt x="249367" y="498770"/>
                </a:cubicBezTo>
                <a:cubicBezTo>
                  <a:pt x="264020" y="475445"/>
                  <a:pt x="250637" y="461764"/>
                  <a:pt x="239610" y="445166"/>
                </a:cubicBezTo>
                <a:cubicBezTo>
                  <a:pt x="233891" y="436532"/>
                  <a:pt x="228209" y="426775"/>
                  <a:pt x="226303" y="416832"/>
                </a:cubicBezTo>
                <a:cubicBezTo>
                  <a:pt x="216359" y="365546"/>
                  <a:pt x="187016" y="319231"/>
                  <a:pt x="187501" y="265291"/>
                </a:cubicBezTo>
                <a:cubicBezTo>
                  <a:pt x="187501" y="261328"/>
                  <a:pt x="186081" y="256731"/>
                  <a:pt x="183838" y="253478"/>
                </a:cubicBezTo>
                <a:cubicBezTo>
                  <a:pt x="163765" y="224396"/>
                  <a:pt x="146869" y="192884"/>
                  <a:pt x="121001" y="168176"/>
                </a:cubicBezTo>
                <a:cubicBezTo>
                  <a:pt x="93115" y="141523"/>
                  <a:pt x="69491" y="113525"/>
                  <a:pt x="54875" y="75808"/>
                </a:cubicBezTo>
                <a:cubicBezTo>
                  <a:pt x="43810" y="47586"/>
                  <a:pt x="22129" y="21681"/>
                  <a:pt x="0" y="0"/>
                </a:cubicBezTo>
                <a:lnTo>
                  <a:pt x="0" y="2040761"/>
                </a:lnTo>
                <a:lnTo>
                  <a:pt x="1819355" y="2040761"/>
                </a:lnTo>
                <a:cubicBezTo>
                  <a:pt x="1813225" y="2037396"/>
                  <a:pt x="1806982" y="2034182"/>
                  <a:pt x="1800553" y="2031154"/>
                </a:cubicBezTo>
                <a:cubicBezTo>
                  <a:pt x="1782161" y="2022556"/>
                  <a:pt x="1760742" y="2014893"/>
                  <a:pt x="1746836" y="200080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92" name="Google Shape;1992;p67"/>
          <p:cNvGrpSpPr/>
          <p:nvPr/>
        </p:nvGrpSpPr>
        <p:grpSpPr>
          <a:xfrm>
            <a:off x="8424012" y="4187226"/>
            <a:ext cx="546060" cy="612439"/>
            <a:chOff x="4141364" y="967419"/>
            <a:chExt cx="323036" cy="362304"/>
          </a:xfrm>
        </p:grpSpPr>
        <p:sp>
          <p:nvSpPr>
            <p:cNvPr id="1993" name="Google Shape;1993;p67"/>
            <p:cNvSpPr/>
            <p:nvPr/>
          </p:nvSpPr>
          <p:spPr>
            <a:xfrm>
              <a:off x="4365286" y="1063502"/>
              <a:ext cx="99114" cy="95016"/>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9" y="26071"/>
                    <a:pt x="31626" y="24091"/>
                    <a:pt x="32969" y="21263"/>
                  </a:cubicBezTo>
                  <a:lnTo>
                    <a:pt x="40817" y="5356"/>
                  </a:lnTo>
                  <a:cubicBezTo>
                    <a:pt x="44352" y="-1785"/>
                    <a:pt x="54533" y="-1785"/>
                    <a:pt x="58068" y="5356"/>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4" name="Google Shape;1994;p67"/>
            <p:cNvSpPr/>
            <p:nvPr/>
          </p:nvSpPr>
          <p:spPr>
            <a:xfrm>
              <a:off x="4259522" y="1197690"/>
              <a:ext cx="78140" cy="78898"/>
            </a:xfrm>
            <a:custGeom>
              <a:rect b="b" l="l" r="r" t="t"/>
              <a:pathLst>
                <a:path extrusionOk="0" h="78898" w="78140">
                  <a:moveTo>
                    <a:pt x="31409" y="1682"/>
                  </a:moveTo>
                  <a:lnTo>
                    <a:pt x="42509" y="10590"/>
                  </a:lnTo>
                  <a:cubicBezTo>
                    <a:pt x="44489" y="12146"/>
                    <a:pt x="47105" y="12711"/>
                    <a:pt x="49580" y="11934"/>
                  </a:cubicBezTo>
                  <a:lnTo>
                    <a:pt x="63225" y="7833"/>
                  </a:lnTo>
                  <a:cubicBezTo>
                    <a:pt x="69305" y="5995"/>
                    <a:pt x="74890" y="11934"/>
                    <a:pt x="72699" y="17943"/>
                  </a:cubicBezTo>
                  <a:lnTo>
                    <a:pt x="67679" y="31235"/>
                  </a:lnTo>
                  <a:cubicBezTo>
                    <a:pt x="66760" y="33639"/>
                    <a:pt x="67113" y="36255"/>
                    <a:pt x="68598" y="38376"/>
                  </a:cubicBezTo>
                  <a:lnTo>
                    <a:pt x="76729" y="50042"/>
                  </a:lnTo>
                  <a:cubicBezTo>
                    <a:pt x="80405" y="55273"/>
                    <a:pt x="76446" y="62414"/>
                    <a:pt x="70083" y="62131"/>
                  </a:cubicBezTo>
                  <a:lnTo>
                    <a:pt x="55872" y="61495"/>
                  </a:lnTo>
                  <a:cubicBezTo>
                    <a:pt x="53327" y="61354"/>
                    <a:pt x="50923" y="62485"/>
                    <a:pt x="49367" y="64535"/>
                  </a:cubicBezTo>
                  <a:lnTo>
                    <a:pt x="40812" y="75847"/>
                  </a:lnTo>
                  <a:cubicBezTo>
                    <a:pt x="36924" y="80938"/>
                    <a:pt x="28935" y="79383"/>
                    <a:pt x="27238" y="73231"/>
                  </a:cubicBezTo>
                  <a:lnTo>
                    <a:pt x="23491" y="59516"/>
                  </a:lnTo>
                  <a:cubicBezTo>
                    <a:pt x="22784" y="57041"/>
                    <a:pt x="21016" y="55132"/>
                    <a:pt x="18612" y="54284"/>
                  </a:cubicBezTo>
                  <a:lnTo>
                    <a:pt x="5179" y="49617"/>
                  </a:lnTo>
                  <a:cubicBezTo>
                    <a:pt x="-830" y="47496"/>
                    <a:pt x="-1891" y="39436"/>
                    <a:pt x="3482" y="35901"/>
                  </a:cubicBezTo>
                  <a:lnTo>
                    <a:pt x="15360" y="28054"/>
                  </a:lnTo>
                  <a:cubicBezTo>
                    <a:pt x="17481" y="26640"/>
                    <a:pt x="18754" y="24306"/>
                    <a:pt x="18825" y="21761"/>
                  </a:cubicBezTo>
                  <a:lnTo>
                    <a:pt x="19107" y="7550"/>
                  </a:lnTo>
                  <a:cubicBezTo>
                    <a:pt x="19249" y="1187"/>
                    <a:pt x="26602" y="-2277"/>
                    <a:pt x="31621" y="1682"/>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5" name="Google Shape;1995;p67"/>
            <p:cNvSpPr/>
            <p:nvPr/>
          </p:nvSpPr>
          <p:spPr>
            <a:xfrm>
              <a:off x="4150081" y="1050670"/>
              <a:ext cx="72977" cy="204323"/>
            </a:xfrm>
            <a:custGeom>
              <a:rect b="b" l="l" r="r" t="t"/>
              <a:pathLst>
                <a:path extrusionOk="0" h="204323" w="72977">
                  <a:moveTo>
                    <a:pt x="70857" y="937"/>
                  </a:moveTo>
                  <a:cubicBezTo>
                    <a:pt x="68241" y="57356"/>
                    <a:pt x="52333" y="112715"/>
                    <a:pt x="25254" y="162206"/>
                  </a:cubicBezTo>
                  <a:cubicBezTo>
                    <a:pt x="17760" y="175922"/>
                    <a:pt x="9347" y="189214"/>
                    <a:pt x="297" y="202010"/>
                  </a:cubicBezTo>
                  <a:cubicBezTo>
                    <a:pt x="-905" y="203707"/>
                    <a:pt x="1852" y="205263"/>
                    <a:pt x="3054" y="203637"/>
                  </a:cubicBezTo>
                  <a:cubicBezTo>
                    <a:pt x="37132" y="158176"/>
                    <a:pt x="59403" y="104090"/>
                    <a:pt x="68453" y="48094"/>
                  </a:cubicBezTo>
                  <a:cubicBezTo>
                    <a:pt x="70998" y="32540"/>
                    <a:pt x="72483" y="16774"/>
                    <a:pt x="72977" y="1008"/>
                  </a:cubicBezTo>
                  <a:cubicBezTo>
                    <a:pt x="72977" y="-336"/>
                    <a:pt x="70998" y="-336"/>
                    <a:pt x="70927" y="1008"/>
                  </a:cubicBezTo>
                  <a:lnTo>
                    <a:pt x="70927" y="1008"/>
                  </a:lnTo>
                  <a:close/>
                </a:path>
              </a:pathLst>
            </a:custGeom>
            <a:solidFill>
              <a:srgbClr val="1E2638"/>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6" name="Google Shape;1996;p67"/>
            <p:cNvSpPr/>
            <p:nvPr/>
          </p:nvSpPr>
          <p:spPr>
            <a:xfrm>
              <a:off x="4141364" y="1265346"/>
              <a:ext cx="125651" cy="64377"/>
            </a:xfrm>
            <a:custGeom>
              <a:rect b="b" l="l" r="r" t="t"/>
              <a:pathLst>
                <a:path extrusionOk="0" h="64377" w="125651">
                  <a:moveTo>
                    <a:pt x="123408" y="272"/>
                  </a:moveTo>
                  <a:cubicBezTo>
                    <a:pt x="85795" y="25795"/>
                    <a:pt x="44435" y="45875"/>
                    <a:pt x="1378" y="60439"/>
                  </a:cubicBezTo>
                  <a:cubicBezTo>
                    <a:pt x="-1026" y="61217"/>
                    <a:pt x="-36" y="65105"/>
                    <a:pt x="2438" y="64257"/>
                  </a:cubicBezTo>
                  <a:cubicBezTo>
                    <a:pt x="46202" y="49975"/>
                    <a:pt x="87209" y="29189"/>
                    <a:pt x="124963" y="2959"/>
                  </a:cubicBezTo>
                  <a:cubicBezTo>
                    <a:pt x="126589" y="1828"/>
                    <a:pt x="125034" y="-859"/>
                    <a:pt x="123408" y="272"/>
                  </a:cubicBezTo>
                  <a:lnTo>
                    <a:pt x="123408" y="272"/>
                  </a:lnTo>
                  <a:close/>
                </a:path>
              </a:pathLst>
            </a:custGeom>
            <a:solidFill>
              <a:srgbClr val="1E2638"/>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7" name="Google Shape;1997;p67"/>
            <p:cNvSpPr/>
            <p:nvPr/>
          </p:nvSpPr>
          <p:spPr>
            <a:xfrm>
              <a:off x="4172273" y="967419"/>
              <a:ext cx="99114" cy="95016"/>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sp>
        <p:nvSpPr>
          <p:cNvPr id="2002" name="Google Shape;2002;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Calendar</a:t>
            </a:r>
            <a:endParaRPr/>
          </a:p>
        </p:txBody>
      </p:sp>
      <p:graphicFrame>
        <p:nvGraphicFramePr>
          <p:cNvPr id="2003" name="Google Shape;2003;p68"/>
          <p:cNvGraphicFramePr/>
          <p:nvPr/>
        </p:nvGraphicFramePr>
        <p:xfrm>
          <a:off x="720000" y="1102305"/>
          <a:ext cx="3000000" cy="3000000"/>
        </p:xfrm>
        <a:graphic>
          <a:graphicData uri="http://schemas.openxmlformats.org/drawingml/2006/table">
            <a:tbl>
              <a:tblPr>
                <a:noFill/>
                <a:tableStyleId>{8A68DBA2-0CB2-4894-8F4E-6A35C30B4BCD}</a:tableStyleId>
              </a:tblPr>
              <a:tblGrid>
                <a:gridCol w="680925"/>
                <a:gridCol w="680925"/>
                <a:gridCol w="680925"/>
                <a:gridCol w="680925"/>
                <a:gridCol w="680925"/>
                <a:gridCol w="680925"/>
                <a:gridCol w="680925"/>
              </a:tblGrid>
              <a:tr h="413750">
                <a:tc>
                  <a:txBody>
                    <a:bodyPr/>
                    <a:lstStyle/>
                    <a:p>
                      <a:pPr indent="0" lvl="0" marL="0" rtl="0" algn="ctr">
                        <a:spcBef>
                          <a:spcPts val="0"/>
                        </a:spcBef>
                        <a:spcAft>
                          <a:spcPts val="0"/>
                        </a:spcAft>
                        <a:buNone/>
                      </a:pPr>
                      <a:r>
                        <a:rPr b="1" lang="en">
                          <a:solidFill>
                            <a:schemeClr val="dk1"/>
                          </a:solidFill>
                          <a:latin typeface="Shadows Into Light Two"/>
                          <a:ea typeface="Shadows Into Light Two"/>
                          <a:cs typeface="Shadows Into Light Two"/>
                          <a:sym typeface="Shadows Into Light Two"/>
                        </a:rPr>
                        <a:t>Sun</a:t>
                      </a:r>
                      <a:endParaRPr b="1">
                        <a:solidFill>
                          <a:schemeClr val="dk1"/>
                        </a:solidFill>
                        <a:latin typeface="Shadows Into Light Two"/>
                        <a:ea typeface="Shadows Into Light Two"/>
                        <a:cs typeface="Shadows Into Light Two"/>
                        <a:sym typeface="Shadows Into Light Two"/>
                      </a:endParaRPr>
                    </a:p>
                  </a:txBody>
                  <a:tcPr marT="91425" marB="91425" marR="91425" marL="91425" anchor="ctr">
                    <a:lnL cap="flat" cmpd="sng" w="9525">
                      <a:solidFill>
                        <a:srgbClr val="191919">
                          <a:alpha val="0"/>
                        </a:srgbClr>
                      </a:solidFill>
                      <a:prstDash val="solid"/>
                      <a:round/>
                      <a:headEnd len="sm" w="sm" type="none"/>
                      <a:tailEnd len="sm" w="sm" type="none"/>
                    </a:lnL>
                    <a:lnR cap="flat" cmpd="sng" w="19050">
                      <a:solidFill>
                        <a:schemeClr val="dk1"/>
                      </a:solidFill>
                      <a:prstDash val="solid"/>
                      <a:round/>
                      <a:headEnd len="sm" w="sm" type="none"/>
                      <a:tailEnd len="sm" w="sm" type="none"/>
                    </a:lnR>
                    <a:lnT cap="flat" cmpd="sng" w="9525">
                      <a:solidFill>
                        <a:srgbClr val="191919">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rgbClr val="BC714F">
                        <a:alpha val="30379"/>
                      </a:srgbClr>
                    </a:solidFill>
                  </a:tcPr>
                </a:tc>
                <a:tc>
                  <a:txBody>
                    <a:bodyPr/>
                    <a:lstStyle/>
                    <a:p>
                      <a:pPr indent="0" lvl="0" marL="0" rtl="0" algn="ctr">
                        <a:spcBef>
                          <a:spcPts val="0"/>
                        </a:spcBef>
                        <a:spcAft>
                          <a:spcPts val="0"/>
                        </a:spcAft>
                        <a:buNone/>
                      </a:pPr>
                      <a:r>
                        <a:rPr b="1" lang="en">
                          <a:solidFill>
                            <a:schemeClr val="dk1"/>
                          </a:solidFill>
                          <a:latin typeface="Shadows Into Light Two"/>
                          <a:ea typeface="Shadows Into Light Two"/>
                          <a:cs typeface="Shadows Into Light Two"/>
                          <a:sym typeface="Shadows Into Light Two"/>
                        </a:rPr>
                        <a:t>Mon</a:t>
                      </a:r>
                      <a:endParaRPr b="1">
                        <a:solidFill>
                          <a:schemeClr val="dk1"/>
                        </a:solidFill>
                        <a:latin typeface="Shadows Into Light Two"/>
                        <a:ea typeface="Shadows Into Light Two"/>
                        <a:cs typeface="Shadows Into Light Two"/>
                        <a:sym typeface="Shadows Into Light Tw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9525">
                      <a:solidFill>
                        <a:srgbClr val="191919">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rgbClr val="BC714F">
                        <a:alpha val="30379"/>
                      </a:srgbClr>
                    </a:solidFill>
                  </a:tcPr>
                </a:tc>
                <a:tc>
                  <a:txBody>
                    <a:bodyPr/>
                    <a:lstStyle/>
                    <a:p>
                      <a:pPr indent="0" lvl="0" marL="0" rtl="0" algn="ctr">
                        <a:spcBef>
                          <a:spcPts val="0"/>
                        </a:spcBef>
                        <a:spcAft>
                          <a:spcPts val="0"/>
                        </a:spcAft>
                        <a:buNone/>
                      </a:pPr>
                      <a:r>
                        <a:rPr b="1" lang="en">
                          <a:solidFill>
                            <a:schemeClr val="dk1"/>
                          </a:solidFill>
                          <a:latin typeface="Shadows Into Light Two"/>
                          <a:ea typeface="Shadows Into Light Two"/>
                          <a:cs typeface="Shadows Into Light Two"/>
                          <a:sym typeface="Shadows Into Light Two"/>
                        </a:rPr>
                        <a:t>Tue</a:t>
                      </a:r>
                      <a:endParaRPr b="1">
                        <a:solidFill>
                          <a:schemeClr val="dk1"/>
                        </a:solidFill>
                        <a:latin typeface="Shadows Into Light Two"/>
                        <a:ea typeface="Shadows Into Light Two"/>
                        <a:cs typeface="Shadows Into Light Two"/>
                        <a:sym typeface="Shadows Into Light Tw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9525">
                      <a:solidFill>
                        <a:srgbClr val="191919">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rgbClr val="BC714F">
                        <a:alpha val="30379"/>
                      </a:srgbClr>
                    </a:solidFill>
                  </a:tcPr>
                </a:tc>
                <a:tc>
                  <a:txBody>
                    <a:bodyPr/>
                    <a:lstStyle/>
                    <a:p>
                      <a:pPr indent="0" lvl="0" marL="0" rtl="0" algn="ctr">
                        <a:spcBef>
                          <a:spcPts val="0"/>
                        </a:spcBef>
                        <a:spcAft>
                          <a:spcPts val="0"/>
                        </a:spcAft>
                        <a:buNone/>
                      </a:pPr>
                      <a:r>
                        <a:rPr b="1" lang="en">
                          <a:solidFill>
                            <a:schemeClr val="dk1"/>
                          </a:solidFill>
                          <a:latin typeface="Shadows Into Light Two"/>
                          <a:ea typeface="Shadows Into Light Two"/>
                          <a:cs typeface="Shadows Into Light Two"/>
                          <a:sym typeface="Shadows Into Light Two"/>
                        </a:rPr>
                        <a:t>Wed</a:t>
                      </a:r>
                      <a:endParaRPr b="1">
                        <a:solidFill>
                          <a:schemeClr val="dk1"/>
                        </a:solidFill>
                        <a:latin typeface="Shadows Into Light Two"/>
                        <a:ea typeface="Shadows Into Light Two"/>
                        <a:cs typeface="Shadows Into Light Two"/>
                        <a:sym typeface="Shadows Into Light Tw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9525">
                      <a:solidFill>
                        <a:srgbClr val="191919">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rgbClr val="BC714F">
                        <a:alpha val="30379"/>
                      </a:srgbClr>
                    </a:solidFill>
                  </a:tcPr>
                </a:tc>
                <a:tc>
                  <a:txBody>
                    <a:bodyPr/>
                    <a:lstStyle/>
                    <a:p>
                      <a:pPr indent="0" lvl="0" marL="0" rtl="0" algn="ctr">
                        <a:spcBef>
                          <a:spcPts val="0"/>
                        </a:spcBef>
                        <a:spcAft>
                          <a:spcPts val="0"/>
                        </a:spcAft>
                        <a:buNone/>
                      </a:pPr>
                      <a:r>
                        <a:rPr b="1" lang="en">
                          <a:solidFill>
                            <a:schemeClr val="dk1"/>
                          </a:solidFill>
                          <a:latin typeface="Shadows Into Light Two"/>
                          <a:ea typeface="Shadows Into Light Two"/>
                          <a:cs typeface="Shadows Into Light Two"/>
                          <a:sym typeface="Shadows Into Light Two"/>
                        </a:rPr>
                        <a:t>Thu</a:t>
                      </a:r>
                      <a:endParaRPr b="1">
                        <a:solidFill>
                          <a:schemeClr val="dk1"/>
                        </a:solidFill>
                        <a:latin typeface="Shadows Into Light Two"/>
                        <a:ea typeface="Shadows Into Light Two"/>
                        <a:cs typeface="Shadows Into Light Two"/>
                        <a:sym typeface="Shadows Into Light Tw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9525">
                      <a:solidFill>
                        <a:srgbClr val="191919">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rgbClr val="BC714F">
                        <a:alpha val="30379"/>
                      </a:srgbClr>
                    </a:solidFill>
                  </a:tcPr>
                </a:tc>
                <a:tc>
                  <a:txBody>
                    <a:bodyPr/>
                    <a:lstStyle/>
                    <a:p>
                      <a:pPr indent="0" lvl="0" marL="0" rtl="0" algn="ctr">
                        <a:spcBef>
                          <a:spcPts val="0"/>
                        </a:spcBef>
                        <a:spcAft>
                          <a:spcPts val="0"/>
                        </a:spcAft>
                        <a:buNone/>
                      </a:pPr>
                      <a:r>
                        <a:rPr b="1" lang="en">
                          <a:solidFill>
                            <a:schemeClr val="dk1"/>
                          </a:solidFill>
                          <a:latin typeface="Shadows Into Light Two"/>
                          <a:ea typeface="Shadows Into Light Two"/>
                          <a:cs typeface="Shadows Into Light Two"/>
                          <a:sym typeface="Shadows Into Light Two"/>
                        </a:rPr>
                        <a:t>Fri</a:t>
                      </a:r>
                      <a:endParaRPr b="1">
                        <a:solidFill>
                          <a:schemeClr val="dk1"/>
                        </a:solidFill>
                        <a:latin typeface="Shadows Into Light Two"/>
                        <a:ea typeface="Shadows Into Light Two"/>
                        <a:cs typeface="Shadows Into Light Two"/>
                        <a:sym typeface="Shadows Into Light Tw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9525">
                      <a:solidFill>
                        <a:srgbClr val="191919">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rgbClr val="BC714F">
                        <a:alpha val="30379"/>
                      </a:srgbClr>
                    </a:solidFill>
                  </a:tcPr>
                </a:tc>
                <a:tc>
                  <a:txBody>
                    <a:bodyPr/>
                    <a:lstStyle/>
                    <a:p>
                      <a:pPr indent="0" lvl="0" marL="0" rtl="0" algn="ctr">
                        <a:spcBef>
                          <a:spcPts val="0"/>
                        </a:spcBef>
                        <a:spcAft>
                          <a:spcPts val="0"/>
                        </a:spcAft>
                        <a:buNone/>
                      </a:pPr>
                      <a:r>
                        <a:rPr b="1" lang="en">
                          <a:solidFill>
                            <a:schemeClr val="dk1"/>
                          </a:solidFill>
                          <a:latin typeface="Shadows Into Light Two"/>
                          <a:ea typeface="Shadows Into Light Two"/>
                          <a:cs typeface="Shadows Into Light Two"/>
                          <a:sym typeface="Shadows Into Light Two"/>
                        </a:rPr>
                        <a:t>Sat</a:t>
                      </a:r>
                      <a:endParaRPr b="1">
                        <a:solidFill>
                          <a:schemeClr val="dk1"/>
                        </a:solidFill>
                        <a:latin typeface="Shadows Into Light Two"/>
                        <a:ea typeface="Shadows Into Light Two"/>
                        <a:cs typeface="Shadows Into Light Two"/>
                        <a:sym typeface="Shadows Into Light Two"/>
                      </a:endParaRPr>
                    </a:p>
                  </a:txBody>
                  <a:tcPr marT="91425" marB="91425" marR="91425" marL="91425" anchor="ctr">
                    <a:lnL cap="flat" cmpd="sng" w="19050">
                      <a:solidFill>
                        <a:schemeClr val="dk1"/>
                      </a:solidFill>
                      <a:prstDash val="solid"/>
                      <a:round/>
                      <a:headEnd len="sm" w="sm" type="none"/>
                      <a:tailEnd len="sm" w="sm" type="none"/>
                    </a:lnL>
                    <a:lnR cap="flat" cmpd="sng" w="9525">
                      <a:solidFill>
                        <a:srgbClr val="191919">
                          <a:alpha val="0"/>
                        </a:srgbClr>
                      </a:solidFill>
                      <a:prstDash val="solid"/>
                      <a:round/>
                      <a:headEnd len="sm" w="sm" type="none"/>
                      <a:tailEnd len="sm" w="sm" type="none"/>
                    </a:lnR>
                    <a:lnT cap="flat" cmpd="sng" w="9525">
                      <a:solidFill>
                        <a:srgbClr val="191919">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rgbClr val="BC714F">
                        <a:alpha val="30379"/>
                      </a:srgbClr>
                    </a:solidFill>
                  </a:tcPr>
                </a:tc>
              </a:tr>
              <a:tr h="617575">
                <a:tc>
                  <a:txBody>
                    <a:bodyPr/>
                    <a:lstStyle/>
                    <a:p>
                      <a:pPr indent="0" lvl="0" marL="0" rtl="0" algn="r">
                        <a:spcBef>
                          <a:spcPts val="0"/>
                        </a:spcBef>
                        <a:spcAft>
                          <a:spcPts val="0"/>
                        </a:spcAft>
                        <a:buNone/>
                      </a:pPr>
                      <a:r>
                        <a:t/>
                      </a:r>
                      <a:endParaRPr sz="1200">
                        <a:solidFill>
                          <a:schemeClr val="dk1"/>
                        </a:solidFill>
                        <a:latin typeface="Actor"/>
                        <a:ea typeface="Actor"/>
                        <a:cs typeface="Actor"/>
                        <a:sym typeface="Actor"/>
                      </a:endParaRPr>
                    </a:p>
                  </a:txBody>
                  <a:tcPr marT="91425" marB="0" marR="91425" marL="91425">
                    <a:lnL cap="flat" cmpd="sng" w="9525">
                      <a:solidFill>
                        <a:srgbClr val="191919">
                          <a:alpha val="0"/>
                        </a:srgb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1</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2</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3</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4</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5</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6</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9525">
                      <a:solidFill>
                        <a:srgbClr val="191919">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617575">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7</a:t>
                      </a:r>
                      <a:endParaRPr sz="1200">
                        <a:solidFill>
                          <a:schemeClr val="dk1"/>
                        </a:solidFill>
                        <a:latin typeface="Actor"/>
                        <a:ea typeface="Actor"/>
                        <a:cs typeface="Actor"/>
                        <a:sym typeface="Actor"/>
                      </a:endParaRPr>
                    </a:p>
                  </a:txBody>
                  <a:tcPr marT="91425" marB="0" marR="91425" marL="91425">
                    <a:lnL cap="flat" cmpd="sng" w="9525">
                      <a:solidFill>
                        <a:srgbClr val="191919">
                          <a:alpha val="0"/>
                        </a:srgb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8</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9</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10</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11</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12</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13</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9525">
                      <a:solidFill>
                        <a:srgbClr val="191919">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617575">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14</a:t>
                      </a:r>
                      <a:endParaRPr sz="1200">
                        <a:solidFill>
                          <a:schemeClr val="dk1"/>
                        </a:solidFill>
                        <a:latin typeface="Actor"/>
                        <a:ea typeface="Actor"/>
                        <a:cs typeface="Actor"/>
                        <a:sym typeface="Actor"/>
                      </a:endParaRPr>
                    </a:p>
                  </a:txBody>
                  <a:tcPr marT="91425" marB="0" marR="91425" marL="91425">
                    <a:lnL cap="flat" cmpd="sng" w="9525">
                      <a:solidFill>
                        <a:srgbClr val="191919">
                          <a:alpha val="0"/>
                        </a:srgb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15</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16</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17</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18</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19</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20</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9525">
                      <a:solidFill>
                        <a:srgbClr val="191919">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617575">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21</a:t>
                      </a:r>
                      <a:endParaRPr sz="1200">
                        <a:solidFill>
                          <a:schemeClr val="dk1"/>
                        </a:solidFill>
                        <a:latin typeface="Actor"/>
                        <a:ea typeface="Actor"/>
                        <a:cs typeface="Actor"/>
                        <a:sym typeface="Actor"/>
                      </a:endParaRPr>
                    </a:p>
                  </a:txBody>
                  <a:tcPr marT="91425" marB="0" marR="91425" marL="91425">
                    <a:lnL cap="flat" cmpd="sng" w="9525">
                      <a:solidFill>
                        <a:srgbClr val="191919">
                          <a:alpha val="0"/>
                        </a:srgb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22</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23</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24</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25</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26</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27</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9525">
                      <a:solidFill>
                        <a:srgbClr val="191919">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617575">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28</a:t>
                      </a:r>
                      <a:endParaRPr sz="1200">
                        <a:solidFill>
                          <a:schemeClr val="dk1"/>
                        </a:solidFill>
                        <a:latin typeface="Actor"/>
                        <a:ea typeface="Actor"/>
                        <a:cs typeface="Actor"/>
                        <a:sym typeface="Actor"/>
                      </a:endParaRPr>
                    </a:p>
                  </a:txBody>
                  <a:tcPr marT="91425" marB="0" marR="91425" marL="91425">
                    <a:lnL cap="flat" cmpd="sng" w="9525">
                      <a:solidFill>
                        <a:srgbClr val="191919">
                          <a:alpha val="0"/>
                        </a:srgb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191919">
                          <a:alpha val="0"/>
                        </a:srgbClr>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29</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191919">
                          <a:alpha val="0"/>
                        </a:srgbClr>
                      </a:solidFill>
                      <a:prstDash val="solid"/>
                      <a:round/>
                      <a:headEnd len="sm" w="sm" type="none"/>
                      <a:tailEnd len="sm" w="sm" type="none"/>
                    </a:lnB>
                    <a:solidFill>
                      <a:schemeClr val="accent1"/>
                    </a:solidFill>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30</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191919">
                          <a:alpha val="0"/>
                        </a:srgbClr>
                      </a:solidFill>
                      <a:prstDash val="solid"/>
                      <a:round/>
                      <a:headEnd len="sm" w="sm" type="none"/>
                      <a:tailEnd len="sm" w="sm" type="none"/>
                    </a:lnB>
                  </a:tcPr>
                </a:tc>
                <a:tc>
                  <a:txBody>
                    <a:bodyPr/>
                    <a:lstStyle/>
                    <a:p>
                      <a:pPr indent="0" lvl="0" marL="0" rtl="0" algn="r">
                        <a:spcBef>
                          <a:spcPts val="0"/>
                        </a:spcBef>
                        <a:spcAft>
                          <a:spcPts val="0"/>
                        </a:spcAft>
                        <a:buNone/>
                      </a:pPr>
                      <a:r>
                        <a:rPr lang="en" sz="1200">
                          <a:solidFill>
                            <a:schemeClr val="dk1"/>
                          </a:solidFill>
                          <a:latin typeface="Actor"/>
                          <a:ea typeface="Actor"/>
                          <a:cs typeface="Actor"/>
                          <a:sym typeface="Actor"/>
                        </a:rPr>
                        <a:t>31</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191919">
                          <a:alpha val="0"/>
                        </a:srgbClr>
                      </a:solidFill>
                      <a:prstDash val="solid"/>
                      <a:round/>
                      <a:headEnd len="sm" w="sm" type="none"/>
                      <a:tailEnd len="sm" w="sm" type="none"/>
                    </a:lnB>
                  </a:tcPr>
                </a:tc>
                <a:tc>
                  <a:txBody>
                    <a:bodyPr/>
                    <a:lstStyle/>
                    <a:p>
                      <a:pPr indent="0" lvl="0" marL="0" rtl="0" algn="r">
                        <a:spcBef>
                          <a:spcPts val="0"/>
                        </a:spcBef>
                        <a:spcAft>
                          <a:spcPts val="0"/>
                        </a:spcAft>
                        <a:buNone/>
                      </a:pPr>
                      <a:r>
                        <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191919">
                          <a:alpha val="0"/>
                        </a:srgbClr>
                      </a:solidFill>
                      <a:prstDash val="solid"/>
                      <a:round/>
                      <a:headEnd len="sm" w="sm" type="none"/>
                      <a:tailEnd len="sm" w="sm" type="none"/>
                    </a:lnB>
                  </a:tcPr>
                </a:tc>
                <a:tc>
                  <a:txBody>
                    <a:bodyPr/>
                    <a:lstStyle/>
                    <a:p>
                      <a:pPr indent="0" lvl="0" marL="0" rtl="0" algn="r">
                        <a:spcBef>
                          <a:spcPts val="0"/>
                        </a:spcBef>
                        <a:spcAft>
                          <a:spcPts val="0"/>
                        </a:spcAft>
                        <a:buNone/>
                      </a:pPr>
                      <a:r>
                        <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191919">
                          <a:alpha val="0"/>
                        </a:srgbClr>
                      </a:solidFill>
                      <a:prstDash val="solid"/>
                      <a:round/>
                      <a:headEnd len="sm" w="sm" type="none"/>
                      <a:tailEnd len="sm" w="sm" type="none"/>
                    </a:lnB>
                  </a:tcPr>
                </a:tc>
                <a:tc>
                  <a:txBody>
                    <a:bodyPr/>
                    <a:lstStyle/>
                    <a:p>
                      <a:pPr indent="0" lvl="0" marL="0" rtl="0" algn="r">
                        <a:spcBef>
                          <a:spcPts val="0"/>
                        </a:spcBef>
                        <a:spcAft>
                          <a:spcPts val="0"/>
                        </a:spcAft>
                        <a:buNone/>
                      </a:pPr>
                      <a:r>
                        <a:t/>
                      </a:r>
                      <a:endParaRPr sz="1200">
                        <a:solidFill>
                          <a:schemeClr val="dk1"/>
                        </a:solidFill>
                        <a:latin typeface="Actor"/>
                        <a:ea typeface="Actor"/>
                        <a:cs typeface="Actor"/>
                        <a:sym typeface="Actor"/>
                      </a:endParaRPr>
                    </a:p>
                  </a:txBody>
                  <a:tcPr marT="91425" marB="0" marR="91425" marL="91425">
                    <a:lnL cap="flat" cmpd="sng" w="19050">
                      <a:solidFill>
                        <a:schemeClr val="dk1"/>
                      </a:solidFill>
                      <a:prstDash val="solid"/>
                      <a:round/>
                      <a:headEnd len="sm" w="sm" type="none"/>
                      <a:tailEnd len="sm" w="sm" type="none"/>
                    </a:lnL>
                    <a:lnR cap="flat" cmpd="sng" w="9525">
                      <a:solidFill>
                        <a:srgbClr val="191919">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191919">
                          <a:alpha val="0"/>
                        </a:srgbClr>
                      </a:solidFill>
                      <a:prstDash val="solid"/>
                      <a:round/>
                      <a:headEnd len="sm" w="sm" type="none"/>
                      <a:tailEnd len="sm" w="sm" type="none"/>
                    </a:lnB>
                  </a:tcPr>
                </a:tc>
              </a:tr>
            </a:tbl>
          </a:graphicData>
        </a:graphic>
      </p:graphicFrame>
      <p:sp>
        <p:nvSpPr>
          <p:cNvPr id="2004" name="Google Shape;2004;p68"/>
          <p:cNvSpPr/>
          <p:nvPr/>
        </p:nvSpPr>
        <p:spPr>
          <a:xfrm>
            <a:off x="5851475" y="1102300"/>
            <a:ext cx="2579292" cy="1733840"/>
          </a:xfrm>
          <a:custGeom>
            <a:rect b="b" l="l" r="r" t="t"/>
            <a:pathLst>
              <a:path extrusionOk="0" h="1027461" w="1648110">
                <a:moveTo>
                  <a:pt x="1648111" y="0"/>
                </a:moveTo>
                <a:lnTo>
                  <a:pt x="1648111" y="1027462"/>
                </a:lnTo>
                <a:cubicBezTo>
                  <a:pt x="1646206" y="1026986"/>
                  <a:pt x="1644396" y="1026890"/>
                  <a:pt x="1642396" y="1026890"/>
                </a:cubicBezTo>
                <a:cubicBezTo>
                  <a:pt x="1631537" y="1027271"/>
                  <a:pt x="1621727" y="1023461"/>
                  <a:pt x="1612678" y="1018984"/>
                </a:cubicBezTo>
                <a:cubicBezTo>
                  <a:pt x="1598581" y="1011936"/>
                  <a:pt x="1585722" y="983075"/>
                  <a:pt x="1571435" y="976408"/>
                </a:cubicBezTo>
                <a:cubicBezTo>
                  <a:pt x="1560767" y="971359"/>
                  <a:pt x="1550003" y="967264"/>
                  <a:pt x="1537240" y="966216"/>
                </a:cubicBezTo>
                <a:cubicBezTo>
                  <a:pt x="1527905" y="965549"/>
                  <a:pt x="1516856" y="957834"/>
                  <a:pt x="1508284" y="950690"/>
                </a:cubicBezTo>
                <a:cubicBezTo>
                  <a:pt x="1501616" y="945071"/>
                  <a:pt x="1494663" y="942404"/>
                  <a:pt x="1486662" y="941737"/>
                </a:cubicBezTo>
                <a:cubicBezTo>
                  <a:pt x="1480376" y="941165"/>
                  <a:pt x="1474184" y="941642"/>
                  <a:pt x="1468374" y="937546"/>
                </a:cubicBezTo>
                <a:cubicBezTo>
                  <a:pt x="1465326" y="935450"/>
                  <a:pt x="1460659" y="954881"/>
                  <a:pt x="1456658" y="956691"/>
                </a:cubicBezTo>
                <a:cubicBezTo>
                  <a:pt x="1445705" y="961263"/>
                  <a:pt x="1434560" y="964883"/>
                  <a:pt x="1422464" y="961549"/>
                </a:cubicBezTo>
                <a:cubicBezTo>
                  <a:pt x="1419701" y="960692"/>
                  <a:pt x="1416749" y="961454"/>
                  <a:pt x="1414367" y="962787"/>
                </a:cubicBezTo>
                <a:cubicBezTo>
                  <a:pt x="1404080" y="968883"/>
                  <a:pt x="1391698" y="993838"/>
                  <a:pt x="1381125" y="992410"/>
                </a:cubicBezTo>
                <a:cubicBezTo>
                  <a:pt x="1363980" y="990029"/>
                  <a:pt x="1348169" y="996696"/>
                  <a:pt x="1331214" y="995458"/>
                </a:cubicBezTo>
                <a:cubicBezTo>
                  <a:pt x="1315022" y="994220"/>
                  <a:pt x="1298448" y="987838"/>
                  <a:pt x="1282351" y="991362"/>
                </a:cubicBezTo>
                <a:cubicBezTo>
                  <a:pt x="1267015" y="994791"/>
                  <a:pt x="1253490" y="1003745"/>
                  <a:pt x="1239774" y="1000601"/>
                </a:cubicBezTo>
                <a:cubicBezTo>
                  <a:pt x="1230249" y="998506"/>
                  <a:pt x="1221200" y="1002316"/>
                  <a:pt x="1211390" y="999649"/>
                </a:cubicBezTo>
                <a:cubicBezTo>
                  <a:pt x="1204151" y="997744"/>
                  <a:pt x="1195483" y="1001173"/>
                  <a:pt x="1187958" y="1004983"/>
                </a:cubicBezTo>
                <a:cubicBezTo>
                  <a:pt x="1181195" y="1008221"/>
                  <a:pt x="1173385" y="1007936"/>
                  <a:pt x="1165860" y="1004125"/>
                </a:cubicBezTo>
                <a:cubicBezTo>
                  <a:pt x="1160145" y="1001458"/>
                  <a:pt x="1153763" y="993077"/>
                  <a:pt x="1147191" y="992219"/>
                </a:cubicBezTo>
                <a:cubicBezTo>
                  <a:pt x="1141095" y="991362"/>
                  <a:pt x="1133189" y="993743"/>
                  <a:pt x="1128903" y="988409"/>
                </a:cubicBezTo>
                <a:cubicBezTo>
                  <a:pt x="1118521" y="975836"/>
                  <a:pt x="1099471" y="984123"/>
                  <a:pt x="1089470" y="971359"/>
                </a:cubicBezTo>
                <a:cubicBezTo>
                  <a:pt x="1088517" y="970312"/>
                  <a:pt x="1085279" y="971264"/>
                  <a:pt x="1083088" y="971169"/>
                </a:cubicBezTo>
                <a:cubicBezTo>
                  <a:pt x="1080611" y="971074"/>
                  <a:pt x="1078040" y="971264"/>
                  <a:pt x="1075849" y="970502"/>
                </a:cubicBezTo>
                <a:cubicBezTo>
                  <a:pt x="1064609" y="966692"/>
                  <a:pt x="1053941" y="968788"/>
                  <a:pt x="1045845" y="976217"/>
                </a:cubicBezTo>
                <a:cubicBezTo>
                  <a:pt x="1032986" y="988219"/>
                  <a:pt x="1021366" y="985933"/>
                  <a:pt x="1007364" y="978313"/>
                </a:cubicBezTo>
                <a:cubicBezTo>
                  <a:pt x="995648" y="972026"/>
                  <a:pt x="982599" y="956786"/>
                  <a:pt x="968693" y="958882"/>
                </a:cubicBezTo>
                <a:cubicBezTo>
                  <a:pt x="946214" y="962120"/>
                  <a:pt x="923735" y="952024"/>
                  <a:pt x="901732" y="957739"/>
                </a:cubicBezTo>
                <a:cubicBezTo>
                  <a:pt x="893445" y="959929"/>
                  <a:pt x="884206" y="961168"/>
                  <a:pt x="876205" y="963454"/>
                </a:cubicBezTo>
                <a:cubicBezTo>
                  <a:pt x="860679" y="967931"/>
                  <a:pt x="847725" y="960787"/>
                  <a:pt x="833914" y="958215"/>
                </a:cubicBezTo>
                <a:cubicBezTo>
                  <a:pt x="826198" y="956786"/>
                  <a:pt x="819531" y="964883"/>
                  <a:pt x="810577" y="966597"/>
                </a:cubicBezTo>
                <a:cubicBezTo>
                  <a:pt x="805815" y="967454"/>
                  <a:pt x="800672" y="970121"/>
                  <a:pt x="795242" y="968121"/>
                </a:cubicBezTo>
                <a:cubicBezTo>
                  <a:pt x="789337" y="965740"/>
                  <a:pt x="783812" y="966502"/>
                  <a:pt x="777716" y="968978"/>
                </a:cubicBezTo>
                <a:cubicBezTo>
                  <a:pt x="769906" y="972121"/>
                  <a:pt x="761238" y="973646"/>
                  <a:pt x="752856" y="972788"/>
                </a:cubicBezTo>
                <a:cubicBezTo>
                  <a:pt x="745046" y="972121"/>
                  <a:pt x="737521" y="974884"/>
                  <a:pt x="732092" y="977932"/>
                </a:cubicBezTo>
                <a:cubicBezTo>
                  <a:pt x="722186" y="983647"/>
                  <a:pt x="713423" y="984599"/>
                  <a:pt x="703993" y="979361"/>
                </a:cubicBezTo>
                <a:cubicBezTo>
                  <a:pt x="687991" y="970598"/>
                  <a:pt x="673418" y="976694"/>
                  <a:pt x="659892" y="988504"/>
                </a:cubicBezTo>
                <a:cubicBezTo>
                  <a:pt x="657987" y="990124"/>
                  <a:pt x="656463" y="991457"/>
                  <a:pt x="653510" y="990600"/>
                </a:cubicBezTo>
                <a:cubicBezTo>
                  <a:pt x="641509" y="987076"/>
                  <a:pt x="629507" y="983456"/>
                  <a:pt x="616744" y="983456"/>
                </a:cubicBezTo>
                <a:cubicBezTo>
                  <a:pt x="598742" y="983552"/>
                  <a:pt x="580168" y="973455"/>
                  <a:pt x="562547" y="985552"/>
                </a:cubicBezTo>
                <a:cubicBezTo>
                  <a:pt x="561975" y="986028"/>
                  <a:pt x="560832" y="986028"/>
                  <a:pt x="559880" y="985933"/>
                </a:cubicBezTo>
                <a:cubicBezTo>
                  <a:pt x="541211" y="985552"/>
                  <a:pt x="522637" y="984790"/>
                  <a:pt x="503872" y="986981"/>
                </a:cubicBezTo>
                <a:cubicBezTo>
                  <a:pt x="487204" y="989076"/>
                  <a:pt x="470916" y="997649"/>
                  <a:pt x="456343" y="990886"/>
                </a:cubicBezTo>
                <a:cubicBezTo>
                  <a:pt x="439674" y="983075"/>
                  <a:pt x="425101" y="982504"/>
                  <a:pt x="409670" y="991076"/>
                </a:cubicBezTo>
                <a:cubicBezTo>
                  <a:pt x="405098" y="993553"/>
                  <a:pt x="401384" y="992600"/>
                  <a:pt x="397669" y="990124"/>
                </a:cubicBezTo>
                <a:cubicBezTo>
                  <a:pt x="391287" y="985933"/>
                  <a:pt x="384143" y="984504"/>
                  <a:pt x="376523" y="984409"/>
                </a:cubicBezTo>
                <a:cubicBezTo>
                  <a:pt x="363569" y="984218"/>
                  <a:pt x="348710" y="986409"/>
                  <a:pt x="336042" y="984409"/>
                </a:cubicBezTo>
                <a:cubicBezTo>
                  <a:pt x="318326" y="981266"/>
                  <a:pt x="307372" y="951833"/>
                  <a:pt x="288608" y="956024"/>
                </a:cubicBezTo>
                <a:cubicBezTo>
                  <a:pt x="287179" y="956215"/>
                  <a:pt x="285655" y="955072"/>
                  <a:pt x="284131" y="954881"/>
                </a:cubicBezTo>
                <a:cubicBezTo>
                  <a:pt x="264319" y="950881"/>
                  <a:pt x="244697" y="942499"/>
                  <a:pt x="224123" y="951929"/>
                </a:cubicBezTo>
                <a:cubicBezTo>
                  <a:pt x="220694" y="953453"/>
                  <a:pt x="216884" y="952119"/>
                  <a:pt x="213455" y="950309"/>
                </a:cubicBezTo>
                <a:cubicBezTo>
                  <a:pt x="188786" y="936974"/>
                  <a:pt x="159639" y="956500"/>
                  <a:pt x="134874" y="964692"/>
                </a:cubicBezTo>
                <a:cubicBezTo>
                  <a:pt x="126968" y="967264"/>
                  <a:pt x="117729" y="968312"/>
                  <a:pt x="111633" y="963740"/>
                </a:cubicBezTo>
                <a:cubicBezTo>
                  <a:pt x="99727" y="954881"/>
                  <a:pt x="87249" y="949262"/>
                  <a:pt x="72485" y="948404"/>
                </a:cubicBezTo>
                <a:cubicBezTo>
                  <a:pt x="71628" y="948404"/>
                  <a:pt x="70771" y="947833"/>
                  <a:pt x="70009" y="947261"/>
                </a:cubicBezTo>
                <a:cubicBezTo>
                  <a:pt x="65723" y="943832"/>
                  <a:pt x="61151" y="944213"/>
                  <a:pt x="56102" y="945833"/>
                </a:cubicBezTo>
                <a:cubicBezTo>
                  <a:pt x="44672" y="949547"/>
                  <a:pt x="33338" y="950309"/>
                  <a:pt x="23051" y="941832"/>
                </a:cubicBezTo>
                <a:cubicBezTo>
                  <a:pt x="21907" y="940784"/>
                  <a:pt x="19526" y="940594"/>
                  <a:pt x="17812" y="940784"/>
                </a:cubicBezTo>
                <a:cubicBezTo>
                  <a:pt x="13145" y="941356"/>
                  <a:pt x="10477" y="938594"/>
                  <a:pt x="7906" y="935260"/>
                </a:cubicBezTo>
                <a:cubicBezTo>
                  <a:pt x="5620" y="932117"/>
                  <a:pt x="2857" y="946499"/>
                  <a:pt x="0" y="944213"/>
                </a:cubicBezTo>
                <a:lnTo>
                  <a:pt x="0" y="0"/>
                </a:lnTo>
                <a:lnTo>
                  <a:pt x="1648111" y="0"/>
                </a:lnTo>
                <a:close/>
              </a:path>
            </a:pathLst>
          </a:custGeom>
          <a:solidFill>
            <a:schemeClr val="accent2"/>
          </a:solidFill>
          <a:ln>
            <a:noFill/>
          </a:ln>
          <a:effectLst>
            <a:outerShdw rotWithShape="0" algn="bl" dir="5400000" dist="57150">
              <a:srgbClr val="260D03">
                <a:alpha val="12000"/>
              </a:srgbClr>
            </a:outerShdw>
          </a:effectLst>
        </p:spPr>
        <p:txBody>
          <a:bodyPr anchorCtr="0" anchor="t" bIns="91425" lIns="91425" spcFirstLastPara="1" rIns="91425" wrap="square" tIns="182875">
            <a:noAutofit/>
          </a:bodyPr>
          <a:lstStyle/>
          <a:p>
            <a:pPr indent="0" lvl="0" marL="0" rtl="0" algn="ctr">
              <a:spcBef>
                <a:spcPts val="0"/>
              </a:spcBef>
              <a:spcAft>
                <a:spcPts val="0"/>
              </a:spcAft>
              <a:buNone/>
            </a:pPr>
            <a:r>
              <a:rPr lang="en">
                <a:solidFill>
                  <a:schemeClr val="dk1"/>
                </a:solidFill>
                <a:latin typeface="Actor"/>
                <a:ea typeface="Actor"/>
                <a:cs typeface="Actor"/>
                <a:sym typeface="Actor"/>
              </a:rPr>
              <a:t>Earth is the third planet from the Sun and the only one that harbors life in the Solar System. All humans live on this planet</a:t>
            </a:r>
            <a:endParaRPr sz="1800">
              <a:solidFill>
                <a:schemeClr val="dk1"/>
              </a:solidFill>
              <a:latin typeface="Calibri"/>
              <a:ea typeface="Calibri"/>
              <a:cs typeface="Calibri"/>
              <a:sym typeface="Calibri"/>
            </a:endParaRPr>
          </a:p>
        </p:txBody>
      </p:sp>
      <p:sp>
        <p:nvSpPr>
          <p:cNvPr id="2005" name="Google Shape;2005;p68"/>
          <p:cNvSpPr txBox="1"/>
          <p:nvPr/>
        </p:nvSpPr>
        <p:spPr>
          <a:xfrm flipH="1">
            <a:off x="6178262" y="2920720"/>
            <a:ext cx="21432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ctor"/>
                <a:ea typeface="Actor"/>
                <a:cs typeface="Actor"/>
                <a:sym typeface="Actor"/>
              </a:rPr>
              <a:t>Mercury is the closest planet to the Sun</a:t>
            </a:r>
            <a:endParaRPr>
              <a:solidFill>
                <a:schemeClr val="dk1"/>
              </a:solidFill>
              <a:latin typeface="Actor"/>
              <a:ea typeface="Actor"/>
              <a:cs typeface="Actor"/>
              <a:sym typeface="Actor"/>
            </a:endParaRPr>
          </a:p>
        </p:txBody>
      </p:sp>
      <p:sp>
        <p:nvSpPr>
          <p:cNvPr id="2006" name="Google Shape;2006;p68"/>
          <p:cNvSpPr/>
          <p:nvPr/>
        </p:nvSpPr>
        <p:spPr>
          <a:xfrm>
            <a:off x="5851473" y="3128615"/>
            <a:ext cx="174384" cy="156010"/>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noFill/>
          <a:ln cap="flat" cmpd="sng" w="19050">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7" name="Google Shape;2007;p68"/>
          <p:cNvSpPr txBox="1"/>
          <p:nvPr/>
        </p:nvSpPr>
        <p:spPr>
          <a:xfrm flipH="1">
            <a:off x="6178262" y="3505251"/>
            <a:ext cx="21432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ctor"/>
                <a:ea typeface="Actor"/>
                <a:cs typeface="Actor"/>
                <a:sym typeface="Actor"/>
              </a:rPr>
              <a:t>Saturn is a gas giant with several rings</a:t>
            </a:r>
            <a:endParaRPr>
              <a:solidFill>
                <a:schemeClr val="dk1"/>
              </a:solidFill>
              <a:latin typeface="Actor"/>
              <a:ea typeface="Actor"/>
              <a:cs typeface="Actor"/>
              <a:sym typeface="Actor"/>
            </a:endParaRPr>
          </a:p>
        </p:txBody>
      </p:sp>
      <p:sp>
        <p:nvSpPr>
          <p:cNvPr id="2008" name="Google Shape;2008;p68"/>
          <p:cNvSpPr/>
          <p:nvPr/>
        </p:nvSpPr>
        <p:spPr>
          <a:xfrm>
            <a:off x="5851473" y="3713146"/>
            <a:ext cx="174384" cy="156010"/>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noFill/>
          <a:ln cap="flat" cmpd="sng" w="19050">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9" name="Google Shape;2009;p68"/>
          <p:cNvSpPr txBox="1"/>
          <p:nvPr/>
        </p:nvSpPr>
        <p:spPr>
          <a:xfrm flipH="1">
            <a:off x="6178262" y="4089782"/>
            <a:ext cx="21432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ctor"/>
                <a:ea typeface="Actor"/>
                <a:cs typeface="Actor"/>
                <a:sym typeface="Actor"/>
              </a:rPr>
              <a:t>Neptune is the farthest planet from the Sun</a:t>
            </a:r>
            <a:endParaRPr>
              <a:solidFill>
                <a:schemeClr val="dk1"/>
              </a:solidFill>
              <a:latin typeface="Actor"/>
              <a:ea typeface="Actor"/>
              <a:cs typeface="Actor"/>
              <a:sym typeface="Actor"/>
            </a:endParaRPr>
          </a:p>
        </p:txBody>
      </p:sp>
      <p:sp>
        <p:nvSpPr>
          <p:cNvPr id="2010" name="Google Shape;2010;p68"/>
          <p:cNvSpPr/>
          <p:nvPr/>
        </p:nvSpPr>
        <p:spPr>
          <a:xfrm>
            <a:off x="5851473" y="4297677"/>
            <a:ext cx="174384" cy="156010"/>
          </a:xfrm>
          <a:custGeom>
            <a:rect b="b" l="l" r="r" t="t"/>
            <a:pathLst>
              <a:path extrusionOk="0" h="594324" w="664321">
                <a:moveTo>
                  <a:pt x="561104" y="450926"/>
                </a:moveTo>
                <a:cubicBezTo>
                  <a:pt x="581107" y="434734"/>
                  <a:pt x="603300" y="420922"/>
                  <a:pt x="620826" y="402158"/>
                </a:cubicBezTo>
                <a:cubicBezTo>
                  <a:pt x="660354" y="359581"/>
                  <a:pt x="670832" y="295669"/>
                  <a:pt x="658926" y="238804"/>
                </a:cubicBezTo>
                <a:cubicBezTo>
                  <a:pt x="647020" y="181940"/>
                  <a:pt x="615206" y="131267"/>
                  <a:pt x="579202" y="85738"/>
                </a:cubicBezTo>
                <a:cubicBezTo>
                  <a:pt x="560152" y="62021"/>
                  <a:pt x="539768" y="38779"/>
                  <a:pt x="513003" y="24968"/>
                </a:cubicBezTo>
                <a:cubicBezTo>
                  <a:pt x="484428" y="10014"/>
                  <a:pt x="450710" y="7252"/>
                  <a:pt x="418324" y="4680"/>
                </a:cubicBezTo>
                <a:cubicBezTo>
                  <a:pt x="324313" y="-2750"/>
                  <a:pt x="222871" y="-8560"/>
                  <a:pt x="142766" y="41256"/>
                </a:cubicBezTo>
                <a:cubicBezTo>
                  <a:pt x="111486" y="61458"/>
                  <a:pt x="84549" y="87681"/>
                  <a:pt x="63518" y="118408"/>
                </a:cubicBezTo>
                <a:cubicBezTo>
                  <a:pt x="9607" y="194609"/>
                  <a:pt x="-14396" y="293002"/>
                  <a:pt x="7035" y="383680"/>
                </a:cubicBezTo>
                <a:cubicBezTo>
                  <a:pt x="28466" y="474358"/>
                  <a:pt x="97999" y="554177"/>
                  <a:pt x="188010" y="579799"/>
                </a:cubicBezTo>
                <a:cubicBezTo>
                  <a:pt x="225805" y="588972"/>
                  <a:pt x="264562" y="593544"/>
                  <a:pt x="303453" y="593420"/>
                </a:cubicBezTo>
                <a:cubicBezTo>
                  <a:pt x="351078" y="595135"/>
                  <a:pt x="406990" y="595802"/>
                  <a:pt x="448709" y="568179"/>
                </a:cubicBezTo>
                <a:cubicBezTo>
                  <a:pt x="493191" y="538652"/>
                  <a:pt x="519671" y="484930"/>
                  <a:pt x="561676" y="450926"/>
                </a:cubicBezTo>
              </a:path>
            </a:pathLst>
          </a:custGeom>
          <a:noFill/>
          <a:ln cap="flat" cmpd="sng" w="19050">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4" name="Shape 2014"/>
        <p:cNvGrpSpPr/>
        <p:nvPr/>
      </p:nvGrpSpPr>
      <p:grpSpPr>
        <a:xfrm>
          <a:off x="0" y="0"/>
          <a:ext cx="0" cy="0"/>
          <a:chOff x="0" y="0"/>
          <a:chExt cx="0" cy="0"/>
        </a:xfrm>
      </p:grpSpPr>
      <p:sp>
        <p:nvSpPr>
          <p:cNvPr id="2015" name="Google Shape;2015;p69"/>
          <p:cNvSpPr txBox="1"/>
          <p:nvPr>
            <p:ph idx="3" type="subTitle"/>
          </p:nvPr>
        </p:nvSpPr>
        <p:spPr>
          <a:xfrm>
            <a:off x="5055246" y="3300725"/>
            <a:ext cx="25056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Jenna Harris</a:t>
            </a:r>
            <a:endParaRPr/>
          </a:p>
        </p:txBody>
      </p:sp>
      <p:sp>
        <p:nvSpPr>
          <p:cNvPr id="2016" name="Google Shape;2016;p69"/>
          <p:cNvSpPr txBox="1"/>
          <p:nvPr>
            <p:ph idx="4" type="subTitle"/>
          </p:nvPr>
        </p:nvSpPr>
        <p:spPr>
          <a:xfrm>
            <a:off x="1583154" y="3300725"/>
            <a:ext cx="25056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John Hill</a:t>
            </a:r>
            <a:endParaRPr/>
          </a:p>
        </p:txBody>
      </p:sp>
      <p:pic>
        <p:nvPicPr>
          <p:cNvPr id="2017" name="Google Shape;2017;p69"/>
          <p:cNvPicPr preferRelativeResize="0"/>
          <p:nvPr/>
        </p:nvPicPr>
        <p:blipFill rotWithShape="1">
          <a:blip r:embed="rId3">
            <a:alphaModFix/>
          </a:blip>
          <a:srcRect b="280" l="20610" r="17010" t="6261"/>
          <a:stretch/>
        </p:blipFill>
        <p:spPr>
          <a:xfrm rot="125746">
            <a:off x="5504108" y="1375578"/>
            <a:ext cx="1607876" cy="1607876"/>
          </a:xfrm>
          <a:prstGeom prst="rect">
            <a:avLst/>
          </a:prstGeom>
          <a:noFill/>
          <a:ln cap="flat" cmpd="sng" w="76200">
            <a:solidFill>
              <a:schemeClr val="accent2"/>
            </a:solidFill>
            <a:prstDash val="solid"/>
            <a:round/>
            <a:headEnd len="sm" w="sm" type="none"/>
            <a:tailEnd len="sm" w="sm" type="none"/>
          </a:ln>
          <a:effectLst>
            <a:outerShdw rotWithShape="0" algn="bl" dir="5400000" dist="57150">
              <a:srgbClr val="260D03">
                <a:alpha val="18000"/>
              </a:srgbClr>
            </a:outerShdw>
          </a:effectLst>
        </p:spPr>
      </p:pic>
      <p:pic>
        <p:nvPicPr>
          <p:cNvPr id="2018" name="Google Shape;2018;p69"/>
          <p:cNvPicPr preferRelativeResize="0"/>
          <p:nvPr/>
        </p:nvPicPr>
        <p:blipFill rotWithShape="1">
          <a:blip r:embed="rId4">
            <a:alphaModFix/>
          </a:blip>
          <a:srcRect b="656" l="28288" r="6453" t="1429"/>
          <a:stretch/>
        </p:blipFill>
        <p:spPr>
          <a:xfrm rot="-343721">
            <a:off x="2031989" y="1375542"/>
            <a:ext cx="1607930" cy="1607930"/>
          </a:xfrm>
          <a:prstGeom prst="rect">
            <a:avLst/>
          </a:prstGeom>
          <a:noFill/>
          <a:ln cap="flat" cmpd="sng" w="76200">
            <a:solidFill>
              <a:schemeClr val="accent2"/>
            </a:solidFill>
            <a:prstDash val="solid"/>
            <a:round/>
            <a:headEnd len="sm" w="sm" type="none"/>
            <a:tailEnd len="sm" w="sm" type="none"/>
          </a:ln>
          <a:effectLst>
            <a:outerShdw rotWithShape="0" algn="bl" dir="5400000" dist="57150">
              <a:srgbClr val="260D03">
                <a:alpha val="18000"/>
              </a:srgbClr>
            </a:outerShdw>
          </a:effectLst>
        </p:spPr>
      </p:pic>
      <p:sp>
        <p:nvSpPr>
          <p:cNvPr id="2019" name="Google Shape;2019;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My best friends</a:t>
            </a:r>
            <a:endParaRPr/>
          </a:p>
        </p:txBody>
      </p:sp>
      <p:sp>
        <p:nvSpPr>
          <p:cNvPr id="2020" name="Google Shape;2020;p69"/>
          <p:cNvSpPr txBox="1"/>
          <p:nvPr>
            <p:ph idx="1" type="subTitle"/>
          </p:nvPr>
        </p:nvSpPr>
        <p:spPr>
          <a:xfrm>
            <a:off x="5055246" y="360874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2021" name="Google Shape;2021;p69"/>
          <p:cNvSpPr txBox="1"/>
          <p:nvPr>
            <p:ph idx="2" type="subTitle"/>
          </p:nvPr>
        </p:nvSpPr>
        <p:spPr>
          <a:xfrm>
            <a:off x="1583154" y="360874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grpSp>
        <p:nvGrpSpPr>
          <p:cNvPr id="2022" name="Google Shape;2022;p69"/>
          <p:cNvGrpSpPr/>
          <p:nvPr/>
        </p:nvGrpSpPr>
        <p:grpSpPr>
          <a:xfrm>
            <a:off x="8120704" y="215673"/>
            <a:ext cx="447036" cy="709862"/>
            <a:chOff x="10363770" y="5770052"/>
            <a:chExt cx="312525" cy="496268"/>
          </a:xfrm>
        </p:grpSpPr>
        <p:sp>
          <p:nvSpPr>
            <p:cNvPr id="2023" name="Google Shape;2023;p69"/>
            <p:cNvSpPr/>
            <p:nvPr/>
          </p:nvSpPr>
          <p:spPr>
            <a:xfrm>
              <a:off x="10363770" y="5770052"/>
              <a:ext cx="312525" cy="496268"/>
            </a:xfrm>
            <a:custGeom>
              <a:rect b="b" l="l" r="r" t="t"/>
              <a:pathLst>
                <a:path extrusionOk="0" h="496268" w="312525">
                  <a:moveTo>
                    <a:pt x="312525" y="0"/>
                  </a:moveTo>
                  <a:lnTo>
                    <a:pt x="451" y="0"/>
                  </a:lnTo>
                  <a:cubicBezTo>
                    <a:pt x="-114" y="29977"/>
                    <a:pt x="-185" y="60237"/>
                    <a:pt x="451" y="90992"/>
                  </a:cubicBezTo>
                  <a:cubicBezTo>
                    <a:pt x="2360" y="174773"/>
                    <a:pt x="7875" y="251908"/>
                    <a:pt x="13177" y="335194"/>
                  </a:cubicBezTo>
                  <a:cubicBezTo>
                    <a:pt x="45983" y="378039"/>
                    <a:pt x="127218" y="465213"/>
                    <a:pt x="153024" y="492716"/>
                  </a:cubicBezTo>
                  <a:cubicBezTo>
                    <a:pt x="157478" y="497452"/>
                    <a:pt x="164549" y="497452"/>
                    <a:pt x="169003" y="492716"/>
                  </a:cubicBezTo>
                  <a:cubicBezTo>
                    <a:pt x="195020" y="465283"/>
                    <a:pt x="277246" y="378039"/>
                    <a:pt x="311819" y="334769"/>
                  </a:cubicBezTo>
                  <a:cubicBezTo>
                    <a:pt x="312808" y="214012"/>
                    <a:pt x="311606" y="112344"/>
                    <a:pt x="312455" y="0"/>
                  </a:cubicBez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4" name="Google Shape;2024;p69"/>
            <p:cNvSpPr/>
            <p:nvPr/>
          </p:nvSpPr>
          <p:spPr>
            <a:xfrm>
              <a:off x="10363770" y="5770052"/>
              <a:ext cx="312525" cy="496268"/>
            </a:xfrm>
            <a:custGeom>
              <a:rect b="b" l="l" r="r" t="t"/>
              <a:pathLst>
                <a:path extrusionOk="0" h="496268" w="312525">
                  <a:moveTo>
                    <a:pt x="312525" y="0"/>
                  </a:moveTo>
                  <a:lnTo>
                    <a:pt x="451" y="0"/>
                  </a:lnTo>
                  <a:cubicBezTo>
                    <a:pt x="-114" y="29977"/>
                    <a:pt x="-185" y="60237"/>
                    <a:pt x="451" y="90992"/>
                  </a:cubicBezTo>
                  <a:cubicBezTo>
                    <a:pt x="2360" y="174773"/>
                    <a:pt x="7875" y="251908"/>
                    <a:pt x="13177" y="335194"/>
                  </a:cubicBezTo>
                  <a:cubicBezTo>
                    <a:pt x="45983" y="378039"/>
                    <a:pt x="127218" y="465213"/>
                    <a:pt x="153024" y="492716"/>
                  </a:cubicBezTo>
                  <a:cubicBezTo>
                    <a:pt x="157478" y="497452"/>
                    <a:pt x="164549" y="497452"/>
                    <a:pt x="169003" y="492716"/>
                  </a:cubicBezTo>
                  <a:cubicBezTo>
                    <a:pt x="195020" y="465283"/>
                    <a:pt x="277246" y="378039"/>
                    <a:pt x="311819" y="334769"/>
                  </a:cubicBezTo>
                  <a:cubicBezTo>
                    <a:pt x="312808" y="214012"/>
                    <a:pt x="311606" y="112344"/>
                    <a:pt x="312455" y="0"/>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5" name="Google Shape;2025;p69"/>
            <p:cNvSpPr/>
            <p:nvPr/>
          </p:nvSpPr>
          <p:spPr>
            <a:xfrm>
              <a:off x="10363868" y="5799979"/>
              <a:ext cx="312216" cy="38570"/>
            </a:xfrm>
            <a:custGeom>
              <a:rect b="b" l="l" r="r" t="t"/>
              <a:pathLst>
                <a:path extrusionOk="0" h="38570" w="312216">
                  <a:moveTo>
                    <a:pt x="0" y="25290"/>
                  </a:moveTo>
                  <a:cubicBezTo>
                    <a:pt x="2262" y="22603"/>
                    <a:pt x="4667" y="19776"/>
                    <a:pt x="7494" y="16453"/>
                  </a:cubicBezTo>
                  <a:cubicBezTo>
                    <a:pt x="9544" y="14049"/>
                    <a:pt x="16544" y="8181"/>
                    <a:pt x="21140" y="4362"/>
                  </a:cubicBezTo>
                  <a:cubicBezTo>
                    <a:pt x="23614" y="2312"/>
                    <a:pt x="27078" y="2242"/>
                    <a:pt x="29694" y="4151"/>
                  </a:cubicBezTo>
                  <a:cubicBezTo>
                    <a:pt x="34926" y="8039"/>
                    <a:pt x="43481" y="14543"/>
                    <a:pt x="47440" y="18503"/>
                  </a:cubicBezTo>
                  <a:cubicBezTo>
                    <a:pt x="51682" y="22816"/>
                    <a:pt x="55642" y="26987"/>
                    <a:pt x="59389" y="31512"/>
                  </a:cubicBezTo>
                  <a:cubicBezTo>
                    <a:pt x="62358" y="35188"/>
                    <a:pt x="67661" y="35259"/>
                    <a:pt x="70559" y="31512"/>
                  </a:cubicBezTo>
                  <a:cubicBezTo>
                    <a:pt x="72892" y="28543"/>
                    <a:pt x="75226" y="25432"/>
                    <a:pt x="77488" y="22392"/>
                  </a:cubicBezTo>
                  <a:cubicBezTo>
                    <a:pt x="81519" y="16735"/>
                    <a:pt x="85054" y="11008"/>
                    <a:pt x="90780" y="4292"/>
                  </a:cubicBezTo>
                  <a:cubicBezTo>
                    <a:pt x="93608" y="969"/>
                    <a:pt x="98486" y="969"/>
                    <a:pt x="101385" y="4221"/>
                  </a:cubicBezTo>
                  <a:cubicBezTo>
                    <a:pt x="111919" y="15746"/>
                    <a:pt x="120969" y="25219"/>
                    <a:pt x="133554" y="36673"/>
                  </a:cubicBezTo>
                  <a:cubicBezTo>
                    <a:pt x="136806" y="39643"/>
                    <a:pt x="141684" y="39077"/>
                    <a:pt x="144230" y="35330"/>
                  </a:cubicBezTo>
                  <a:cubicBezTo>
                    <a:pt x="152360" y="23311"/>
                    <a:pt x="161693" y="14049"/>
                    <a:pt x="170743" y="2737"/>
                  </a:cubicBezTo>
                  <a:cubicBezTo>
                    <a:pt x="173500" y="-728"/>
                    <a:pt x="178449" y="-940"/>
                    <a:pt x="181489" y="2312"/>
                  </a:cubicBezTo>
                  <a:cubicBezTo>
                    <a:pt x="186792" y="7968"/>
                    <a:pt x="191812" y="12988"/>
                    <a:pt x="196548" y="17867"/>
                  </a:cubicBezTo>
                  <a:cubicBezTo>
                    <a:pt x="200862" y="22321"/>
                    <a:pt x="205104" y="26846"/>
                    <a:pt x="210548" y="31370"/>
                  </a:cubicBezTo>
                  <a:cubicBezTo>
                    <a:pt x="213658" y="33916"/>
                    <a:pt x="218183" y="33279"/>
                    <a:pt x="220658" y="29957"/>
                  </a:cubicBezTo>
                  <a:cubicBezTo>
                    <a:pt x="226667" y="21967"/>
                    <a:pt x="234869" y="11716"/>
                    <a:pt x="241515" y="4221"/>
                  </a:cubicBezTo>
                  <a:cubicBezTo>
                    <a:pt x="244413" y="969"/>
                    <a:pt x="249292" y="1040"/>
                    <a:pt x="252190" y="4362"/>
                  </a:cubicBezTo>
                  <a:cubicBezTo>
                    <a:pt x="262371" y="15887"/>
                    <a:pt x="269725" y="23452"/>
                    <a:pt x="280683" y="34623"/>
                  </a:cubicBezTo>
                  <a:cubicBezTo>
                    <a:pt x="283723" y="37734"/>
                    <a:pt x="288530" y="37592"/>
                    <a:pt x="291288" y="34128"/>
                  </a:cubicBezTo>
                  <a:cubicBezTo>
                    <a:pt x="298146" y="25714"/>
                    <a:pt x="306630" y="14049"/>
                    <a:pt x="310448" y="9665"/>
                  </a:cubicBezTo>
                  <a:cubicBezTo>
                    <a:pt x="311014" y="9029"/>
                    <a:pt x="311650" y="8392"/>
                    <a:pt x="312216" y="7756"/>
                  </a:cubicBezTo>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6" name="Google Shape;2026;p69"/>
            <p:cNvSpPr/>
            <p:nvPr/>
          </p:nvSpPr>
          <p:spPr>
            <a:xfrm>
              <a:off x="10364574" y="5834241"/>
              <a:ext cx="311367" cy="38589"/>
            </a:xfrm>
            <a:custGeom>
              <a:rect b="b" l="l" r="r" t="t"/>
              <a:pathLst>
                <a:path extrusionOk="0" h="38589" w="311367">
                  <a:moveTo>
                    <a:pt x="0" y="36418"/>
                  </a:moveTo>
                  <a:cubicBezTo>
                    <a:pt x="2899" y="34298"/>
                    <a:pt x="5868" y="31823"/>
                    <a:pt x="8484" y="28854"/>
                  </a:cubicBezTo>
                  <a:cubicBezTo>
                    <a:pt x="12302" y="24541"/>
                    <a:pt x="20786" y="12875"/>
                    <a:pt x="27644" y="4391"/>
                  </a:cubicBezTo>
                  <a:cubicBezTo>
                    <a:pt x="30402" y="998"/>
                    <a:pt x="35209" y="856"/>
                    <a:pt x="38250" y="3896"/>
                  </a:cubicBezTo>
                  <a:cubicBezTo>
                    <a:pt x="49208" y="15067"/>
                    <a:pt x="56561" y="22702"/>
                    <a:pt x="66741" y="34227"/>
                  </a:cubicBezTo>
                  <a:cubicBezTo>
                    <a:pt x="69640" y="37479"/>
                    <a:pt x="74448" y="37550"/>
                    <a:pt x="77347" y="34298"/>
                  </a:cubicBezTo>
                  <a:cubicBezTo>
                    <a:pt x="84064" y="26874"/>
                    <a:pt x="92265" y="16622"/>
                    <a:pt x="98275" y="8562"/>
                  </a:cubicBezTo>
                  <a:cubicBezTo>
                    <a:pt x="100749" y="5240"/>
                    <a:pt x="105203" y="4674"/>
                    <a:pt x="108384" y="7219"/>
                  </a:cubicBezTo>
                  <a:cubicBezTo>
                    <a:pt x="113828" y="11673"/>
                    <a:pt x="118070" y="16198"/>
                    <a:pt x="122384" y="20652"/>
                  </a:cubicBezTo>
                  <a:cubicBezTo>
                    <a:pt x="127120" y="25601"/>
                    <a:pt x="132140" y="30621"/>
                    <a:pt x="137442" y="36277"/>
                  </a:cubicBezTo>
                  <a:cubicBezTo>
                    <a:pt x="140483" y="39529"/>
                    <a:pt x="145432" y="39317"/>
                    <a:pt x="148189" y="35853"/>
                  </a:cubicBezTo>
                  <a:cubicBezTo>
                    <a:pt x="157239" y="24541"/>
                    <a:pt x="166572" y="15208"/>
                    <a:pt x="174702" y="3189"/>
                  </a:cubicBezTo>
                  <a:cubicBezTo>
                    <a:pt x="177247" y="-487"/>
                    <a:pt x="182126" y="-1053"/>
                    <a:pt x="185378" y="1846"/>
                  </a:cubicBezTo>
                  <a:cubicBezTo>
                    <a:pt x="197963" y="13370"/>
                    <a:pt x="207013" y="22844"/>
                    <a:pt x="217547" y="34368"/>
                  </a:cubicBezTo>
                  <a:cubicBezTo>
                    <a:pt x="220446" y="37550"/>
                    <a:pt x="225324" y="37550"/>
                    <a:pt x="228152" y="34368"/>
                  </a:cubicBezTo>
                  <a:cubicBezTo>
                    <a:pt x="233879" y="27581"/>
                    <a:pt x="237414" y="21925"/>
                    <a:pt x="241444" y="16269"/>
                  </a:cubicBezTo>
                  <a:cubicBezTo>
                    <a:pt x="243706" y="13158"/>
                    <a:pt x="246040" y="10118"/>
                    <a:pt x="248373" y="7149"/>
                  </a:cubicBezTo>
                  <a:cubicBezTo>
                    <a:pt x="251272" y="3401"/>
                    <a:pt x="256574" y="3401"/>
                    <a:pt x="259543" y="7078"/>
                  </a:cubicBezTo>
                  <a:cubicBezTo>
                    <a:pt x="263291" y="11673"/>
                    <a:pt x="267250" y="15845"/>
                    <a:pt x="271492" y="20087"/>
                  </a:cubicBezTo>
                  <a:cubicBezTo>
                    <a:pt x="275451" y="24117"/>
                    <a:pt x="283936" y="30621"/>
                    <a:pt x="289167" y="34510"/>
                  </a:cubicBezTo>
                  <a:cubicBezTo>
                    <a:pt x="291854" y="36418"/>
                    <a:pt x="295248" y="36348"/>
                    <a:pt x="297793" y="34227"/>
                  </a:cubicBezTo>
                  <a:cubicBezTo>
                    <a:pt x="302318" y="30480"/>
                    <a:pt x="309246" y="24682"/>
                    <a:pt x="311368" y="22278"/>
                  </a:cubicBezTo>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7" name="Google Shape;2027;p69"/>
            <p:cNvSpPr/>
            <p:nvPr/>
          </p:nvSpPr>
          <p:spPr>
            <a:xfrm>
              <a:off x="10366766" y="5910344"/>
              <a:ext cx="309246" cy="38570"/>
            </a:xfrm>
            <a:custGeom>
              <a:rect b="b" l="l" r="r" t="t"/>
              <a:pathLst>
                <a:path extrusionOk="0" h="38570" w="309246">
                  <a:moveTo>
                    <a:pt x="0" y="21896"/>
                  </a:moveTo>
                  <a:cubicBezTo>
                    <a:pt x="1414" y="20200"/>
                    <a:pt x="2898" y="18432"/>
                    <a:pt x="4595" y="16452"/>
                  </a:cubicBezTo>
                  <a:cubicBezTo>
                    <a:pt x="6645" y="14049"/>
                    <a:pt x="13645" y="8180"/>
                    <a:pt x="18241" y="4363"/>
                  </a:cubicBezTo>
                  <a:cubicBezTo>
                    <a:pt x="20715" y="2312"/>
                    <a:pt x="24179" y="2242"/>
                    <a:pt x="26795" y="4150"/>
                  </a:cubicBezTo>
                  <a:cubicBezTo>
                    <a:pt x="32027" y="8039"/>
                    <a:pt x="40582" y="14544"/>
                    <a:pt x="44541" y="18503"/>
                  </a:cubicBezTo>
                  <a:cubicBezTo>
                    <a:pt x="48783" y="22816"/>
                    <a:pt x="52743" y="26987"/>
                    <a:pt x="56490" y="31512"/>
                  </a:cubicBezTo>
                  <a:cubicBezTo>
                    <a:pt x="59459" y="35188"/>
                    <a:pt x="64762" y="35259"/>
                    <a:pt x="67661" y="31512"/>
                  </a:cubicBezTo>
                  <a:cubicBezTo>
                    <a:pt x="69993" y="28542"/>
                    <a:pt x="72327" y="25432"/>
                    <a:pt x="74589" y="22391"/>
                  </a:cubicBezTo>
                  <a:cubicBezTo>
                    <a:pt x="78620" y="16735"/>
                    <a:pt x="82155" y="11009"/>
                    <a:pt x="87881" y="4292"/>
                  </a:cubicBezTo>
                  <a:cubicBezTo>
                    <a:pt x="90709" y="969"/>
                    <a:pt x="95587" y="969"/>
                    <a:pt x="98486" y="4221"/>
                  </a:cubicBezTo>
                  <a:cubicBezTo>
                    <a:pt x="109020" y="15746"/>
                    <a:pt x="118070" y="25220"/>
                    <a:pt x="130655" y="36673"/>
                  </a:cubicBezTo>
                  <a:cubicBezTo>
                    <a:pt x="133907" y="39642"/>
                    <a:pt x="138785" y="39077"/>
                    <a:pt x="141331" y="35330"/>
                  </a:cubicBezTo>
                  <a:cubicBezTo>
                    <a:pt x="149461" y="23311"/>
                    <a:pt x="158794" y="14049"/>
                    <a:pt x="167844" y="2736"/>
                  </a:cubicBezTo>
                  <a:cubicBezTo>
                    <a:pt x="170601" y="-728"/>
                    <a:pt x="175550" y="-940"/>
                    <a:pt x="178590" y="2312"/>
                  </a:cubicBezTo>
                  <a:cubicBezTo>
                    <a:pt x="183893" y="7969"/>
                    <a:pt x="188913" y="12988"/>
                    <a:pt x="193649" y="17866"/>
                  </a:cubicBezTo>
                  <a:cubicBezTo>
                    <a:pt x="197963" y="22321"/>
                    <a:pt x="202205" y="26846"/>
                    <a:pt x="207649" y="31371"/>
                  </a:cubicBezTo>
                  <a:cubicBezTo>
                    <a:pt x="210759" y="33916"/>
                    <a:pt x="215284" y="33279"/>
                    <a:pt x="217759" y="29956"/>
                  </a:cubicBezTo>
                  <a:cubicBezTo>
                    <a:pt x="223768" y="21967"/>
                    <a:pt x="231970" y="11716"/>
                    <a:pt x="238616" y="4221"/>
                  </a:cubicBezTo>
                  <a:cubicBezTo>
                    <a:pt x="241514" y="969"/>
                    <a:pt x="246393" y="1040"/>
                    <a:pt x="249291" y="4363"/>
                  </a:cubicBezTo>
                  <a:cubicBezTo>
                    <a:pt x="259472" y="15887"/>
                    <a:pt x="266826" y="23452"/>
                    <a:pt x="277784" y="34623"/>
                  </a:cubicBezTo>
                  <a:cubicBezTo>
                    <a:pt x="280824" y="37733"/>
                    <a:pt x="285631" y="37592"/>
                    <a:pt x="288389" y="34128"/>
                  </a:cubicBezTo>
                  <a:cubicBezTo>
                    <a:pt x="295247" y="25714"/>
                    <a:pt x="303731" y="14049"/>
                    <a:pt x="307550" y="9665"/>
                  </a:cubicBezTo>
                  <a:cubicBezTo>
                    <a:pt x="308115" y="9029"/>
                    <a:pt x="308680" y="8393"/>
                    <a:pt x="309246" y="7827"/>
                  </a:cubicBezTo>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8" name="Google Shape;2028;p69"/>
            <p:cNvSpPr/>
            <p:nvPr/>
          </p:nvSpPr>
          <p:spPr>
            <a:xfrm>
              <a:off x="10369029" y="5944605"/>
              <a:ext cx="306984" cy="38589"/>
            </a:xfrm>
            <a:custGeom>
              <a:rect b="b" l="l" r="r" t="t"/>
              <a:pathLst>
                <a:path extrusionOk="0" h="38589" w="306984">
                  <a:moveTo>
                    <a:pt x="0" y="32884"/>
                  </a:moveTo>
                  <a:cubicBezTo>
                    <a:pt x="1414" y="31611"/>
                    <a:pt x="2757" y="30268"/>
                    <a:pt x="4030" y="28854"/>
                  </a:cubicBezTo>
                  <a:cubicBezTo>
                    <a:pt x="7848" y="24541"/>
                    <a:pt x="16331" y="12875"/>
                    <a:pt x="23190" y="4391"/>
                  </a:cubicBezTo>
                  <a:cubicBezTo>
                    <a:pt x="25948" y="998"/>
                    <a:pt x="30755" y="856"/>
                    <a:pt x="33795" y="3896"/>
                  </a:cubicBezTo>
                  <a:cubicBezTo>
                    <a:pt x="44753" y="15067"/>
                    <a:pt x="52107" y="22703"/>
                    <a:pt x="62287" y="34227"/>
                  </a:cubicBezTo>
                  <a:cubicBezTo>
                    <a:pt x="65186" y="37479"/>
                    <a:pt x="69994" y="37550"/>
                    <a:pt x="72892" y="34298"/>
                  </a:cubicBezTo>
                  <a:cubicBezTo>
                    <a:pt x="79609" y="26874"/>
                    <a:pt x="87811" y="16622"/>
                    <a:pt x="93820" y="8563"/>
                  </a:cubicBezTo>
                  <a:cubicBezTo>
                    <a:pt x="96295" y="5240"/>
                    <a:pt x="100749" y="4674"/>
                    <a:pt x="103930" y="7219"/>
                  </a:cubicBezTo>
                  <a:cubicBezTo>
                    <a:pt x="109374" y="11674"/>
                    <a:pt x="113616" y="16198"/>
                    <a:pt x="117930" y="20652"/>
                  </a:cubicBezTo>
                  <a:cubicBezTo>
                    <a:pt x="122666" y="25601"/>
                    <a:pt x="127686" y="30621"/>
                    <a:pt x="132988" y="36277"/>
                  </a:cubicBezTo>
                  <a:cubicBezTo>
                    <a:pt x="136029" y="39530"/>
                    <a:pt x="140977" y="39317"/>
                    <a:pt x="143735" y="35853"/>
                  </a:cubicBezTo>
                  <a:cubicBezTo>
                    <a:pt x="152785" y="24541"/>
                    <a:pt x="162118" y="15209"/>
                    <a:pt x="170248" y="3189"/>
                  </a:cubicBezTo>
                  <a:cubicBezTo>
                    <a:pt x="172793" y="-487"/>
                    <a:pt x="177672" y="-1053"/>
                    <a:pt x="180924" y="1846"/>
                  </a:cubicBezTo>
                  <a:cubicBezTo>
                    <a:pt x="193509" y="13370"/>
                    <a:pt x="202559" y="22844"/>
                    <a:pt x="213093" y="34368"/>
                  </a:cubicBezTo>
                  <a:cubicBezTo>
                    <a:pt x="215992" y="37550"/>
                    <a:pt x="220870" y="37550"/>
                    <a:pt x="223698" y="34298"/>
                  </a:cubicBezTo>
                  <a:cubicBezTo>
                    <a:pt x="229425" y="27511"/>
                    <a:pt x="232960" y="21855"/>
                    <a:pt x="236990" y="16198"/>
                  </a:cubicBezTo>
                  <a:cubicBezTo>
                    <a:pt x="239252" y="13087"/>
                    <a:pt x="241586" y="10047"/>
                    <a:pt x="243919" y="7078"/>
                  </a:cubicBezTo>
                  <a:cubicBezTo>
                    <a:pt x="246818" y="3331"/>
                    <a:pt x="252120" y="3331"/>
                    <a:pt x="255089" y="7078"/>
                  </a:cubicBezTo>
                  <a:cubicBezTo>
                    <a:pt x="258836" y="11674"/>
                    <a:pt x="262796" y="15845"/>
                    <a:pt x="267038" y="20087"/>
                  </a:cubicBezTo>
                  <a:cubicBezTo>
                    <a:pt x="270997" y="24117"/>
                    <a:pt x="279481" y="30621"/>
                    <a:pt x="284713" y="34510"/>
                  </a:cubicBezTo>
                  <a:cubicBezTo>
                    <a:pt x="287400" y="36419"/>
                    <a:pt x="290793" y="36348"/>
                    <a:pt x="293339" y="34227"/>
                  </a:cubicBezTo>
                  <a:cubicBezTo>
                    <a:pt x="297934" y="30480"/>
                    <a:pt x="304934" y="24612"/>
                    <a:pt x="306984" y="22208"/>
                  </a:cubicBezTo>
                  <a:lnTo>
                    <a:pt x="306984" y="22208"/>
                  </a:lnTo>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9" name="Google Shape;2029;p69"/>
            <p:cNvSpPr/>
            <p:nvPr/>
          </p:nvSpPr>
          <p:spPr>
            <a:xfrm>
              <a:off x="10372564" y="6020698"/>
              <a:ext cx="303449" cy="38580"/>
            </a:xfrm>
            <a:custGeom>
              <a:rect b="b" l="l" r="r" t="t"/>
              <a:pathLst>
                <a:path extrusionOk="0" h="38580" w="303449">
                  <a:moveTo>
                    <a:pt x="0" y="15190"/>
                  </a:moveTo>
                  <a:cubicBezTo>
                    <a:pt x="2828" y="12433"/>
                    <a:pt x="8484" y="7625"/>
                    <a:pt x="12443" y="4373"/>
                  </a:cubicBezTo>
                  <a:cubicBezTo>
                    <a:pt x="14918" y="2323"/>
                    <a:pt x="18382" y="2181"/>
                    <a:pt x="20998" y="4161"/>
                  </a:cubicBezTo>
                  <a:cubicBezTo>
                    <a:pt x="26230" y="8049"/>
                    <a:pt x="34785" y="14554"/>
                    <a:pt x="38744" y="18513"/>
                  </a:cubicBezTo>
                  <a:cubicBezTo>
                    <a:pt x="42986" y="22826"/>
                    <a:pt x="46946" y="26997"/>
                    <a:pt x="50693" y="31522"/>
                  </a:cubicBezTo>
                  <a:cubicBezTo>
                    <a:pt x="53662" y="35198"/>
                    <a:pt x="58964" y="35269"/>
                    <a:pt x="61863" y="31522"/>
                  </a:cubicBezTo>
                  <a:cubicBezTo>
                    <a:pt x="64196" y="28553"/>
                    <a:pt x="66530" y="25442"/>
                    <a:pt x="68792" y="22402"/>
                  </a:cubicBezTo>
                  <a:cubicBezTo>
                    <a:pt x="72822" y="16746"/>
                    <a:pt x="76357" y="11019"/>
                    <a:pt x="82084" y="4302"/>
                  </a:cubicBezTo>
                  <a:cubicBezTo>
                    <a:pt x="84912" y="979"/>
                    <a:pt x="89790" y="979"/>
                    <a:pt x="92689" y="4231"/>
                  </a:cubicBezTo>
                  <a:cubicBezTo>
                    <a:pt x="103223" y="15756"/>
                    <a:pt x="112273" y="25230"/>
                    <a:pt x="124858" y="36683"/>
                  </a:cubicBezTo>
                  <a:cubicBezTo>
                    <a:pt x="128110" y="39653"/>
                    <a:pt x="132988" y="39087"/>
                    <a:pt x="135534" y="35340"/>
                  </a:cubicBezTo>
                  <a:cubicBezTo>
                    <a:pt x="143664" y="23321"/>
                    <a:pt x="152997" y="14059"/>
                    <a:pt x="162047" y="2747"/>
                  </a:cubicBezTo>
                  <a:cubicBezTo>
                    <a:pt x="164804" y="-718"/>
                    <a:pt x="169753" y="-930"/>
                    <a:pt x="172793" y="2252"/>
                  </a:cubicBezTo>
                  <a:cubicBezTo>
                    <a:pt x="178095" y="7979"/>
                    <a:pt x="183116" y="12998"/>
                    <a:pt x="187852" y="17877"/>
                  </a:cubicBezTo>
                  <a:cubicBezTo>
                    <a:pt x="192166" y="22331"/>
                    <a:pt x="196408" y="26856"/>
                    <a:pt x="201852" y="31381"/>
                  </a:cubicBezTo>
                  <a:cubicBezTo>
                    <a:pt x="204962" y="33926"/>
                    <a:pt x="209487" y="33290"/>
                    <a:pt x="211962" y="29967"/>
                  </a:cubicBezTo>
                  <a:cubicBezTo>
                    <a:pt x="217971" y="21977"/>
                    <a:pt x="226173" y="11726"/>
                    <a:pt x="232819" y="4231"/>
                  </a:cubicBezTo>
                  <a:cubicBezTo>
                    <a:pt x="235717" y="979"/>
                    <a:pt x="240596" y="1050"/>
                    <a:pt x="243494" y="4373"/>
                  </a:cubicBezTo>
                  <a:cubicBezTo>
                    <a:pt x="253675" y="15897"/>
                    <a:pt x="261029" y="23462"/>
                    <a:pt x="271987" y="34633"/>
                  </a:cubicBezTo>
                  <a:cubicBezTo>
                    <a:pt x="275027" y="37744"/>
                    <a:pt x="279834" y="37532"/>
                    <a:pt x="282592" y="34138"/>
                  </a:cubicBezTo>
                  <a:cubicBezTo>
                    <a:pt x="289450" y="25725"/>
                    <a:pt x="297934" y="14059"/>
                    <a:pt x="301752" y="9675"/>
                  </a:cubicBezTo>
                  <a:cubicBezTo>
                    <a:pt x="302318" y="9039"/>
                    <a:pt x="302883" y="8403"/>
                    <a:pt x="303449" y="7837"/>
                  </a:cubicBezTo>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0" name="Google Shape;2030;p69"/>
            <p:cNvSpPr/>
            <p:nvPr/>
          </p:nvSpPr>
          <p:spPr>
            <a:xfrm>
              <a:off x="10375463" y="6054940"/>
              <a:ext cx="300408" cy="38619"/>
            </a:xfrm>
            <a:custGeom>
              <a:rect b="b" l="l" r="r" t="t"/>
              <a:pathLst>
                <a:path extrusionOk="0" h="38619" w="300408">
                  <a:moveTo>
                    <a:pt x="0" y="25985"/>
                  </a:moveTo>
                  <a:cubicBezTo>
                    <a:pt x="4383" y="20541"/>
                    <a:pt x="11100" y="11420"/>
                    <a:pt x="16756" y="4421"/>
                  </a:cubicBezTo>
                  <a:cubicBezTo>
                    <a:pt x="19514" y="1027"/>
                    <a:pt x="24321" y="815"/>
                    <a:pt x="27361" y="3926"/>
                  </a:cubicBezTo>
                  <a:cubicBezTo>
                    <a:pt x="38319" y="15097"/>
                    <a:pt x="45673" y="22732"/>
                    <a:pt x="55853" y="34257"/>
                  </a:cubicBezTo>
                  <a:cubicBezTo>
                    <a:pt x="58752" y="37509"/>
                    <a:pt x="63560" y="37580"/>
                    <a:pt x="66458" y="34328"/>
                  </a:cubicBezTo>
                  <a:cubicBezTo>
                    <a:pt x="73175" y="26904"/>
                    <a:pt x="81377" y="16652"/>
                    <a:pt x="87386" y="8592"/>
                  </a:cubicBezTo>
                  <a:cubicBezTo>
                    <a:pt x="89861" y="5269"/>
                    <a:pt x="94315" y="4704"/>
                    <a:pt x="97496" y="7249"/>
                  </a:cubicBezTo>
                  <a:cubicBezTo>
                    <a:pt x="102940" y="11703"/>
                    <a:pt x="107182" y="16228"/>
                    <a:pt x="111496" y="20682"/>
                  </a:cubicBezTo>
                  <a:cubicBezTo>
                    <a:pt x="116232" y="25631"/>
                    <a:pt x="121252" y="30651"/>
                    <a:pt x="126554" y="36307"/>
                  </a:cubicBezTo>
                  <a:cubicBezTo>
                    <a:pt x="129595" y="39559"/>
                    <a:pt x="134543" y="39347"/>
                    <a:pt x="137301" y="35883"/>
                  </a:cubicBezTo>
                  <a:cubicBezTo>
                    <a:pt x="146351" y="24571"/>
                    <a:pt x="155684" y="15238"/>
                    <a:pt x="163814" y="3219"/>
                  </a:cubicBezTo>
                  <a:cubicBezTo>
                    <a:pt x="166359" y="-458"/>
                    <a:pt x="171238" y="-1094"/>
                    <a:pt x="174490" y="1876"/>
                  </a:cubicBezTo>
                  <a:cubicBezTo>
                    <a:pt x="187075" y="13400"/>
                    <a:pt x="196125" y="22874"/>
                    <a:pt x="206659" y="34398"/>
                  </a:cubicBezTo>
                  <a:cubicBezTo>
                    <a:pt x="209558" y="37580"/>
                    <a:pt x="214436" y="37580"/>
                    <a:pt x="217264" y="34257"/>
                  </a:cubicBezTo>
                  <a:cubicBezTo>
                    <a:pt x="222990" y="27540"/>
                    <a:pt x="226526" y="21884"/>
                    <a:pt x="230556" y="16228"/>
                  </a:cubicBezTo>
                  <a:cubicBezTo>
                    <a:pt x="232818" y="13117"/>
                    <a:pt x="235152" y="10077"/>
                    <a:pt x="237485" y="7107"/>
                  </a:cubicBezTo>
                  <a:cubicBezTo>
                    <a:pt x="240384" y="3360"/>
                    <a:pt x="245686" y="3360"/>
                    <a:pt x="248655" y="7037"/>
                  </a:cubicBezTo>
                  <a:cubicBezTo>
                    <a:pt x="252402" y="11632"/>
                    <a:pt x="256362" y="15804"/>
                    <a:pt x="260604" y="20046"/>
                  </a:cubicBezTo>
                  <a:cubicBezTo>
                    <a:pt x="264563" y="24076"/>
                    <a:pt x="273047" y="30580"/>
                    <a:pt x="278279" y="34469"/>
                  </a:cubicBezTo>
                  <a:cubicBezTo>
                    <a:pt x="280966" y="36378"/>
                    <a:pt x="284359" y="36307"/>
                    <a:pt x="286904" y="34186"/>
                  </a:cubicBezTo>
                  <a:cubicBezTo>
                    <a:pt x="291429" y="30509"/>
                    <a:pt x="298287" y="24783"/>
                    <a:pt x="300409" y="22308"/>
                  </a:cubicBezTo>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1" name="Google Shape;2031;p69"/>
            <p:cNvSpPr/>
            <p:nvPr/>
          </p:nvSpPr>
          <p:spPr>
            <a:xfrm>
              <a:off x="10427569" y="6131062"/>
              <a:ext cx="205739" cy="38558"/>
            </a:xfrm>
            <a:custGeom>
              <a:rect b="b" l="l" r="r" t="t"/>
              <a:pathLst>
                <a:path extrusionOk="0" h="38558" w="205739">
                  <a:moveTo>
                    <a:pt x="0" y="34138"/>
                  </a:moveTo>
                  <a:lnTo>
                    <a:pt x="71" y="34138"/>
                  </a:lnTo>
                  <a:cubicBezTo>
                    <a:pt x="2545" y="34633"/>
                    <a:pt x="5090" y="33785"/>
                    <a:pt x="6858" y="31522"/>
                  </a:cubicBezTo>
                  <a:cubicBezTo>
                    <a:pt x="9191" y="28552"/>
                    <a:pt x="11524" y="25442"/>
                    <a:pt x="13786" y="22401"/>
                  </a:cubicBezTo>
                  <a:cubicBezTo>
                    <a:pt x="17817" y="16745"/>
                    <a:pt x="21352" y="11019"/>
                    <a:pt x="27078" y="4302"/>
                  </a:cubicBezTo>
                  <a:cubicBezTo>
                    <a:pt x="29906" y="979"/>
                    <a:pt x="34784" y="979"/>
                    <a:pt x="37683" y="4232"/>
                  </a:cubicBezTo>
                  <a:cubicBezTo>
                    <a:pt x="48218" y="15755"/>
                    <a:pt x="57268" y="25230"/>
                    <a:pt x="69853" y="36683"/>
                  </a:cubicBezTo>
                  <a:cubicBezTo>
                    <a:pt x="73105" y="39652"/>
                    <a:pt x="77983" y="39016"/>
                    <a:pt x="80529" y="35340"/>
                  </a:cubicBezTo>
                  <a:cubicBezTo>
                    <a:pt x="88659" y="23321"/>
                    <a:pt x="97992" y="14059"/>
                    <a:pt x="107041" y="2747"/>
                  </a:cubicBezTo>
                  <a:cubicBezTo>
                    <a:pt x="109798" y="-718"/>
                    <a:pt x="114748" y="-930"/>
                    <a:pt x="117787" y="2252"/>
                  </a:cubicBezTo>
                  <a:cubicBezTo>
                    <a:pt x="123090" y="7979"/>
                    <a:pt x="128110" y="12998"/>
                    <a:pt x="132847" y="17877"/>
                  </a:cubicBezTo>
                  <a:cubicBezTo>
                    <a:pt x="137160" y="22331"/>
                    <a:pt x="141402" y="26856"/>
                    <a:pt x="146846" y="31381"/>
                  </a:cubicBezTo>
                  <a:cubicBezTo>
                    <a:pt x="149957" y="33926"/>
                    <a:pt x="154482" y="33290"/>
                    <a:pt x="156956" y="29966"/>
                  </a:cubicBezTo>
                  <a:cubicBezTo>
                    <a:pt x="162965" y="21977"/>
                    <a:pt x="171167" y="11726"/>
                    <a:pt x="177813" y="4232"/>
                  </a:cubicBezTo>
                  <a:cubicBezTo>
                    <a:pt x="180711" y="979"/>
                    <a:pt x="185590" y="1050"/>
                    <a:pt x="188488" y="4373"/>
                  </a:cubicBezTo>
                  <a:cubicBezTo>
                    <a:pt x="194852" y="11514"/>
                    <a:pt x="200083" y="17170"/>
                    <a:pt x="205740" y="23109"/>
                  </a:cubicBezTo>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2" name="Google Shape;2032;p69"/>
            <p:cNvSpPr/>
            <p:nvPr/>
          </p:nvSpPr>
          <p:spPr>
            <a:xfrm>
              <a:off x="10449981" y="6165304"/>
              <a:ext cx="169329" cy="38619"/>
            </a:xfrm>
            <a:custGeom>
              <a:rect b="b" l="l" r="r" t="t"/>
              <a:pathLst>
                <a:path extrusionOk="0" h="38619" w="169329">
                  <a:moveTo>
                    <a:pt x="169329" y="4350"/>
                  </a:moveTo>
                  <a:cubicBezTo>
                    <a:pt x="166996" y="4067"/>
                    <a:pt x="164592" y="4986"/>
                    <a:pt x="162966" y="7108"/>
                  </a:cubicBezTo>
                  <a:cubicBezTo>
                    <a:pt x="160633" y="10077"/>
                    <a:pt x="158300" y="13117"/>
                    <a:pt x="156038" y="16228"/>
                  </a:cubicBezTo>
                  <a:cubicBezTo>
                    <a:pt x="153280" y="19975"/>
                    <a:pt x="150806" y="23934"/>
                    <a:pt x="147624" y="28106"/>
                  </a:cubicBezTo>
                  <a:cubicBezTo>
                    <a:pt x="147624" y="28176"/>
                    <a:pt x="147553" y="28176"/>
                    <a:pt x="147553" y="28247"/>
                  </a:cubicBezTo>
                  <a:cubicBezTo>
                    <a:pt x="146069" y="30156"/>
                    <a:pt x="144513" y="32136"/>
                    <a:pt x="142746" y="34257"/>
                  </a:cubicBezTo>
                  <a:cubicBezTo>
                    <a:pt x="142039" y="35105"/>
                    <a:pt x="141191" y="35742"/>
                    <a:pt x="140271" y="36166"/>
                  </a:cubicBezTo>
                  <a:lnTo>
                    <a:pt x="140201" y="36166"/>
                  </a:lnTo>
                  <a:cubicBezTo>
                    <a:pt x="137514" y="37368"/>
                    <a:pt x="134261" y="36731"/>
                    <a:pt x="132141" y="34398"/>
                  </a:cubicBezTo>
                  <a:cubicBezTo>
                    <a:pt x="121606" y="22874"/>
                    <a:pt x="112556" y="13400"/>
                    <a:pt x="99971" y="1875"/>
                  </a:cubicBezTo>
                  <a:cubicBezTo>
                    <a:pt x="96719" y="-1094"/>
                    <a:pt x="91841" y="-457"/>
                    <a:pt x="89295" y="3219"/>
                  </a:cubicBezTo>
                  <a:cubicBezTo>
                    <a:pt x="81166" y="15238"/>
                    <a:pt x="71832" y="24571"/>
                    <a:pt x="62783" y="35883"/>
                  </a:cubicBezTo>
                  <a:cubicBezTo>
                    <a:pt x="60025" y="39347"/>
                    <a:pt x="55076" y="39559"/>
                    <a:pt x="52036" y="36307"/>
                  </a:cubicBezTo>
                  <a:cubicBezTo>
                    <a:pt x="46733" y="30651"/>
                    <a:pt x="41714" y="25631"/>
                    <a:pt x="36977" y="20682"/>
                  </a:cubicBezTo>
                  <a:cubicBezTo>
                    <a:pt x="32664" y="16228"/>
                    <a:pt x="28422" y="11703"/>
                    <a:pt x="22978" y="7249"/>
                  </a:cubicBezTo>
                  <a:cubicBezTo>
                    <a:pt x="19797" y="4704"/>
                    <a:pt x="15342" y="5269"/>
                    <a:pt x="12868" y="8592"/>
                  </a:cubicBezTo>
                  <a:cubicBezTo>
                    <a:pt x="9121" y="13612"/>
                    <a:pt x="4596" y="19410"/>
                    <a:pt x="0" y="24924"/>
                  </a:cubicBezTo>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3" name="Google Shape;2033;p69"/>
            <p:cNvSpPr/>
            <p:nvPr/>
          </p:nvSpPr>
          <p:spPr>
            <a:xfrm>
              <a:off x="10363770" y="5770052"/>
              <a:ext cx="312525" cy="496268"/>
            </a:xfrm>
            <a:custGeom>
              <a:rect b="b" l="l" r="r" t="t"/>
              <a:pathLst>
                <a:path extrusionOk="0" h="496268" w="312525">
                  <a:moveTo>
                    <a:pt x="312525" y="0"/>
                  </a:moveTo>
                  <a:lnTo>
                    <a:pt x="451" y="0"/>
                  </a:lnTo>
                  <a:cubicBezTo>
                    <a:pt x="-114" y="29977"/>
                    <a:pt x="-185" y="60237"/>
                    <a:pt x="451" y="90992"/>
                  </a:cubicBezTo>
                  <a:cubicBezTo>
                    <a:pt x="2360" y="174773"/>
                    <a:pt x="7875" y="251908"/>
                    <a:pt x="13177" y="335194"/>
                  </a:cubicBezTo>
                  <a:cubicBezTo>
                    <a:pt x="45983" y="378039"/>
                    <a:pt x="127218" y="465213"/>
                    <a:pt x="153024" y="492716"/>
                  </a:cubicBezTo>
                  <a:cubicBezTo>
                    <a:pt x="157478" y="497452"/>
                    <a:pt x="164549" y="497452"/>
                    <a:pt x="169003" y="492716"/>
                  </a:cubicBezTo>
                  <a:cubicBezTo>
                    <a:pt x="195020" y="465283"/>
                    <a:pt x="277246" y="378039"/>
                    <a:pt x="311819" y="334769"/>
                  </a:cubicBezTo>
                  <a:cubicBezTo>
                    <a:pt x="312808" y="214012"/>
                    <a:pt x="311606" y="112344"/>
                    <a:pt x="312455" y="0"/>
                  </a:cubicBez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34" name="Google Shape;2034;p69"/>
          <p:cNvGrpSpPr/>
          <p:nvPr/>
        </p:nvGrpSpPr>
        <p:grpSpPr>
          <a:xfrm>
            <a:off x="798829" y="925518"/>
            <a:ext cx="1083403" cy="873800"/>
            <a:chOff x="798829" y="925518"/>
            <a:chExt cx="1083403" cy="873800"/>
          </a:xfrm>
        </p:grpSpPr>
        <p:sp>
          <p:nvSpPr>
            <p:cNvPr id="2035" name="Google Shape;2035;p69"/>
            <p:cNvSpPr/>
            <p:nvPr/>
          </p:nvSpPr>
          <p:spPr>
            <a:xfrm>
              <a:off x="798829" y="925518"/>
              <a:ext cx="1083403" cy="751828"/>
            </a:xfrm>
            <a:custGeom>
              <a:rect b="b" l="l" r="r" t="t"/>
              <a:pathLst>
                <a:path extrusionOk="0" h="390499" w="562719">
                  <a:moveTo>
                    <a:pt x="553980" y="232323"/>
                  </a:moveTo>
                  <a:cubicBezTo>
                    <a:pt x="564302" y="211749"/>
                    <a:pt x="567483" y="189973"/>
                    <a:pt x="552353" y="170248"/>
                  </a:cubicBezTo>
                  <a:cubicBezTo>
                    <a:pt x="541748" y="156461"/>
                    <a:pt x="524073" y="148472"/>
                    <a:pt x="506751" y="149603"/>
                  </a:cubicBezTo>
                  <a:cubicBezTo>
                    <a:pt x="509084" y="129524"/>
                    <a:pt x="506186" y="108880"/>
                    <a:pt x="498832" y="90002"/>
                  </a:cubicBezTo>
                  <a:cubicBezTo>
                    <a:pt x="484268" y="52601"/>
                    <a:pt x="448988" y="21917"/>
                    <a:pt x="408830" y="20432"/>
                  </a:cubicBezTo>
                  <a:cubicBezTo>
                    <a:pt x="368743" y="18948"/>
                    <a:pt x="328302" y="52601"/>
                    <a:pt x="329292" y="92760"/>
                  </a:cubicBezTo>
                  <a:cubicBezTo>
                    <a:pt x="317485" y="29341"/>
                    <a:pt x="232290" y="-22483"/>
                    <a:pt x="173113" y="9969"/>
                  </a:cubicBezTo>
                  <a:cubicBezTo>
                    <a:pt x="138257" y="29129"/>
                    <a:pt x="115845" y="69004"/>
                    <a:pt x="117754" y="108809"/>
                  </a:cubicBezTo>
                  <a:cubicBezTo>
                    <a:pt x="97816" y="87033"/>
                    <a:pt x="60769" y="91982"/>
                    <a:pt x="36872" y="109304"/>
                  </a:cubicBezTo>
                  <a:cubicBezTo>
                    <a:pt x="3784" y="133271"/>
                    <a:pt x="-12477" y="183469"/>
                    <a:pt x="11278" y="216699"/>
                  </a:cubicBezTo>
                  <a:cubicBezTo>
                    <a:pt x="30862" y="244131"/>
                    <a:pt x="68122" y="250847"/>
                    <a:pt x="101493" y="255372"/>
                  </a:cubicBezTo>
                  <a:cubicBezTo>
                    <a:pt x="88060" y="297581"/>
                    <a:pt x="101210" y="348627"/>
                    <a:pt x="137197" y="374574"/>
                  </a:cubicBezTo>
                  <a:cubicBezTo>
                    <a:pt x="173113" y="400521"/>
                    <a:pt x="230027" y="394511"/>
                    <a:pt x="255692" y="358383"/>
                  </a:cubicBezTo>
                  <a:cubicBezTo>
                    <a:pt x="257954" y="355202"/>
                    <a:pt x="260146" y="351667"/>
                    <a:pt x="263540" y="349828"/>
                  </a:cubicBezTo>
                  <a:cubicBezTo>
                    <a:pt x="272024" y="345233"/>
                    <a:pt x="281639" y="352939"/>
                    <a:pt x="289275" y="358808"/>
                  </a:cubicBezTo>
                  <a:cubicBezTo>
                    <a:pt x="313101" y="377119"/>
                    <a:pt x="347249" y="381008"/>
                    <a:pt x="374611" y="368564"/>
                  </a:cubicBezTo>
                  <a:cubicBezTo>
                    <a:pt x="401972" y="356121"/>
                    <a:pt x="421415" y="327840"/>
                    <a:pt x="423324" y="297793"/>
                  </a:cubicBezTo>
                  <a:cubicBezTo>
                    <a:pt x="448282" y="307267"/>
                    <a:pt x="477269" y="303378"/>
                    <a:pt x="500600" y="290440"/>
                  </a:cubicBezTo>
                  <a:cubicBezTo>
                    <a:pt x="523932" y="277501"/>
                    <a:pt x="541960" y="256149"/>
                    <a:pt x="553980" y="232253"/>
                  </a:cubicBezTo>
                  <a:close/>
                </a:path>
              </a:pathLst>
            </a:custGeom>
            <a:solidFill>
              <a:schemeClr val="lt1"/>
            </a:solid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6" name="Google Shape;2036;p69"/>
            <p:cNvSpPr/>
            <p:nvPr/>
          </p:nvSpPr>
          <p:spPr>
            <a:xfrm>
              <a:off x="1604019" y="1618095"/>
              <a:ext cx="90132" cy="94427"/>
            </a:xfrm>
            <a:custGeom>
              <a:rect b="b" l="l" r="r" t="t"/>
              <a:pathLst>
                <a:path extrusionOk="0" h="49053" w="46822">
                  <a:moveTo>
                    <a:pt x="38339" y="4669"/>
                  </a:moveTo>
                  <a:cubicBezTo>
                    <a:pt x="27521" y="-3108"/>
                    <a:pt x="12250" y="-634"/>
                    <a:pt x="4968" y="8134"/>
                  </a:cubicBezTo>
                  <a:cubicBezTo>
                    <a:pt x="-759" y="15062"/>
                    <a:pt x="-1466" y="25526"/>
                    <a:pt x="2493" y="33657"/>
                  </a:cubicBezTo>
                  <a:cubicBezTo>
                    <a:pt x="6382" y="41787"/>
                    <a:pt x="14654" y="47443"/>
                    <a:pt x="23562" y="48787"/>
                  </a:cubicBezTo>
                  <a:cubicBezTo>
                    <a:pt x="26037" y="49140"/>
                    <a:pt x="28511" y="49211"/>
                    <a:pt x="30915" y="48574"/>
                  </a:cubicBezTo>
                  <a:cubicBezTo>
                    <a:pt x="33602" y="47867"/>
                    <a:pt x="36005" y="46241"/>
                    <a:pt x="38056" y="44403"/>
                  </a:cubicBezTo>
                  <a:cubicBezTo>
                    <a:pt x="43500" y="39383"/>
                    <a:pt x="46752" y="32031"/>
                    <a:pt x="46823" y="24607"/>
                  </a:cubicBezTo>
                  <a:cubicBezTo>
                    <a:pt x="46823" y="17183"/>
                    <a:pt x="43712" y="9830"/>
                    <a:pt x="38339" y="4740"/>
                  </a:cubicBezTo>
                </a:path>
              </a:pathLst>
            </a:custGeom>
            <a:solidFill>
              <a:schemeClr val="lt1"/>
            </a:solid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7" name="Google Shape;2037;p69"/>
            <p:cNvSpPr/>
            <p:nvPr/>
          </p:nvSpPr>
          <p:spPr>
            <a:xfrm>
              <a:off x="1679764" y="1739408"/>
              <a:ext cx="57134" cy="59910"/>
            </a:xfrm>
            <a:custGeom>
              <a:rect b="b" l="l" r="r" t="t"/>
              <a:pathLst>
                <a:path extrusionOk="0" h="31122" w="29680">
                  <a:moveTo>
                    <a:pt x="24237" y="2957"/>
                  </a:moveTo>
                  <a:cubicBezTo>
                    <a:pt x="17166" y="-1992"/>
                    <a:pt x="7410" y="-366"/>
                    <a:pt x="3097" y="5148"/>
                  </a:cubicBezTo>
                  <a:cubicBezTo>
                    <a:pt x="-438" y="9603"/>
                    <a:pt x="-933" y="16178"/>
                    <a:pt x="1541" y="21339"/>
                  </a:cubicBezTo>
                  <a:cubicBezTo>
                    <a:pt x="4016" y="26500"/>
                    <a:pt x="9248" y="30106"/>
                    <a:pt x="14904" y="30954"/>
                  </a:cubicBezTo>
                  <a:cubicBezTo>
                    <a:pt x="16460" y="31166"/>
                    <a:pt x="18086" y="31237"/>
                    <a:pt x="19570" y="30813"/>
                  </a:cubicBezTo>
                  <a:cubicBezTo>
                    <a:pt x="21267" y="30318"/>
                    <a:pt x="22822" y="29328"/>
                    <a:pt x="24095" y="28126"/>
                  </a:cubicBezTo>
                  <a:cubicBezTo>
                    <a:pt x="27559" y="24945"/>
                    <a:pt x="29610" y="20279"/>
                    <a:pt x="29681" y="15612"/>
                  </a:cubicBezTo>
                  <a:cubicBezTo>
                    <a:pt x="29681" y="10946"/>
                    <a:pt x="27701" y="6209"/>
                    <a:pt x="24307" y="3028"/>
                  </a:cubicBezTo>
                </a:path>
              </a:pathLst>
            </a:custGeom>
            <a:solidFill>
              <a:schemeClr val="lt1"/>
            </a:solid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8" name="Google Shape;2038;p69"/>
            <p:cNvSpPr/>
            <p:nvPr/>
          </p:nvSpPr>
          <p:spPr>
            <a:xfrm>
              <a:off x="850687" y="1146976"/>
              <a:ext cx="95356" cy="86604"/>
            </a:xfrm>
            <a:custGeom>
              <a:rect b="b" l="l" r="r" t="t"/>
              <a:pathLst>
                <a:path extrusionOk="0" h="44982" w="49528">
                  <a:moveTo>
                    <a:pt x="48964" y="5"/>
                  </a:moveTo>
                  <a:cubicBezTo>
                    <a:pt x="27047" y="4813"/>
                    <a:pt x="7038" y="22700"/>
                    <a:pt x="39" y="44122"/>
                  </a:cubicBezTo>
                  <a:cubicBezTo>
                    <a:pt x="-244" y="45041"/>
                    <a:pt x="1099" y="45324"/>
                    <a:pt x="1453" y="44476"/>
                  </a:cubicBezTo>
                  <a:cubicBezTo>
                    <a:pt x="5766" y="34224"/>
                    <a:pt x="11634" y="24891"/>
                    <a:pt x="19765" y="17256"/>
                  </a:cubicBezTo>
                  <a:cubicBezTo>
                    <a:pt x="27895" y="9620"/>
                    <a:pt x="38359" y="3116"/>
                    <a:pt x="49247" y="783"/>
                  </a:cubicBezTo>
                  <a:cubicBezTo>
                    <a:pt x="49742" y="641"/>
                    <a:pt x="49530" y="-66"/>
                    <a:pt x="49035" y="5"/>
                  </a:cubicBezTo>
                  <a:lnTo>
                    <a:pt x="49035" y="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9" name="Google Shape;2039;p69"/>
            <p:cNvSpPr/>
            <p:nvPr/>
          </p:nvSpPr>
          <p:spPr>
            <a:xfrm>
              <a:off x="843910" y="1253414"/>
              <a:ext cx="2963" cy="29369"/>
            </a:xfrm>
            <a:custGeom>
              <a:rect b="b" l="l" r="r" t="t"/>
              <a:pathLst>
                <a:path extrusionOk="0" h="15254" w="1539">
                  <a:moveTo>
                    <a:pt x="943" y="292"/>
                  </a:moveTo>
                  <a:cubicBezTo>
                    <a:pt x="660" y="2767"/>
                    <a:pt x="448" y="5171"/>
                    <a:pt x="306" y="7645"/>
                  </a:cubicBezTo>
                  <a:cubicBezTo>
                    <a:pt x="236" y="8847"/>
                    <a:pt x="94" y="10120"/>
                    <a:pt x="94" y="11322"/>
                  </a:cubicBezTo>
                  <a:cubicBezTo>
                    <a:pt x="94" y="12523"/>
                    <a:pt x="-118" y="13726"/>
                    <a:pt x="94" y="14857"/>
                  </a:cubicBezTo>
                  <a:cubicBezTo>
                    <a:pt x="236" y="15422"/>
                    <a:pt x="1013" y="15352"/>
                    <a:pt x="1155" y="14857"/>
                  </a:cubicBezTo>
                  <a:cubicBezTo>
                    <a:pt x="1508" y="13726"/>
                    <a:pt x="1438" y="12453"/>
                    <a:pt x="1508" y="11322"/>
                  </a:cubicBezTo>
                  <a:cubicBezTo>
                    <a:pt x="1579" y="10191"/>
                    <a:pt x="1508" y="8847"/>
                    <a:pt x="1508" y="7645"/>
                  </a:cubicBezTo>
                  <a:cubicBezTo>
                    <a:pt x="1508" y="5171"/>
                    <a:pt x="1508" y="2767"/>
                    <a:pt x="1508" y="292"/>
                  </a:cubicBezTo>
                  <a:cubicBezTo>
                    <a:pt x="1508" y="-132"/>
                    <a:pt x="943" y="-61"/>
                    <a:pt x="872" y="292"/>
                  </a:cubicBezTo>
                  <a:lnTo>
                    <a:pt x="872" y="29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0" name="Google Shape;2040;p69"/>
            <p:cNvSpPr/>
            <p:nvPr/>
          </p:nvSpPr>
          <p:spPr>
            <a:xfrm>
              <a:off x="1676597" y="1039496"/>
              <a:ext cx="70556" cy="145145"/>
            </a:xfrm>
            <a:custGeom>
              <a:rect b="b" l="l" r="r" t="t"/>
              <a:pathLst>
                <a:path extrusionOk="0" h="75388" w="36647">
                  <a:moveTo>
                    <a:pt x="146" y="613"/>
                  </a:moveTo>
                  <a:cubicBezTo>
                    <a:pt x="23902" y="16732"/>
                    <a:pt x="36063" y="46497"/>
                    <a:pt x="34437" y="74636"/>
                  </a:cubicBezTo>
                  <a:cubicBezTo>
                    <a:pt x="34437" y="75485"/>
                    <a:pt x="35780" y="75697"/>
                    <a:pt x="35921" y="74849"/>
                  </a:cubicBezTo>
                  <a:cubicBezTo>
                    <a:pt x="40234" y="45225"/>
                    <a:pt x="24963" y="16379"/>
                    <a:pt x="500" y="47"/>
                  </a:cubicBezTo>
                  <a:cubicBezTo>
                    <a:pt x="146" y="-165"/>
                    <a:pt x="-207" y="400"/>
                    <a:pt x="146" y="613"/>
                  </a:cubicBezTo>
                  <a:lnTo>
                    <a:pt x="146" y="61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1" name="Google Shape;2041;p69"/>
            <p:cNvSpPr/>
            <p:nvPr/>
          </p:nvSpPr>
          <p:spPr>
            <a:xfrm>
              <a:off x="1734972" y="1207253"/>
              <a:ext cx="4126" cy="16065"/>
            </a:xfrm>
            <a:custGeom>
              <a:rect b="b" l="l" r="r" t="t"/>
              <a:pathLst>
                <a:path extrusionOk="0" h="8344" w="2143">
                  <a:moveTo>
                    <a:pt x="1076" y="371"/>
                  </a:moveTo>
                  <a:cubicBezTo>
                    <a:pt x="1076" y="1644"/>
                    <a:pt x="1076" y="2846"/>
                    <a:pt x="864" y="4048"/>
                  </a:cubicBezTo>
                  <a:cubicBezTo>
                    <a:pt x="652" y="5250"/>
                    <a:pt x="369" y="6451"/>
                    <a:pt x="16" y="7654"/>
                  </a:cubicBezTo>
                  <a:cubicBezTo>
                    <a:pt x="-126" y="8219"/>
                    <a:pt x="723" y="8643"/>
                    <a:pt x="1006" y="8078"/>
                  </a:cubicBezTo>
                  <a:cubicBezTo>
                    <a:pt x="1288" y="7512"/>
                    <a:pt x="1571" y="6876"/>
                    <a:pt x="1713" y="6240"/>
                  </a:cubicBezTo>
                  <a:cubicBezTo>
                    <a:pt x="1854" y="5603"/>
                    <a:pt x="1995" y="4896"/>
                    <a:pt x="2066" y="4260"/>
                  </a:cubicBezTo>
                  <a:cubicBezTo>
                    <a:pt x="2208" y="2987"/>
                    <a:pt x="2137" y="1644"/>
                    <a:pt x="1995" y="371"/>
                  </a:cubicBezTo>
                  <a:cubicBezTo>
                    <a:pt x="1995" y="-124"/>
                    <a:pt x="1147" y="-124"/>
                    <a:pt x="1218" y="371"/>
                  </a:cubicBezTo>
                  <a:lnTo>
                    <a:pt x="1218" y="37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2" name="Google Shape;2042;p69"/>
            <p:cNvSpPr/>
            <p:nvPr/>
          </p:nvSpPr>
          <p:spPr>
            <a:xfrm>
              <a:off x="1790813" y="1248874"/>
              <a:ext cx="52000" cy="49459"/>
            </a:xfrm>
            <a:custGeom>
              <a:rect b="b" l="l" r="r" t="t"/>
              <a:pathLst>
                <a:path extrusionOk="0" h="25689" w="27009">
                  <a:moveTo>
                    <a:pt x="282" y="882"/>
                  </a:moveTo>
                  <a:cubicBezTo>
                    <a:pt x="11028" y="5336"/>
                    <a:pt x="23825" y="11982"/>
                    <a:pt x="25451" y="24921"/>
                  </a:cubicBezTo>
                  <a:cubicBezTo>
                    <a:pt x="25592" y="25910"/>
                    <a:pt x="27077" y="25981"/>
                    <a:pt x="27007" y="24921"/>
                  </a:cubicBezTo>
                  <a:cubicBezTo>
                    <a:pt x="26795" y="18840"/>
                    <a:pt x="23189" y="13396"/>
                    <a:pt x="18593" y="9508"/>
                  </a:cubicBezTo>
                  <a:cubicBezTo>
                    <a:pt x="13291" y="4983"/>
                    <a:pt x="6857" y="2720"/>
                    <a:pt x="494" y="34"/>
                  </a:cubicBezTo>
                  <a:cubicBezTo>
                    <a:pt x="-1" y="-178"/>
                    <a:pt x="-213" y="670"/>
                    <a:pt x="282" y="882"/>
                  </a:cubicBezTo>
                  <a:lnTo>
                    <a:pt x="282" y="88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3" name="Google Shape;2043;p69"/>
            <p:cNvSpPr/>
            <p:nvPr/>
          </p:nvSpPr>
          <p:spPr>
            <a:xfrm>
              <a:off x="1828354" y="1322727"/>
              <a:ext cx="19509" cy="64049"/>
            </a:xfrm>
            <a:custGeom>
              <a:rect b="b" l="l" r="r" t="t"/>
              <a:pathLst>
                <a:path extrusionOk="0" h="33267" w="10133">
                  <a:moveTo>
                    <a:pt x="8569" y="420"/>
                  </a:moveTo>
                  <a:cubicBezTo>
                    <a:pt x="8993" y="11732"/>
                    <a:pt x="6518" y="22549"/>
                    <a:pt x="155" y="32023"/>
                  </a:cubicBezTo>
                  <a:cubicBezTo>
                    <a:pt x="-481" y="32943"/>
                    <a:pt x="1004" y="33791"/>
                    <a:pt x="1640" y="32872"/>
                  </a:cubicBezTo>
                  <a:cubicBezTo>
                    <a:pt x="8498" y="23751"/>
                    <a:pt x="11750" y="11520"/>
                    <a:pt x="9346" y="279"/>
                  </a:cubicBezTo>
                  <a:cubicBezTo>
                    <a:pt x="9276" y="-146"/>
                    <a:pt x="8498" y="-75"/>
                    <a:pt x="8498" y="420"/>
                  </a:cubicBezTo>
                  <a:lnTo>
                    <a:pt x="8498" y="42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4" name="Google Shape;2044;p69"/>
            <p:cNvSpPr/>
            <p:nvPr/>
          </p:nvSpPr>
          <p:spPr>
            <a:xfrm>
              <a:off x="1520686" y="1519123"/>
              <a:ext cx="53702" cy="67721"/>
            </a:xfrm>
            <a:custGeom>
              <a:rect b="b" l="l" r="r" t="t"/>
              <a:pathLst>
                <a:path extrusionOk="0" h="35174" w="27893">
                  <a:moveTo>
                    <a:pt x="527" y="35005"/>
                  </a:moveTo>
                  <a:cubicBezTo>
                    <a:pt x="3708" y="33308"/>
                    <a:pt x="6537" y="30622"/>
                    <a:pt x="9152" y="28218"/>
                  </a:cubicBezTo>
                  <a:cubicBezTo>
                    <a:pt x="11910" y="25602"/>
                    <a:pt x="14526" y="22845"/>
                    <a:pt x="16859" y="19875"/>
                  </a:cubicBezTo>
                  <a:cubicBezTo>
                    <a:pt x="19121" y="17047"/>
                    <a:pt x="21172" y="14078"/>
                    <a:pt x="23010" y="11037"/>
                  </a:cubicBezTo>
                  <a:cubicBezTo>
                    <a:pt x="24848" y="7997"/>
                    <a:pt x="27252" y="4392"/>
                    <a:pt x="27888" y="857"/>
                  </a:cubicBezTo>
                  <a:cubicBezTo>
                    <a:pt x="27959" y="291"/>
                    <a:pt x="27252" y="-345"/>
                    <a:pt x="26828" y="220"/>
                  </a:cubicBezTo>
                  <a:cubicBezTo>
                    <a:pt x="24636" y="2978"/>
                    <a:pt x="23434" y="6583"/>
                    <a:pt x="21667" y="9624"/>
                  </a:cubicBezTo>
                  <a:cubicBezTo>
                    <a:pt x="19899" y="12664"/>
                    <a:pt x="17778" y="15704"/>
                    <a:pt x="15586" y="18603"/>
                  </a:cubicBezTo>
                  <a:cubicBezTo>
                    <a:pt x="13394" y="21502"/>
                    <a:pt x="10920" y="24400"/>
                    <a:pt x="8233" y="27016"/>
                  </a:cubicBezTo>
                  <a:cubicBezTo>
                    <a:pt x="5547" y="29632"/>
                    <a:pt x="2648" y="31894"/>
                    <a:pt x="103" y="34581"/>
                  </a:cubicBezTo>
                  <a:cubicBezTo>
                    <a:pt x="-180" y="34864"/>
                    <a:pt x="173" y="35288"/>
                    <a:pt x="527" y="35147"/>
                  </a:cubicBezTo>
                  <a:lnTo>
                    <a:pt x="527" y="3514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5" name="Google Shape;2045;p69"/>
            <p:cNvSpPr/>
            <p:nvPr/>
          </p:nvSpPr>
          <p:spPr>
            <a:xfrm>
              <a:off x="1056644" y="1224979"/>
              <a:ext cx="492586" cy="24095"/>
            </a:xfrm>
            <a:custGeom>
              <a:rect b="b" l="l" r="r" t="t"/>
              <a:pathLst>
                <a:path extrusionOk="0" h="12515" w="255849">
                  <a:moveTo>
                    <a:pt x="1025" y="12445"/>
                  </a:moveTo>
                  <a:cubicBezTo>
                    <a:pt x="66848" y="12092"/>
                    <a:pt x="132670" y="10041"/>
                    <a:pt x="198352" y="6365"/>
                  </a:cubicBezTo>
                  <a:cubicBezTo>
                    <a:pt x="217158" y="5304"/>
                    <a:pt x="235894" y="4102"/>
                    <a:pt x="254630" y="2547"/>
                  </a:cubicBezTo>
                  <a:cubicBezTo>
                    <a:pt x="256256" y="2406"/>
                    <a:pt x="256256" y="-69"/>
                    <a:pt x="254630" y="1"/>
                  </a:cubicBezTo>
                  <a:cubicBezTo>
                    <a:pt x="188878" y="3607"/>
                    <a:pt x="123196" y="7354"/>
                    <a:pt x="57374" y="9193"/>
                  </a:cubicBezTo>
                  <a:cubicBezTo>
                    <a:pt x="38567" y="9687"/>
                    <a:pt x="19761" y="10182"/>
                    <a:pt x="954" y="10536"/>
                  </a:cubicBezTo>
                  <a:cubicBezTo>
                    <a:pt x="-318" y="10536"/>
                    <a:pt x="-318" y="12516"/>
                    <a:pt x="954" y="12516"/>
                  </a:cubicBezTo>
                  <a:lnTo>
                    <a:pt x="954" y="1251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6" name="Google Shape;2046;p69"/>
            <p:cNvSpPr/>
            <p:nvPr/>
          </p:nvSpPr>
          <p:spPr>
            <a:xfrm>
              <a:off x="1099386" y="1394995"/>
              <a:ext cx="425206" cy="23958"/>
            </a:xfrm>
            <a:custGeom>
              <a:rect b="b" l="l" r="r" t="t"/>
              <a:pathLst>
                <a:path extrusionOk="0" h="12444" w="220852">
                  <a:moveTo>
                    <a:pt x="954" y="12445"/>
                  </a:moveTo>
                  <a:cubicBezTo>
                    <a:pt x="73847" y="12021"/>
                    <a:pt x="147023" y="9476"/>
                    <a:pt x="219633" y="2547"/>
                  </a:cubicBezTo>
                  <a:cubicBezTo>
                    <a:pt x="221259" y="2406"/>
                    <a:pt x="221259" y="-69"/>
                    <a:pt x="219633" y="1"/>
                  </a:cubicBezTo>
                  <a:cubicBezTo>
                    <a:pt x="146740" y="4668"/>
                    <a:pt x="73989" y="8981"/>
                    <a:pt x="954" y="10466"/>
                  </a:cubicBezTo>
                  <a:cubicBezTo>
                    <a:pt x="-318" y="10466"/>
                    <a:pt x="-318" y="12445"/>
                    <a:pt x="954" y="12445"/>
                  </a:cubicBezTo>
                  <a:lnTo>
                    <a:pt x="954" y="1244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7" name="Google Shape;2047;p69"/>
            <p:cNvSpPr/>
            <p:nvPr/>
          </p:nvSpPr>
          <p:spPr>
            <a:xfrm>
              <a:off x="1155739" y="1314937"/>
              <a:ext cx="253406" cy="15389"/>
            </a:xfrm>
            <a:custGeom>
              <a:rect b="b" l="l" r="r" t="t"/>
              <a:pathLst>
                <a:path extrusionOk="0" h="7993" w="131619">
                  <a:moveTo>
                    <a:pt x="955" y="7152"/>
                  </a:moveTo>
                  <a:cubicBezTo>
                    <a:pt x="44153" y="8990"/>
                    <a:pt x="87351" y="7930"/>
                    <a:pt x="130267" y="2840"/>
                  </a:cubicBezTo>
                  <a:cubicBezTo>
                    <a:pt x="132034" y="2627"/>
                    <a:pt x="132105" y="-201"/>
                    <a:pt x="130267" y="11"/>
                  </a:cubicBezTo>
                  <a:cubicBezTo>
                    <a:pt x="87351" y="4536"/>
                    <a:pt x="44082" y="6657"/>
                    <a:pt x="955" y="5173"/>
                  </a:cubicBezTo>
                  <a:cubicBezTo>
                    <a:pt x="-318" y="5173"/>
                    <a:pt x="-318" y="7081"/>
                    <a:pt x="955" y="7081"/>
                  </a:cubicBezTo>
                  <a:lnTo>
                    <a:pt x="955" y="708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48" name="Google Shape;2048;p69"/>
          <p:cNvSpPr/>
          <p:nvPr/>
        </p:nvSpPr>
        <p:spPr>
          <a:xfrm flipH="1" rot="546042">
            <a:off x="6355377" y="1277174"/>
            <a:ext cx="1122990" cy="742147"/>
          </a:xfrm>
          <a:custGeom>
            <a:rect b="b" l="l" r="r" t="t"/>
            <a:pathLst>
              <a:path extrusionOk="0" h="455866" w="689800">
                <a:moveTo>
                  <a:pt x="611695" y="41720"/>
                </a:moveTo>
                <a:lnTo>
                  <a:pt x="623126" y="24956"/>
                </a:lnTo>
                <a:lnTo>
                  <a:pt x="604742" y="14192"/>
                </a:lnTo>
                <a:lnTo>
                  <a:pt x="598170" y="0"/>
                </a:lnTo>
                <a:lnTo>
                  <a:pt x="416147" y="84106"/>
                </a:lnTo>
                <a:lnTo>
                  <a:pt x="181927" y="192405"/>
                </a:lnTo>
                <a:lnTo>
                  <a:pt x="0" y="276606"/>
                </a:lnTo>
                <a:lnTo>
                  <a:pt x="6572" y="290798"/>
                </a:lnTo>
                <a:lnTo>
                  <a:pt x="2762" y="311753"/>
                </a:lnTo>
                <a:lnTo>
                  <a:pt x="23050" y="313944"/>
                </a:lnTo>
                <a:lnTo>
                  <a:pt x="14478" y="337090"/>
                </a:lnTo>
                <a:lnTo>
                  <a:pt x="35338" y="344805"/>
                </a:lnTo>
                <a:lnTo>
                  <a:pt x="33528" y="378238"/>
                </a:lnTo>
                <a:lnTo>
                  <a:pt x="50959" y="395192"/>
                </a:lnTo>
                <a:lnTo>
                  <a:pt x="51054" y="416243"/>
                </a:lnTo>
                <a:lnTo>
                  <a:pt x="67913" y="427673"/>
                </a:lnTo>
                <a:lnTo>
                  <a:pt x="69437" y="455867"/>
                </a:lnTo>
                <a:lnTo>
                  <a:pt x="262509" y="366617"/>
                </a:lnTo>
                <a:lnTo>
                  <a:pt x="496729" y="258318"/>
                </a:lnTo>
                <a:lnTo>
                  <a:pt x="689801" y="169069"/>
                </a:lnTo>
                <a:lnTo>
                  <a:pt x="669322" y="149638"/>
                </a:lnTo>
                <a:lnTo>
                  <a:pt x="671417" y="129350"/>
                </a:lnTo>
                <a:lnTo>
                  <a:pt x="655510" y="115634"/>
                </a:lnTo>
                <a:lnTo>
                  <a:pt x="653891" y="91440"/>
                </a:lnTo>
                <a:lnTo>
                  <a:pt x="627221" y="71057"/>
                </a:lnTo>
                <a:lnTo>
                  <a:pt x="634841" y="50292"/>
                </a:lnTo>
                <a:lnTo>
                  <a:pt x="611695" y="41720"/>
                </a:ln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9" name="Google Shape;2049;p69"/>
          <p:cNvSpPr/>
          <p:nvPr/>
        </p:nvSpPr>
        <p:spPr>
          <a:xfrm rot="1252380">
            <a:off x="-853769" y="3851458"/>
            <a:ext cx="3133974" cy="1676787"/>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0" name="Google Shape;2050;p69"/>
          <p:cNvSpPr/>
          <p:nvPr/>
        </p:nvSpPr>
        <p:spPr>
          <a:xfrm rot="4375739">
            <a:off x="7327523" y="3409497"/>
            <a:ext cx="2824737" cy="3797306"/>
          </a:xfrm>
          <a:custGeom>
            <a:rect b="b" l="l" r="r" t="t"/>
            <a:pathLst>
              <a:path extrusionOk="0" h="2286616" w="1700966">
                <a:moveTo>
                  <a:pt x="1700967" y="1750199"/>
                </a:moveTo>
                <a:cubicBezTo>
                  <a:pt x="1691980" y="1731661"/>
                  <a:pt x="1684213" y="1712809"/>
                  <a:pt x="1685654" y="1691640"/>
                </a:cubicBezTo>
                <a:cubicBezTo>
                  <a:pt x="1691666" y="1653279"/>
                  <a:pt x="1680769" y="1613854"/>
                  <a:pt x="1688097" y="1575994"/>
                </a:cubicBezTo>
                <a:cubicBezTo>
                  <a:pt x="1696990" y="1544428"/>
                  <a:pt x="1702721" y="1513457"/>
                  <a:pt x="1690445" y="1480545"/>
                </a:cubicBezTo>
                <a:cubicBezTo>
                  <a:pt x="1677669" y="1453395"/>
                  <a:pt x="1668775" y="1424398"/>
                  <a:pt x="1650644" y="1399815"/>
                </a:cubicBezTo>
                <a:cubicBezTo>
                  <a:pt x="1646761" y="1379304"/>
                  <a:pt x="1661259" y="1358041"/>
                  <a:pt x="1657815" y="1335870"/>
                </a:cubicBezTo>
                <a:cubicBezTo>
                  <a:pt x="1654464" y="1306340"/>
                  <a:pt x="1684464" y="1288835"/>
                  <a:pt x="1672314" y="1260400"/>
                </a:cubicBezTo>
                <a:cubicBezTo>
                  <a:pt x="1640717" y="1189848"/>
                  <a:pt x="1665831" y="1198052"/>
                  <a:pt x="1653055" y="1148167"/>
                </a:cubicBezTo>
                <a:cubicBezTo>
                  <a:pt x="1643817" y="1137583"/>
                  <a:pt x="1650769" y="1123585"/>
                  <a:pt x="1640185" y="1115443"/>
                </a:cubicBezTo>
                <a:cubicBezTo>
                  <a:pt x="1638243" y="1113971"/>
                  <a:pt x="1640811" y="1110527"/>
                  <a:pt x="1642909" y="1108929"/>
                </a:cubicBezTo>
                <a:cubicBezTo>
                  <a:pt x="1649485" y="1103888"/>
                  <a:pt x="1648953" y="1096247"/>
                  <a:pt x="1650988" y="1089326"/>
                </a:cubicBezTo>
                <a:cubicBezTo>
                  <a:pt x="1655341" y="1074546"/>
                  <a:pt x="1646197" y="1057040"/>
                  <a:pt x="1660195" y="1044170"/>
                </a:cubicBezTo>
                <a:cubicBezTo>
                  <a:pt x="1661134" y="1043324"/>
                  <a:pt x="1660664" y="1039911"/>
                  <a:pt x="1659756" y="1038283"/>
                </a:cubicBezTo>
                <a:cubicBezTo>
                  <a:pt x="1633827" y="966289"/>
                  <a:pt x="1609026" y="892417"/>
                  <a:pt x="1593212" y="817511"/>
                </a:cubicBezTo>
                <a:cubicBezTo>
                  <a:pt x="1592178" y="803169"/>
                  <a:pt x="1582909" y="787919"/>
                  <a:pt x="1588734" y="775048"/>
                </a:cubicBezTo>
                <a:cubicBezTo>
                  <a:pt x="1603483" y="731364"/>
                  <a:pt x="1591302" y="687209"/>
                  <a:pt x="1598191" y="642398"/>
                </a:cubicBezTo>
                <a:cubicBezTo>
                  <a:pt x="1600258" y="628963"/>
                  <a:pt x="1583034" y="619788"/>
                  <a:pt x="1592679" y="605947"/>
                </a:cubicBezTo>
                <a:cubicBezTo>
                  <a:pt x="1602231" y="583400"/>
                  <a:pt x="1591552" y="562231"/>
                  <a:pt x="1590393" y="539841"/>
                </a:cubicBezTo>
                <a:cubicBezTo>
                  <a:pt x="1596469" y="512753"/>
                  <a:pt x="1580279" y="507649"/>
                  <a:pt x="1577241" y="487576"/>
                </a:cubicBezTo>
                <a:cubicBezTo>
                  <a:pt x="1586573" y="461083"/>
                  <a:pt x="1563306" y="442106"/>
                  <a:pt x="1564151" y="415864"/>
                </a:cubicBezTo>
                <a:cubicBezTo>
                  <a:pt x="1561490" y="399393"/>
                  <a:pt x="1567095" y="380604"/>
                  <a:pt x="1554318" y="366731"/>
                </a:cubicBezTo>
                <a:cubicBezTo>
                  <a:pt x="1532492" y="348005"/>
                  <a:pt x="1556260" y="315468"/>
                  <a:pt x="1531521" y="301063"/>
                </a:cubicBezTo>
                <a:cubicBezTo>
                  <a:pt x="1526354" y="298589"/>
                  <a:pt x="1529360" y="292984"/>
                  <a:pt x="1528953" y="288506"/>
                </a:cubicBezTo>
                <a:cubicBezTo>
                  <a:pt x="1534433" y="230448"/>
                  <a:pt x="1509757" y="257191"/>
                  <a:pt x="1519997" y="209592"/>
                </a:cubicBezTo>
                <a:cubicBezTo>
                  <a:pt x="1511323" y="187264"/>
                  <a:pt x="1523912" y="163559"/>
                  <a:pt x="1516271" y="141482"/>
                </a:cubicBezTo>
                <a:cubicBezTo>
                  <a:pt x="1495853" y="100490"/>
                  <a:pt x="1502774" y="37610"/>
                  <a:pt x="1463004" y="9739"/>
                </a:cubicBezTo>
                <a:cubicBezTo>
                  <a:pt x="1439267" y="-1190"/>
                  <a:pt x="1413933" y="9833"/>
                  <a:pt x="1389319" y="2161"/>
                </a:cubicBezTo>
                <a:cubicBezTo>
                  <a:pt x="1381960" y="-188"/>
                  <a:pt x="1371094" y="-1722"/>
                  <a:pt x="1364361" y="3570"/>
                </a:cubicBezTo>
                <a:cubicBezTo>
                  <a:pt x="1323245" y="27902"/>
                  <a:pt x="1274049" y="5418"/>
                  <a:pt x="1230583" y="19603"/>
                </a:cubicBezTo>
                <a:cubicBezTo>
                  <a:pt x="1217963" y="32975"/>
                  <a:pt x="1155020" y="38111"/>
                  <a:pt x="1138079" y="30658"/>
                </a:cubicBezTo>
                <a:cubicBezTo>
                  <a:pt x="1119885" y="25992"/>
                  <a:pt x="1106137" y="52829"/>
                  <a:pt x="1084530" y="46315"/>
                </a:cubicBezTo>
                <a:cubicBezTo>
                  <a:pt x="1058319" y="37516"/>
                  <a:pt x="1052432" y="73090"/>
                  <a:pt x="1031420" y="72025"/>
                </a:cubicBezTo>
                <a:cubicBezTo>
                  <a:pt x="1006681" y="74499"/>
                  <a:pt x="981910" y="68204"/>
                  <a:pt x="958142" y="78758"/>
                </a:cubicBezTo>
                <a:cubicBezTo>
                  <a:pt x="941170" y="68017"/>
                  <a:pt x="917464" y="67077"/>
                  <a:pt x="902276" y="51420"/>
                </a:cubicBezTo>
                <a:cubicBezTo>
                  <a:pt x="878383" y="46754"/>
                  <a:pt x="851421" y="50261"/>
                  <a:pt x="829594" y="35292"/>
                </a:cubicBezTo>
                <a:cubicBezTo>
                  <a:pt x="827465" y="33820"/>
                  <a:pt x="822642" y="33664"/>
                  <a:pt x="820544" y="35073"/>
                </a:cubicBezTo>
                <a:cubicBezTo>
                  <a:pt x="809897" y="42244"/>
                  <a:pt x="792298" y="34760"/>
                  <a:pt x="786097" y="51670"/>
                </a:cubicBezTo>
                <a:cubicBezTo>
                  <a:pt x="785346" y="53706"/>
                  <a:pt x="779646" y="54238"/>
                  <a:pt x="776139" y="54927"/>
                </a:cubicBezTo>
                <a:cubicBezTo>
                  <a:pt x="742068" y="63695"/>
                  <a:pt x="698415" y="104812"/>
                  <a:pt x="661933" y="88371"/>
                </a:cubicBezTo>
                <a:cubicBezTo>
                  <a:pt x="651161" y="77630"/>
                  <a:pt x="643958" y="83330"/>
                  <a:pt x="635785" y="90877"/>
                </a:cubicBezTo>
                <a:cubicBezTo>
                  <a:pt x="631651" y="94697"/>
                  <a:pt x="630274" y="101586"/>
                  <a:pt x="621161" y="99551"/>
                </a:cubicBezTo>
                <a:cubicBezTo>
                  <a:pt x="569460" y="86085"/>
                  <a:pt x="516036" y="81388"/>
                  <a:pt x="462456" y="88966"/>
                </a:cubicBezTo>
                <a:cubicBezTo>
                  <a:pt x="436903" y="87213"/>
                  <a:pt x="415922" y="98924"/>
                  <a:pt x="392655" y="104780"/>
                </a:cubicBezTo>
                <a:cubicBezTo>
                  <a:pt x="382540" y="103465"/>
                  <a:pt x="372050" y="99739"/>
                  <a:pt x="364753" y="111231"/>
                </a:cubicBezTo>
                <a:cubicBezTo>
                  <a:pt x="347812" y="112797"/>
                  <a:pt x="342394" y="93069"/>
                  <a:pt x="334628" y="119592"/>
                </a:cubicBezTo>
                <a:cubicBezTo>
                  <a:pt x="326517" y="114018"/>
                  <a:pt x="318908" y="107411"/>
                  <a:pt x="309012" y="117275"/>
                </a:cubicBezTo>
                <a:cubicBezTo>
                  <a:pt x="295860" y="130396"/>
                  <a:pt x="280672" y="139728"/>
                  <a:pt x="260756" y="136565"/>
                </a:cubicBezTo>
                <a:cubicBezTo>
                  <a:pt x="238867" y="147275"/>
                  <a:pt x="217134" y="160239"/>
                  <a:pt x="191236" y="154070"/>
                </a:cubicBezTo>
                <a:cubicBezTo>
                  <a:pt x="162520" y="151377"/>
                  <a:pt x="143136" y="171983"/>
                  <a:pt x="116362" y="170511"/>
                </a:cubicBezTo>
                <a:cubicBezTo>
                  <a:pt x="100986" y="170417"/>
                  <a:pt x="83450" y="166064"/>
                  <a:pt x="74838" y="185699"/>
                </a:cubicBezTo>
                <a:cubicBezTo>
                  <a:pt x="40047" y="195970"/>
                  <a:pt x="49786" y="211346"/>
                  <a:pt x="25799" y="223277"/>
                </a:cubicBezTo>
                <a:cubicBezTo>
                  <a:pt x="18941" y="233141"/>
                  <a:pt x="18127" y="247828"/>
                  <a:pt x="7135" y="256314"/>
                </a:cubicBezTo>
                <a:cubicBezTo>
                  <a:pt x="308" y="263830"/>
                  <a:pt x="-3387" y="273381"/>
                  <a:pt x="4254" y="284529"/>
                </a:cubicBezTo>
                <a:cubicBezTo>
                  <a:pt x="13054" y="297337"/>
                  <a:pt x="2876" y="316157"/>
                  <a:pt x="16436" y="328151"/>
                </a:cubicBezTo>
                <a:cubicBezTo>
                  <a:pt x="6603" y="350009"/>
                  <a:pt x="19097" y="369330"/>
                  <a:pt x="24390" y="389059"/>
                </a:cubicBezTo>
                <a:cubicBezTo>
                  <a:pt x="29212" y="407002"/>
                  <a:pt x="24014" y="428547"/>
                  <a:pt x="41863" y="442388"/>
                </a:cubicBezTo>
                <a:cubicBezTo>
                  <a:pt x="34442" y="464935"/>
                  <a:pt x="41018" y="489267"/>
                  <a:pt x="34912" y="512283"/>
                </a:cubicBezTo>
                <a:cubicBezTo>
                  <a:pt x="34003" y="514475"/>
                  <a:pt x="35381" y="516668"/>
                  <a:pt x="37448" y="517388"/>
                </a:cubicBezTo>
                <a:cubicBezTo>
                  <a:pt x="62062" y="527409"/>
                  <a:pt x="41300" y="553557"/>
                  <a:pt x="46122" y="571907"/>
                </a:cubicBezTo>
                <a:cubicBezTo>
                  <a:pt x="48220" y="584715"/>
                  <a:pt x="48346" y="595801"/>
                  <a:pt x="35945" y="603473"/>
                </a:cubicBezTo>
                <a:cubicBezTo>
                  <a:pt x="29651" y="612398"/>
                  <a:pt x="41926" y="627241"/>
                  <a:pt x="27208" y="635039"/>
                </a:cubicBezTo>
                <a:cubicBezTo>
                  <a:pt x="22793" y="638859"/>
                  <a:pt x="22761" y="645592"/>
                  <a:pt x="24202" y="651291"/>
                </a:cubicBezTo>
                <a:cubicBezTo>
                  <a:pt x="28930" y="670080"/>
                  <a:pt x="18189" y="686364"/>
                  <a:pt x="15527" y="703932"/>
                </a:cubicBezTo>
                <a:cubicBezTo>
                  <a:pt x="8701" y="735904"/>
                  <a:pt x="26832" y="753754"/>
                  <a:pt x="42803" y="776113"/>
                </a:cubicBezTo>
                <a:cubicBezTo>
                  <a:pt x="47845" y="793900"/>
                  <a:pt x="72677" y="786384"/>
                  <a:pt x="74807" y="805674"/>
                </a:cubicBezTo>
                <a:cubicBezTo>
                  <a:pt x="81101" y="830946"/>
                  <a:pt x="77124" y="858847"/>
                  <a:pt x="93815" y="881551"/>
                </a:cubicBezTo>
                <a:cubicBezTo>
                  <a:pt x="95099" y="883304"/>
                  <a:pt x="93095" y="884119"/>
                  <a:pt x="91717" y="884651"/>
                </a:cubicBezTo>
                <a:cubicBezTo>
                  <a:pt x="85955" y="886937"/>
                  <a:pt x="86863" y="888972"/>
                  <a:pt x="91623" y="891603"/>
                </a:cubicBezTo>
                <a:cubicBezTo>
                  <a:pt x="133773" y="944056"/>
                  <a:pt x="33534" y="971582"/>
                  <a:pt x="75684" y="1034274"/>
                </a:cubicBezTo>
                <a:cubicBezTo>
                  <a:pt x="83262" y="1047677"/>
                  <a:pt x="97667" y="1057949"/>
                  <a:pt x="98043" y="1075485"/>
                </a:cubicBezTo>
                <a:cubicBezTo>
                  <a:pt x="98137" y="1080276"/>
                  <a:pt x="103679" y="1080715"/>
                  <a:pt x="106435" y="1083220"/>
                </a:cubicBezTo>
                <a:cubicBezTo>
                  <a:pt x="128512" y="1097343"/>
                  <a:pt x="109473" y="1117917"/>
                  <a:pt x="113043" y="1137270"/>
                </a:cubicBezTo>
                <a:cubicBezTo>
                  <a:pt x="113700" y="1141528"/>
                  <a:pt x="113356" y="1146852"/>
                  <a:pt x="109786" y="1148825"/>
                </a:cubicBezTo>
                <a:cubicBezTo>
                  <a:pt x="85266" y="1160317"/>
                  <a:pt x="110099" y="1189628"/>
                  <a:pt x="97322" y="1197019"/>
                </a:cubicBezTo>
                <a:cubicBezTo>
                  <a:pt x="81320" y="1201340"/>
                  <a:pt x="98826" y="1219816"/>
                  <a:pt x="93815" y="1231309"/>
                </a:cubicBezTo>
                <a:cubicBezTo>
                  <a:pt x="93721" y="1240390"/>
                  <a:pt x="93032" y="1248939"/>
                  <a:pt x="102082" y="1256486"/>
                </a:cubicBezTo>
                <a:cubicBezTo>
                  <a:pt x="121310" y="1271893"/>
                  <a:pt x="111947" y="1305494"/>
                  <a:pt x="139974" y="1312571"/>
                </a:cubicBezTo>
                <a:cubicBezTo>
                  <a:pt x="151184" y="1316266"/>
                  <a:pt x="151529" y="1325818"/>
                  <a:pt x="141665" y="1333302"/>
                </a:cubicBezTo>
                <a:cubicBezTo>
                  <a:pt x="136466" y="1337216"/>
                  <a:pt x="138189" y="1341882"/>
                  <a:pt x="139535" y="1345985"/>
                </a:cubicBezTo>
                <a:cubicBezTo>
                  <a:pt x="147990" y="1371726"/>
                  <a:pt x="139473" y="1397467"/>
                  <a:pt x="138157" y="1422894"/>
                </a:cubicBezTo>
                <a:cubicBezTo>
                  <a:pt x="139880" y="1442216"/>
                  <a:pt x="125850" y="1469992"/>
                  <a:pt x="136028" y="1485869"/>
                </a:cubicBezTo>
                <a:cubicBezTo>
                  <a:pt x="158857" y="1492414"/>
                  <a:pt x="121498" y="1510702"/>
                  <a:pt x="122719" y="1564407"/>
                </a:cubicBezTo>
                <a:cubicBezTo>
                  <a:pt x="102489" y="1620900"/>
                  <a:pt x="170161" y="1641505"/>
                  <a:pt x="157385" y="1676828"/>
                </a:cubicBezTo>
                <a:cubicBezTo>
                  <a:pt x="151153" y="1696651"/>
                  <a:pt x="179023" y="1713623"/>
                  <a:pt x="163616" y="1735669"/>
                </a:cubicBezTo>
                <a:cubicBezTo>
                  <a:pt x="162207" y="1757308"/>
                  <a:pt x="179994" y="1778508"/>
                  <a:pt x="175485" y="1802464"/>
                </a:cubicBezTo>
                <a:cubicBezTo>
                  <a:pt x="168752" y="1813487"/>
                  <a:pt x="196403" y="1839698"/>
                  <a:pt x="173168" y="1835596"/>
                </a:cubicBezTo>
                <a:cubicBezTo>
                  <a:pt x="168188" y="1834437"/>
                  <a:pt x="166748" y="1837882"/>
                  <a:pt x="165934" y="1841702"/>
                </a:cubicBezTo>
                <a:cubicBezTo>
                  <a:pt x="165276" y="1844771"/>
                  <a:pt x="164337" y="1848717"/>
                  <a:pt x="168408" y="1849625"/>
                </a:cubicBezTo>
                <a:cubicBezTo>
                  <a:pt x="197092" y="1855136"/>
                  <a:pt x="133523" y="1898727"/>
                  <a:pt x="144671" y="1919927"/>
                </a:cubicBezTo>
                <a:cubicBezTo>
                  <a:pt x="145203" y="1922370"/>
                  <a:pt x="142541" y="1924123"/>
                  <a:pt x="140381" y="1925877"/>
                </a:cubicBezTo>
                <a:cubicBezTo>
                  <a:pt x="128011" y="1936461"/>
                  <a:pt x="130235" y="1977296"/>
                  <a:pt x="145360" y="1984374"/>
                </a:cubicBezTo>
                <a:cubicBezTo>
                  <a:pt x="162239" y="1977954"/>
                  <a:pt x="161988" y="1992390"/>
                  <a:pt x="165996" y="2001378"/>
                </a:cubicBezTo>
                <a:cubicBezTo>
                  <a:pt x="171007" y="2012369"/>
                  <a:pt x="186007" y="2012776"/>
                  <a:pt x="187698" y="2026492"/>
                </a:cubicBezTo>
                <a:cubicBezTo>
                  <a:pt x="191643" y="2043058"/>
                  <a:pt x="211528" y="2050448"/>
                  <a:pt x="203762" y="2069425"/>
                </a:cubicBezTo>
                <a:cubicBezTo>
                  <a:pt x="193554" y="2088997"/>
                  <a:pt x="208522" y="2108256"/>
                  <a:pt x="204608" y="2127264"/>
                </a:cubicBezTo>
                <a:cubicBezTo>
                  <a:pt x="195934" y="2151940"/>
                  <a:pt x="237363" y="2158579"/>
                  <a:pt x="228125" y="2183725"/>
                </a:cubicBezTo>
                <a:cubicBezTo>
                  <a:pt x="218512" y="2210468"/>
                  <a:pt x="241121" y="2230573"/>
                  <a:pt x="245223" y="2255875"/>
                </a:cubicBezTo>
                <a:cubicBezTo>
                  <a:pt x="252457" y="2285750"/>
                  <a:pt x="290223" y="2267587"/>
                  <a:pt x="309106" y="2258600"/>
                </a:cubicBezTo>
                <a:cubicBezTo>
                  <a:pt x="328897" y="2245197"/>
                  <a:pt x="321601" y="2264706"/>
                  <a:pt x="331778" y="2272723"/>
                </a:cubicBezTo>
                <a:cubicBezTo>
                  <a:pt x="340077" y="2247044"/>
                  <a:pt x="367008" y="2266522"/>
                  <a:pt x="383323" y="2252462"/>
                </a:cubicBezTo>
                <a:cubicBezTo>
                  <a:pt x="402143" y="2241627"/>
                  <a:pt x="422623" y="2249487"/>
                  <a:pt x="441757" y="2247295"/>
                </a:cubicBezTo>
                <a:cubicBezTo>
                  <a:pt x="467560" y="2233015"/>
                  <a:pt x="472039" y="2293516"/>
                  <a:pt x="481934" y="2279205"/>
                </a:cubicBezTo>
                <a:cubicBezTo>
                  <a:pt x="489043" y="2272253"/>
                  <a:pt x="494178" y="2275510"/>
                  <a:pt x="498625" y="2281648"/>
                </a:cubicBezTo>
                <a:cubicBezTo>
                  <a:pt x="516005" y="2298933"/>
                  <a:pt x="500159" y="2265082"/>
                  <a:pt x="565764" y="2271251"/>
                </a:cubicBezTo>
                <a:cubicBezTo>
                  <a:pt x="596140" y="2267399"/>
                  <a:pt x="678875" y="2222493"/>
                  <a:pt x="696286" y="2252650"/>
                </a:cubicBezTo>
                <a:cubicBezTo>
                  <a:pt x="702236" y="2265051"/>
                  <a:pt x="706902" y="2277733"/>
                  <a:pt x="724344" y="2267086"/>
                </a:cubicBezTo>
                <a:cubicBezTo>
                  <a:pt x="753436" y="2280113"/>
                  <a:pt x="771035" y="2254873"/>
                  <a:pt x="796056" y="2247639"/>
                </a:cubicBezTo>
                <a:cubicBezTo>
                  <a:pt x="808895" y="2250614"/>
                  <a:pt x="813122" y="2235176"/>
                  <a:pt x="824521" y="2235270"/>
                </a:cubicBezTo>
                <a:cubicBezTo>
                  <a:pt x="848884" y="2237274"/>
                  <a:pt x="873153" y="2252712"/>
                  <a:pt x="898111" y="2235489"/>
                </a:cubicBezTo>
                <a:cubicBezTo>
                  <a:pt x="900084" y="2234111"/>
                  <a:pt x="911452" y="2231731"/>
                  <a:pt x="916274" y="2239404"/>
                </a:cubicBezTo>
                <a:cubicBezTo>
                  <a:pt x="938414" y="2251115"/>
                  <a:pt x="961587" y="2224153"/>
                  <a:pt x="985136" y="2232232"/>
                </a:cubicBezTo>
                <a:cubicBezTo>
                  <a:pt x="1004645" y="2236491"/>
                  <a:pt x="1020647" y="2214696"/>
                  <a:pt x="1040689" y="2233047"/>
                </a:cubicBezTo>
                <a:cubicBezTo>
                  <a:pt x="1093361" y="2202702"/>
                  <a:pt x="1153548" y="2227097"/>
                  <a:pt x="1208412" y="2215134"/>
                </a:cubicBezTo>
                <a:cubicBezTo>
                  <a:pt x="1230333" y="2206711"/>
                  <a:pt x="1252723" y="2197379"/>
                  <a:pt x="1277337" y="2204800"/>
                </a:cubicBezTo>
                <a:cubicBezTo>
                  <a:pt x="1282128" y="2206241"/>
                  <a:pt x="1286763" y="2205301"/>
                  <a:pt x="1290270" y="2201450"/>
                </a:cubicBezTo>
                <a:cubicBezTo>
                  <a:pt x="1301731" y="2185792"/>
                  <a:pt x="1327128" y="2197692"/>
                  <a:pt x="1333954" y="2178089"/>
                </a:cubicBezTo>
                <a:cubicBezTo>
                  <a:pt x="1343599" y="2165719"/>
                  <a:pt x="1359915" y="2193934"/>
                  <a:pt x="1375353" y="2181596"/>
                </a:cubicBezTo>
                <a:cubicBezTo>
                  <a:pt x="1415123" y="2161554"/>
                  <a:pt x="1406981" y="2204425"/>
                  <a:pt x="1423077" y="2180938"/>
                </a:cubicBezTo>
                <a:cubicBezTo>
                  <a:pt x="1452701" y="2214602"/>
                  <a:pt x="1538223" y="2211627"/>
                  <a:pt x="1552252" y="2161085"/>
                </a:cubicBezTo>
                <a:cubicBezTo>
                  <a:pt x="1553849" y="2156669"/>
                  <a:pt x="1556886" y="2152254"/>
                  <a:pt x="1561051" y="2154289"/>
                </a:cubicBezTo>
                <a:cubicBezTo>
                  <a:pt x="1592585" y="2161366"/>
                  <a:pt x="1623274" y="2146492"/>
                  <a:pt x="1655216" y="2158423"/>
                </a:cubicBezTo>
                <a:cubicBezTo>
                  <a:pt x="1671562" y="2161304"/>
                  <a:pt x="1686030" y="2153350"/>
                  <a:pt x="1700936" y="2146805"/>
                </a:cubicBezTo>
                <a:lnTo>
                  <a:pt x="1700936" y="17503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4" name="Shape 2054"/>
        <p:cNvGrpSpPr/>
        <p:nvPr/>
      </p:nvGrpSpPr>
      <p:grpSpPr>
        <a:xfrm>
          <a:off x="0" y="0"/>
          <a:ext cx="0" cy="0"/>
          <a:chOff x="0" y="0"/>
          <a:chExt cx="0" cy="0"/>
        </a:xfrm>
      </p:grpSpPr>
      <p:sp>
        <p:nvSpPr>
          <p:cNvPr id="2055" name="Google Shape;2055;p70"/>
          <p:cNvSpPr txBox="1"/>
          <p:nvPr>
            <p:ph type="title"/>
          </p:nvPr>
        </p:nvSpPr>
        <p:spPr>
          <a:xfrm>
            <a:off x="1813500" y="1133425"/>
            <a:ext cx="55170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a:t>
            </a:r>
            <a:endParaRPr/>
          </a:p>
        </p:txBody>
      </p:sp>
      <p:sp>
        <p:nvSpPr>
          <p:cNvPr id="2056" name="Google Shape;2056;p70"/>
          <p:cNvSpPr txBox="1"/>
          <p:nvPr>
            <p:ph idx="1" type="subTitle"/>
          </p:nvPr>
        </p:nvSpPr>
        <p:spPr>
          <a:xfrm>
            <a:off x="1813500" y="1629925"/>
            <a:ext cx="5517000" cy="238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r>
              <a:rPr lang="en"/>
              <a:t>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 </a:t>
            </a:r>
            <a:endParaRPr/>
          </a:p>
        </p:txBody>
      </p:sp>
      <p:sp>
        <p:nvSpPr>
          <p:cNvPr id="2057" name="Google Shape;2057;p70"/>
          <p:cNvSpPr/>
          <p:nvPr/>
        </p:nvSpPr>
        <p:spPr>
          <a:xfrm flipH="1" rot="-4493658">
            <a:off x="6670551" y="-1251783"/>
            <a:ext cx="2431344" cy="3268466"/>
          </a:xfrm>
          <a:custGeom>
            <a:rect b="b" l="l" r="r" t="t"/>
            <a:pathLst>
              <a:path extrusionOk="0" h="2286616" w="1700966">
                <a:moveTo>
                  <a:pt x="1700967" y="1750199"/>
                </a:moveTo>
                <a:cubicBezTo>
                  <a:pt x="1691980" y="1731661"/>
                  <a:pt x="1684213" y="1712809"/>
                  <a:pt x="1685654" y="1691640"/>
                </a:cubicBezTo>
                <a:cubicBezTo>
                  <a:pt x="1691666" y="1653279"/>
                  <a:pt x="1680769" y="1613854"/>
                  <a:pt x="1688097" y="1575994"/>
                </a:cubicBezTo>
                <a:cubicBezTo>
                  <a:pt x="1696990" y="1544428"/>
                  <a:pt x="1702721" y="1513457"/>
                  <a:pt x="1690445" y="1480545"/>
                </a:cubicBezTo>
                <a:cubicBezTo>
                  <a:pt x="1677669" y="1453395"/>
                  <a:pt x="1668775" y="1424398"/>
                  <a:pt x="1650644" y="1399815"/>
                </a:cubicBezTo>
                <a:cubicBezTo>
                  <a:pt x="1646761" y="1379304"/>
                  <a:pt x="1661259" y="1358041"/>
                  <a:pt x="1657815" y="1335870"/>
                </a:cubicBezTo>
                <a:cubicBezTo>
                  <a:pt x="1654464" y="1306340"/>
                  <a:pt x="1684464" y="1288835"/>
                  <a:pt x="1672314" y="1260400"/>
                </a:cubicBezTo>
                <a:cubicBezTo>
                  <a:pt x="1640717" y="1189848"/>
                  <a:pt x="1665831" y="1198052"/>
                  <a:pt x="1653055" y="1148167"/>
                </a:cubicBezTo>
                <a:cubicBezTo>
                  <a:pt x="1643817" y="1137583"/>
                  <a:pt x="1650769" y="1123585"/>
                  <a:pt x="1640185" y="1115443"/>
                </a:cubicBezTo>
                <a:cubicBezTo>
                  <a:pt x="1638243" y="1113971"/>
                  <a:pt x="1640811" y="1110527"/>
                  <a:pt x="1642909" y="1108929"/>
                </a:cubicBezTo>
                <a:cubicBezTo>
                  <a:pt x="1649485" y="1103888"/>
                  <a:pt x="1648953" y="1096247"/>
                  <a:pt x="1650988" y="1089326"/>
                </a:cubicBezTo>
                <a:cubicBezTo>
                  <a:pt x="1655341" y="1074546"/>
                  <a:pt x="1646197" y="1057040"/>
                  <a:pt x="1660195" y="1044170"/>
                </a:cubicBezTo>
                <a:cubicBezTo>
                  <a:pt x="1661134" y="1043324"/>
                  <a:pt x="1660664" y="1039911"/>
                  <a:pt x="1659756" y="1038283"/>
                </a:cubicBezTo>
                <a:cubicBezTo>
                  <a:pt x="1633827" y="966289"/>
                  <a:pt x="1609026" y="892417"/>
                  <a:pt x="1593212" y="817511"/>
                </a:cubicBezTo>
                <a:cubicBezTo>
                  <a:pt x="1592178" y="803169"/>
                  <a:pt x="1582909" y="787919"/>
                  <a:pt x="1588734" y="775048"/>
                </a:cubicBezTo>
                <a:cubicBezTo>
                  <a:pt x="1603483" y="731364"/>
                  <a:pt x="1591302" y="687209"/>
                  <a:pt x="1598191" y="642398"/>
                </a:cubicBezTo>
                <a:cubicBezTo>
                  <a:pt x="1600258" y="628963"/>
                  <a:pt x="1583034" y="619788"/>
                  <a:pt x="1592679" y="605947"/>
                </a:cubicBezTo>
                <a:cubicBezTo>
                  <a:pt x="1602231" y="583400"/>
                  <a:pt x="1591552" y="562231"/>
                  <a:pt x="1590393" y="539841"/>
                </a:cubicBezTo>
                <a:cubicBezTo>
                  <a:pt x="1596469" y="512753"/>
                  <a:pt x="1580279" y="507649"/>
                  <a:pt x="1577241" y="487576"/>
                </a:cubicBezTo>
                <a:cubicBezTo>
                  <a:pt x="1586573" y="461083"/>
                  <a:pt x="1563306" y="442106"/>
                  <a:pt x="1564151" y="415864"/>
                </a:cubicBezTo>
                <a:cubicBezTo>
                  <a:pt x="1561490" y="399393"/>
                  <a:pt x="1567095" y="380604"/>
                  <a:pt x="1554318" y="366731"/>
                </a:cubicBezTo>
                <a:cubicBezTo>
                  <a:pt x="1532492" y="348005"/>
                  <a:pt x="1556260" y="315468"/>
                  <a:pt x="1531521" y="301063"/>
                </a:cubicBezTo>
                <a:cubicBezTo>
                  <a:pt x="1526354" y="298589"/>
                  <a:pt x="1529360" y="292984"/>
                  <a:pt x="1528953" y="288506"/>
                </a:cubicBezTo>
                <a:cubicBezTo>
                  <a:pt x="1534433" y="230448"/>
                  <a:pt x="1509757" y="257191"/>
                  <a:pt x="1519997" y="209592"/>
                </a:cubicBezTo>
                <a:cubicBezTo>
                  <a:pt x="1511323" y="187264"/>
                  <a:pt x="1523912" y="163559"/>
                  <a:pt x="1516271" y="141482"/>
                </a:cubicBezTo>
                <a:cubicBezTo>
                  <a:pt x="1495853" y="100490"/>
                  <a:pt x="1502774" y="37610"/>
                  <a:pt x="1463004" y="9739"/>
                </a:cubicBezTo>
                <a:cubicBezTo>
                  <a:pt x="1439267" y="-1190"/>
                  <a:pt x="1413933" y="9833"/>
                  <a:pt x="1389319" y="2161"/>
                </a:cubicBezTo>
                <a:cubicBezTo>
                  <a:pt x="1381960" y="-188"/>
                  <a:pt x="1371094" y="-1722"/>
                  <a:pt x="1364361" y="3570"/>
                </a:cubicBezTo>
                <a:cubicBezTo>
                  <a:pt x="1323245" y="27902"/>
                  <a:pt x="1274049" y="5418"/>
                  <a:pt x="1230583" y="19603"/>
                </a:cubicBezTo>
                <a:cubicBezTo>
                  <a:pt x="1217963" y="32975"/>
                  <a:pt x="1155020" y="38111"/>
                  <a:pt x="1138079" y="30658"/>
                </a:cubicBezTo>
                <a:cubicBezTo>
                  <a:pt x="1119885" y="25992"/>
                  <a:pt x="1106137" y="52829"/>
                  <a:pt x="1084530" y="46315"/>
                </a:cubicBezTo>
                <a:cubicBezTo>
                  <a:pt x="1058319" y="37516"/>
                  <a:pt x="1052432" y="73090"/>
                  <a:pt x="1031420" y="72025"/>
                </a:cubicBezTo>
                <a:cubicBezTo>
                  <a:pt x="1006681" y="74499"/>
                  <a:pt x="981910" y="68204"/>
                  <a:pt x="958142" y="78758"/>
                </a:cubicBezTo>
                <a:cubicBezTo>
                  <a:pt x="941170" y="68017"/>
                  <a:pt x="917464" y="67077"/>
                  <a:pt x="902276" y="51420"/>
                </a:cubicBezTo>
                <a:cubicBezTo>
                  <a:pt x="878383" y="46754"/>
                  <a:pt x="851421" y="50261"/>
                  <a:pt x="829594" y="35292"/>
                </a:cubicBezTo>
                <a:cubicBezTo>
                  <a:pt x="827465" y="33820"/>
                  <a:pt x="822642" y="33664"/>
                  <a:pt x="820544" y="35073"/>
                </a:cubicBezTo>
                <a:cubicBezTo>
                  <a:pt x="809897" y="42244"/>
                  <a:pt x="792298" y="34760"/>
                  <a:pt x="786097" y="51670"/>
                </a:cubicBezTo>
                <a:cubicBezTo>
                  <a:pt x="785346" y="53706"/>
                  <a:pt x="779646" y="54238"/>
                  <a:pt x="776139" y="54927"/>
                </a:cubicBezTo>
                <a:cubicBezTo>
                  <a:pt x="742068" y="63695"/>
                  <a:pt x="698415" y="104812"/>
                  <a:pt x="661933" y="88371"/>
                </a:cubicBezTo>
                <a:cubicBezTo>
                  <a:pt x="651161" y="77630"/>
                  <a:pt x="643958" y="83330"/>
                  <a:pt x="635785" y="90877"/>
                </a:cubicBezTo>
                <a:cubicBezTo>
                  <a:pt x="631651" y="94697"/>
                  <a:pt x="630274" y="101586"/>
                  <a:pt x="621161" y="99551"/>
                </a:cubicBezTo>
                <a:cubicBezTo>
                  <a:pt x="569460" y="86085"/>
                  <a:pt x="516036" y="81388"/>
                  <a:pt x="462456" y="88966"/>
                </a:cubicBezTo>
                <a:cubicBezTo>
                  <a:pt x="436903" y="87213"/>
                  <a:pt x="415922" y="98924"/>
                  <a:pt x="392655" y="104780"/>
                </a:cubicBezTo>
                <a:cubicBezTo>
                  <a:pt x="382540" y="103465"/>
                  <a:pt x="372050" y="99739"/>
                  <a:pt x="364753" y="111231"/>
                </a:cubicBezTo>
                <a:cubicBezTo>
                  <a:pt x="347812" y="112797"/>
                  <a:pt x="342394" y="93069"/>
                  <a:pt x="334628" y="119592"/>
                </a:cubicBezTo>
                <a:cubicBezTo>
                  <a:pt x="326517" y="114018"/>
                  <a:pt x="318908" y="107411"/>
                  <a:pt x="309012" y="117275"/>
                </a:cubicBezTo>
                <a:cubicBezTo>
                  <a:pt x="295860" y="130396"/>
                  <a:pt x="280672" y="139728"/>
                  <a:pt x="260756" y="136565"/>
                </a:cubicBezTo>
                <a:cubicBezTo>
                  <a:pt x="238867" y="147275"/>
                  <a:pt x="217134" y="160239"/>
                  <a:pt x="191236" y="154070"/>
                </a:cubicBezTo>
                <a:cubicBezTo>
                  <a:pt x="162520" y="151377"/>
                  <a:pt x="143136" y="171983"/>
                  <a:pt x="116362" y="170511"/>
                </a:cubicBezTo>
                <a:cubicBezTo>
                  <a:pt x="100986" y="170417"/>
                  <a:pt x="83450" y="166064"/>
                  <a:pt x="74838" y="185699"/>
                </a:cubicBezTo>
                <a:cubicBezTo>
                  <a:pt x="40047" y="195970"/>
                  <a:pt x="49786" y="211346"/>
                  <a:pt x="25799" y="223277"/>
                </a:cubicBezTo>
                <a:cubicBezTo>
                  <a:pt x="18941" y="233141"/>
                  <a:pt x="18127" y="247828"/>
                  <a:pt x="7135" y="256314"/>
                </a:cubicBezTo>
                <a:cubicBezTo>
                  <a:pt x="308" y="263830"/>
                  <a:pt x="-3387" y="273381"/>
                  <a:pt x="4254" y="284529"/>
                </a:cubicBezTo>
                <a:cubicBezTo>
                  <a:pt x="13054" y="297337"/>
                  <a:pt x="2876" y="316157"/>
                  <a:pt x="16436" y="328151"/>
                </a:cubicBezTo>
                <a:cubicBezTo>
                  <a:pt x="6603" y="350009"/>
                  <a:pt x="19097" y="369330"/>
                  <a:pt x="24390" y="389059"/>
                </a:cubicBezTo>
                <a:cubicBezTo>
                  <a:pt x="29212" y="407002"/>
                  <a:pt x="24014" y="428547"/>
                  <a:pt x="41863" y="442388"/>
                </a:cubicBezTo>
                <a:cubicBezTo>
                  <a:pt x="34442" y="464935"/>
                  <a:pt x="41018" y="489267"/>
                  <a:pt x="34912" y="512283"/>
                </a:cubicBezTo>
                <a:cubicBezTo>
                  <a:pt x="34003" y="514475"/>
                  <a:pt x="35381" y="516668"/>
                  <a:pt x="37448" y="517388"/>
                </a:cubicBezTo>
                <a:cubicBezTo>
                  <a:pt x="62062" y="527409"/>
                  <a:pt x="41300" y="553557"/>
                  <a:pt x="46122" y="571907"/>
                </a:cubicBezTo>
                <a:cubicBezTo>
                  <a:pt x="48220" y="584715"/>
                  <a:pt x="48346" y="595801"/>
                  <a:pt x="35945" y="603473"/>
                </a:cubicBezTo>
                <a:cubicBezTo>
                  <a:pt x="29651" y="612398"/>
                  <a:pt x="41926" y="627241"/>
                  <a:pt x="27208" y="635039"/>
                </a:cubicBezTo>
                <a:cubicBezTo>
                  <a:pt x="22793" y="638859"/>
                  <a:pt x="22761" y="645592"/>
                  <a:pt x="24202" y="651291"/>
                </a:cubicBezTo>
                <a:cubicBezTo>
                  <a:pt x="28930" y="670080"/>
                  <a:pt x="18189" y="686364"/>
                  <a:pt x="15527" y="703932"/>
                </a:cubicBezTo>
                <a:cubicBezTo>
                  <a:pt x="8701" y="735904"/>
                  <a:pt x="26832" y="753754"/>
                  <a:pt x="42803" y="776113"/>
                </a:cubicBezTo>
                <a:cubicBezTo>
                  <a:pt x="47845" y="793900"/>
                  <a:pt x="72677" y="786384"/>
                  <a:pt x="74807" y="805674"/>
                </a:cubicBezTo>
                <a:cubicBezTo>
                  <a:pt x="81101" y="830946"/>
                  <a:pt x="77124" y="858847"/>
                  <a:pt x="93815" y="881551"/>
                </a:cubicBezTo>
                <a:cubicBezTo>
                  <a:pt x="95099" y="883304"/>
                  <a:pt x="93095" y="884119"/>
                  <a:pt x="91717" y="884651"/>
                </a:cubicBezTo>
                <a:cubicBezTo>
                  <a:pt x="85955" y="886937"/>
                  <a:pt x="86863" y="888972"/>
                  <a:pt x="91623" y="891603"/>
                </a:cubicBezTo>
                <a:cubicBezTo>
                  <a:pt x="133773" y="944056"/>
                  <a:pt x="33534" y="971582"/>
                  <a:pt x="75684" y="1034274"/>
                </a:cubicBezTo>
                <a:cubicBezTo>
                  <a:pt x="83262" y="1047677"/>
                  <a:pt x="97667" y="1057949"/>
                  <a:pt x="98043" y="1075485"/>
                </a:cubicBezTo>
                <a:cubicBezTo>
                  <a:pt x="98137" y="1080276"/>
                  <a:pt x="103679" y="1080715"/>
                  <a:pt x="106435" y="1083220"/>
                </a:cubicBezTo>
                <a:cubicBezTo>
                  <a:pt x="128512" y="1097343"/>
                  <a:pt x="109473" y="1117917"/>
                  <a:pt x="113043" y="1137270"/>
                </a:cubicBezTo>
                <a:cubicBezTo>
                  <a:pt x="113700" y="1141528"/>
                  <a:pt x="113356" y="1146852"/>
                  <a:pt x="109786" y="1148825"/>
                </a:cubicBezTo>
                <a:cubicBezTo>
                  <a:pt x="85266" y="1160317"/>
                  <a:pt x="110099" y="1189628"/>
                  <a:pt x="97322" y="1197019"/>
                </a:cubicBezTo>
                <a:cubicBezTo>
                  <a:pt x="81320" y="1201340"/>
                  <a:pt x="98826" y="1219816"/>
                  <a:pt x="93815" y="1231309"/>
                </a:cubicBezTo>
                <a:cubicBezTo>
                  <a:pt x="93721" y="1240390"/>
                  <a:pt x="93032" y="1248939"/>
                  <a:pt x="102082" y="1256486"/>
                </a:cubicBezTo>
                <a:cubicBezTo>
                  <a:pt x="121310" y="1271893"/>
                  <a:pt x="111947" y="1305494"/>
                  <a:pt x="139974" y="1312571"/>
                </a:cubicBezTo>
                <a:cubicBezTo>
                  <a:pt x="151184" y="1316266"/>
                  <a:pt x="151529" y="1325818"/>
                  <a:pt x="141665" y="1333302"/>
                </a:cubicBezTo>
                <a:cubicBezTo>
                  <a:pt x="136466" y="1337216"/>
                  <a:pt x="138189" y="1341882"/>
                  <a:pt x="139535" y="1345985"/>
                </a:cubicBezTo>
                <a:cubicBezTo>
                  <a:pt x="147990" y="1371726"/>
                  <a:pt x="139473" y="1397467"/>
                  <a:pt x="138157" y="1422894"/>
                </a:cubicBezTo>
                <a:cubicBezTo>
                  <a:pt x="139880" y="1442216"/>
                  <a:pt x="125850" y="1469992"/>
                  <a:pt x="136028" y="1485869"/>
                </a:cubicBezTo>
                <a:cubicBezTo>
                  <a:pt x="158857" y="1492414"/>
                  <a:pt x="121498" y="1510702"/>
                  <a:pt x="122719" y="1564407"/>
                </a:cubicBezTo>
                <a:cubicBezTo>
                  <a:pt x="102489" y="1620900"/>
                  <a:pt x="170161" y="1641505"/>
                  <a:pt x="157385" y="1676828"/>
                </a:cubicBezTo>
                <a:cubicBezTo>
                  <a:pt x="151153" y="1696651"/>
                  <a:pt x="179023" y="1713623"/>
                  <a:pt x="163616" y="1735669"/>
                </a:cubicBezTo>
                <a:cubicBezTo>
                  <a:pt x="162207" y="1757308"/>
                  <a:pt x="179994" y="1778508"/>
                  <a:pt x="175485" y="1802464"/>
                </a:cubicBezTo>
                <a:cubicBezTo>
                  <a:pt x="168752" y="1813487"/>
                  <a:pt x="196403" y="1839698"/>
                  <a:pt x="173168" y="1835596"/>
                </a:cubicBezTo>
                <a:cubicBezTo>
                  <a:pt x="168188" y="1834437"/>
                  <a:pt x="166748" y="1837882"/>
                  <a:pt x="165934" y="1841702"/>
                </a:cubicBezTo>
                <a:cubicBezTo>
                  <a:pt x="165276" y="1844771"/>
                  <a:pt x="164337" y="1848717"/>
                  <a:pt x="168408" y="1849625"/>
                </a:cubicBezTo>
                <a:cubicBezTo>
                  <a:pt x="197092" y="1855136"/>
                  <a:pt x="133523" y="1898727"/>
                  <a:pt x="144671" y="1919927"/>
                </a:cubicBezTo>
                <a:cubicBezTo>
                  <a:pt x="145203" y="1922370"/>
                  <a:pt x="142541" y="1924123"/>
                  <a:pt x="140381" y="1925877"/>
                </a:cubicBezTo>
                <a:cubicBezTo>
                  <a:pt x="128011" y="1936461"/>
                  <a:pt x="130235" y="1977296"/>
                  <a:pt x="145360" y="1984374"/>
                </a:cubicBezTo>
                <a:cubicBezTo>
                  <a:pt x="162239" y="1977954"/>
                  <a:pt x="161988" y="1992390"/>
                  <a:pt x="165996" y="2001378"/>
                </a:cubicBezTo>
                <a:cubicBezTo>
                  <a:pt x="171007" y="2012369"/>
                  <a:pt x="186007" y="2012776"/>
                  <a:pt x="187698" y="2026492"/>
                </a:cubicBezTo>
                <a:cubicBezTo>
                  <a:pt x="191643" y="2043058"/>
                  <a:pt x="211528" y="2050448"/>
                  <a:pt x="203762" y="2069425"/>
                </a:cubicBezTo>
                <a:cubicBezTo>
                  <a:pt x="193554" y="2088997"/>
                  <a:pt x="208522" y="2108256"/>
                  <a:pt x="204608" y="2127264"/>
                </a:cubicBezTo>
                <a:cubicBezTo>
                  <a:pt x="195934" y="2151940"/>
                  <a:pt x="237363" y="2158579"/>
                  <a:pt x="228125" y="2183725"/>
                </a:cubicBezTo>
                <a:cubicBezTo>
                  <a:pt x="218512" y="2210468"/>
                  <a:pt x="241121" y="2230573"/>
                  <a:pt x="245223" y="2255875"/>
                </a:cubicBezTo>
                <a:cubicBezTo>
                  <a:pt x="252457" y="2285750"/>
                  <a:pt x="290223" y="2267587"/>
                  <a:pt x="309106" y="2258600"/>
                </a:cubicBezTo>
                <a:cubicBezTo>
                  <a:pt x="328897" y="2245197"/>
                  <a:pt x="321601" y="2264706"/>
                  <a:pt x="331778" y="2272723"/>
                </a:cubicBezTo>
                <a:cubicBezTo>
                  <a:pt x="340077" y="2247044"/>
                  <a:pt x="367008" y="2266522"/>
                  <a:pt x="383323" y="2252462"/>
                </a:cubicBezTo>
                <a:cubicBezTo>
                  <a:pt x="402143" y="2241627"/>
                  <a:pt x="422623" y="2249487"/>
                  <a:pt x="441757" y="2247295"/>
                </a:cubicBezTo>
                <a:cubicBezTo>
                  <a:pt x="467560" y="2233015"/>
                  <a:pt x="472039" y="2293516"/>
                  <a:pt x="481934" y="2279205"/>
                </a:cubicBezTo>
                <a:cubicBezTo>
                  <a:pt x="489043" y="2272253"/>
                  <a:pt x="494178" y="2275510"/>
                  <a:pt x="498625" y="2281648"/>
                </a:cubicBezTo>
                <a:cubicBezTo>
                  <a:pt x="516005" y="2298933"/>
                  <a:pt x="500159" y="2265082"/>
                  <a:pt x="565764" y="2271251"/>
                </a:cubicBezTo>
                <a:cubicBezTo>
                  <a:pt x="596140" y="2267399"/>
                  <a:pt x="678875" y="2222493"/>
                  <a:pt x="696286" y="2252650"/>
                </a:cubicBezTo>
                <a:cubicBezTo>
                  <a:pt x="702236" y="2265051"/>
                  <a:pt x="706902" y="2277733"/>
                  <a:pt x="724344" y="2267086"/>
                </a:cubicBezTo>
                <a:cubicBezTo>
                  <a:pt x="753436" y="2280113"/>
                  <a:pt x="771035" y="2254873"/>
                  <a:pt x="796056" y="2247639"/>
                </a:cubicBezTo>
                <a:cubicBezTo>
                  <a:pt x="808895" y="2250614"/>
                  <a:pt x="813122" y="2235176"/>
                  <a:pt x="824521" y="2235270"/>
                </a:cubicBezTo>
                <a:cubicBezTo>
                  <a:pt x="848884" y="2237274"/>
                  <a:pt x="873153" y="2252712"/>
                  <a:pt x="898111" y="2235489"/>
                </a:cubicBezTo>
                <a:cubicBezTo>
                  <a:pt x="900084" y="2234111"/>
                  <a:pt x="911452" y="2231731"/>
                  <a:pt x="916274" y="2239404"/>
                </a:cubicBezTo>
                <a:cubicBezTo>
                  <a:pt x="938414" y="2251115"/>
                  <a:pt x="961587" y="2224153"/>
                  <a:pt x="985136" y="2232232"/>
                </a:cubicBezTo>
                <a:cubicBezTo>
                  <a:pt x="1004645" y="2236491"/>
                  <a:pt x="1020647" y="2214696"/>
                  <a:pt x="1040689" y="2233047"/>
                </a:cubicBezTo>
                <a:cubicBezTo>
                  <a:pt x="1093361" y="2202702"/>
                  <a:pt x="1153548" y="2227097"/>
                  <a:pt x="1208412" y="2215134"/>
                </a:cubicBezTo>
                <a:cubicBezTo>
                  <a:pt x="1230333" y="2206711"/>
                  <a:pt x="1252723" y="2197379"/>
                  <a:pt x="1277337" y="2204800"/>
                </a:cubicBezTo>
                <a:cubicBezTo>
                  <a:pt x="1282128" y="2206241"/>
                  <a:pt x="1286763" y="2205301"/>
                  <a:pt x="1290270" y="2201450"/>
                </a:cubicBezTo>
                <a:cubicBezTo>
                  <a:pt x="1301731" y="2185792"/>
                  <a:pt x="1327128" y="2197692"/>
                  <a:pt x="1333954" y="2178089"/>
                </a:cubicBezTo>
                <a:cubicBezTo>
                  <a:pt x="1343599" y="2165719"/>
                  <a:pt x="1359915" y="2193934"/>
                  <a:pt x="1375353" y="2181596"/>
                </a:cubicBezTo>
                <a:cubicBezTo>
                  <a:pt x="1415123" y="2161554"/>
                  <a:pt x="1406981" y="2204425"/>
                  <a:pt x="1423077" y="2180938"/>
                </a:cubicBezTo>
                <a:cubicBezTo>
                  <a:pt x="1452701" y="2214602"/>
                  <a:pt x="1538223" y="2211627"/>
                  <a:pt x="1552252" y="2161085"/>
                </a:cubicBezTo>
                <a:cubicBezTo>
                  <a:pt x="1553849" y="2156669"/>
                  <a:pt x="1556886" y="2152254"/>
                  <a:pt x="1561051" y="2154289"/>
                </a:cubicBezTo>
                <a:cubicBezTo>
                  <a:pt x="1592585" y="2161366"/>
                  <a:pt x="1623274" y="2146492"/>
                  <a:pt x="1655216" y="2158423"/>
                </a:cubicBezTo>
                <a:cubicBezTo>
                  <a:pt x="1671562" y="2161304"/>
                  <a:pt x="1686030" y="2153350"/>
                  <a:pt x="1700936" y="2146805"/>
                </a:cubicBezTo>
                <a:lnTo>
                  <a:pt x="1700936" y="17503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8" name="Google Shape;2058;p70"/>
          <p:cNvSpPr/>
          <p:nvPr/>
        </p:nvSpPr>
        <p:spPr>
          <a:xfrm rot="1251267">
            <a:off x="-514551" y="3647324"/>
            <a:ext cx="3584727" cy="1917955"/>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59" name="Google Shape;2059;p70"/>
          <p:cNvGrpSpPr/>
          <p:nvPr/>
        </p:nvGrpSpPr>
        <p:grpSpPr>
          <a:xfrm>
            <a:off x="317883" y="2580450"/>
            <a:ext cx="646298" cy="944201"/>
            <a:chOff x="317883" y="2580450"/>
            <a:chExt cx="646298" cy="944201"/>
          </a:xfrm>
        </p:grpSpPr>
        <p:grpSp>
          <p:nvGrpSpPr>
            <p:cNvPr id="2060" name="Google Shape;2060;p70"/>
            <p:cNvGrpSpPr/>
            <p:nvPr/>
          </p:nvGrpSpPr>
          <p:grpSpPr>
            <a:xfrm rot="-1017267">
              <a:off x="387260" y="2941969"/>
              <a:ext cx="401912" cy="535722"/>
              <a:chOff x="9780795" y="4925780"/>
              <a:chExt cx="401928" cy="535743"/>
            </a:xfrm>
          </p:grpSpPr>
          <p:sp>
            <p:nvSpPr>
              <p:cNvPr id="2061" name="Google Shape;2061;p70"/>
              <p:cNvSpPr/>
              <p:nvPr/>
            </p:nvSpPr>
            <p:spPr>
              <a:xfrm>
                <a:off x="9780795" y="4925780"/>
                <a:ext cx="401928" cy="535743"/>
              </a:xfrm>
              <a:custGeom>
                <a:rect b="b" l="l" r="r" t="t"/>
                <a:pathLst>
                  <a:path extrusionOk="0" h="159804" w="119889">
                    <a:moveTo>
                      <a:pt x="67437" y="159804"/>
                    </a:moveTo>
                    <a:cubicBezTo>
                      <a:pt x="57610" y="143755"/>
                      <a:pt x="46934" y="128696"/>
                      <a:pt x="38875" y="117949"/>
                    </a:cubicBezTo>
                    <a:cubicBezTo>
                      <a:pt x="29188" y="105082"/>
                      <a:pt x="19502" y="92780"/>
                      <a:pt x="10876" y="76943"/>
                    </a:cubicBezTo>
                    <a:cubicBezTo>
                      <a:pt x="3170" y="62803"/>
                      <a:pt x="-4819" y="33179"/>
                      <a:pt x="3594" y="17554"/>
                    </a:cubicBezTo>
                    <a:cubicBezTo>
                      <a:pt x="21623" y="-15817"/>
                      <a:pt x="51742" y="15928"/>
                      <a:pt x="61003" y="34946"/>
                    </a:cubicBezTo>
                    <a:cubicBezTo>
                      <a:pt x="67366" y="16352"/>
                      <a:pt x="74507" y="657"/>
                      <a:pt x="90486" y="20"/>
                    </a:cubicBezTo>
                    <a:cubicBezTo>
                      <a:pt x="112686" y="-828"/>
                      <a:pt x="118201" y="25402"/>
                      <a:pt x="119615" y="41663"/>
                    </a:cubicBezTo>
                    <a:cubicBezTo>
                      <a:pt x="122018" y="69731"/>
                      <a:pt x="108232" y="90164"/>
                      <a:pt x="96001" y="114485"/>
                    </a:cubicBezTo>
                    <a:cubicBezTo>
                      <a:pt x="88577" y="129120"/>
                      <a:pt x="79668" y="143260"/>
                      <a:pt x="67508" y="159734"/>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2" name="Google Shape;2062;p70"/>
              <p:cNvSpPr/>
              <p:nvPr/>
            </p:nvSpPr>
            <p:spPr>
              <a:xfrm>
                <a:off x="9890699" y="5089812"/>
                <a:ext cx="203839" cy="264559"/>
              </a:xfrm>
              <a:custGeom>
                <a:rect b="b" l="l" r="r" t="t"/>
                <a:pathLst>
                  <a:path extrusionOk="0" h="78914" w="60802">
                    <a:moveTo>
                      <a:pt x="34224" y="78844"/>
                    </a:moveTo>
                    <a:cubicBezTo>
                      <a:pt x="29204" y="70713"/>
                      <a:pt x="23831" y="63077"/>
                      <a:pt x="19730" y="57633"/>
                    </a:cubicBezTo>
                    <a:cubicBezTo>
                      <a:pt x="14852" y="51058"/>
                      <a:pt x="9903" y="44907"/>
                      <a:pt x="5519" y="36847"/>
                    </a:cubicBezTo>
                    <a:cubicBezTo>
                      <a:pt x="1631" y="29706"/>
                      <a:pt x="-2470" y="14647"/>
                      <a:pt x="1843" y="6728"/>
                    </a:cubicBezTo>
                    <a:cubicBezTo>
                      <a:pt x="10964" y="-10240"/>
                      <a:pt x="27013" y="9839"/>
                      <a:pt x="31679" y="19455"/>
                    </a:cubicBezTo>
                    <a:cubicBezTo>
                      <a:pt x="34931" y="10052"/>
                      <a:pt x="37123" y="295"/>
                      <a:pt x="45253" y="12"/>
                    </a:cubicBezTo>
                    <a:cubicBezTo>
                      <a:pt x="56495" y="-412"/>
                      <a:pt x="59960" y="10758"/>
                      <a:pt x="60667" y="19030"/>
                    </a:cubicBezTo>
                    <a:cubicBezTo>
                      <a:pt x="61868" y="33241"/>
                      <a:pt x="54869" y="43635"/>
                      <a:pt x="48718" y="55936"/>
                    </a:cubicBezTo>
                    <a:cubicBezTo>
                      <a:pt x="44971" y="63360"/>
                      <a:pt x="40446" y="70501"/>
                      <a:pt x="34295" y="78914"/>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63" name="Google Shape;2063;p70"/>
            <p:cNvSpPr/>
            <p:nvPr/>
          </p:nvSpPr>
          <p:spPr>
            <a:xfrm rot="393153">
              <a:off x="745952" y="2591215"/>
              <a:ext cx="203802" cy="264512"/>
            </a:xfrm>
            <a:custGeom>
              <a:rect b="b" l="l" r="r" t="t"/>
              <a:pathLst>
                <a:path extrusionOk="0" h="78914" w="60802">
                  <a:moveTo>
                    <a:pt x="34224" y="78844"/>
                  </a:moveTo>
                  <a:cubicBezTo>
                    <a:pt x="29204" y="70713"/>
                    <a:pt x="23831" y="63077"/>
                    <a:pt x="19730" y="57633"/>
                  </a:cubicBezTo>
                  <a:cubicBezTo>
                    <a:pt x="14852" y="51058"/>
                    <a:pt x="9903" y="44907"/>
                    <a:pt x="5519" y="36847"/>
                  </a:cubicBezTo>
                  <a:cubicBezTo>
                    <a:pt x="1631" y="29706"/>
                    <a:pt x="-2470" y="14647"/>
                    <a:pt x="1843" y="6728"/>
                  </a:cubicBezTo>
                  <a:cubicBezTo>
                    <a:pt x="10964" y="-10240"/>
                    <a:pt x="27013" y="9839"/>
                    <a:pt x="31679" y="19455"/>
                  </a:cubicBezTo>
                  <a:cubicBezTo>
                    <a:pt x="34931" y="10052"/>
                    <a:pt x="37123" y="295"/>
                    <a:pt x="45253" y="12"/>
                  </a:cubicBezTo>
                  <a:cubicBezTo>
                    <a:pt x="56495" y="-412"/>
                    <a:pt x="59960" y="10758"/>
                    <a:pt x="60667" y="19030"/>
                  </a:cubicBezTo>
                  <a:cubicBezTo>
                    <a:pt x="61868" y="33241"/>
                    <a:pt x="54869" y="43635"/>
                    <a:pt x="48718" y="55936"/>
                  </a:cubicBezTo>
                  <a:cubicBezTo>
                    <a:pt x="44971" y="63360"/>
                    <a:pt x="40446" y="70501"/>
                    <a:pt x="34295" y="78914"/>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64" name="Google Shape;2064;p70"/>
          <p:cNvGrpSpPr/>
          <p:nvPr/>
        </p:nvGrpSpPr>
        <p:grpSpPr>
          <a:xfrm>
            <a:off x="7584286" y="3730751"/>
            <a:ext cx="1414886" cy="1350091"/>
            <a:chOff x="7584286" y="3730751"/>
            <a:chExt cx="1414886" cy="1350091"/>
          </a:xfrm>
        </p:grpSpPr>
        <p:sp>
          <p:nvSpPr>
            <p:cNvPr id="2065" name="Google Shape;2065;p70"/>
            <p:cNvSpPr/>
            <p:nvPr/>
          </p:nvSpPr>
          <p:spPr>
            <a:xfrm rot="-2457858">
              <a:off x="7639015" y="4078514"/>
              <a:ext cx="1305428" cy="654566"/>
            </a:xfrm>
            <a:custGeom>
              <a:rect b="b" l="l" r="r" t="t"/>
              <a:pathLst>
                <a:path extrusionOk="0" h="159642" w="318375">
                  <a:moveTo>
                    <a:pt x="316982" y="2168"/>
                  </a:moveTo>
                  <a:cubicBezTo>
                    <a:pt x="315144" y="-943"/>
                    <a:pt x="312740" y="-94"/>
                    <a:pt x="309700" y="966"/>
                  </a:cubicBezTo>
                  <a:cubicBezTo>
                    <a:pt x="304680" y="2733"/>
                    <a:pt x="299802" y="4642"/>
                    <a:pt x="294924" y="6763"/>
                  </a:cubicBezTo>
                  <a:cubicBezTo>
                    <a:pt x="284460" y="11288"/>
                    <a:pt x="274279" y="16379"/>
                    <a:pt x="264098" y="21469"/>
                  </a:cubicBezTo>
                  <a:cubicBezTo>
                    <a:pt x="242464" y="32286"/>
                    <a:pt x="220617" y="42680"/>
                    <a:pt x="199053" y="53567"/>
                  </a:cubicBezTo>
                  <a:cubicBezTo>
                    <a:pt x="197851" y="54204"/>
                    <a:pt x="197992" y="55972"/>
                    <a:pt x="199053" y="56608"/>
                  </a:cubicBezTo>
                  <a:cubicBezTo>
                    <a:pt x="205133" y="60143"/>
                    <a:pt x="212062" y="62547"/>
                    <a:pt x="218637" y="64951"/>
                  </a:cubicBezTo>
                  <a:cubicBezTo>
                    <a:pt x="225566" y="67496"/>
                    <a:pt x="232919" y="70536"/>
                    <a:pt x="240272" y="71314"/>
                  </a:cubicBezTo>
                  <a:lnTo>
                    <a:pt x="238999" y="68273"/>
                  </a:lnTo>
                  <a:cubicBezTo>
                    <a:pt x="206759" y="97968"/>
                    <a:pt x="158824" y="114300"/>
                    <a:pt x="115414" y="104260"/>
                  </a:cubicBezTo>
                  <a:cubicBezTo>
                    <a:pt x="93779" y="99241"/>
                    <a:pt x="73983" y="87999"/>
                    <a:pt x="59701" y="70889"/>
                  </a:cubicBezTo>
                  <a:cubicBezTo>
                    <a:pt x="51712" y="61274"/>
                    <a:pt x="47117" y="50245"/>
                    <a:pt x="40966" y="39569"/>
                  </a:cubicBezTo>
                  <a:cubicBezTo>
                    <a:pt x="38774" y="35751"/>
                    <a:pt x="29795" y="23237"/>
                    <a:pt x="25552" y="32286"/>
                  </a:cubicBezTo>
                  <a:cubicBezTo>
                    <a:pt x="24280" y="34973"/>
                    <a:pt x="24775" y="38791"/>
                    <a:pt x="24775" y="41690"/>
                  </a:cubicBezTo>
                  <a:cubicBezTo>
                    <a:pt x="24775" y="46286"/>
                    <a:pt x="24846" y="50810"/>
                    <a:pt x="24987" y="55406"/>
                  </a:cubicBezTo>
                  <a:cubicBezTo>
                    <a:pt x="25199" y="60921"/>
                    <a:pt x="25623" y="66364"/>
                    <a:pt x="26118" y="71879"/>
                  </a:cubicBezTo>
                  <a:lnTo>
                    <a:pt x="28805" y="70324"/>
                  </a:lnTo>
                  <a:cubicBezTo>
                    <a:pt x="21876" y="66577"/>
                    <a:pt x="14311" y="62759"/>
                    <a:pt x="6605" y="61133"/>
                  </a:cubicBezTo>
                  <a:cubicBezTo>
                    <a:pt x="807" y="59931"/>
                    <a:pt x="-1102" y="63042"/>
                    <a:pt x="595" y="68415"/>
                  </a:cubicBezTo>
                  <a:cubicBezTo>
                    <a:pt x="3140" y="76475"/>
                    <a:pt x="8302" y="84040"/>
                    <a:pt x="12897" y="91039"/>
                  </a:cubicBezTo>
                  <a:cubicBezTo>
                    <a:pt x="17776" y="98392"/>
                    <a:pt x="22937" y="105745"/>
                    <a:pt x="29017" y="112179"/>
                  </a:cubicBezTo>
                  <a:cubicBezTo>
                    <a:pt x="65852" y="151276"/>
                    <a:pt x="126019" y="166618"/>
                    <a:pt x="177914" y="156720"/>
                  </a:cubicBezTo>
                  <a:cubicBezTo>
                    <a:pt x="209022" y="150781"/>
                    <a:pt x="238504" y="135793"/>
                    <a:pt x="260917" y="113310"/>
                  </a:cubicBezTo>
                  <a:lnTo>
                    <a:pt x="257876" y="112037"/>
                  </a:lnTo>
                  <a:cubicBezTo>
                    <a:pt x="258088" y="119249"/>
                    <a:pt x="258301" y="126460"/>
                    <a:pt x="258512" y="133672"/>
                  </a:cubicBezTo>
                  <a:cubicBezTo>
                    <a:pt x="258583" y="136854"/>
                    <a:pt x="258159" y="142580"/>
                    <a:pt x="262755" y="142863"/>
                  </a:cubicBezTo>
                  <a:cubicBezTo>
                    <a:pt x="266997" y="143075"/>
                    <a:pt x="270320" y="137560"/>
                    <a:pt x="272229" y="134520"/>
                  </a:cubicBezTo>
                  <a:cubicBezTo>
                    <a:pt x="275905" y="128652"/>
                    <a:pt x="278733" y="122148"/>
                    <a:pt x="281632" y="115855"/>
                  </a:cubicBezTo>
                  <a:cubicBezTo>
                    <a:pt x="293651" y="90191"/>
                    <a:pt x="303620" y="63537"/>
                    <a:pt x="311397" y="36246"/>
                  </a:cubicBezTo>
                  <a:cubicBezTo>
                    <a:pt x="314225" y="26206"/>
                    <a:pt x="321295" y="12914"/>
                    <a:pt x="317053" y="2451"/>
                  </a:cubicBezTo>
                  <a:cubicBezTo>
                    <a:pt x="316205" y="401"/>
                    <a:pt x="312811" y="1249"/>
                    <a:pt x="313659" y="3370"/>
                  </a:cubicBezTo>
                  <a:cubicBezTo>
                    <a:pt x="316063" y="9167"/>
                    <a:pt x="314013" y="15672"/>
                    <a:pt x="312246" y="21399"/>
                  </a:cubicBezTo>
                  <a:cubicBezTo>
                    <a:pt x="310478" y="27125"/>
                    <a:pt x="308781" y="32852"/>
                    <a:pt x="307084" y="38579"/>
                  </a:cubicBezTo>
                  <a:cubicBezTo>
                    <a:pt x="302842" y="53002"/>
                    <a:pt x="298035" y="67284"/>
                    <a:pt x="292590" y="81283"/>
                  </a:cubicBezTo>
                  <a:cubicBezTo>
                    <a:pt x="287146" y="95281"/>
                    <a:pt x="280995" y="109421"/>
                    <a:pt x="274279" y="123137"/>
                  </a:cubicBezTo>
                  <a:cubicBezTo>
                    <a:pt x="272723" y="126390"/>
                    <a:pt x="271168" y="129642"/>
                    <a:pt x="269259" y="132682"/>
                  </a:cubicBezTo>
                  <a:cubicBezTo>
                    <a:pt x="268411" y="134096"/>
                    <a:pt x="267350" y="136146"/>
                    <a:pt x="266007" y="137065"/>
                  </a:cubicBezTo>
                  <a:cubicBezTo>
                    <a:pt x="265441" y="138338"/>
                    <a:pt x="264593" y="138480"/>
                    <a:pt x="263603" y="137560"/>
                  </a:cubicBezTo>
                  <a:cubicBezTo>
                    <a:pt x="262189" y="137419"/>
                    <a:pt x="261694" y="136712"/>
                    <a:pt x="262189" y="135298"/>
                  </a:cubicBezTo>
                  <a:cubicBezTo>
                    <a:pt x="261270" y="132046"/>
                    <a:pt x="261977" y="127026"/>
                    <a:pt x="261836" y="123632"/>
                  </a:cubicBezTo>
                  <a:cubicBezTo>
                    <a:pt x="261694" y="119744"/>
                    <a:pt x="261623" y="115855"/>
                    <a:pt x="261482" y="111967"/>
                  </a:cubicBezTo>
                  <a:cubicBezTo>
                    <a:pt x="261482" y="110482"/>
                    <a:pt x="259573" y="109633"/>
                    <a:pt x="258442" y="110694"/>
                  </a:cubicBezTo>
                  <a:cubicBezTo>
                    <a:pt x="221112" y="148024"/>
                    <a:pt x="165894" y="162801"/>
                    <a:pt x="114495" y="152903"/>
                  </a:cubicBezTo>
                  <a:cubicBezTo>
                    <a:pt x="90315" y="148236"/>
                    <a:pt x="66913" y="138550"/>
                    <a:pt x="47187" y="123632"/>
                  </a:cubicBezTo>
                  <a:cubicBezTo>
                    <a:pt x="31987" y="112108"/>
                    <a:pt x="20533" y="97331"/>
                    <a:pt x="10776" y="81070"/>
                  </a:cubicBezTo>
                  <a:cubicBezTo>
                    <a:pt x="8584" y="77394"/>
                    <a:pt x="6393" y="73576"/>
                    <a:pt x="4767" y="69617"/>
                  </a:cubicBezTo>
                  <a:cubicBezTo>
                    <a:pt x="4201" y="68273"/>
                    <a:pt x="3706" y="66859"/>
                    <a:pt x="3423" y="65375"/>
                  </a:cubicBezTo>
                  <a:cubicBezTo>
                    <a:pt x="3211" y="64243"/>
                    <a:pt x="3423" y="64173"/>
                    <a:pt x="3423" y="64102"/>
                  </a:cubicBezTo>
                  <a:cubicBezTo>
                    <a:pt x="4767" y="63395"/>
                    <a:pt x="8938" y="65304"/>
                    <a:pt x="10281" y="65728"/>
                  </a:cubicBezTo>
                  <a:cubicBezTo>
                    <a:pt x="12968" y="66647"/>
                    <a:pt x="15655" y="67778"/>
                    <a:pt x="18271" y="68980"/>
                  </a:cubicBezTo>
                  <a:cubicBezTo>
                    <a:pt x="21169" y="70324"/>
                    <a:pt x="24068" y="71738"/>
                    <a:pt x="26896" y="73223"/>
                  </a:cubicBezTo>
                  <a:cubicBezTo>
                    <a:pt x="27957" y="73788"/>
                    <a:pt x="29653" y="73081"/>
                    <a:pt x="29582" y="71667"/>
                  </a:cubicBezTo>
                  <a:cubicBezTo>
                    <a:pt x="29158" y="67142"/>
                    <a:pt x="28734" y="62547"/>
                    <a:pt x="28522" y="58022"/>
                  </a:cubicBezTo>
                  <a:cubicBezTo>
                    <a:pt x="28239" y="51235"/>
                    <a:pt x="27179" y="43528"/>
                    <a:pt x="28239" y="36741"/>
                  </a:cubicBezTo>
                  <a:cubicBezTo>
                    <a:pt x="28310" y="36246"/>
                    <a:pt x="28098" y="35610"/>
                    <a:pt x="28310" y="35115"/>
                  </a:cubicBezTo>
                  <a:cubicBezTo>
                    <a:pt x="30148" y="30802"/>
                    <a:pt x="32693" y="33913"/>
                    <a:pt x="34037" y="35468"/>
                  </a:cubicBezTo>
                  <a:cubicBezTo>
                    <a:pt x="35875" y="37589"/>
                    <a:pt x="37289" y="40205"/>
                    <a:pt x="38632" y="42609"/>
                  </a:cubicBezTo>
                  <a:cubicBezTo>
                    <a:pt x="41531" y="47770"/>
                    <a:pt x="43864" y="53214"/>
                    <a:pt x="46763" y="58375"/>
                  </a:cubicBezTo>
                  <a:cubicBezTo>
                    <a:pt x="52419" y="68556"/>
                    <a:pt x="60055" y="76263"/>
                    <a:pt x="68185" y="84393"/>
                  </a:cubicBezTo>
                  <a:cubicBezTo>
                    <a:pt x="81972" y="98039"/>
                    <a:pt x="102688" y="105886"/>
                    <a:pt x="121565" y="108997"/>
                  </a:cubicBezTo>
                  <a:cubicBezTo>
                    <a:pt x="141573" y="112320"/>
                    <a:pt x="162147" y="110128"/>
                    <a:pt x="181519" y="104543"/>
                  </a:cubicBezTo>
                  <a:cubicBezTo>
                    <a:pt x="203790" y="98039"/>
                    <a:pt x="224293" y="86444"/>
                    <a:pt x="241403" y="70748"/>
                  </a:cubicBezTo>
                  <a:cubicBezTo>
                    <a:pt x="242605" y="69617"/>
                    <a:pt x="241544" y="67849"/>
                    <a:pt x="240130" y="67708"/>
                  </a:cubicBezTo>
                  <a:cubicBezTo>
                    <a:pt x="233060" y="66930"/>
                    <a:pt x="225990" y="63961"/>
                    <a:pt x="219415" y="61486"/>
                  </a:cubicBezTo>
                  <a:cubicBezTo>
                    <a:pt x="212840" y="59012"/>
                    <a:pt x="206477" y="56891"/>
                    <a:pt x="200679" y="53497"/>
                  </a:cubicBezTo>
                  <a:lnTo>
                    <a:pt x="200679" y="56537"/>
                  </a:lnTo>
                  <a:cubicBezTo>
                    <a:pt x="219839" y="46851"/>
                    <a:pt x="239211" y="37589"/>
                    <a:pt x="258442" y="28045"/>
                  </a:cubicBezTo>
                  <a:cubicBezTo>
                    <a:pt x="267209" y="23732"/>
                    <a:pt x="275905" y="19207"/>
                    <a:pt x="284743" y="15036"/>
                  </a:cubicBezTo>
                  <a:cubicBezTo>
                    <a:pt x="289763" y="12632"/>
                    <a:pt x="294782" y="10369"/>
                    <a:pt x="299873" y="8248"/>
                  </a:cubicBezTo>
                  <a:cubicBezTo>
                    <a:pt x="301428" y="7612"/>
                    <a:pt x="312882" y="2238"/>
                    <a:pt x="313730" y="3794"/>
                  </a:cubicBezTo>
                  <a:cubicBezTo>
                    <a:pt x="314861" y="5774"/>
                    <a:pt x="317902" y="4006"/>
                    <a:pt x="316770" y="202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6" name="Google Shape;2066;p70"/>
            <p:cNvSpPr/>
            <p:nvPr/>
          </p:nvSpPr>
          <p:spPr>
            <a:xfrm rot="-2458138">
              <a:off x="8570846" y="3858212"/>
              <a:ext cx="137132" cy="320737"/>
            </a:xfrm>
            <a:custGeom>
              <a:rect b="b" l="l" r="r" t="t"/>
              <a:pathLst>
                <a:path extrusionOk="0" h="78248" w="33455">
                  <a:moveTo>
                    <a:pt x="32505" y="379"/>
                  </a:moveTo>
                  <a:cubicBezTo>
                    <a:pt x="23456" y="26892"/>
                    <a:pt x="11577" y="51920"/>
                    <a:pt x="53" y="77372"/>
                  </a:cubicBezTo>
                  <a:cubicBezTo>
                    <a:pt x="-229" y="78009"/>
                    <a:pt x="690" y="78645"/>
                    <a:pt x="1043" y="77938"/>
                  </a:cubicBezTo>
                  <a:cubicBezTo>
                    <a:pt x="15042" y="53829"/>
                    <a:pt x="25011" y="27104"/>
                    <a:pt x="33424" y="591"/>
                  </a:cubicBezTo>
                  <a:cubicBezTo>
                    <a:pt x="33636" y="25"/>
                    <a:pt x="32717" y="-257"/>
                    <a:pt x="32505" y="308"/>
                  </a:cubicBezTo>
                  <a:lnTo>
                    <a:pt x="32505" y="30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7" name="Google Shape;2067;p70"/>
            <p:cNvSpPr/>
            <p:nvPr/>
          </p:nvSpPr>
          <p:spPr>
            <a:xfrm rot="-2458138">
              <a:off x="8486674" y="4106061"/>
              <a:ext cx="45322" cy="18913"/>
            </a:xfrm>
            <a:custGeom>
              <a:rect b="b" l="l" r="r" t="t"/>
              <a:pathLst>
                <a:path extrusionOk="0" h="4614" w="11057">
                  <a:moveTo>
                    <a:pt x="238" y="853"/>
                  </a:moveTo>
                  <a:cubicBezTo>
                    <a:pt x="1864" y="1631"/>
                    <a:pt x="3490" y="2338"/>
                    <a:pt x="5188" y="3045"/>
                  </a:cubicBezTo>
                  <a:cubicBezTo>
                    <a:pt x="6036" y="3398"/>
                    <a:pt x="6884" y="3681"/>
                    <a:pt x="7733" y="4035"/>
                  </a:cubicBezTo>
                  <a:cubicBezTo>
                    <a:pt x="8510" y="4318"/>
                    <a:pt x="9642" y="4813"/>
                    <a:pt x="10419" y="4529"/>
                  </a:cubicBezTo>
                  <a:cubicBezTo>
                    <a:pt x="10914" y="4388"/>
                    <a:pt x="11268" y="3752"/>
                    <a:pt x="10914" y="3257"/>
                  </a:cubicBezTo>
                  <a:cubicBezTo>
                    <a:pt x="10419" y="2479"/>
                    <a:pt x="9288" y="2197"/>
                    <a:pt x="8440" y="1914"/>
                  </a:cubicBezTo>
                  <a:cubicBezTo>
                    <a:pt x="7591" y="1631"/>
                    <a:pt x="6743" y="1419"/>
                    <a:pt x="5824" y="1207"/>
                  </a:cubicBezTo>
                  <a:cubicBezTo>
                    <a:pt x="4056" y="783"/>
                    <a:pt x="2359" y="358"/>
                    <a:pt x="592" y="5"/>
                  </a:cubicBezTo>
                  <a:cubicBezTo>
                    <a:pt x="97" y="-66"/>
                    <a:pt x="-257" y="641"/>
                    <a:pt x="238" y="853"/>
                  </a:cubicBezTo>
                  <a:lnTo>
                    <a:pt x="238" y="85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8" name="Google Shape;2068;p70"/>
            <p:cNvSpPr/>
            <p:nvPr/>
          </p:nvSpPr>
          <p:spPr>
            <a:xfrm rot="-2458138">
              <a:off x="8419528" y="4130660"/>
              <a:ext cx="44974" cy="21934"/>
            </a:xfrm>
            <a:custGeom>
              <a:rect b="b" l="l" r="r" t="t"/>
              <a:pathLst>
                <a:path extrusionOk="0" h="5351" w="10972">
                  <a:moveTo>
                    <a:pt x="224" y="814"/>
                  </a:moveTo>
                  <a:cubicBezTo>
                    <a:pt x="1709" y="1875"/>
                    <a:pt x="3264" y="2723"/>
                    <a:pt x="4961" y="3571"/>
                  </a:cubicBezTo>
                  <a:cubicBezTo>
                    <a:pt x="5810" y="3995"/>
                    <a:pt x="6658" y="4349"/>
                    <a:pt x="7506" y="4702"/>
                  </a:cubicBezTo>
                  <a:cubicBezTo>
                    <a:pt x="8284" y="5056"/>
                    <a:pt x="9415" y="5551"/>
                    <a:pt x="10334" y="5268"/>
                  </a:cubicBezTo>
                  <a:cubicBezTo>
                    <a:pt x="10829" y="5126"/>
                    <a:pt x="11182" y="4490"/>
                    <a:pt x="10829" y="3995"/>
                  </a:cubicBezTo>
                  <a:cubicBezTo>
                    <a:pt x="10264" y="3218"/>
                    <a:pt x="9203" y="2935"/>
                    <a:pt x="8355" y="2652"/>
                  </a:cubicBezTo>
                  <a:cubicBezTo>
                    <a:pt x="7506" y="2369"/>
                    <a:pt x="6587" y="2086"/>
                    <a:pt x="5739" y="1804"/>
                  </a:cubicBezTo>
                  <a:cubicBezTo>
                    <a:pt x="4042" y="1238"/>
                    <a:pt x="2274" y="602"/>
                    <a:pt x="577" y="36"/>
                  </a:cubicBezTo>
                  <a:cubicBezTo>
                    <a:pt x="12" y="-176"/>
                    <a:pt x="-200" y="602"/>
                    <a:pt x="224" y="885"/>
                  </a:cubicBezTo>
                  <a:lnTo>
                    <a:pt x="224" y="88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2" name="Shape 2072"/>
        <p:cNvGrpSpPr/>
        <p:nvPr/>
      </p:nvGrpSpPr>
      <p:grpSpPr>
        <a:xfrm>
          <a:off x="0" y="0"/>
          <a:ext cx="0" cy="0"/>
          <a:chOff x="0" y="0"/>
          <a:chExt cx="0" cy="0"/>
        </a:xfrm>
      </p:grpSpPr>
      <p:sp>
        <p:nvSpPr>
          <p:cNvPr id="2073" name="Google Shape;2073;p71"/>
          <p:cNvSpPr txBox="1"/>
          <p:nvPr>
            <p:ph type="title"/>
          </p:nvPr>
        </p:nvSpPr>
        <p:spPr>
          <a:xfrm>
            <a:off x="2347950" y="539500"/>
            <a:ext cx="4448100" cy="1125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t>
            </a:r>
            <a:r>
              <a:rPr lang="en"/>
              <a:t>hanks</a:t>
            </a:r>
            <a:r>
              <a:rPr lang="en"/>
              <a:t>!</a:t>
            </a:r>
            <a:endParaRPr/>
          </a:p>
        </p:txBody>
      </p:sp>
      <p:sp>
        <p:nvSpPr>
          <p:cNvPr id="2074" name="Google Shape;2074;p71"/>
          <p:cNvSpPr txBox="1"/>
          <p:nvPr>
            <p:ph idx="1" type="subTitle"/>
          </p:nvPr>
        </p:nvSpPr>
        <p:spPr>
          <a:xfrm>
            <a:off x="2347950" y="1806637"/>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600"/>
              <a:t>D</a:t>
            </a:r>
            <a:r>
              <a:rPr b="1" lang="en" sz="1600"/>
              <a:t>o you have any questions?</a:t>
            </a:r>
            <a:endParaRPr b="1" sz="1600"/>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2075" name="Google Shape;2075;p71"/>
          <p:cNvSpPr txBox="1"/>
          <p:nvPr/>
        </p:nvSpPr>
        <p:spPr>
          <a:xfrm>
            <a:off x="2496150" y="4209375"/>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ctor"/>
                <a:ea typeface="Actor"/>
                <a:cs typeface="Actor"/>
                <a:sym typeface="Actor"/>
              </a:rPr>
              <a:t>Please keep this slide for attribution</a:t>
            </a:r>
            <a:endParaRPr sz="1200">
              <a:solidFill>
                <a:schemeClr val="dk1"/>
              </a:solidFill>
              <a:latin typeface="Actor"/>
              <a:ea typeface="Actor"/>
              <a:cs typeface="Actor"/>
              <a:sym typeface="Actor"/>
            </a:endParaRPr>
          </a:p>
        </p:txBody>
      </p:sp>
      <p:sp>
        <p:nvSpPr>
          <p:cNvPr id="2076" name="Google Shape;2076;p71"/>
          <p:cNvSpPr/>
          <p:nvPr/>
        </p:nvSpPr>
        <p:spPr>
          <a:xfrm rot="-1139440">
            <a:off x="4204133" y="2922297"/>
            <a:ext cx="735734" cy="671740"/>
          </a:xfrm>
          <a:custGeom>
            <a:rect b="b" l="l" r="r" t="t"/>
            <a:pathLst>
              <a:path extrusionOk="0" h="26869" w="37453">
                <a:moveTo>
                  <a:pt x="20665" y="1179"/>
                </a:moveTo>
                <a:cubicBezTo>
                  <a:pt x="15537" y="-1383"/>
                  <a:pt x="8145" y="568"/>
                  <a:pt x="3741" y="4238"/>
                </a:cubicBezTo>
                <a:cubicBezTo>
                  <a:pt x="639" y="6823"/>
                  <a:pt x="-33" y="12982"/>
                  <a:pt x="2314" y="16268"/>
                </a:cubicBezTo>
                <a:cubicBezTo>
                  <a:pt x="9029" y="25671"/>
                  <a:pt x="32831" y="27257"/>
                  <a:pt x="36977" y="16472"/>
                </a:cubicBezTo>
                <a:cubicBezTo>
                  <a:pt x="40604" y="7037"/>
                  <a:pt x="21358" y="-476"/>
                  <a:pt x="11285" y="364"/>
                </a:cubicBezTo>
                <a:cubicBezTo>
                  <a:pt x="6064" y="799"/>
                  <a:pt x="545" y="6158"/>
                  <a:pt x="71" y="11375"/>
                </a:cubicBezTo>
                <a:cubicBezTo>
                  <a:pt x="-1068" y="23902"/>
                  <a:pt x="36570" y="33537"/>
                  <a:pt x="36570" y="20958"/>
                </a:cubicBezTo>
              </a:path>
            </a:pathLst>
          </a:custGeom>
          <a:noFill/>
          <a:ln cap="flat" cmpd="sng" w="19050">
            <a:solidFill>
              <a:schemeClr val="dk2"/>
            </a:solidFill>
            <a:prstDash val="solid"/>
            <a:round/>
            <a:headEnd len="med" w="med" type="none"/>
            <a:tailEnd len="med" w="med" type="none"/>
          </a:ln>
        </p:spPr>
      </p:sp>
      <p:sp>
        <p:nvSpPr>
          <p:cNvPr id="2077" name="Google Shape;2077;p71"/>
          <p:cNvSpPr/>
          <p:nvPr/>
        </p:nvSpPr>
        <p:spPr>
          <a:xfrm rot="7450082">
            <a:off x="3419724" y="2910370"/>
            <a:ext cx="539878" cy="695595"/>
          </a:xfrm>
          <a:custGeom>
            <a:rect b="b" l="l" r="r" t="t"/>
            <a:pathLst>
              <a:path extrusionOk="0" h="27824" w="27997">
                <a:moveTo>
                  <a:pt x="21400" y="1892"/>
                </a:moveTo>
                <a:cubicBezTo>
                  <a:pt x="14797" y="2993"/>
                  <a:pt x="5934" y="1094"/>
                  <a:pt x="1825" y="6378"/>
                </a:cubicBezTo>
                <a:cubicBezTo>
                  <a:pt x="-1923" y="11197"/>
                  <a:pt x="611" y="20658"/>
                  <a:pt x="5495" y="24321"/>
                </a:cubicBezTo>
                <a:cubicBezTo>
                  <a:pt x="11044" y="28482"/>
                  <a:pt x="22725" y="29657"/>
                  <a:pt x="26293" y="23709"/>
                </a:cubicBezTo>
                <a:cubicBezTo>
                  <a:pt x="30151" y="17277"/>
                  <a:pt x="26933" y="6193"/>
                  <a:pt x="20788" y="1892"/>
                </a:cubicBezTo>
                <a:cubicBezTo>
                  <a:pt x="16482" y="-1121"/>
                  <a:pt x="8802" y="-398"/>
                  <a:pt x="5087" y="3319"/>
                </a:cubicBezTo>
                <a:cubicBezTo>
                  <a:pt x="378" y="8031"/>
                  <a:pt x="-1074" y="20320"/>
                  <a:pt x="4883" y="23302"/>
                </a:cubicBezTo>
              </a:path>
            </a:pathLst>
          </a:custGeom>
          <a:noFill/>
          <a:ln cap="flat" cmpd="sng" w="19050">
            <a:solidFill>
              <a:schemeClr val="dk2"/>
            </a:solidFill>
            <a:prstDash val="solid"/>
            <a:round/>
            <a:headEnd len="med" w="med" type="none"/>
            <a:tailEnd len="med" w="med" type="none"/>
          </a:ln>
        </p:spPr>
      </p:sp>
      <p:sp>
        <p:nvSpPr>
          <p:cNvPr id="2078" name="Google Shape;2078;p71"/>
          <p:cNvSpPr/>
          <p:nvPr/>
        </p:nvSpPr>
        <p:spPr>
          <a:xfrm>
            <a:off x="5168485" y="2971822"/>
            <a:ext cx="725225" cy="572690"/>
          </a:xfrm>
          <a:custGeom>
            <a:rect b="b" l="l" r="r" t="t"/>
            <a:pathLst>
              <a:path extrusionOk="0" h="17820" w="29009">
                <a:moveTo>
                  <a:pt x="27726" y="3969"/>
                </a:moveTo>
                <a:cubicBezTo>
                  <a:pt x="19755" y="-14"/>
                  <a:pt x="2203" y="-1421"/>
                  <a:pt x="1218" y="7436"/>
                </a:cubicBezTo>
                <a:cubicBezTo>
                  <a:pt x="177" y="16803"/>
                  <a:pt x="28012" y="22319"/>
                  <a:pt x="28950" y="12941"/>
                </a:cubicBezTo>
                <a:cubicBezTo>
                  <a:pt x="29897" y="3472"/>
                  <a:pt x="9604" y="-3929"/>
                  <a:pt x="2442" y="2338"/>
                </a:cubicBezTo>
                <a:cubicBezTo>
                  <a:pt x="12" y="4465"/>
                  <a:pt x="-776" y="9234"/>
                  <a:pt x="1015" y="11921"/>
                </a:cubicBezTo>
                <a:cubicBezTo>
                  <a:pt x="3549" y="15723"/>
                  <a:pt x="9087" y="17223"/>
                  <a:pt x="13657" y="17223"/>
                </a:cubicBezTo>
              </a:path>
            </a:pathLst>
          </a:custGeom>
          <a:noFill/>
          <a:ln cap="flat" cmpd="sng" w="19050">
            <a:solidFill>
              <a:schemeClr val="dk2"/>
            </a:solidFill>
            <a:prstDash val="solid"/>
            <a:round/>
            <a:headEnd len="med" w="med" type="none"/>
            <a:tailEnd len="med" w="med" type="none"/>
          </a:ln>
        </p:spPr>
      </p:sp>
      <p:grpSp>
        <p:nvGrpSpPr>
          <p:cNvPr id="2079" name="Google Shape;2079;p71"/>
          <p:cNvGrpSpPr/>
          <p:nvPr/>
        </p:nvGrpSpPr>
        <p:grpSpPr>
          <a:xfrm rot="-1994993">
            <a:off x="-614652" y="-606413"/>
            <a:ext cx="3086423" cy="2714546"/>
            <a:chOff x="6783141" y="-621410"/>
            <a:chExt cx="3086375" cy="2714505"/>
          </a:xfrm>
        </p:grpSpPr>
        <p:sp>
          <p:nvSpPr>
            <p:cNvPr id="2080" name="Google Shape;2080;p71"/>
            <p:cNvSpPr/>
            <p:nvPr/>
          </p:nvSpPr>
          <p:spPr>
            <a:xfrm rot="10800000">
              <a:off x="6783141" y="-618659"/>
              <a:ext cx="3059909" cy="2689841"/>
            </a:xfrm>
            <a:custGeom>
              <a:rect b="b" l="l" r="r" t="t"/>
              <a:pathLst>
                <a:path extrusionOk="0" h="1308925" w="1489007">
                  <a:moveTo>
                    <a:pt x="1209770" y="1308926"/>
                  </a:moveTo>
                  <a:lnTo>
                    <a:pt x="0" y="873919"/>
                  </a:lnTo>
                  <a:lnTo>
                    <a:pt x="117634" y="546830"/>
                  </a:lnTo>
                  <a:cubicBezTo>
                    <a:pt x="121063" y="546640"/>
                    <a:pt x="124587" y="546545"/>
                    <a:pt x="127445" y="547307"/>
                  </a:cubicBezTo>
                  <a:cubicBezTo>
                    <a:pt x="132112" y="540544"/>
                    <a:pt x="131636" y="533686"/>
                    <a:pt x="138398" y="528733"/>
                  </a:cubicBezTo>
                  <a:cubicBezTo>
                    <a:pt x="145732" y="523208"/>
                    <a:pt x="157067" y="521875"/>
                    <a:pt x="164211" y="516160"/>
                  </a:cubicBezTo>
                  <a:cubicBezTo>
                    <a:pt x="170974" y="510731"/>
                    <a:pt x="173641" y="500539"/>
                    <a:pt x="176308" y="490442"/>
                  </a:cubicBezTo>
                  <a:cubicBezTo>
                    <a:pt x="176974" y="487394"/>
                    <a:pt x="177832" y="484346"/>
                    <a:pt x="178689" y="481394"/>
                  </a:cubicBezTo>
                  <a:cubicBezTo>
                    <a:pt x="180022" y="476441"/>
                    <a:pt x="181832" y="471869"/>
                    <a:pt x="184309" y="468154"/>
                  </a:cubicBezTo>
                  <a:cubicBezTo>
                    <a:pt x="202882" y="475488"/>
                    <a:pt x="210788" y="436055"/>
                    <a:pt x="214884" y="424624"/>
                  </a:cubicBezTo>
                  <a:lnTo>
                    <a:pt x="226219" y="393192"/>
                  </a:lnTo>
                  <a:cubicBezTo>
                    <a:pt x="229076" y="385286"/>
                    <a:pt x="230600" y="375571"/>
                    <a:pt x="234887" y="368522"/>
                  </a:cubicBezTo>
                  <a:cubicBezTo>
                    <a:pt x="236125" y="366427"/>
                    <a:pt x="238411" y="367094"/>
                    <a:pt x="239554" y="365379"/>
                  </a:cubicBezTo>
                  <a:cubicBezTo>
                    <a:pt x="245554" y="356140"/>
                    <a:pt x="249746" y="347091"/>
                    <a:pt x="253651" y="337566"/>
                  </a:cubicBezTo>
                  <a:cubicBezTo>
                    <a:pt x="254889" y="334709"/>
                    <a:pt x="255937" y="331851"/>
                    <a:pt x="256985" y="328898"/>
                  </a:cubicBezTo>
                  <a:cubicBezTo>
                    <a:pt x="257461" y="327755"/>
                    <a:pt x="257842" y="326708"/>
                    <a:pt x="258223" y="325565"/>
                  </a:cubicBezTo>
                  <a:cubicBezTo>
                    <a:pt x="262128" y="314897"/>
                    <a:pt x="262319" y="319754"/>
                    <a:pt x="271939" y="320040"/>
                  </a:cubicBezTo>
                  <a:cubicBezTo>
                    <a:pt x="273939" y="320040"/>
                    <a:pt x="275463" y="319564"/>
                    <a:pt x="276987" y="318802"/>
                  </a:cubicBezTo>
                  <a:cubicBezTo>
                    <a:pt x="278416" y="318230"/>
                    <a:pt x="279845" y="317564"/>
                    <a:pt x="281369" y="317183"/>
                  </a:cubicBezTo>
                  <a:cubicBezTo>
                    <a:pt x="283845" y="316801"/>
                    <a:pt x="285464" y="317564"/>
                    <a:pt x="287179" y="317754"/>
                  </a:cubicBezTo>
                  <a:cubicBezTo>
                    <a:pt x="288417" y="317945"/>
                    <a:pt x="289750" y="317754"/>
                    <a:pt x="291655" y="316516"/>
                  </a:cubicBezTo>
                  <a:cubicBezTo>
                    <a:pt x="296799" y="312992"/>
                    <a:pt x="300609" y="302800"/>
                    <a:pt x="303562" y="297751"/>
                  </a:cubicBezTo>
                  <a:cubicBezTo>
                    <a:pt x="311277" y="299847"/>
                    <a:pt x="316992" y="298323"/>
                    <a:pt x="324803" y="300323"/>
                  </a:cubicBezTo>
                  <a:cubicBezTo>
                    <a:pt x="329660" y="293561"/>
                    <a:pt x="330232" y="283559"/>
                    <a:pt x="333661" y="275844"/>
                  </a:cubicBezTo>
                  <a:cubicBezTo>
                    <a:pt x="334899" y="273272"/>
                    <a:pt x="336423" y="270891"/>
                    <a:pt x="338709" y="269081"/>
                  </a:cubicBezTo>
                  <a:cubicBezTo>
                    <a:pt x="338995" y="268796"/>
                    <a:pt x="339471" y="268415"/>
                    <a:pt x="339947" y="268224"/>
                  </a:cubicBezTo>
                  <a:cubicBezTo>
                    <a:pt x="342233" y="266605"/>
                    <a:pt x="345377" y="265367"/>
                    <a:pt x="347853" y="264890"/>
                  </a:cubicBezTo>
                  <a:cubicBezTo>
                    <a:pt x="348996" y="264605"/>
                    <a:pt x="356521" y="265748"/>
                    <a:pt x="356806" y="265462"/>
                  </a:cubicBezTo>
                  <a:cubicBezTo>
                    <a:pt x="362236" y="261366"/>
                    <a:pt x="356806" y="241078"/>
                    <a:pt x="357473" y="234696"/>
                  </a:cubicBezTo>
                  <a:cubicBezTo>
                    <a:pt x="358330" y="226409"/>
                    <a:pt x="357092" y="220599"/>
                    <a:pt x="354806" y="212884"/>
                  </a:cubicBezTo>
                  <a:cubicBezTo>
                    <a:pt x="353949" y="210026"/>
                    <a:pt x="348424" y="201454"/>
                    <a:pt x="350330" y="198596"/>
                  </a:cubicBezTo>
                  <a:cubicBezTo>
                    <a:pt x="354139" y="193262"/>
                    <a:pt x="379952" y="203549"/>
                    <a:pt x="385096" y="204597"/>
                  </a:cubicBezTo>
                  <a:cubicBezTo>
                    <a:pt x="386239" y="204788"/>
                    <a:pt x="387191" y="204978"/>
                    <a:pt x="388334" y="205169"/>
                  </a:cubicBezTo>
                  <a:cubicBezTo>
                    <a:pt x="394525" y="206312"/>
                    <a:pt x="400717" y="207264"/>
                    <a:pt x="407003" y="208312"/>
                  </a:cubicBezTo>
                  <a:cubicBezTo>
                    <a:pt x="410051" y="208788"/>
                    <a:pt x="413290" y="209360"/>
                    <a:pt x="416338" y="209931"/>
                  </a:cubicBezTo>
                  <a:cubicBezTo>
                    <a:pt x="417481" y="210026"/>
                    <a:pt x="418433" y="210312"/>
                    <a:pt x="419576" y="210503"/>
                  </a:cubicBezTo>
                  <a:cubicBezTo>
                    <a:pt x="420433" y="209741"/>
                    <a:pt x="421100" y="208598"/>
                    <a:pt x="421291" y="207074"/>
                  </a:cubicBezTo>
                  <a:cubicBezTo>
                    <a:pt x="422148" y="204121"/>
                    <a:pt x="421767" y="199930"/>
                    <a:pt x="421291" y="195834"/>
                  </a:cubicBezTo>
                  <a:cubicBezTo>
                    <a:pt x="420814" y="191357"/>
                    <a:pt x="420338" y="186785"/>
                    <a:pt x="421005" y="183928"/>
                  </a:cubicBezTo>
                  <a:cubicBezTo>
                    <a:pt x="422624" y="177165"/>
                    <a:pt x="425958" y="171736"/>
                    <a:pt x="427387" y="164878"/>
                  </a:cubicBezTo>
                  <a:cubicBezTo>
                    <a:pt x="429196" y="155353"/>
                    <a:pt x="430435" y="141732"/>
                    <a:pt x="434816" y="131445"/>
                  </a:cubicBezTo>
                  <a:cubicBezTo>
                    <a:pt x="435864" y="128969"/>
                    <a:pt x="437197" y="126587"/>
                    <a:pt x="438626" y="124587"/>
                  </a:cubicBezTo>
                  <a:cubicBezTo>
                    <a:pt x="439007" y="124016"/>
                    <a:pt x="439388" y="123635"/>
                    <a:pt x="439769" y="123349"/>
                  </a:cubicBezTo>
                  <a:cubicBezTo>
                    <a:pt x="441388" y="121730"/>
                    <a:pt x="443103" y="121825"/>
                    <a:pt x="445198" y="120491"/>
                  </a:cubicBezTo>
                  <a:cubicBezTo>
                    <a:pt x="446627" y="119539"/>
                    <a:pt x="448056" y="118586"/>
                    <a:pt x="449389" y="117539"/>
                  </a:cubicBezTo>
                  <a:cubicBezTo>
                    <a:pt x="454247" y="114300"/>
                    <a:pt x="458819" y="110966"/>
                    <a:pt x="463487" y="107442"/>
                  </a:cubicBezTo>
                  <a:cubicBezTo>
                    <a:pt x="472821" y="100298"/>
                    <a:pt x="479679" y="93917"/>
                    <a:pt x="484441" y="83915"/>
                  </a:cubicBezTo>
                  <a:cubicBezTo>
                    <a:pt x="487680" y="77057"/>
                    <a:pt x="493966" y="70390"/>
                    <a:pt x="499396" y="64199"/>
                  </a:cubicBezTo>
                  <a:cubicBezTo>
                    <a:pt x="499967" y="63722"/>
                    <a:pt x="500348" y="63151"/>
                    <a:pt x="500824" y="62675"/>
                  </a:cubicBezTo>
                  <a:cubicBezTo>
                    <a:pt x="502920" y="60293"/>
                    <a:pt x="505111" y="58579"/>
                    <a:pt x="507302" y="57245"/>
                  </a:cubicBezTo>
                  <a:cubicBezTo>
                    <a:pt x="511493" y="54578"/>
                    <a:pt x="515874" y="52864"/>
                    <a:pt x="520065" y="49340"/>
                  </a:cubicBezTo>
                  <a:cubicBezTo>
                    <a:pt x="526352" y="44291"/>
                    <a:pt x="532447" y="40291"/>
                    <a:pt x="537686" y="34385"/>
                  </a:cubicBezTo>
                  <a:cubicBezTo>
                    <a:pt x="540353" y="31433"/>
                    <a:pt x="542449" y="26003"/>
                    <a:pt x="545306" y="23432"/>
                  </a:cubicBezTo>
                  <a:cubicBezTo>
                    <a:pt x="550640" y="18669"/>
                    <a:pt x="557784" y="20860"/>
                    <a:pt x="564166" y="22384"/>
                  </a:cubicBezTo>
                  <a:cubicBezTo>
                    <a:pt x="565499" y="22670"/>
                    <a:pt x="566928" y="22955"/>
                    <a:pt x="568071" y="23241"/>
                  </a:cubicBezTo>
                  <a:cubicBezTo>
                    <a:pt x="570166" y="20384"/>
                    <a:pt x="569309" y="16002"/>
                    <a:pt x="568071" y="11621"/>
                  </a:cubicBezTo>
                  <a:lnTo>
                    <a:pt x="572262" y="0"/>
                  </a:lnTo>
                  <a:lnTo>
                    <a:pt x="574643" y="857"/>
                  </a:lnTo>
                  <a:cubicBezTo>
                    <a:pt x="573500" y="3905"/>
                    <a:pt x="571976" y="6001"/>
                    <a:pt x="574167" y="9811"/>
                  </a:cubicBezTo>
                  <a:cubicBezTo>
                    <a:pt x="575024" y="11049"/>
                    <a:pt x="576167" y="12287"/>
                    <a:pt x="577310" y="13430"/>
                  </a:cubicBezTo>
                  <a:cubicBezTo>
                    <a:pt x="579691" y="15621"/>
                    <a:pt x="582549" y="17812"/>
                    <a:pt x="584454" y="20288"/>
                  </a:cubicBezTo>
                  <a:cubicBezTo>
                    <a:pt x="588836" y="26099"/>
                    <a:pt x="591312" y="26289"/>
                    <a:pt x="596741" y="29813"/>
                  </a:cubicBezTo>
                  <a:cubicBezTo>
                    <a:pt x="605219" y="35147"/>
                    <a:pt x="609314" y="48101"/>
                    <a:pt x="609505" y="58388"/>
                  </a:cubicBezTo>
                  <a:cubicBezTo>
                    <a:pt x="617506" y="62960"/>
                    <a:pt x="623506" y="67818"/>
                    <a:pt x="630936" y="73628"/>
                  </a:cubicBezTo>
                  <a:cubicBezTo>
                    <a:pt x="632365" y="74676"/>
                    <a:pt x="633698" y="75724"/>
                    <a:pt x="635127" y="76486"/>
                  </a:cubicBezTo>
                  <a:cubicBezTo>
                    <a:pt x="637889" y="78296"/>
                    <a:pt x="640652" y="79629"/>
                    <a:pt x="643414" y="80867"/>
                  </a:cubicBezTo>
                  <a:cubicBezTo>
                    <a:pt x="649986" y="83630"/>
                    <a:pt x="656844" y="85344"/>
                    <a:pt x="663988" y="87916"/>
                  </a:cubicBezTo>
                  <a:cubicBezTo>
                    <a:pt x="665036" y="86106"/>
                    <a:pt x="666464" y="85820"/>
                    <a:pt x="668369" y="87059"/>
                  </a:cubicBezTo>
                  <a:cubicBezTo>
                    <a:pt x="671989" y="90011"/>
                    <a:pt x="674561" y="93726"/>
                    <a:pt x="676180" y="98203"/>
                  </a:cubicBezTo>
                  <a:cubicBezTo>
                    <a:pt x="679323" y="104585"/>
                    <a:pt x="680466" y="110585"/>
                    <a:pt x="686657" y="114681"/>
                  </a:cubicBezTo>
                  <a:cubicBezTo>
                    <a:pt x="692468" y="118396"/>
                    <a:pt x="700754" y="120968"/>
                    <a:pt x="708850" y="123158"/>
                  </a:cubicBezTo>
                  <a:cubicBezTo>
                    <a:pt x="711898" y="123920"/>
                    <a:pt x="714947" y="124873"/>
                    <a:pt x="717804" y="125730"/>
                  </a:cubicBezTo>
                  <a:cubicBezTo>
                    <a:pt x="719899" y="126397"/>
                    <a:pt x="721900" y="126968"/>
                    <a:pt x="723710" y="127635"/>
                  </a:cubicBezTo>
                  <a:cubicBezTo>
                    <a:pt x="733425" y="131255"/>
                    <a:pt x="733520" y="130588"/>
                    <a:pt x="742093" y="129826"/>
                  </a:cubicBezTo>
                  <a:cubicBezTo>
                    <a:pt x="742950" y="129731"/>
                    <a:pt x="748379" y="129445"/>
                    <a:pt x="749141" y="129159"/>
                  </a:cubicBezTo>
                  <a:cubicBezTo>
                    <a:pt x="750856" y="127349"/>
                    <a:pt x="752951" y="126016"/>
                    <a:pt x="755332" y="125159"/>
                  </a:cubicBezTo>
                  <a:lnTo>
                    <a:pt x="769144" y="122968"/>
                  </a:lnTo>
                  <a:cubicBezTo>
                    <a:pt x="771620" y="122206"/>
                    <a:pt x="773621" y="120872"/>
                    <a:pt x="775430" y="118967"/>
                  </a:cubicBezTo>
                  <a:cubicBezTo>
                    <a:pt x="777049" y="119063"/>
                    <a:pt x="778764" y="119158"/>
                    <a:pt x="780383" y="119348"/>
                  </a:cubicBezTo>
                  <a:cubicBezTo>
                    <a:pt x="783241" y="118586"/>
                    <a:pt x="786289" y="117443"/>
                    <a:pt x="789146" y="116491"/>
                  </a:cubicBezTo>
                  <a:cubicBezTo>
                    <a:pt x="794766" y="114491"/>
                    <a:pt x="797243" y="112109"/>
                    <a:pt x="802386" y="113919"/>
                  </a:cubicBezTo>
                  <a:cubicBezTo>
                    <a:pt x="802862" y="114110"/>
                    <a:pt x="803338" y="114395"/>
                    <a:pt x="803815" y="114586"/>
                  </a:cubicBezTo>
                  <a:cubicBezTo>
                    <a:pt x="808482" y="116681"/>
                    <a:pt x="807720" y="117729"/>
                    <a:pt x="809911" y="120491"/>
                  </a:cubicBezTo>
                  <a:cubicBezTo>
                    <a:pt x="810197" y="120872"/>
                    <a:pt x="810387" y="121158"/>
                    <a:pt x="810673" y="121539"/>
                  </a:cubicBezTo>
                  <a:cubicBezTo>
                    <a:pt x="816673" y="128492"/>
                    <a:pt x="828485" y="126778"/>
                    <a:pt x="834485" y="133350"/>
                  </a:cubicBezTo>
                  <a:cubicBezTo>
                    <a:pt x="836771" y="135731"/>
                    <a:pt x="835914" y="138970"/>
                    <a:pt x="839057" y="141351"/>
                  </a:cubicBezTo>
                  <a:cubicBezTo>
                    <a:pt x="843439" y="144780"/>
                    <a:pt x="852202" y="146018"/>
                    <a:pt x="857536" y="147923"/>
                  </a:cubicBezTo>
                  <a:cubicBezTo>
                    <a:pt x="864489" y="150400"/>
                    <a:pt x="871347" y="152495"/>
                    <a:pt x="878205" y="154591"/>
                  </a:cubicBezTo>
                  <a:cubicBezTo>
                    <a:pt x="881158" y="155448"/>
                    <a:pt x="884206" y="156305"/>
                    <a:pt x="887254" y="157067"/>
                  </a:cubicBezTo>
                  <a:cubicBezTo>
                    <a:pt x="898970" y="160401"/>
                    <a:pt x="910780" y="163640"/>
                    <a:pt x="922591" y="167926"/>
                  </a:cubicBezTo>
                  <a:cubicBezTo>
                    <a:pt x="933926" y="172022"/>
                    <a:pt x="948309" y="174689"/>
                    <a:pt x="954596" y="186404"/>
                  </a:cubicBezTo>
                  <a:cubicBezTo>
                    <a:pt x="955262" y="187643"/>
                    <a:pt x="955548" y="188976"/>
                    <a:pt x="955834" y="190310"/>
                  </a:cubicBezTo>
                  <a:cubicBezTo>
                    <a:pt x="956310" y="192215"/>
                    <a:pt x="956881" y="193929"/>
                    <a:pt x="958691" y="195072"/>
                  </a:cubicBezTo>
                  <a:cubicBezTo>
                    <a:pt x="960025" y="195929"/>
                    <a:pt x="961739" y="196215"/>
                    <a:pt x="963549" y="196310"/>
                  </a:cubicBezTo>
                  <a:cubicBezTo>
                    <a:pt x="966883" y="196406"/>
                    <a:pt x="970597" y="195644"/>
                    <a:pt x="973455" y="196406"/>
                  </a:cubicBezTo>
                  <a:cubicBezTo>
                    <a:pt x="980599" y="198215"/>
                    <a:pt x="986695" y="203454"/>
                    <a:pt x="994505" y="201930"/>
                  </a:cubicBezTo>
                  <a:cubicBezTo>
                    <a:pt x="999744" y="200882"/>
                    <a:pt x="1003268" y="196691"/>
                    <a:pt x="1007936" y="194405"/>
                  </a:cubicBezTo>
                  <a:cubicBezTo>
                    <a:pt x="1022699" y="186785"/>
                    <a:pt x="1032034" y="189738"/>
                    <a:pt x="1044702" y="194405"/>
                  </a:cubicBezTo>
                  <a:cubicBezTo>
                    <a:pt x="1046893" y="195263"/>
                    <a:pt x="1049179" y="196120"/>
                    <a:pt x="1051465" y="196977"/>
                  </a:cubicBezTo>
                  <a:cubicBezTo>
                    <a:pt x="1052036" y="197168"/>
                    <a:pt x="1052703" y="197453"/>
                    <a:pt x="1053370" y="197739"/>
                  </a:cubicBezTo>
                  <a:cubicBezTo>
                    <a:pt x="1058894" y="200025"/>
                    <a:pt x="1066705" y="204407"/>
                    <a:pt x="1071944" y="204407"/>
                  </a:cubicBezTo>
                  <a:cubicBezTo>
                    <a:pt x="1074896" y="204407"/>
                    <a:pt x="1077468" y="202692"/>
                    <a:pt x="1079945" y="202597"/>
                  </a:cubicBezTo>
                  <a:cubicBezTo>
                    <a:pt x="1090803" y="202311"/>
                    <a:pt x="1109186" y="227933"/>
                    <a:pt x="1121093" y="218885"/>
                  </a:cubicBezTo>
                  <a:cubicBezTo>
                    <a:pt x="1125093" y="221456"/>
                    <a:pt x="1124426" y="224504"/>
                    <a:pt x="1123283" y="227648"/>
                  </a:cubicBezTo>
                  <a:lnTo>
                    <a:pt x="1122712" y="229267"/>
                  </a:lnTo>
                  <a:cubicBezTo>
                    <a:pt x="1122140" y="230886"/>
                    <a:pt x="1121664" y="232505"/>
                    <a:pt x="1121759" y="234029"/>
                  </a:cubicBezTo>
                  <a:cubicBezTo>
                    <a:pt x="1122140" y="236887"/>
                    <a:pt x="1124522" y="240411"/>
                    <a:pt x="1127284" y="243840"/>
                  </a:cubicBezTo>
                  <a:cubicBezTo>
                    <a:pt x="1130522" y="247555"/>
                    <a:pt x="1134332" y="251079"/>
                    <a:pt x="1136714" y="253174"/>
                  </a:cubicBezTo>
                  <a:cubicBezTo>
                    <a:pt x="1143476" y="258985"/>
                    <a:pt x="1145000" y="257556"/>
                    <a:pt x="1151858" y="258128"/>
                  </a:cubicBezTo>
                  <a:cubicBezTo>
                    <a:pt x="1157097" y="258509"/>
                    <a:pt x="1161955" y="260985"/>
                    <a:pt x="1167098" y="262795"/>
                  </a:cubicBezTo>
                  <a:cubicBezTo>
                    <a:pt x="1176242" y="266129"/>
                    <a:pt x="1185386" y="269558"/>
                    <a:pt x="1194625" y="272701"/>
                  </a:cubicBezTo>
                  <a:cubicBezTo>
                    <a:pt x="1195578" y="273082"/>
                    <a:pt x="1196435" y="273272"/>
                    <a:pt x="1197102" y="273463"/>
                  </a:cubicBezTo>
                  <a:cubicBezTo>
                    <a:pt x="1201007" y="274701"/>
                    <a:pt x="1202817" y="274701"/>
                    <a:pt x="1207103" y="273082"/>
                  </a:cubicBezTo>
                  <a:cubicBezTo>
                    <a:pt x="1207580" y="272891"/>
                    <a:pt x="1208056" y="272606"/>
                    <a:pt x="1208627" y="272415"/>
                  </a:cubicBezTo>
                  <a:cubicBezTo>
                    <a:pt x="1214152" y="270129"/>
                    <a:pt x="1213866" y="271272"/>
                    <a:pt x="1219295" y="271272"/>
                  </a:cubicBezTo>
                  <a:cubicBezTo>
                    <a:pt x="1225106" y="271177"/>
                    <a:pt x="1226630" y="270129"/>
                    <a:pt x="1232821" y="272510"/>
                  </a:cubicBezTo>
                  <a:cubicBezTo>
                    <a:pt x="1239869" y="275177"/>
                    <a:pt x="1248156" y="279845"/>
                    <a:pt x="1255681" y="280511"/>
                  </a:cubicBezTo>
                  <a:cubicBezTo>
                    <a:pt x="1264539" y="281369"/>
                    <a:pt x="1268444" y="275463"/>
                    <a:pt x="1277303" y="278130"/>
                  </a:cubicBezTo>
                  <a:cubicBezTo>
                    <a:pt x="1279684" y="278892"/>
                    <a:pt x="1282256" y="280035"/>
                    <a:pt x="1284732" y="281178"/>
                  </a:cubicBezTo>
                  <a:cubicBezTo>
                    <a:pt x="1287494" y="282321"/>
                    <a:pt x="1290161" y="283559"/>
                    <a:pt x="1292923" y="283940"/>
                  </a:cubicBezTo>
                  <a:cubicBezTo>
                    <a:pt x="1293114" y="283940"/>
                    <a:pt x="1293400" y="283940"/>
                    <a:pt x="1293590" y="283940"/>
                  </a:cubicBezTo>
                  <a:cubicBezTo>
                    <a:pt x="1298448" y="284512"/>
                    <a:pt x="1301210" y="282512"/>
                    <a:pt x="1305782" y="281273"/>
                  </a:cubicBezTo>
                  <a:cubicBezTo>
                    <a:pt x="1320832" y="277463"/>
                    <a:pt x="1337310" y="291846"/>
                    <a:pt x="1352360" y="294037"/>
                  </a:cubicBezTo>
                  <a:cubicBezTo>
                    <a:pt x="1353788" y="292703"/>
                    <a:pt x="1354931" y="290989"/>
                    <a:pt x="1355598" y="289179"/>
                  </a:cubicBezTo>
                  <a:cubicBezTo>
                    <a:pt x="1359980" y="289751"/>
                    <a:pt x="1359598" y="295085"/>
                    <a:pt x="1362361" y="297656"/>
                  </a:cubicBezTo>
                  <a:cubicBezTo>
                    <a:pt x="1363694" y="298895"/>
                    <a:pt x="1365885" y="299847"/>
                    <a:pt x="1368076" y="300609"/>
                  </a:cubicBezTo>
                  <a:cubicBezTo>
                    <a:pt x="1369409" y="301181"/>
                    <a:pt x="1370743" y="301752"/>
                    <a:pt x="1371695" y="302324"/>
                  </a:cubicBezTo>
                  <a:cubicBezTo>
                    <a:pt x="1373219" y="303181"/>
                    <a:pt x="1374743" y="304229"/>
                    <a:pt x="1376267" y="305276"/>
                  </a:cubicBezTo>
                  <a:cubicBezTo>
                    <a:pt x="1382839" y="310039"/>
                    <a:pt x="1388650" y="315849"/>
                    <a:pt x="1397032" y="317849"/>
                  </a:cubicBezTo>
                  <a:cubicBezTo>
                    <a:pt x="1406081" y="320040"/>
                    <a:pt x="1415320" y="316611"/>
                    <a:pt x="1424654" y="317849"/>
                  </a:cubicBezTo>
                  <a:cubicBezTo>
                    <a:pt x="1427416" y="318230"/>
                    <a:pt x="1429893" y="319754"/>
                    <a:pt x="1432465" y="320040"/>
                  </a:cubicBezTo>
                  <a:cubicBezTo>
                    <a:pt x="1434560" y="320231"/>
                    <a:pt x="1436941" y="319278"/>
                    <a:pt x="1438561" y="319373"/>
                  </a:cubicBezTo>
                  <a:cubicBezTo>
                    <a:pt x="1442371" y="319659"/>
                    <a:pt x="1446562" y="321088"/>
                    <a:pt x="1450562" y="322707"/>
                  </a:cubicBezTo>
                  <a:cubicBezTo>
                    <a:pt x="1453515" y="323850"/>
                    <a:pt x="1456468" y="325184"/>
                    <a:pt x="1459230" y="326136"/>
                  </a:cubicBezTo>
                  <a:lnTo>
                    <a:pt x="1459706" y="326326"/>
                  </a:lnTo>
                  <a:cubicBezTo>
                    <a:pt x="1466374" y="328708"/>
                    <a:pt x="1473041" y="330994"/>
                    <a:pt x="1479709" y="333566"/>
                  </a:cubicBezTo>
                  <a:cubicBezTo>
                    <a:pt x="1479709" y="334232"/>
                    <a:pt x="1479709" y="334899"/>
                    <a:pt x="1479042" y="335566"/>
                  </a:cubicBezTo>
                  <a:cubicBezTo>
                    <a:pt x="1475613" y="337090"/>
                    <a:pt x="1472565" y="339376"/>
                    <a:pt x="1469993" y="342233"/>
                  </a:cubicBezTo>
                  <a:cubicBezTo>
                    <a:pt x="1467422" y="345567"/>
                    <a:pt x="1462564" y="356330"/>
                    <a:pt x="1462373" y="360998"/>
                  </a:cubicBezTo>
                  <a:cubicBezTo>
                    <a:pt x="1461992" y="368046"/>
                    <a:pt x="1462754" y="365855"/>
                    <a:pt x="1467040" y="370523"/>
                  </a:cubicBezTo>
                  <a:cubicBezTo>
                    <a:pt x="1470089" y="373761"/>
                    <a:pt x="1472756" y="374904"/>
                    <a:pt x="1476089" y="377571"/>
                  </a:cubicBezTo>
                  <a:cubicBezTo>
                    <a:pt x="1482281" y="382619"/>
                    <a:pt x="1481519" y="379095"/>
                    <a:pt x="1483519" y="388715"/>
                  </a:cubicBezTo>
                  <a:cubicBezTo>
                    <a:pt x="1485233" y="396335"/>
                    <a:pt x="1485900" y="402336"/>
                    <a:pt x="1484566" y="408432"/>
                  </a:cubicBezTo>
                  <a:cubicBezTo>
                    <a:pt x="1483900" y="411290"/>
                    <a:pt x="1482852" y="414052"/>
                    <a:pt x="1481138" y="417100"/>
                  </a:cubicBezTo>
                  <a:cubicBezTo>
                    <a:pt x="1480566" y="418148"/>
                    <a:pt x="1479899" y="419291"/>
                    <a:pt x="1479137" y="420529"/>
                  </a:cubicBezTo>
                  <a:cubicBezTo>
                    <a:pt x="1476661" y="424434"/>
                    <a:pt x="1474470" y="421291"/>
                    <a:pt x="1474661" y="427958"/>
                  </a:cubicBezTo>
                  <a:cubicBezTo>
                    <a:pt x="1474946" y="435197"/>
                    <a:pt x="1481423" y="444818"/>
                    <a:pt x="1484376" y="451199"/>
                  </a:cubicBezTo>
                  <a:cubicBezTo>
                    <a:pt x="1487900" y="458629"/>
                    <a:pt x="1489329" y="462534"/>
                    <a:pt x="1488948" y="467487"/>
                  </a:cubicBezTo>
                  <a:cubicBezTo>
                    <a:pt x="1488662" y="470440"/>
                    <a:pt x="1487710" y="473678"/>
                    <a:pt x="1486281" y="478250"/>
                  </a:cubicBezTo>
                  <a:cubicBezTo>
                    <a:pt x="1484566" y="483680"/>
                    <a:pt x="1483709" y="490823"/>
                    <a:pt x="1482662" y="498158"/>
                  </a:cubicBezTo>
                  <a:cubicBezTo>
                    <a:pt x="1482185" y="501206"/>
                    <a:pt x="1481709" y="504444"/>
                    <a:pt x="1481042" y="507397"/>
                  </a:cubicBezTo>
                  <a:cubicBezTo>
                    <a:pt x="1479042" y="516731"/>
                    <a:pt x="1475708" y="525113"/>
                    <a:pt x="1468564" y="528828"/>
                  </a:cubicBezTo>
                  <a:cubicBezTo>
                    <a:pt x="1470089" y="529685"/>
                    <a:pt x="1472756" y="531209"/>
                    <a:pt x="1475327" y="532924"/>
                  </a:cubicBezTo>
                  <a:cubicBezTo>
                    <a:pt x="1478852" y="535210"/>
                    <a:pt x="1482281" y="537782"/>
                    <a:pt x="1483043" y="540163"/>
                  </a:cubicBezTo>
                  <a:cubicBezTo>
                    <a:pt x="1485614" y="548069"/>
                    <a:pt x="1474089" y="558356"/>
                    <a:pt x="1476280" y="566833"/>
                  </a:cubicBezTo>
                  <a:cubicBezTo>
                    <a:pt x="1477232" y="570833"/>
                    <a:pt x="1479423" y="569976"/>
                    <a:pt x="1479137" y="574929"/>
                  </a:cubicBezTo>
                  <a:cubicBezTo>
                    <a:pt x="1478947" y="577501"/>
                    <a:pt x="1476565" y="581216"/>
                    <a:pt x="1475708" y="583692"/>
                  </a:cubicBezTo>
                  <a:cubicBezTo>
                    <a:pt x="1475518" y="584264"/>
                    <a:pt x="1475137" y="584930"/>
                    <a:pt x="1474851" y="585692"/>
                  </a:cubicBezTo>
                  <a:cubicBezTo>
                    <a:pt x="1473708" y="588264"/>
                    <a:pt x="1472374" y="591312"/>
                    <a:pt x="1471231" y="594265"/>
                  </a:cubicBezTo>
                  <a:cubicBezTo>
                    <a:pt x="1470279" y="596837"/>
                    <a:pt x="1469612" y="599313"/>
                    <a:pt x="1469517" y="601504"/>
                  </a:cubicBezTo>
                  <a:cubicBezTo>
                    <a:pt x="1469136" y="610172"/>
                    <a:pt x="1481995" y="625697"/>
                    <a:pt x="1470660" y="630650"/>
                  </a:cubicBezTo>
                  <a:cubicBezTo>
                    <a:pt x="1468946" y="631317"/>
                    <a:pt x="1465516" y="628460"/>
                    <a:pt x="1463897" y="629222"/>
                  </a:cubicBezTo>
                  <a:cubicBezTo>
                    <a:pt x="1459516" y="631412"/>
                    <a:pt x="1457801" y="637699"/>
                    <a:pt x="1455039" y="641414"/>
                  </a:cubicBezTo>
                  <a:cubicBezTo>
                    <a:pt x="1448562" y="649986"/>
                    <a:pt x="1447514" y="649415"/>
                    <a:pt x="1437894" y="647414"/>
                  </a:cubicBezTo>
                  <a:cubicBezTo>
                    <a:pt x="1436465" y="650939"/>
                    <a:pt x="1433798" y="650843"/>
                    <a:pt x="1432179" y="653225"/>
                  </a:cubicBezTo>
                  <a:cubicBezTo>
                    <a:pt x="1431989" y="653415"/>
                    <a:pt x="1431893" y="653796"/>
                    <a:pt x="1431798" y="654082"/>
                  </a:cubicBezTo>
                  <a:cubicBezTo>
                    <a:pt x="1430750" y="655892"/>
                    <a:pt x="1430369" y="657987"/>
                    <a:pt x="1429226" y="659606"/>
                  </a:cubicBezTo>
                  <a:lnTo>
                    <a:pt x="1429226" y="659606"/>
                  </a:lnTo>
                  <a:cubicBezTo>
                    <a:pt x="1427131" y="662369"/>
                    <a:pt x="1425321" y="665036"/>
                    <a:pt x="1423416" y="667512"/>
                  </a:cubicBezTo>
                  <a:cubicBezTo>
                    <a:pt x="1420463" y="671608"/>
                    <a:pt x="1417320" y="675227"/>
                    <a:pt x="1413224" y="678275"/>
                  </a:cubicBezTo>
                  <a:cubicBezTo>
                    <a:pt x="1410843" y="680085"/>
                    <a:pt x="1408081" y="681800"/>
                    <a:pt x="1404842" y="683133"/>
                  </a:cubicBezTo>
                  <a:cubicBezTo>
                    <a:pt x="1395031" y="687419"/>
                    <a:pt x="1394174" y="688181"/>
                    <a:pt x="1393412" y="698659"/>
                  </a:cubicBezTo>
                  <a:cubicBezTo>
                    <a:pt x="1392841" y="708279"/>
                    <a:pt x="1393698" y="715042"/>
                    <a:pt x="1396746" y="724091"/>
                  </a:cubicBezTo>
                  <a:cubicBezTo>
                    <a:pt x="1396746" y="724091"/>
                    <a:pt x="1396746" y="724281"/>
                    <a:pt x="1396746" y="724376"/>
                  </a:cubicBezTo>
                  <a:cubicBezTo>
                    <a:pt x="1396746" y="724376"/>
                    <a:pt x="1396679" y="724376"/>
                    <a:pt x="1396556" y="724376"/>
                  </a:cubicBezTo>
                  <a:cubicBezTo>
                    <a:pt x="1391888" y="723995"/>
                    <a:pt x="1388936" y="720376"/>
                    <a:pt x="1384173" y="721709"/>
                  </a:cubicBezTo>
                  <a:cubicBezTo>
                    <a:pt x="1382649" y="722186"/>
                    <a:pt x="1378648" y="726472"/>
                    <a:pt x="1375220" y="730758"/>
                  </a:cubicBezTo>
                  <a:cubicBezTo>
                    <a:pt x="1372838" y="733520"/>
                    <a:pt x="1370743" y="736378"/>
                    <a:pt x="1369695" y="737997"/>
                  </a:cubicBezTo>
                  <a:lnTo>
                    <a:pt x="1369314" y="738569"/>
                  </a:lnTo>
                  <a:lnTo>
                    <a:pt x="1369314" y="738569"/>
                  </a:lnTo>
                  <a:cubicBezTo>
                    <a:pt x="1363599" y="748379"/>
                    <a:pt x="1361504" y="761714"/>
                    <a:pt x="1357503" y="772382"/>
                  </a:cubicBezTo>
                  <a:cubicBezTo>
                    <a:pt x="1355312" y="778097"/>
                    <a:pt x="1351502" y="784289"/>
                    <a:pt x="1353122" y="790575"/>
                  </a:cubicBezTo>
                  <a:cubicBezTo>
                    <a:pt x="1354455" y="796195"/>
                    <a:pt x="1358551" y="797909"/>
                    <a:pt x="1358074" y="804005"/>
                  </a:cubicBezTo>
                  <a:cubicBezTo>
                    <a:pt x="1357789" y="806958"/>
                    <a:pt x="1356360" y="810387"/>
                    <a:pt x="1354836" y="813816"/>
                  </a:cubicBezTo>
                  <a:cubicBezTo>
                    <a:pt x="1353693" y="816578"/>
                    <a:pt x="1352360" y="819150"/>
                    <a:pt x="1351502" y="821436"/>
                  </a:cubicBezTo>
                  <a:lnTo>
                    <a:pt x="1351121" y="822389"/>
                  </a:lnTo>
                  <a:cubicBezTo>
                    <a:pt x="1347788" y="831914"/>
                    <a:pt x="1347978" y="839915"/>
                    <a:pt x="1345882" y="849630"/>
                  </a:cubicBezTo>
                  <a:cubicBezTo>
                    <a:pt x="1347692" y="850487"/>
                    <a:pt x="1349312" y="851249"/>
                    <a:pt x="1350740" y="852011"/>
                  </a:cubicBezTo>
                  <a:cubicBezTo>
                    <a:pt x="1354169" y="853821"/>
                    <a:pt x="1356455" y="855821"/>
                    <a:pt x="1357503" y="860774"/>
                  </a:cubicBezTo>
                  <a:cubicBezTo>
                    <a:pt x="1357503" y="860965"/>
                    <a:pt x="1357503" y="861060"/>
                    <a:pt x="1357598" y="861346"/>
                  </a:cubicBezTo>
                  <a:cubicBezTo>
                    <a:pt x="1358646" y="866775"/>
                    <a:pt x="1355693" y="869537"/>
                    <a:pt x="1355789" y="874871"/>
                  </a:cubicBezTo>
                  <a:cubicBezTo>
                    <a:pt x="1355789" y="881158"/>
                    <a:pt x="1360551" y="887444"/>
                    <a:pt x="1360361" y="894493"/>
                  </a:cubicBezTo>
                  <a:cubicBezTo>
                    <a:pt x="1360265" y="897636"/>
                    <a:pt x="1359789" y="901827"/>
                    <a:pt x="1359027" y="905923"/>
                  </a:cubicBezTo>
                  <a:cubicBezTo>
                    <a:pt x="1358456" y="908971"/>
                    <a:pt x="1357789" y="911924"/>
                    <a:pt x="1357027" y="914210"/>
                  </a:cubicBezTo>
                  <a:lnTo>
                    <a:pt x="1356741" y="914972"/>
                  </a:lnTo>
                  <a:cubicBezTo>
                    <a:pt x="1354455" y="921449"/>
                    <a:pt x="1352931" y="919925"/>
                    <a:pt x="1348454" y="923735"/>
                  </a:cubicBezTo>
                  <a:cubicBezTo>
                    <a:pt x="1342263" y="929069"/>
                    <a:pt x="1343597" y="938498"/>
                    <a:pt x="1337786" y="943737"/>
                  </a:cubicBezTo>
                  <a:cubicBezTo>
                    <a:pt x="1331786" y="949166"/>
                    <a:pt x="1330452" y="945166"/>
                    <a:pt x="1327118" y="953738"/>
                  </a:cubicBezTo>
                  <a:cubicBezTo>
                    <a:pt x="1324547" y="960120"/>
                    <a:pt x="1319403" y="969454"/>
                    <a:pt x="1319689" y="976122"/>
                  </a:cubicBezTo>
                  <a:cubicBezTo>
                    <a:pt x="1325308" y="977646"/>
                    <a:pt x="1326452" y="980408"/>
                    <a:pt x="1327309" y="984790"/>
                  </a:cubicBezTo>
                  <a:cubicBezTo>
                    <a:pt x="1327404" y="985552"/>
                    <a:pt x="1327595" y="986409"/>
                    <a:pt x="1327785" y="987266"/>
                  </a:cubicBezTo>
                  <a:cubicBezTo>
                    <a:pt x="1328452" y="990695"/>
                    <a:pt x="1329976" y="993267"/>
                    <a:pt x="1331119" y="996125"/>
                  </a:cubicBezTo>
                  <a:cubicBezTo>
                    <a:pt x="1331405" y="996887"/>
                    <a:pt x="1331690" y="997839"/>
                    <a:pt x="1331976" y="998792"/>
                  </a:cubicBezTo>
                  <a:cubicBezTo>
                    <a:pt x="1333881" y="1007650"/>
                    <a:pt x="1326547" y="1022890"/>
                    <a:pt x="1318165" y="1026509"/>
                  </a:cubicBezTo>
                  <a:cubicBezTo>
                    <a:pt x="1320451" y="1030415"/>
                    <a:pt x="1317498" y="1036701"/>
                    <a:pt x="1314926" y="1040225"/>
                  </a:cubicBezTo>
                  <a:cubicBezTo>
                    <a:pt x="1307306" y="1038130"/>
                    <a:pt x="1301591" y="1039558"/>
                    <a:pt x="1293876" y="1037654"/>
                  </a:cubicBezTo>
                  <a:lnTo>
                    <a:pt x="1293686" y="1037654"/>
                  </a:lnTo>
                  <a:cubicBezTo>
                    <a:pt x="1289209" y="1044226"/>
                    <a:pt x="1287399" y="1052227"/>
                    <a:pt x="1285304" y="1060133"/>
                  </a:cubicBezTo>
                  <a:cubicBezTo>
                    <a:pt x="1284541" y="1063181"/>
                    <a:pt x="1283589" y="1066133"/>
                    <a:pt x="1282541" y="1068991"/>
                  </a:cubicBezTo>
                  <a:cubicBezTo>
                    <a:pt x="1281684" y="1070991"/>
                    <a:pt x="1280827" y="1072896"/>
                    <a:pt x="1279874" y="1074706"/>
                  </a:cubicBezTo>
                  <a:cubicBezTo>
                    <a:pt x="1277017" y="1079659"/>
                    <a:pt x="1277683" y="1078325"/>
                    <a:pt x="1273683" y="1081088"/>
                  </a:cubicBezTo>
                  <a:cubicBezTo>
                    <a:pt x="1272254" y="1082135"/>
                    <a:pt x="1269587" y="1082993"/>
                    <a:pt x="1267301" y="1084136"/>
                  </a:cubicBezTo>
                  <a:cubicBezTo>
                    <a:pt x="1265396" y="1084993"/>
                    <a:pt x="1263682" y="1086231"/>
                    <a:pt x="1263015" y="1087755"/>
                  </a:cubicBezTo>
                  <a:cubicBezTo>
                    <a:pt x="1262158" y="1089946"/>
                    <a:pt x="1262444" y="1092518"/>
                    <a:pt x="1263301" y="1095280"/>
                  </a:cubicBezTo>
                  <a:cubicBezTo>
                    <a:pt x="1264730" y="1099947"/>
                    <a:pt x="1267397" y="1104805"/>
                    <a:pt x="1267968" y="1108329"/>
                  </a:cubicBezTo>
                  <a:cubicBezTo>
                    <a:pt x="1267968" y="1108615"/>
                    <a:pt x="1267968" y="1108901"/>
                    <a:pt x="1268158" y="1109282"/>
                  </a:cubicBezTo>
                  <a:cubicBezTo>
                    <a:pt x="1269111" y="1115092"/>
                    <a:pt x="1268825" y="1115282"/>
                    <a:pt x="1267015" y="1121283"/>
                  </a:cubicBezTo>
                  <a:cubicBezTo>
                    <a:pt x="1265301" y="1126712"/>
                    <a:pt x="1263206" y="1131665"/>
                    <a:pt x="1262158" y="1137095"/>
                  </a:cubicBezTo>
                  <a:cubicBezTo>
                    <a:pt x="1261681" y="1139095"/>
                    <a:pt x="1263015" y="1140809"/>
                    <a:pt x="1263015" y="1142333"/>
                  </a:cubicBezTo>
                  <a:cubicBezTo>
                    <a:pt x="1263015" y="1143572"/>
                    <a:pt x="1262348" y="1144715"/>
                    <a:pt x="1259586" y="1145762"/>
                  </a:cubicBezTo>
                  <a:cubicBezTo>
                    <a:pt x="1259777" y="1147953"/>
                    <a:pt x="1260539" y="1149858"/>
                    <a:pt x="1261586" y="1151763"/>
                  </a:cubicBezTo>
                  <a:cubicBezTo>
                    <a:pt x="1264539" y="1157288"/>
                    <a:pt x="1269492" y="1162050"/>
                    <a:pt x="1268825" y="1169575"/>
                  </a:cubicBezTo>
                  <a:cubicBezTo>
                    <a:pt x="1268254" y="1174909"/>
                    <a:pt x="1264825" y="1183386"/>
                    <a:pt x="1261872" y="1187577"/>
                  </a:cubicBezTo>
                  <a:cubicBezTo>
                    <a:pt x="1259681" y="1187291"/>
                    <a:pt x="1257681" y="1186910"/>
                    <a:pt x="1255586" y="1186720"/>
                  </a:cubicBezTo>
                  <a:cubicBezTo>
                    <a:pt x="1254538" y="1190530"/>
                    <a:pt x="1256062" y="1193673"/>
                    <a:pt x="1255205" y="1197578"/>
                  </a:cubicBezTo>
                  <a:cubicBezTo>
                    <a:pt x="1254728" y="1200245"/>
                    <a:pt x="1251966" y="1202817"/>
                    <a:pt x="1252061" y="1205675"/>
                  </a:cubicBezTo>
                  <a:cubicBezTo>
                    <a:pt x="1252347" y="1216057"/>
                    <a:pt x="1268730" y="1221105"/>
                    <a:pt x="1270635" y="1229487"/>
                  </a:cubicBezTo>
                  <a:cubicBezTo>
                    <a:pt x="1261015" y="1230249"/>
                    <a:pt x="1258633" y="1224058"/>
                    <a:pt x="1255300" y="1230059"/>
                  </a:cubicBezTo>
                  <a:cubicBezTo>
                    <a:pt x="1254538" y="1231297"/>
                    <a:pt x="1253776" y="1233107"/>
                    <a:pt x="1253014" y="1235583"/>
                  </a:cubicBezTo>
                  <a:cubicBezTo>
                    <a:pt x="1252633" y="1236631"/>
                    <a:pt x="1252252" y="1237679"/>
                    <a:pt x="1251966" y="1238726"/>
                  </a:cubicBezTo>
                  <a:cubicBezTo>
                    <a:pt x="1249680" y="1245680"/>
                    <a:pt x="1247299" y="1253014"/>
                    <a:pt x="1244441" y="1259681"/>
                  </a:cubicBezTo>
                  <a:cubicBezTo>
                    <a:pt x="1242250" y="1264539"/>
                    <a:pt x="1238917" y="1267587"/>
                    <a:pt x="1236250" y="1272159"/>
                  </a:cubicBezTo>
                  <a:cubicBezTo>
                    <a:pt x="1233964" y="1276160"/>
                    <a:pt x="1233869" y="1282637"/>
                    <a:pt x="1231106" y="1285970"/>
                  </a:cubicBezTo>
                  <a:cubicBezTo>
                    <a:pt x="1224915" y="1293495"/>
                    <a:pt x="1219295" y="1287685"/>
                    <a:pt x="1211389" y="1287304"/>
                  </a:cubicBezTo>
                  <a:cubicBezTo>
                    <a:pt x="1210532" y="1294352"/>
                    <a:pt x="1217676" y="1295591"/>
                    <a:pt x="1212818" y="1304639"/>
                  </a:cubicBezTo>
                  <a:cubicBezTo>
                    <a:pt x="1212818" y="1304830"/>
                    <a:pt x="1212628" y="1304925"/>
                    <a:pt x="1212532" y="1305116"/>
                  </a:cubicBezTo>
                  <a:cubicBezTo>
                    <a:pt x="1211580" y="1306640"/>
                    <a:pt x="1210628" y="1307783"/>
                    <a:pt x="1209675" y="1308830"/>
                  </a:cubicBezTo>
                  <a:close/>
                </a:path>
              </a:pathLst>
            </a:custGeom>
            <a:solidFill>
              <a:schemeClr val="accent4"/>
            </a:solidFill>
            <a:ln>
              <a:noFill/>
            </a:ln>
            <a:effectLst>
              <a:outerShdw rotWithShape="0" algn="bl" dir="19140000" dist="47625">
                <a:srgbClr val="260D03">
                  <a:alpha val="14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81" name="Google Shape;2081;p71"/>
            <p:cNvGrpSpPr/>
            <p:nvPr/>
          </p:nvGrpSpPr>
          <p:grpSpPr>
            <a:xfrm rot="10800000">
              <a:off x="6784212" y="-617871"/>
              <a:ext cx="3059426" cy="2688663"/>
              <a:chOff x="9590772" y="632648"/>
              <a:chExt cx="1489424" cy="1308925"/>
            </a:xfrm>
          </p:grpSpPr>
          <p:grpSp>
            <p:nvGrpSpPr>
              <p:cNvPr id="2082" name="Google Shape;2082;p71"/>
              <p:cNvGrpSpPr/>
              <p:nvPr/>
            </p:nvGrpSpPr>
            <p:grpSpPr>
              <a:xfrm>
                <a:off x="9590772" y="689798"/>
                <a:ext cx="1484947" cy="1251775"/>
                <a:chOff x="9590772" y="689798"/>
                <a:chExt cx="1484947" cy="1251775"/>
              </a:xfrm>
            </p:grpSpPr>
            <p:sp>
              <p:nvSpPr>
                <p:cNvPr id="2083" name="Google Shape;2083;p71"/>
                <p:cNvSpPr/>
                <p:nvPr/>
              </p:nvSpPr>
              <p:spPr>
                <a:xfrm>
                  <a:off x="10090739" y="689798"/>
                  <a:ext cx="984980" cy="360045"/>
                </a:xfrm>
                <a:custGeom>
                  <a:rect b="b" l="l" r="r" t="t"/>
                  <a:pathLst>
                    <a:path extrusionOk="0" h="360045" w="984980">
                      <a:moveTo>
                        <a:pt x="981647" y="359950"/>
                      </a:moveTo>
                      <a:lnTo>
                        <a:pt x="0" y="6953"/>
                      </a:lnTo>
                      <a:cubicBezTo>
                        <a:pt x="571" y="6477"/>
                        <a:pt x="953" y="5906"/>
                        <a:pt x="1429" y="5429"/>
                      </a:cubicBezTo>
                      <a:cubicBezTo>
                        <a:pt x="3524" y="3048"/>
                        <a:pt x="5715" y="1333"/>
                        <a:pt x="7906" y="0"/>
                      </a:cubicBezTo>
                      <a:lnTo>
                        <a:pt x="984980" y="351377"/>
                      </a:lnTo>
                      <a:cubicBezTo>
                        <a:pt x="984313" y="354235"/>
                        <a:pt x="983266" y="356997"/>
                        <a:pt x="981551" y="360045"/>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4" name="Google Shape;2084;p71"/>
                <p:cNvSpPr/>
                <p:nvPr/>
              </p:nvSpPr>
              <p:spPr>
                <a:xfrm>
                  <a:off x="10025874" y="755045"/>
                  <a:ext cx="1047940" cy="385095"/>
                </a:xfrm>
                <a:custGeom>
                  <a:rect b="b" l="l" r="r" t="t"/>
                  <a:pathLst>
                    <a:path extrusionOk="0" h="385095" w="1047940">
                      <a:moveTo>
                        <a:pt x="1046321" y="385096"/>
                      </a:moveTo>
                      <a:lnTo>
                        <a:pt x="0" y="8763"/>
                      </a:lnTo>
                      <a:lnTo>
                        <a:pt x="3143" y="0"/>
                      </a:lnTo>
                      <a:lnTo>
                        <a:pt x="1047940" y="375761"/>
                      </a:lnTo>
                      <a:cubicBezTo>
                        <a:pt x="1047464" y="378809"/>
                        <a:pt x="1046988" y="382048"/>
                        <a:pt x="1046321" y="38500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5" name="Google Shape;2085;p71"/>
                <p:cNvSpPr/>
                <p:nvPr/>
              </p:nvSpPr>
              <p:spPr>
                <a:xfrm>
                  <a:off x="9979583" y="835150"/>
                  <a:ext cx="1086421" cy="391858"/>
                </a:xfrm>
                <a:custGeom>
                  <a:rect b="b" l="l" r="r" t="t"/>
                  <a:pathLst>
                    <a:path extrusionOk="0" h="391858" w="1086421">
                      <a:moveTo>
                        <a:pt x="1082802" y="391859"/>
                      </a:moveTo>
                      <a:lnTo>
                        <a:pt x="0" y="2476"/>
                      </a:lnTo>
                      <a:cubicBezTo>
                        <a:pt x="6191" y="3619"/>
                        <a:pt x="12382" y="4572"/>
                        <a:pt x="18669" y="5620"/>
                      </a:cubicBezTo>
                      <a:lnTo>
                        <a:pt x="20669" y="0"/>
                      </a:lnTo>
                      <a:lnTo>
                        <a:pt x="1086422" y="383286"/>
                      </a:lnTo>
                      <a:cubicBezTo>
                        <a:pt x="1085279" y="385858"/>
                        <a:pt x="1083945" y="388906"/>
                        <a:pt x="1082802" y="39185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6" name="Google Shape;2086;p71"/>
                <p:cNvSpPr/>
                <p:nvPr/>
              </p:nvSpPr>
              <p:spPr>
                <a:xfrm>
                  <a:off x="9924909" y="900682"/>
                  <a:ext cx="1095470" cy="399478"/>
                </a:xfrm>
                <a:custGeom>
                  <a:rect b="b" l="l" r="r" t="t"/>
                  <a:pathLst>
                    <a:path extrusionOk="0" h="399478" w="1095470">
                      <a:moveTo>
                        <a:pt x="1089660" y="399479"/>
                      </a:moveTo>
                      <a:lnTo>
                        <a:pt x="0" y="7620"/>
                      </a:lnTo>
                      <a:cubicBezTo>
                        <a:pt x="1238" y="5048"/>
                        <a:pt x="2762" y="2667"/>
                        <a:pt x="5048" y="857"/>
                      </a:cubicBezTo>
                      <a:cubicBezTo>
                        <a:pt x="5334" y="572"/>
                        <a:pt x="5810" y="191"/>
                        <a:pt x="6287" y="0"/>
                      </a:cubicBezTo>
                      <a:lnTo>
                        <a:pt x="1095470" y="391668"/>
                      </a:lnTo>
                      <a:cubicBezTo>
                        <a:pt x="1093375" y="394430"/>
                        <a:pt x="1091565" y="397002"/>
                        <a:pt x="1089660" y="39947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7" name="Google Shape;2087;p71"/>
                <p:cNvSpPr/>
                <p:nvPr/>
              </p:nvSpPr>
              <p:spPr>
                <a:xfrm>
                  <a:off x="9844423" y="961452"/>
                  <a:ext cx="1121949" cy="409670"/>
                </a:xfrm>
                <a:custGeom>
                  <a:rect b="b" l="l" r="r" t="t"/>
                  <a:pathLst>
                    <a:path extrusionOk="0" h="409670" w="1121949">
                      <a:moveTo>
                        <a:pt x="1121950" y="401955"/>
                      </a:moveTo>
                      <a:lnTo>
                        <a:pt x="1067467" y="382334"/>
                      </a:lnTo>
                      <a:lnTo>
                        <a:pt x="1058704" y="379190"/>
                      </a:lnTo>
                      <a:lnTo>
                        <a:pt x="987362" y="353568"/>
                      </a:lnTo>
                      <a:lnTo>
                        <a:pt x="978598" y="350425"/>
                      </a:lnTo>
                      <a:lnTo>
                        <a:pt x="907351" y="324803"/>
                      </a:lnTo>
                      <a:lnTo>
                        <a:pt x="898588" y="321659"/>
                      </a:lnTo>
                      <a:lnTo>
                        <a:pt x="827246" y="296037"/>
                      </a:lnTo>
                      <a:lnTo>
                        <a:pt x="818483" y="292894"/>
                      </a:lnTo>
                      <a:lnTo>
                        <a:pt x="747236" y="267271"/>
                      </a:lnTo>
                      <a:lnTo>
                        <a:pt x="738473" y="264128"/>
                      </a:lnTo>
                      <a:lnTo>
                        <a:pt x="667131" y="238506"/>
                      </a:lnTo>
                      <a:lnTo>
                        <a:pt x="658368" y="235363"/>
                      </a:lnTo>
                      <a:lnTo>
                        <a:pt x="587121" y="209740"/>
                      </a:lnTo>
                      <a:lnTo>
                        <a:pt x="578358" y="206597"/>
                      </a:lnTo>
                      <a:lnTo>
                        <a:pt x="507016" y="180975"/>
                      </a:lnTo>
                      <a:lnTo>
                        <a:pt x="498253" y="177832"/>
                      </a:lnTo>
                      <a:lnTo>
                        <a:pt x="426910" y="152209"/>
                      </a:lnTo>
                      <a:lnTo>
                        <a:pt x="418147" y="149066"/>
                      </a:lnTo>
                      <a:lnTo>
                        <a:pt x="346900" y="123444"/>
                      </a:lnTo>
                      <a:lnTo>
                        <a:pt x="338138" y="120301"/>
                      </a:lnTo>
                      <a:lnTo>
                        <a:pt x="266795" y="94678"/>
                      </a:lnTo>
                      <a:lnTo>
                        <a:pt x="258032" y="91535"/>
                      </a:lnTo>
                      <a:lnTo>
                        <a:pt x="186785" y="65913"/>
                      </a:lnTo>
                      <a:lnTo>
                        <a:pt x="178022" y="62770"/>
                      </a:lnTo>
                      <a:lnTo>
                        <a:pt x="106680" y="37147"/>
                      </a:lnTo>
                      <a:lnTo>
                        <a:pt x="97917" y="34004"/>
                      </a:lnTo>
                      <a:lnTo>
                        <a:pt x="26670" y="8382"/>
                      </a:lnTo>
                      <a:lnTo>
                        <a:pt x="17907" y="5239"/>
                      </a:lnTo>
                      <a:lnTo>
                        <a:pt x="3334" y="0"/>
                      </a:lnTo>
                      <a:cubicBezTo>
                        <a:pt x="2286" y="2953"/>
                        <a:pt x="1238" y="5905"/>
                        <a:pt x="0" y="8668"/>
                      </a:cubicBezTo>
                      <a:lnTo>
                        <a:pt x="14764" y="14002"/>
                      </a:lnTo>
                      <a:lnTo>
                        <a:pt x="23527" y="17145"/>
                      </a:lnTo>
                      <a:lnTo>
                        <a:pt x="94774" y="42767"/>
                      </a:lnTo>
                      <a:lnTo>
                        <a:pt x="103537" y="45910"/>
                      </a:lnTo>
                      <a:lnTo>
                        <a:pt x="174879" y="71533"/>
                      </a:lnTo>
                      <a:lnTo>
                        <a:pt x="183642" y="74676"/>
                      </a:lnTo>
                      <a:lnTo>
                        <a:pt x="254889" y="100298"/>
                      </a:lnTo>
                      <a:lnTo>
                        <a:pt x="263652" y="103442"/>
                      </a:lnTo>
                      <a:lnTo>
                        <a:pt x="334994" y="129064"/>
                      </a:lnTo>
                      <a:lnTo>
                        <a:pt x="343757" y="132207"/>
                      </a:lnTo>
                      <a:lnTo>
                        <a:pt x="415004" y="157829"/>
                      </a:lnTo>
                      <a:lnTo>
                        <a:pt x="423767" y="160972"/>
                      </a:lnTo>
                      <a:lnTo>
                        <a:pt x="495109" y="186595"/>
                      </a:lnTo>
                      <a:lnTo>
                        <a:pt x="503872" y="189738"/>
                      </a:lnTo>
                      <a:lnTo>
                        <a:pt x="575215" y="215360"/>
                      </a:lnTo>
                      <a:lnTo>
                        <a:pt x="583978" y="218503"/>
                      </a:lnTo>
                      <a:lnTo>
                        <a:pt x="655225" y="244126"/>
                      </a:lnTo>
                      <a:lnTo>
                        <a:pt x="663988" y="247269"/>
                      </a:lnTo>
                      <a:lnTo>
                        <a:pt x="735330" y="272891"/>
                      </a:lnTo>
                      <a:lnTo>
                        <a:pt x="744093" y="276034"/>
                      </a:lnTo>
                      <a:lnTo>
                        <a:pt x="815340" y="301657"/>
                      </a:lnTo>
                      <a:lnTo>
                        <a:pt x="824103" y="304800"/>
                      </a:lnTo>
                      <a:lnTo>
                        <a:pt x="895445" y="330422"/>
                      </a:lnTo>
                      <a:lnTo>
                        <a:pt x="904208" y="333565"/>
                      </a:lnTo>
                      <a:lnTo>
                        <a:pt x="975455" y="359188"/>
                      </a:lnTo>
                      <a:lnTo>
                        <a:pt x="984218" y="362331"/>
                      </a:lnTo>
                      <a:lnTo>
                        <a:pt x="1055560" y="387953"/>
                      </a:lnTo>
                      <a:lnTo>
                        <a:pt x="1064323" y="391096"/>
                      </a:lnTo>
                      <a:lnTo>
                        <a:pt x="1115949" y="409670"/>
                      </a:lnTo>
                      <a:lnTo>
                        <a:pt x="1121855" y="40195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8" name="Google Shape;2088;p71"/>
                <p:cNvSpPr/>
                <p:nvPr/>
              </p:nvSpPr>
              <p:spPr>
                <a:xfrm>
                  <a:off x="9809371" y="1038794"/>
                  <a:ext cx="1136523" cy="416147"/>
                </a:xfrm>
                <a:custGeom>
                  <a:rect b="b" l="l" r="r" t="t"/>
                  <a:pathLst>
                    <a:path extrusionOk="0" h="416147" w="1136523">
                      <a:moveTo>
                        <a:pt x="1132904" y="416147"/>
                      </a:moveTo>
                      <a:lnTo>
                        <a:pt x="0" y="8763"/>
                      </a:lnTo>
                      <a:lnTo>
                        <a:pt x="3143" y="0"/>
                      </a:lnTo>
                      <a:lnTo>
                        <a:pt x="1136523" y="407575"/>
                      </a:lnTo>
                      <a:cubicBezTo>
                        <a:pt x="1135380" y="410337"/>
                        <a:pt x="1134047" y="412909"/>
                        <a:pt x="1133189" y="415195"/>
                      </a:cubicBezTo>
                      <a:lnTo>
                        <a:pt x="1132809" y="41614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9" name="Google Shape;2089;p71"/>
                <p:cNvSpPr/>
                <p:nvPr/>
              </p:nvSpPr>
              <p:spPr>
                <a:xfrm>
                  <a:off x="9767271" y="1113852"/>
                  <a:ext cx="1182909" cy="433578"/>
                </a:xfrm>
                <a:custGeom>
                  <a:rect b="b" l="l" r="r" t="t"/>
                  <a:pathLst>
                    <a:path extrusionOk="0" h="433578" w="1182909">
                      <a:moveTo>
                        <a:pt x="1180624" y="433578"/>
                      </a:moveTo>
                      <a:lnTo>
                        <a:pt x="0" y="9049"/>
                      </a:lnTo>
                      <a:cubicBezTo>
                        <a:pt x="667" y="6001"/>
                        <a:pt x="1524" y="2953"/>
                        <a:pt x="2381" y="0"/>
                      </a:cubicBezTo>
                      <a:lnTo>
                        <a:pt x="1182910" y="424529"/>
                      </a:lnTo>
                      <a:cubicBezTo>
                        <a:pt x="1182338" y="427577"/>
                        <a:pt x="1181672" y="430530"/>
                        <a:pt x="1180910" y="432816"/>
                      </a:cubicBezTo>
                      <a:lnTo>
                        <a:pt x="1180624" y="43357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0" name="Google Shape;2090;p71"/>
                <p:cNvSpPr/>
                <p:nvPr/>
              </p:nvSpPr>
              <p:spPr>
                <a:xfrm>
                  <a:off x="9704691" y="1181860"/>
                  <a:ext cx="1217675" cy="446722"/>
                </a:xfrm>
                <a:custGeom>
                  <a:rect b="b" l="l" r="r" t="t"/>
                  <a:pathLst>
                    <a:path extrusionOk="0" h="446722" w="1217675">
                      <a:moveTo>
                        <a:pt x="1217676" y="446722"/>
                      </a:moveTo>
                      <a:lnTo>
                        <a:pt x="0" y="8763"/>
                      </a:lnTo>
                      <a:lnTo>
                        <a:pt x="3143" y="0"/>
                      </a:lnTo>
                      <a:lnTo>
                        <a:pt x="1213866" y="435388"/>
                      </a:lnTo>
                      <a:cubicBezTo>
                        <a:pt x="1213961" y="436150"/>
                        <a:pt x="1214152" y="437007"/>
                        <a:pt x="1214342" y="437864"/>
                      </a:cubicBezTo>
                      <a:cubicBezTo>
                        <a:pt x="1215009" y="441293"/>
                        <a:pt x="1216533" y="443865"/>
                        <a:pt x="1217676" y="446722"/>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1" name="Google Shape;2091;p71"/>
                <p:cNvSpPr/>
                <p:nvPr/>
              </p:nvSpPr>
              <p:spPr>
                <a:xfrm rot="-4214982">
                  <a:off x="10271028" y="845490"/>
                  <a:ext cx="9322" cy="1271428"/>
                </a:xfrm>
                <a:custGeom>
                  <a:rect b="b" l="l" r="r" t="t"/>
                  <a:pathLst>
                    <a:path extrusionOk="0" h="1273016" w="9334">
                      <a:moveTo>
                        <a:pt x="0" y="0"/>
                      </a:moveTo>
                      <a:lnTo>
                        <a:pt x="9335" y="0"/>
                      </a:lnTo>
                      <a:lnTo>
                        <a:pt x="9335" y="1273016"/>
                      </a:lnTo>
                      <a:lnTo>
                        <a:pt x="0" y="1273016"/>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2" name="Google Shape;2092;p71"/>
                <p:cNvSpPr/>
                <p:nvPr/>
              </p:nvSpPr>
              <p:spPr>
                <a:xfrm>
                  <a:off x="9647065" y="1341975"/>
                  <a:ext cx="1207008" cy="442341"/>
                </a:xfrm>
                <a:custGeom>
                  <a:rect b="b" l="l" r="r" t="t"/>
                  <a:pathLst>
                    <a:path extrusionOk="0" h="442341" w="1207008">
                      <a:moveTo>
                        <a:pt x="1205579" y="442341"/>
                      </a:moveTo>
                      <a:lnTo>
                        <a:pt x="0" y="8763"/>
                      </a:lnTo>
                      <a:lnTo>
                        <a:pt x="3143" y="0"/>
                      </a:lnTo>
                      <a:lnTo>
                        <a:pt x="1207008" y="432911"/>
                      </a:lnTo>
                      <a:cubicBezTo>
                        <a:pt x="1207008" y="434150"/>
                        <a:pt x="1206341" y="435292"/>
                        <a:pt x="1203579" y="436340"/>
                      </a:cubicBezTo>
                      <a:cubicBezTo>
                        <a:pt x="1203770" y="438531"/>
                        <a:pt x="1204531" y="440436"/>
                        <a:pt x="1205579" y="442341"/>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3" name="Google Shape;2093;p71"/>
                <p:cNvSpPr/>
                <p:nvPr/>
              </p:nvSpPr>
              <p:spPr>
                <a:xfrm>
                  <a:off x="9618204" y="1422081"/>
                  <a:ext cx="1228058" cy="449199"/>
                </a:xfrm>
                <a:custGeom>
                  <a:rect b="b" l="l" r="r" t="t"/>
                  <a:pathLst>
                    <a:path extrusionOk="0" h="449199" w="1228058">
                      <a:moveTo>
                        <a:pt x="1224820" y="449199"/>
                      </a:moveTo>
                      <a:lnTo>
                        <a:pt x="0" y="8763"/>
                      </a:lnTo>
                      <a:lnTo>
                        <a:pt x="3143" y="0"/>
                      </a:lnTo>
                      <a:lnTo>
                        <a:pt x="1228058" y="440531"/>
                      </a:lnTo>
                      <a:cubicBezTo>
                        <a:pt x="1227297" y="441769"/>
                        <a:pt x="1226534" y="443579"/>
                        <a:pt x="1225772" y="446056"/>
                      </a:cubicBezTo>
                      <a:cubicBezTo>
                        <a:pt x="1225391" y="447104"/>
                        <a:pt x="1225010" y="448151"/>
                        <a:pt x="1224725" y="449199"/>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4" name="Google Shape;2094;p71"/>
                <p:cNvSpPr/>
                <p:nvPr/>
              </p:nvSpPr>
              <p:spPr>
                <a:xfrm>
                  <a:off x="9590772" y="1502376"/>
                  <a:ext cx="1212532" cy="439197"/>
                </a:xfrm>
                <a:custGeom>
                  <a:rect b="b" l="l" r="r" t="t"/>
                  <a:pathLst>
                    <a:path extrusionOk="0" h="439197" w="1212532">
                      <a:moveTo>
                        <a:pt x="1109377" y="402812"/>
                      </a:moveTo>
                      <a:lnTo>
                        <a:pt x="1038035" y="377190"/>
                      </a:lnTo>
                      <a:lnTo>
                        <a:pt x="1029176" y="374237"/>
                      </a:lnTo>
                      <a:lnTo>
                        <a:pt x="1029176" y="374047"/>
                      </a:lnTo>
                      <a:cubicBezTo>
                        <a:pt x="1029176" y="374047"/>
                        <a:pt x="958024" y="348425"/>
                        <a:pt x="958024" y="348425"/>
                      </a:cubicBezTo>
                      <a:lnTo>
                        <a:pt x="949166" y="345472"/>
                      </a:lnTo>
                      <a:lnTo>
                        <a:pt x="949166" y="345281"/>
                      </a:lnTo>
                      <a:cubicBezTo>
                        <a:pt x="949166" y="345281"/>
                        <a:pt x="877919" y="319659"/>
                        <a:pt x="877919" y="319659"/>
                      </a:cubicBezTo>
                      <a:lnTo>
                        <a:pt x="869061" y="316706"/>
                      </a:lnTo>
                      <a:lnTo>
                        <a:pt x="869061" y="316516"/>
                      </a:lnTo>
                      <a:cubicBezTo>
                        <a:pt x="869061" y="316516"/>
                        <a:pt x="797909" y="290894"/>
                        <a:pt x="797909" y="290894"/>
                      </a:cubicBezTo>
                      <a:lnTo>
                        <a:pt x="789051" y="287941"/>
                      </a:lnTo>
                      <a:lnTo>
                        <a:pt x="789051" y="287750"/>
                      </a:lnTo>
                      <a:cubicBezTo>
                        <a:pt x="789051" y="287750"/>
                        <a:pt x="717804" y="262128"/>
                        <a:pt x="717804" y="262128"/>
                      </a:cubicBezTo>
                      <a:lnTo>
                        <a:pt x="708946" y="259175"/>
                      </a:lnTo>
                      <a:lnTo>
                        <a:pt x="708946" y="258985"/>
                      </a:lnTo>
                      <a:cubicBezTo>
                        <a:pt x="708946" y="258985"/>
                        <a:pt x="637794" y="233363"/>
                        <a:pt x="637794" y="233363"/>
                      </a:cubicBezTo>
                      <a:lnTo>
                        <a:pt x="628936" y="230410"/>
                      </a:lnTo>
                      <a:lnTo>
                        <a:pt x="628936" y="230219"/>
                      </a:lnTo>
                      <a:cubicBezTo>
                        <a:pt x="628936" y="230219"/>
                        <a:pt x="557689" y="204597"/>
                        <a:pt x="557689" y="204597"/>
                      </a:cubicBezTo>
                      <a:lnTo>
                        <a:pt x="548830" y="201644"/>
                      </a:lnTo>
                      <a:lnTo>
                        <a:pt x="548830" y="201454"/>
                      </a:lnTo>
                      <a:cubicBezTo>
                        <a:pt x="548830" y="201454"/>
                        <a:pt x="477583" y="175832"/>
                        <a:pt x="477583" y="175832"/>
                      </a:cubicBezTo>
                      <a:lnTo>
                        <a:pt x="468725" y="172879"/>
                      </a:lnTo>
                      <a:lnTo>
                        <a:pt x="468725" y="172688"/>
                      </a:lnTo>
                      <a:cubicBezTo>
                        <a:pt x="468725" y="172688"/>
                        <a:pt x="397573" y="147066"/>
                        <a:pt x="397573" y="147066"/>
                      </a:cubicBezTo>
                      <a:lnTo>
                        <a:pt x="388715" y="144113"/>
                      </a:lnTo>
                      <a:lnTo>
                        <a:pt x="388715" y="143923"/>
                      </a:lnTo>
                      <a:cubicBezTo>
                        <a:pt x="388715" y="143923"/>
                        <a:pt x="317468" y="118300"/>
                        <a:pt x="317468" y="118300"/>
                      </a:cubicBezTo>
                      <a:lnTo>
                        <a:pt x="308610" y="115348"/>
                      </a:lnTo>
                      <a:lnTo>
                        <a:pt x="308610" y="115157"/>
                      </a:lnTo>
                      <a:cubicBezTo>
                        <a:pt x="308610" y="115157"/>
                        <a:pt x="237458" y="89535"/>
                        <a:pt x="237458" y="89535"/>
                      </a:cubicBezTo>
                      <a:lnTo>
                        <a:pt x="228600" y="86582"/>
                      </a:lnTo>
                      <a:lnTo>
                        <a:pt x="228600" y="86392"/>
                      </a:lnTo>
                      <a:cubicBezTo>
                        <a:pt x="228600" y="86392"/>
                        <a:pt x="157353" y="60770"/>
                        <a:pt x="157353" y="60770"/>
                      </a:cubicBezTo>
                      <a:lnTo>
                        <a:pt x="148495" y="57817"/>
                      </a:lnTo>
                      <a:lnTo>
                        <a:pt x="148495" y="57626"/>
                      </a:lnTo>
                      <a:cubicBezTo>
                        <a:pt x="148495" y="57626"/>
                        <a:pt x="77343" y="32004"/>
                        <a:pt x="77343" y="32004"/>
                      </a:cubicBezTo>
                      <a:lnTo>
                        <a:pt x="68485" y="29051"/>
                      </a:lnTo>
                      <a:lnTo>
                        <a:pt x="68485" y="28861"/>
                      </a:lnTo>
                      <a:cubicBezTo>
                        <a:pt x="68485" y="28861"/>
                        <a:pt x="0" y="4191"/>
                        <a:pt x="0" y="4191"/>
                      </a:cubicBezTo>
                      <a:lnTo>
                        <a:pt x="1524" y="0"/>
                      </a:lnTo>
                      <a:lnTo>
                        <a:pt x="1212532" y="435483"/>
                      </a:lnTo>
                      <a:cubicBezTo>
                        <a:pt x="1211580" y="437007"/>
                        <a:pt x="1210628" y="438150"/>
                        <a:pt x="1209675" y="439198"/>
                      </a:cubicBezTo>
                      <a:lnTo>
                        <a:pt x="1197864" y="434912"/>
                      </a:lnTo>
                      <a:lnTo>
                        <a:pt x="1189006" y="431959"/>
                      </a:lnTo>
                      <a:lnTo>
                        <a:pt x="1189006" y="431768"/>
                      </a:lnTo>
                      <a:cubicBezTo>
                        <a:pt x="1189006" y="431768"/>
                        <a:pt x="1117759" y="406146"/>
                        <a:pt x="1117759" y="406146"/>
                      </a:cubicBezTo>
                      <a:lnTo>
                        <a:pt x="1108900" y="403193"/>
                      </a:lnTo>
                      <a:lnTo>
                        <a:pt x="1108900" y="40300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95" name="Google Shape;2095;p71"/>
              <p:cNvGrpSpPr/>
              <p:nvPr/>
            </p:nvGrpSpPr>
            <p:grpSpPr>
              <a:xfrm>
                <a:off x="9659447" y="632648"/>
                <a:ext cx="1420749" cy="1304449"/>
                <a:chOff x="9659447" y="632648"/>
                <a:chExt cx="1420749" cy="1304449"/>
              </a:xfrm>
            </p:grpSpPr>
            <p:grpSp>
              <p:nvGrpSpPr>
                <p:cNvPr id="2096" name="Google Shape;2096;p71"/>
                <p:cNvGrpSpPr/>
                <p:nvPr/>
              </p:nvGrpSpPr>
              <p:grpSpPr>
                <a:xfrm>
                  <a:off x="10780064" y="1100040"/>
                  <a:ext cx="300132" cy="837057"/>
                  <a:chOff x="10780064" y="1100040"/>
                  <a:chExt cx="300132" cy="837057"/>
                </a:xfrm>
              </p:grpSpPr>
              <p:sp>
                <p:nvSpPr>
                  <p:cNvPr id="2097" name="Google Shape;2097;p71"/>
                  <p:cNvSpPr/>
                  <p:nvPr/>
                </p:nvSpPr>
                <p:spPr>
                  <a:xfrm>
                    <a:off x="11004378" y="1100040"/>
                    <a:ext cx="75818" cy="210883"/>
                  </a:xfrm>
                  <a:custGeom>
                    <a:rect b="b" l="l" r="r" t="t"/>
                    <a:pathLst>
                      <a:path extrusionOk="0" h="210883" w="75818">
                        <a:moveTo>
                          <a:pt x="10192" y="200120"/>
                        </a:moveTo>
                        <a:cubicBezTo>
                          <a:pt x="7239" y="204216"/>
                          <a:pt x="4096" y="207836"/>
                          <a:pt x="0" y="210884"/>
                        </a:cubicBezTo>
                        <a:lnTo>
                          <a:pt x="75819" y="0"/>
                        </a:lnTo>
                        <a:cubicBezTo>
                          <a:pt x="75533" y="2953"/>
                          <a:pt x="74581" y="6191"/>
                          <a:pt x="73152" y="10763"/>
                        </a:cubicBezTo>
                        <a:cubicBezTo>
                          <a:pt x="71438" y="16193"/>
                          <a:pt x="70580" y="23336"/>
                          <a:pt x="69532" y="30671"/>
                        </a:cubicBezTo>
                        <a:cubicBezTo>
                          <a:pt x="69056" y="33719"/>
                          <a:pt x="68580" y="36957"/>
                          <a:pt x="67913" y="39910"/>
                        </a:cubicBezTo>
                        <a:cubicBezTo>
                          <a:pt x="65913" y="49244"/>
                          <a:pt x="62579" y="57626"/>
                          <a:pt x="55436" y="61341"/>
                        </a:cubicBezTo>
                        <a:cubicBezTo>
                          <a:pt x="56959" y="62198"/>
                          <a:pt x="59626" y="63722"/>
                          <a:pt x="62198" y="65437"/>
                        </a:cubicBezTo>
                        <a:lnTo>
                          <a:pt x="16573" y="192310"/>
                        </a:lnTo>
                        <a:lnTo>
                          <a:pt x="16002" y="192119"/>
                        </a:lnTo>
                        <a:cubicBezTo>
                          <a:pt x="13906" y="194881"/>
                          <a:pt x="12097" y="197453"/>
                          <a:pt x="10192" y="199930"/>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8" name="Google Shape;2098;p71"/>
                  <p:cNvSpPr/>
                  <p:nvPr/>
                </p:nvSpPr>
                <p:spPr>
                  <a:xfrm>
                    <a:off x="10987613" y="1356834"/>
                    <a:ext cx="190" cy="285"/>
                  </a:xfrm>
                  <a:custGeom>
                    <a:rect b="b" l="l" r="r" t="t"/>
                    <a:pathLst>
                      <a:path extrusionOk="0" h="285" w="190">
                        <a:moveTo>
                          <a:pt x="190" y="0"/>
                        </a:moveTo>
                        <a:cubicBezTo>
                          <a:pt x="190" y="0"/>
                          <a:pt x="190" y="191"/>
                          <a:pt x="190" y="286"/>
                        </a:cubicBezTo>
                        <a:cubicBezTo>
                          <a:pt x="190" y="286"/>
                          <a:pt x="124" y="286"/>
                          <a:pt x="0" y="286"/>
                        </a:cubicBezTo>
                        <a:lnTo>
                          <a:pt x="0" y="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9" name="Google Shape;2099;p71"/>
                  <p:cNvSpPr/>
                  <p:nvPr/>
                </p:nvSpPr>
                <p:spPr>
                  <a:xfrm>
                    <a:off x="10858455" y="1484565"/>
                    <a:ext cx="90201" cy="232124"/>
                  </a:xfrm>
                  <a:custGeom>
                    <a:rect b="b" l="l" r="r" t="t"/>
                    <a:pathLst>
                      <a:path extrusionOk="0" h="232124" w="90201">
                        <a:moveTo>
                          <a:pt x="0" y="232124"/>
                        </a:moveTo>
                        <a:lnTo>
                          <a:pt x="83439" y="0"/>
                        </a:lnTo>
                        <a:cubicBezTo>
                          <a:pt x="86868" y="1810"/>
                          <a:pt x="89154" y="3810"/>
                          <a:pt x="90202" y="8763"/>
                        </a:cubicBezTo>
                        <a:lnTo>
                          <a:pt x="26575" y="185547"/>
                        </a:lnTo>
                        <a:lnTo>
                          <a:pt x="26384" y="185547"/>
                        </a:lnTo>
                        <a:cubicBezTo>
                          <a:pt x="21907" y="192119"/>
                          <a:pt x="20098" y="200120"/>
                          <a:pt x="18002" y="208026"/>
                        </a:cubicBezTo>
                        <a:lnTo>
                          <a:pt x="18479" y="208217"/>
                        </a:lnTo>
                        <a:lnTo>
                          <a:pt x="15335" y="216979"/>
                        </a:lnTo>
                        <a:lnTo>
                          <a:pt x="15335" y="216979"/>
                        </a:lnTo>
                        <a:cubicBezTo>
                          <a:pt x="14478" y="218884"/>
                          <a:pt x="13621" y="220885"/>
                          <a:pt x="12668" y="222695"/>
                        </a:cubicBezTo>
                        <a:cubicBezTo>
                          <a:pt x="9811" y="227647"/>
                          <a:pt x="10478" y="226314"/>
                          <a:pt x="6477" y="229076"/>
                        </a:cubicBezTo>
                        <a:cubicBezTo>
                          <a:pt x="5048" y="230124"/>
                          <a:pt x="2381" y="230981"/>
                          <a:pt x="95" y="232124"/>
                        </a:cubicBez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0" name="Google Shape;2100;p71"/>
                  <p:cNvSpPr/>
                  <p:nvPr/>
                </p:nvSpPr>
                <p:spPr>
                  <a:xfrm>
                    <a:off x="10780064" y="1727738"/>
                    <a:ext cx="79152" cy="209359"/>
                  </a:xfrm>
                  <a:custGeom>
                    <a:rect b="b" l="l" r="r" t="t"/>
                    <a:pathLst>
                      <a:path extrusionOk="0" h="209359" w="79152">
                        <a:moveTo>
                          <a:pt x="95" y="206407"/>
                        </a:moveTo>
                        <a:lnTo>
                          <a:pt x="74295" y="0"/>
                        </a:lnTo>
                        <a:cubicBezTo>
                          <a:pt x="75724" y="4667"/>
                          <a:pt x="78391" y="9525"/>
                          <a:pt x="78962" y="13049"/>
                        </a:cubicBezTo>
                        <a:cubicBezTo>
                          <a:pt x="78962" y="13335"/>
                          <a:pt x="78962" y="13621"/>
                          <a:pt x="79153" y="14002"/>
                        </a:cubicBezTo>
                        <a:lnTo>
                          <a:pt x="8858" y="209359"/>
                        </a:lnTo>
                        <a:lnTo>
                          <a:pt x="0" y="20640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01" name="Google Shape;2101;p71"/>
                <p:cNvSpPr/>
                <p:nvPr/>
              </p:nvSpPr>
              <p:spPr>
                <a:xfrm>
                  <a:off x="10700149" y="955356"/>
                  <a:ext cx="350329" cy="953071"/>
                </a:xfrm>
                <a:custGeom>
                  <a:rect b="b" l="l" r="r" t="t"/>
                  <a:pathLst>
                    <a:path extrusionOk="0" h="953071" w="350329">
                      <a:moveTo>
                        <a:pt x="0" y="950023"/>
                      </a:moveTo>
                      <a:lnTo>
                        <a:pt x="341662" y="0"/>
                      </a:lnTo>
                      <a:cubicBezTo>
                        <a:pt x="344614" y="1143"/>
                        <a:pt x="347567" y="2476"/>
                        <a:pt x="350330" y="3429"/>
                      </a:cubicBezTo>
                      <a:lnTo>
                        <a:pt x="8858" y="953072"/>
                      </a:lnTo>
                      <a:lnTo>
                        <a:pt x="0" y="950119"/>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2" name="Google Shape;2102;p71"/>
                <p:cNvSpPr/>
                <p:nvPr/>
              </p:nvSpPr>
              <p:spPr>
                <a:xfrm>
                  <a:off x="10619948" y="933257"/>
                  <a:ext cx="347567" cy="946404"/>
                </a:xfrm>
                <a:custGeom>
                  <a:rect b="b" l="l" r="r" t="t"/>
                  <a:pathLst>
                    <a:path extrusionOk="0" h="946404" w="347567">
                      <a:moveTo>
                        <a:pt x="95" y="943356"/>
                      </a:moveTo>
                      <a:lnTo>
                        <a:pt x="339376" y="0"/>
                      </a:lnTo>
                      <a:cubicBezTo>
                        <a:pt x="340709" y="572"/>
                        <a:pt x="342043" y="1143"/>
                        <a:pt x="342995" y="1715"/>
                      </a:cubicBezTo>
                      <a:cubicBezTo>
                        <a:pt x="344519" y="2572"/>
                        <a:pt x="346043" y="3620"/>
                        <a:pt x="347567" y="4667"/>
                      </a:cubicBezTo>
                      <a:lnTo>
                        <a:pt x="8858" y="946404"/>
                      </a:lnTo>
                      <a:lnTo>
                        <a:pt x="0" y="94345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3" name="Google Shape;2103;p71"/>
                <p:cNvSpPr/>
                <p:nvPr/>
              </p:nvSpPr>
              <p:spPr>
                <a:xfrm>
                  <a:off x="10539938" y="913731"/>
                  <a:ext cx="344900" cy="937069"/>
                </a:xfrm>
                <a:custGeom>
                  <a:rect b="b" l="l" r="r" t="t"/>
                  <a:pathLst>
                    <a:path extrusionOk="0" h="937069" w="344900">
                      <a:moveTo>
                        <a:pt x="95" y="934117"/>
                      </a:moveTo>
                      <a:lnTo>
                        <a:pt x="336042" y="0"/>
                      </a:lnTo>
                      <a:cubicBezTo>
                        <a:pt x="338804" y="1143"/>
                        <a:pt x="341471" y="2381"/>
                        <a:pt x="344234" y="2762"/>
                      </a:cubicBezTo>
                      <a:cubicBezTo>
                        <a:pt x="344424" y="2762"/>
                        <a:pt x="344710" y="2762"/>
                        <a:pt x="344900" y="2762"/>
                      </a:cubicBezTo>
                      <a:lnTo>
                        <a:pt x="8858" y="937070"/>
                      </a:lnTo>
                      <a:lnTo>
                        <a:pt x="0" y="93411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4" name="Google Shape;2104;p71"/>
                <p:cNvSpPr/>
                <p:nvPr/>
              </p:nvSpPr>
              <p:spPr>
                <a:xfrm>
                  <a:off x="10459833" y="905540"/>
                  <a:ext cx="338423" cy="916400"/>
                </a:xfrm>
                <a:custGeom>
                  <a:rect b="b" l="l" r="r" t="t"/>
                  <a:pathLst>
                    <a:path extrusionOk="0" h="916400" w="338423">
                      <a:moveTo>
                        <a:pt x="95" y="913448"/>
                      </a:moveTo>
                      <a:lnTo>
                        <a:pt x="328422" y="381"/>
                      </a:lnTo>
                      <a:cubicBezTo>
                        <a:pt x="332327" y="1619"/>
                        <a:pt x="334137" y="1619"/>
                        <a:pt x="338423" y="0"/>
                      </a:cubicBezTo>
                      <a:lnTo>
                        <a:pt x="8858" y="916400"/>
                      </a:lnTo>
                      <a:lnTo>
                        <a:pt x="0" y="91344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5" name="Google Shape;2105;p71"/>
                <p:cNvSpPr/>
                <p:nvPr/>
              </p:nvSpPr>
              <p:spPr>
                <a:xfrm>
                  <a:off x="10379823" y="861725"/>
                  <a:ext cx="338613" cy="931449"/>
                </a:xfrm>
                <a:custGeom>
                  <a:rect b="b" l="l" r="r" t="t"/>
                  <a:pathLst>
                    <a:path extrusionOk="0" h="931449" w="338613">
                      <a:moveTo>
                        <a:pt x="95" y="928497"/>
                      </a:moveTo>
                      <a:lnTo>
                        <a:pt x="334042" y="0"/>
                      </a:lnTo>
                      <a:cubicBezTo>
                        <a:pt x="333470" y="1619"/>
                        <a:pt x="332994" y="3238"/>
                        <a:pt x="333089" y="4763"/>
                      </a:cubicBezTo>
                      <a:cubicBezTo>
                        <a:pt x="333470" y="7620"/>
                        <a:pt x="335852" y="11144"/>
                        <a:pt x="338614" y="14573"/>
                      </a:cubicBezTo>
                      <a:lnTo>
                        <a:pt x="8858" y="931450"/>
                      </a:lnTo>
                      <a:lnTo>
                        <a:pt x="0" y="928497"/>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6" name="Google Shape;2106;p71"/>
                <p:cNvSpPr/>
                <p:nvPr/>
              </p:nvSpPr>
              <p:spPr>
                <a:xfrm>
                  <a:off x="10299908" y="826863"/>
                  <a:ext cx="344805" cy="937545"/>
                </a:xfrm>
                <a:custGeom>
                  <a:rect b="b" l="l" r="r" t="t"/>
                  <a:pathLst>
                    <a:path extrusionOk="0" h="937545" w="344805">
                      <a:moveTo>
                        <a:pt x="0" y="934593"/>
                      </a:moveTo>
                      <a:lnTo>
                        <a:pt x="336137" y="0"/>
                      </a:lnTo>
                      <a:cubicBezTo>
                        <a:pt x="338328" y="857"/>
                        <a:pt x="340614" y="1715"/>
                        <a:pt x="342900" y="2572"/>
                      </a:cubicBezTo>
                      <a:cubicBezTo>
                        <a:pt x="343472" y="2762"/>
                        <a:pt x="344138" y="3048"/>
                        <a:pt x="344805" y="3334"/>
                      </a:cubicBezTo>
                      <a:lnTo>
                        <a:pt x="8858" y="937546"/>
                      </a:lnTo>
                      <a:lnTo>
                        <a:pt x="0" y="93459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7" name="Google Shape;2107;p71"/>
                <p:cNvSpPr/>
                <p:nvPr/>
              </p:nvSpPr>
              <p:spPr>
                <a:xfrm>
                  <a:off x="10219803" y="822768"/>
                  <a:ext cx="334994" cy="912780"/>
                </a:xfrm>
                <a:custGeom>
                  <a:rect b="b" l="l" r="r" t="t"/>
                  <a:pathLst>
                    <a:path extrusionOk="0" h="912780" w="334994">
                      <a:moveTo>
                        <a:pt x="95" y="909923"/>
                      </a:moveTo>
                      <a:lnTo>
                        <a:pt x="327279" y="0"/>
                      </a:lnTo>
                      <a:cubicBezTo>
                        <a:pt x="327755" y="1905"/>
                        <a:pt x="328327" y="3619"/>
                        <a:pt x="330136" y="4763"/>
                      </a:cubicBezTo>
                      <a:cubicBezTo>
                        <a:pt x="331470" y="5620"/>
                        <a:pt x="333184" y="5905"/>
                        <a:pt x="334994" y="6001"/>
                      </a:cubicBezTo>
                      <a:lnTo>
                        <a:pt x="8858" y="912781"/>
                      </a:lnTo>
                      <a:lnTo>
                        <a:pt x="0" y="909828"/>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8" name="Google Shape;2108;p71"/>
                <p:cNvSpPr/>
                <p:nvPr/>
              </p:nvSpPr>
              <p:spPr>
                <a:xfrm>
                  <a:off x="10139793" y="787239"/>
                  <a:ext cx="338708" cy="919734"/>
                </a:xfrm>
                <a:custGeom>
                  <a:rect b="b" l="l" r="r" t="t"/>
                  <a:pathLst>
                    <a:path extrusionOk="0" h="919734" w="338708">
                      <a:moveTo>
                        <a:pt x="0" y="916686"/>
                      </a:moveTo>
                      <a:lnTo>
                        <a:pt x="329660" y="0"/>
                      </a:lnTo>
                      <a:cubicBezTo>
                        <a:pt x="332613" y="857"/>
                        <a:pt x="335661" y="1715"/>
                        <a:pt x="338709" y="2477"/>
                      </a:cubicBezTo>
                      <a:lnTo>
                        <a:pt x="8858" y="919734"/>
                      </a:lnTo>
                      <a:lnTo>
                        <a:pt x="0" y="916781"/>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9" name="Google Shape;2109;p71"/>
                <p:cNvSpPr/>
                <p:nvPr/>
              </p:nvSpPr>
              <p:spPr>
                <a:xfrm>
                  <a:off x="10059688" y="746568"/>
                  <a:ext cx="341471" cy="931544"/>
                </a:xfrm>
                <a:custGeom>
                  <a:rect b="b" l="l" r="r" t="t"/>
                  <a:pathLst>
                    <a:path extrusionOk="0" h="931544" w="341471">
                      <a:moveTo>
                        <a:pt x="0" y="928497"/>
                      </a:moveTo>
                      <a:lnTo>
                        <a:pt x="333946" y="0"/>
                      </a:lnTo>
                      <a:cubicBezTo>
                        <a:pt x="333946" y="0"/>
                        <a:pt x="334899" y="476"/>
                        <a:pt x="335375" y="667"/>
                      </a:cubicBezTo>
                      <a:cubicBezTo>
                        <a:pt x="340042" y="2762"/>
                        <a:pt x="339280" y="3810"/>
                        <a:pt x="341471" y="6572"/>
                      </a:cubicBezTo>
                      <a:lnTo>
                        <a:pt x="8858" y="931545"/>
                      </a:lnTo>
                      <a:lnTo>
                        <a:pt x="0" y="92859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0" name="Google Shape;2110;p71"/>
                <p:cNvSpPr/>
                <p:nvPr/>
              </p:nvSpPr>
              <p:spPr>
                <a:xfrm>
                  <a:off x="9979678" y="755712"/>
                  <a:ext cx="329279" cy="893635"/>
                </a:xfrm>
                <a:custGeom>
                  <a:rect b="b" l="l" r="r" t="t"/>
                  <a:pathLst>
                    <a:path extrusionOk="0" h="893635" w="329279">
                      <a:moveTo>
                        <a:pt x="0" y="890587"/>
                      </a:moveTo>
                      <a:lnTo>
                        <a:pt x="320326" y="0"/>
                      </a:lnTo>
                      <a:cubicBezTo>
                        <a:pt x="323374" y="762"/>
                        <a:pt x="326422" y="1715"/>
                        <a:pt x="329279" y="2572"/>
                      </a:cubicBezTo>
                      <a:lnTo>
                        <a:pt x="8858" y="893636"/>
                      </a:lnTo>
                      <a:lnTo>
                        <a:pt x="0" y="89068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1" name="Google Shape;2111;p71"/>
                <p:cNvSpPr/>
                <p:nvPr/>
              </p:nvSpPr>
              <p:spPr>
                <a:xfrm>
                  <a:off x="9899573" y="709039"/>
                  <a:ext cx="335089" cy="911447"/>
                </a:xfrm>
                <a:custGeom>
                  <a:rect b="b" l="l" r="r" t="t"/>
                  <a:pathLst>
                    <a:path extrusionOk="0" h="911447" w="335089">
                      <a:moveTo>
                        <a:pt x="95" y="908494"/>
                      </a:moveTo>
                      <a:lnTo>
                        <a:pt x="326803" y="0"/>
                      </a:lnTo>
                      <a:cubicBezTo>
                        <a:pt x="329565" y="1810"/>
                        <a:pt x="332327" y="3143"/>
                        <a:pt x="335090" y="4381"/>
                      </a:cubicBezTo>
                      <a:lnTo>
                        <a:pt x="8858" y="911447"/>
                      </a:lnTo>
                      <a:lnTo>
                        <a:pt x="0" y="908494"/>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2" name="Google Shape;2112;p71"/>
                <p:cNvSpPr/>
                <p:nvPr/>
              </p:nvSpPr>
              <p:spPr>
                <a:xfrm>
                  <a:off x="9819658" y="632648"/>
                  <a:ext cx="348995" cy="959167"/>
                </a:xfrm>
                <a:custGeom>
                  <a:rect b="b" l="l" r="r" t="t"/>
                  <a:pathLst>
                    <a:path extrusionOk="0" h="959167" w="348995">
                      <a:moveTo>
                        <a:pt x="0" y="956120"/>
                      </a:moveTo>
                      <a:lnTo>
                        <a:pt x="335852" y="22384"/>
                      </a:lnTo>
                      <a:cubicBezTo>
                        <a:pt x="337185" y="22670"/>
                        <a:pt x="338614" y="22955"/>
                        <a:pt x="339757" y="23241"/>
                      </a:cubicBezTo>
                      <a:cubicBezTo>
                        <a:pt x="341852" y="20383"/>
                        <a:pt x="340995" y="16002"/>
                        <a:pt x="339757" y="11621"/>
                      </a:cubicBezTo>
                      <a:lnTo>
                        <a:pt x="343948" y="0"/>
                      </a:lnTo>
                      <a:lnTo>
                        <a:pt x="346329" y="857"/>
                      </a:lnTo>
                      <a:cubicBezTo>
                        <a:pt x="345186" y="3905"/>
                        <a:pt x="343662" y="6001"/>
                        <a:pt x="345853" y="9811"/>
                      </a:cubicBezTo>
                      <a:cubicBezTo>
                        <a:pt x="346710" y="11049"/>
                        <a:pt x="347853" y="12287"/>
                        <a:pt x="348996" y="13430"/>
                      </a:cubicBezTo>
                      <a:lnTo>
                        <a:pt x="8858" y="959168"/>
                      </a:lnTo>
                      <a:lnTo>
                        <a:pt x="0" y="956215"/>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13" name="Google Shape;2113;p71"/>
                <p:cNvGrpSpPr/>
                <p:nvPr/>
              </p:nvGrpSpPr>
              <p:grpSpPr>
                <a:xfrm>
                  <a:off x="9739553" y="749996"/>
                  <a:ext cx="301084" cy="812959"/>
                  <a:chOff x="9739553" y="749996"/>
                  <a:chExt cx="301084" cy="812959"/>
                </a:xfrm>
              </p:grpSpPr>
              <p:sp>
                <p:nvSpPr>
                  <p:cNvPr id="2114" name="Google Shape;2114;p71"/>
                  <p:cNvSpPr/>
                  <p:nvPr/>
                </p:nvSpPr>
                <p:spPr>
                  <a:xfrm>
                    <a:off x="10011924" y="749996"/>
                    <a:ext cx="28713" cy="78295"/>
                  </a:xfrm>
                  <a:custGeom>
                    <a:rect b="b" l="l" r="r" t="t"/>
                    <a:pathLst>
                      <a:path extrusionOk="0" h="78295" w="28713">
                        <a:moveTo>
                          <a:pt x="615" y="78296"/>
                        </a:moveTo>
                        <a:cubicBezTo>
                          <a:pt x="139" y="73819"/>
                          <a:pt x="-338" y="69247"/>
                          <a:pt x="329" y="66389"/>
                        </a:cubicBezTo>
                        <a:cubicBezTo>
                          <a:pt x="1948" y="59627"/>
                          <a:pt x="5282" y="54197"/>
                          <a:pt x="6711" y="47339"/>
                        </a:cubicBezTo>
                        <a:cubicBezTo>
                          <a:pt x="8520" y="37814"/>
                          <a:pt x="9759" y="24194"/>
                          <a:pt x="14140" y="13907"/>
                        </a:cubicBezTo>
                        <a:lnTo>
                          <a:pt x="13854" y="13907"/>
                        </a:lnTo>
                        <a:cubicBezTo>
                          <a:pt x="13854" y="13907"/>
                          <a:pt x="16998" y="5048"/>
                          <a:pt x="16998" y="5048"/>
                        </a:cubicBezTo>
                        <a:lnTo>
                          <a:pt x="19093" y="5810"/>
                        </a:lnTo>
                        <a:cubicBezTo>
                          <a:pt x="20712" y="4191"/>
                          <a:pt x="22427" y="4286"/>
                          <a:pt x="24523" y="2953"/>
                        </a:cubicBezTo>
                        <a:cubicBezTo>
                          <a:pt x="25951" y="2000"/>
                          <a:pt x="27380" y="1048"/>
                          <a:pt x="28714" y="0"/>
                        </a:cubicBezTo>
                        <a:lnTo>
                          <a:pt x="615" y="78200"/>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5" name="Google Shape;2115;p71"/>
                  <p:cNvSpPr/>
                  <p:nvPr/>
                </p:nvSpPr>
                <p:spPr>
                  <a:xfrm>
                    <a:off x="9739553" y="835055"/>
                    <a:ext cx="269462" cy="727900"/>
                  </a:xfrm>
                  <a:custGeom>
                    <a:rect b="b" l="l" r="r" t="t"/>
                    <a:pathLst>
                      <a:path extrusionOk="0" h="727900" w="269462">
                        <a:moveTo>
                          <a:pt x="0" y="724853"/>
                        </a:moveTo>
                        <a:lnTo>
                          <a:pt x="260699" y="0"/>
                        </a:lnTo>
                        <a:lnTo>
                          <a:pt x="269462" y="3143"/>
                        </a:lnTo>
                        <a:lnTo>
                          <a:pt x="8858" y="727901"/>
                        </a:lnTo>
                        <a:lnTo>
                          <a:pt x="0" y="724853"/>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16" name="Google Shape;2116;p71"/>
                <p:cNvSpPr/>
                <p:nvPr/>
              </p:nvSpPr>
              <p:spPr>
                <a:xfrm>
                  <a:off x="9659447" y="949440"/>
                  <a:ext cx="218884" cy="584654"/>
                </a:xfrm>
                <a:custGeom>
                  <a:rect b="b" l="l" r="r" t="t"/>
                  <a:pathLst>
                    <a:path extrusionOk="0" h="584654" w="218884">
                      <a:moveTo>
                        <a:pt x="95" y="581702"/>
                      </a:moveTo>
                      <a:lnTo>
                        <a:pt x="208693" y="1724"/>
                      </a:lnTo>
                      <a:cubicBezTo>
                        <a:pt x="210121" y="1153"/>
                        <a:pt x="211550" y="486"/>
                        <a:pt x="213074" y="105"/>
                      </a:cubicBezTo>
                      <a:cubicBezTo>
                        <a:pt x="215551" y="-276"/>
                        <a:pt x="217170" y="486"/>
                        <a:pt x="218885" y="677"/>
                      </a:cubicBezTo>
                      <a:lnTo>
                        <a:pt x="8858" y="584654"/>
                      </a:lnTo>
                      <a:lnTo>
                        <a:pt x="0" y="581702"/>
                      </a:lnTo>
                      <a:close/>
                    </a:path>
                  </a:pathLst>
                </a:custGeom>
                <a:solidFill>
                  <a:srgbClr val="F6F3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117" name="Google Shape;2117;p71"/>
            <p:cNvSpPr/>
            <p:nvPr/>
          </p:nvSpPr>
          <p:spPr>
            <a:xfrm rot="10800000">
              <a:off x="6783141" y="-621410"/>
              <a:ext cx="3085593" cy="2714505"/>
            </a:xfrm>
            <a:custGeom>
              <a:rect b="b" l="l" r="r" t="t"/>
              <a:pathLst>
                <a:path extrusionOk="0" h="1320927" w="1501505">
                  <a:moveTo>
                    <a:pt x="1212247" y="1320927"/>
                  </a:moveTo>
                  <a:lnTo>
                    <a:pt x="0" y="884492"/>
                  </a:lnTo>
                  <a:lnTo>
                    <a:pt x="115824" y="562547"/>
                  </a:lnTo>
                  <a:cubicBezTo>
                    <a:pt x="119253" y="562356"/>
                    <a:pt x="113157" y="555879"/>
                    <a:pt x="116110" y="556641"/>
                  </a:cubicBezTo>
                  <a:cubicBezTo>
                    <a:pt x="120872" y="549783"/>
                    <a:pt x="120396" y="542830"/>
                    <a:pt x="127254" y="537686"/>
                  </a:cubicBezTo>
                  <a:cubicBezTo>
                    <a:pt x="134684" y="532067"/>
                    <a:pt x="146209" y="530733"/>
                    <a:pt x="153448" y="524923"/>
                  </a:cubicBezTo>
                  <a:cubicBezTo>
                    <a:pt x="160401" y="519398"/>
                    <a:pt x="163449" y="497681"/>
                    <a:pt x="166116" y="487394"/>
                  </a:cubicBezTo>
                  <a:cubicBezTo>
                    <a:pt x="166783" y="484346"/>
                    <a:pt x="167640" y="481203"/>
                    <a:pt x="168497" y="478250"/>
                  </a:cubicBezTo>
                  <a:cubicBezTo>
                    <a:pt x="169926" y="473202"/>
                    <a:pt x="171641" y="468535"/>
                    <a:pt x="174308" y="464725"/>
                  </a:cubicBezTo>
                  <a:cubicBezTo>
                    <a:pt x="193262" y="472250"/>
                    <a:pt x="200882" y="443389"/>
                    <a:pt x="205073" y="431768"/>
                  </a:cubicBezTo>
                  <a:lnTo>
                    <a:pt x="216599" y="399764"/>
                  </a:lnTo>
                  <a:cubicBezTo>
                    <a:pt x="219456" y="391763"/>
                    <a:pt x="214503" y="376238"/>
                    <a:pt x="218884" y="369094"/>
                  </a:cubicBezTo>
                  <a:cubicBezTo>
                    <a:pt x="220123" y="366903"/>
                    <a:pt x="222504" y="367665"/>
                    <a:pt x="223647" y="365855"/>
                  </a:cubicBezTo>
                  <a:cubicBezTo>
                    <a:pt x="229743" y="356521"/>
                    <a:pt x="234029" y="347282"/>
                    <a:pt x="237934" y="337566"/>
                  </a:cubicBezTo>
                  <a:cubicBezTo>
                    <a:pt x="239173" y="334709"/>
                    <a:pt x="240221" y="331756"/>
                    <a:pt x="241268" y="328708"/>
                  </a:cubicBezTo>
                  <a:cubicBezTo>
                    <a:pt x="241744" y="327565"/>
                    <a:pt x="242125" y="326517"/>
                    <a:pt x="242602" y="325374"/>
                  </a:cubicBezTo>
                  <a:cubicBezTo>
                    <a:pt x="246602" y="314516"/>
                    <a:pt x="253270" y="325088"/>
                    <a:pt x="263081" y="325374"/>
                  </a:cubicBezTo>
                  <a:cubicBezTo>
                    <a:pt x="265081" y="325374"/>
                    <a:pt x="266700" y="324898"/>
                    <a:pt x="268224" y="324136"/>
                  </a:cubicBezTo>
                  <a:cubicBezTo>
                    <a:pt x="269653" y="323564"/>
                    <a:pt x="271082" y="322898"/>
                    <a:pt x="272701" y="322517"/>
                  </a:cubicBezTo>
                  <a:cubicBezTo>
                    <a:pt x="275273" y="322136"/>
                    <a:pt x="276892" y="322898"/>
                    <a:pt x="278606" y="323088"/>
                  </a:cubicBezTo>
                  <a:cubicBezTo>
                    <a:pt x="279844" y="323279"/>
                    <a:pt x="281178" y="323088"/>
                    <a:pt x="283178" y="321850"/>
                  </a:cubicBezTo>
                  <a:cubicBezTo>
                    <a:pt x="288417" y="318325"/>
                    <a:pt x="284988" y="300323"/>
                    <a:pt x="287941" y="295180"/>
                  </a:cubicBezTo>
                  <a:cubicBezTo>
                    <a:pt x="295847" y="297275"/>
                    <a:pt x="301561" y="295751"/>
                    <a:pt x="309563" y="297847"/>
                  </a:cubicBezTo>
                  <a:cubicBezTo>
                    <a:pt x="314516" y="290989"/>
                    <a:pt x="315944" y="279368"/>
                    <a:pt x="319564" y="271463"/>
                  </a:cubicBezTo>
                  <a:cubicBezTo>
                    <a:pt x="320802" y="268796"/>
                    <a:pt x="322421" y="266414"/>
                    <a:pt x="324707" y="264509"/>
                  </a:cubicBezTo>
                  <a:cubicBezTo>
                    <a:pt x="324993" y="264223"/>
                    <a:pt x="325469" y="263842"/>
                    <a:pt x="325946" y="263652"/>
                  </a:cubicBezTo>
                  <a:cubicBezTo>
                    <a:pt x="328232" y="261938"/>
                    <a:pt x="337852" y="269843"/>
                    <a:pt x="340424" y="269367"/>
                  </a:cubicBezTo>
                  <a:cubicBezTo>
                    <a:pt x="341662" y="269081"/>
                    <a:pt x="342805" y="261080"/>
                    <a:pt x="343091" y="260794"/>
                  </a:cubicBezTo>
                  <a:cubicBezTo>
                    <a:pt x="348615" y="256604"/>
                    <a:pt x="349567" y="245078"/>
                    <a:pt x="350234" y="238601"/>
                  </a:cubicBezTo>
                  <a:cubicBezTo>
                    <a:pt x="351092" y="230124"/>
                    <a:pt x="349853" y="224314"/>
                    <a:pt x="347567" y="216408"/>
                  </a:cubicBezTo>
                  <a:cubicBezTo>
                    <a:pt x="346710" y="213455"/>
                    <a:pt x="341090" y="204692"/>
                    <a:pt x="342995" y="201930"/>
                  </a:cubicBezTo>
                  <a:cubicBezTo>
                    <a:pt x="346900" y="196501"/>
                    <a:pt x="373190" y="206978"/>
                    <a:pt x="378333" y="208026"/>
                  </a:cubicBezTo>
                  <a:cubicBezTo>
                    <a:pt x="379476" y="208217"/>
                    <a:pt x="380524" y="208407"/>
                    <a:pt x="381667" y="208598"/>
                  </a:cubicBezTo>
                  <a:cubicBezTo>
                    <a:pt x="387953" y="209741"/>
                    <a:pt x="394240" y="210693"/>
                    <a:pt x="400622" y="211836"/>
                  </a:cubicBezTo>
                  <a:cubicBezTo>
                    <a:pt x="403765" y="212312"/>
                    <a:pt x="407003" y="212884"/>
                    <a:pt x="410051" y="213551"/>
                  </a:cubicBezTo>
                  <a:cubicBezTo>
                    <a:pt x="411194" y="213646"/>
                    <a:pt x="412242" y="213931"/>
                    <a:pt x="413385" y="214122"/>
                  </a:cubicBezTo>
                  <a:cubicBezTo>
                    <a:pt x="414242" y="213360"/>
                    <a:pt x="414909" y="212122"/>
                    <a:pt x="415100" y="210598"/>
                  </a:cubicBezTo>
                  <a:cubicBezTo>
                    <a:pt x="415957" y="207550"/>
                    <a:pt x="415576" y="203359"/>
                    <a:pt x="415100" y="199168"/>
                  </a:cubicBezTo>
                  <a:cubicBezTo>
                    <a:pt x="414623" y="194596"/>
                    <a:pt x="414052" y="189929"/>
                    <a:pt x="414814" y="187071"/>
                  </a:cubicBezTo>
                  <a:cubicBezTo>
                    <a:pt x="416433" y="180213"/>
                    <a:pt x="419862" y="174689"/>
                    <a:pt x="421291" y="167640"/>
                  </a:cubicBezTo>
                  <a:cubicBezTo>
                    <a:pt x="423196" y="157925"/>
                    <a:pt x="424434" y="144113"/>
                    <a:pt x="428911" y="133636"/>
                  </a:cubicBezTo>
                  <a:cubicBezTo>
                    <a:pt x="429959" y="131064"/>
                    <a:pt x="431292" y="128683"/>
                    <a:pt x="432816" y="126682"/>
                  </a:cubicBezTo>
                  <a:cubicBezTo>
                    <a:pt x="433197" y="126111"/>
                    <a:pt x="433578" y="125730"/>
                    <a:pt x="433959" y="125349"/>
                  </a:cubicBezTo>
                  <a:cubicBezTo>
                    <a:pt x="435674" y="123730"/>
                    <a:pt x="437388" y="123730"/>
                    <a:pt x="439484" y="122396"/>
                  </a:cubicBezTo>
                  <a:cubicBezTo>
                    <a:pt x="440912" y="121444"/>
                    <a:pt x="442436" y="120396"/>
                    <a:pt x="443770" y="119444"/>
                  </a:cubicBezTo>
                  <a:cubicBezTo>
                    <a:pt x="448627" y="116205"/>
                    <a:pt x="453295" y="112681"/>
                    <a:pt x="458152" y="109252"/>
                  </a:cubicBezTo>
                  <a:cubicBezTo>
                    <a:pt x="467677" y="102013"/>
                    <a:pt x="474631" y="95441"/>
                    <a:pt x="479393" y="85344"/>
                  </a:cubicBezTo>
                  <a:cubicBezTo>
                    <a:pt x="482727" y="78391"/>
                    <a:pt x="489014" y="71628"/>
                    <a:pt x="494633" y="65246"/>
                  </a:cubicBezTo>
                  <a:cubicBezTo>
                    <a:pt x="495205" y="64770"/>
                    <a:pt x="495586" y="64199"/>
                    <a:pt x="496062" y="63627"/>
                  </a:cubicBezTo>
                  <a:cubicBezTo>
                    <a:pt x="498158" y="61151"/>
                    <a:pt x="500348" y="59436"/>
                    <a:pt x="502730" y="58103"/>
                  </a:cubicBezTo>
                  <a:cubicBezTo>
                    <a:pt x="507016" y="55435"/>
                    <a:pt x="511492" y="53626"/>
                    <a:pt x="515684" y="50102"/>
                  </a:cubicBezTo>
                  <a:cubicBezTo>
                    <a:pt x="522065" y="44958"/>
                    <a:pt x="528257" y="40862"/>
                    <a:pt x="533591" y="34957"/>
                  </a:cubicBezTo>
                  <a:cubicBezTo>
                    <a:pt x="536258" y="31909"/>
                    <a:pt x="538448" y="26479"/>
                    <a:pt x="541306" y="23813"/>
                  </a:cubicBezTo>
                  <a:cubicBezTo>
                    <a:pt x="546735" y="18955"/>
                    <a:pt x="554069" y="21146"/>
                    <a:pt x="560451" y="22765"/>
                  </a:cubicBezTo>
                  <a:cubicBezTo>
                    <a:pt x="561880" y="23051"/>
                    <a:pt x="563213" y="23336"/>
                    <a:pt x="564451" y="23622"/>
                  </a:cubicBezTo>
                  <a:cubicBezTo>
                    <a:pt x="566642" y="20669"/>
                    <a:pt x="565690" y="16193"/>
                    <a:pt x="564451" y="11811"/>
                  </a:cubicBezTo>
                  <a:lnTo>
                    <a:pt x="568738" y="0"/>
                  </a:lnTo>
                  <a:lnTo>
                    <a:pt x="571119" y="857"/>
                  </a:lnTo>
                  <a:cubicBezTo>
                    <a:pt x="569881" y="3905"/>
                    <a:pt x="568452" y="6096"/>
                    <a:pt x="570643" y="9906"/>
                  </a:cubicBezTo>
                  <a:cubicBezTo>
                    <a:pt x="571500" y="11240"/>
                    <a:pt x="572643" y="12478"/>
                    <a:pt x="573881" y="13526"/>
                  </a:cubicBezTo>
                  <a:cubicBezTo>
                    <a:pt x="576358" y="15716"/>
                    <a:pt x="579215" y="18002"/>
                    <a:pt x="581120" y="20479"/>
                  </a:cubicBezTo>
                  <a:cubicBezTo>
                    <a:pt x="585597" y="26384"/>
                    <a:pt x="588074" y="26575"/>
                    <a:pt x="593598" y="30194"/>
                  </a:cubicBezTo>
                  <a:cubicBezTo>
                    <a:pt x="602171" y="35624"/>
                    <a:pt x="606457" y="48768"/>
                    <a:pt x="606552" y="59246"/>
                  </a:cubicBezTo>
                  <a:cubicBezTo>
                    <a:pt x="614743" y="63913"/>
                    <a:pt x="620840" y="68771"/>
                    <a:pt x="628364" y="74676"/>
                  </a:cubicBezTo>
                  <a:cubicBezTo>
                    <a:pt x="629793" y="75819"/>
                    <a:pt x="631222" y="76772"/>
                    <a:pt x="632651" y="77629"/>
                  </a:cubicBezTo>
                  <a:cubicBezTo>
                    <a:pt x="635413" y="79439"/>
                    <a:pt x="638270" y="80867"/>
                    <a:pt x="641128" y="82105"/>
                  </a:cubicBezTo>
                  <a:cubicBezTo>
                    <a:pt x="647891" y="84963"/>
                    <a:pt x="654749" y="86678"/>
                    <a:pt x="662083" y="89249"/>
                  </a:cubicBezTo>
                  <a:cubicBezTo>
                    <a:pt x="663131" y="87440"/>
                    <a:pt x="664655" y="87154"/>
                    <a:pt x="666464" y="88392"/>
                  </a:cubicBezTo>
                  <a:cubicBezTo>
                    <a:pt x="670179" y="91440"/>
                    <a:pt x="672751" y="95155"/>
                    <a:pt x="674370" y="99727"/>
                  </a:cubicBezTo>
                  <a:cubicBezTo>
                    <a:pt x="677609" y="106204"/>
                    <a:pt x="678751" y="112395"/>
                    <a:pt x="685038" y="116491"/>
                  </a:cubicBezTo>
                  <a:cubicBezTo>
                    <a:pt x="690943" y="120301"/>
                    <a:pt x="699326" y="122873"/>
                    <a:pt x="707612" y="125063"/>
                  </a:cubicBezTo>
                  <a:cubicBezTo>
                    <a:pt x="710756" y="125921"/>
                    <a:pt x="713804" y="126778"/>
                    <a:pt x="716756" y="127635"/>
                  </a:cubicBezTo>
                  <a:cubicBezTo>
                    <a:pt x="718947" y="128302"/>
                    <a:pt x="720947" y="128969"/>
                    <a:pt x="722757" y="129635"/>
                  </a:cubicBezTo>
                  <a:cubicBezTo>
                    <a:pt x="732568" y="133255"/>
                    <a:pt x="732758" y="132588"/>
                    <a:pt x="741426" y="131826"/>
                  </a:cubicBezTo>
                  <a:cubicBezTo>
                    <a:pt x="742283" y="131731"/>
                    <a:pt x="747808" y="131445"/>
                    <a:pt x="748570" y="131159"/>
                  </a:cubicBezTo>
                  <a:cubicBezTo>
                    <a:pt x="750380" y="129254"/>
                    <a:pt x="752475" y="127921"/>
                    <a:pt x="754856" y="127064"/>
                  </a:cubicBezTo>
                  <a:lnTo>
                    <a:pt x="768953" y="124873"/>
                  </a:lnTo>
                  <a:cubicBezTo>
                    <a:pt x="771430" y="124111"/>
                    <a:pt x="773525" y="122682"/>
                    <a:pt x="775335" y="120872"/>
                  </a:cubicBezTo>
                  <a:cubicBezTo>
                    <a:pt x="777050" y="120968"/>
                    <a:pt x="778764" y="121063"/>
                    <a:pt x="780383" y="121253"/>
                  </a:cubicBezTo>
                  <a:cubicBezTo>
                    <a:pt x="783241" y="120491"/>
                    <a:pt x="786384" y="119253"/>
                    <a:pt x="789242" y="118301"/>
                  </a:cubicBezTo>
                  <a:cubicBezTo>
                    <a:pt x="794957" y="116205"/>
                    <a:pt x="797528" y="113824"/>
                    <a:pt x="802767" y="115729"/>
                  </a:cubicBezTo>
                  <a:cubicBezTo>
                    <a:pt x="803243" y="115919"/>
                    <a:pt x="803719" y="116205"/>
                    <a:pt x="804291" y="116396"/>
                  </a:cubicBezTo>
                  <a:cubicBezTo>
                    <a:pt x="809054" y="118491"/>
                    <a:pt x="808292" y="119634"/>
                    <a:pt x="810482" y="122396"/>
                  </a:cubicBezTo>
                  <a:cubicBezTo>
                    <a:pt x="810768" y="122777"/>
                    <a:pt x="810959" y="123063"/>
                    <a:pt x="811340" y="123539"/>
                  </a:cubicBezTo>
                  <a:cubicBezTo>
                    <a:pt x="817435" y="130588"/>
                    <a:pt x="829437" y="128873"/>
                    <a:pt x="835533" y="135541"/>
                  </a:cubicBezTo>
                  <a:cubicBezTo>
                    <a:pt x="837914" y="138017"/>
                    <a:pt x="836962" y="141256"/>
                    <a:pt x="840200" y="143637"/>
                  </a:cubicBezTo>
                  <a:cubicBezTo>
                    <a:pt x="844677" y="147161"/>
                    <a:pt x="853631" y="148304"/>
                    <a:pt x="859060" y="150304"/>
                  </a:cubicBezTo>
                  <a:cubicBezTo>
                    <a:pt x="866108" y="152876"/>
                    <a:pt x="873061" y="154972"/>
                    <a:pt x="880015" y="157067"/>
                  </a:cubicBezTo>
                  <a:cubicBezTo>
                    <a:pt x="883063" y="157925"/>
                    <a:pt x="886111" y="158782"/>
                    <a:pt x="889159" y="159544"/>
                  </a:cubicBezTo>
                  <a:cubicBezTo>
                    <a:pt x="901065" y="162973"/>
                    <a:pt x="913067" y="166211"/>
                    <a:pt x="925068" y="170593"/>
                  </a:cubicBezTo>
                  <a:cubicBezTo>
                    <a:pt x="936689" y="174784"/>
                    <a:pt x="951262" y="177451"/>
                    <a:pt x="957643" y="189357"/>
                  </a:cubicBezTo>
                  <a:cubicBezTo>
                    <a:pt x="958310" y="190595"/>
                    <a:pt x="958596" y="192024"/>
                    <a:pt x="958882" y="193358"/>
                  </a:cubicBezTo>
                  <a:cubicBezTo>
                    <a:pt x="959358" y="195263"/>
                    <a:pt x="959930" y="197072"/>
                    <a:pt x="961739" y="198215"/>
                  </a:cubicBezTo>
                  <a:cubicBezTo>
                    <a:pt x="963168" y="199073"/>
                    <a:pt x="964787" y="199454"/>
                    <a:pt x="966692" y="199454"/>
                  </a:cubicBezTo>
                  <a:cubicBezTo>
                    <a:pt x="970026" y="199549"/>
                    <a:pt x="973836" y="198787"/>
                    <a:pt x="976789" y="199549"/>
                  </a:cubicBezTo>
                  <a:cubicBezTo>
                    <a:pt x="984123" y="201359"/>
                    <a:pt x="990314" y="206693"/>
                    <a:pt x="998220" y="205169"/>
                  </a:cubicBezTo>
                  <a:cubicBezTo>
                    <a:pt x="1003554" y="204026"/>
                    <a:pt x="1007174" y="199835"/>
                    <a:pt x="1011841" y="197453"/>
                  </a:cubicBezTo>
                  <a:cubicBezTo>
                    <a:pt x="1026890" y="189738"/>
                    <a:pt x="1036415" y="192691"/>
                    <a:pt x="1049274" y="197453"/>
                  </a:cubicBezTo>
                  <a:cubicBezTo>
                    <a:pt x="1051465" y="198311"/>
                    <a:pt x="1053751" y="199168"/>
                    <a:pt x="1056227" y="200025"/>
                  </a:cubicBezTo>
                  <a:cubicBezTo>
                    <a:pt x="1056894" y="200216"/>
                    <a:pt x="1057466" y="200501"/>
                    <a:pt x="1058132" y="200787"/>
                  </a:cubicBezTo>
                  <a:cubicBezTo>
                    <a:pt x="1063752" y="203073"/>
                    <a:pt x="1071658" y="207550"/>
                    <a:pt x="1076992" y="207550"/>
                  </a:cubicBezTo>
                  <a:cubicBezTo>
                    <a:pt x="1079944" y="207550"/>
                    <a:pt x="1082611" y="205740"/>
                    <a:pt x="1085088" y="205740"/>
                  </a:cubicBezTo>
                  <a:cubicBezTo>
                    <a:pt x="1096137" y="205454"/>
                    <a:pt x="1114806" y="231553"/>
                    <a:pt x="1126903" y="222314"/>
                  </a:cubicBezTo>
                  <a:cubicBezTo>
                    <a:pt x="1130999" y="224885"/>
                    <a:pt x="1130236" y="228029"/>
                    <a:pt x="1129093" y="231267"/>
                  </a:cubicBezTo>
                  <a:lnTo>
                    <a:pt x="1128522" y="232886"/>
                  </a:lnTo>
                  <a:cubicBezTo>
                    <a:pt x="1127951" y="234601"/>
                    <a:pt x="1127379" y="236220"/>
                    <a:pt x="1127569" y="237744"/>
                  </a:cubicBezTo>
                  <a:cubicBezTo>
                    <a:pt x="1127951" y="240697"/>
                    <a:pt x="1130332" y="244316"/>
                    <a:pt x="1133189" y="247745"/>
                  </a:cubicBezTo>
                  <a:cubicBezTo>
                    <a:pt x="1136428" y="251555"/>
                    <a:pt x="1140333" y="255175"/>
                    <a:pt x="1142714" y="257175"/>
                  </a:cubicBezTo>
                  <a:cubicBezTo>
                    <a:pt x="1149572" y="263081"/>
                    <a:pt x="1151192" y="261652"/>
                    <a:pt x="1158050" y="262223"/>
                  </a:cubicBezTo>
                  <a:cubicBezTo>
                    <a:pt x="1163384" y="262604"/>
                    <a:pt x="1168336" y="265176"/>
                    <a:pt x="1173575" y="266986"/>
                  </a:cubicBezTo>
                  <a:cubicBezTo>
                    <a:pt x="1182910" y="270319"/>
                    <a:pt x="1192244" y="273844"/>
                    <a:pt x="1201579" y="277082"/>
                  </a:cubicBezTo>
                  <a:cubicBezTo>
                    <a:pt x="1202531" y="277463"/>
                    <a:pt x="1203389" y="277654"/>
                    <a:pt x="1204151" y="277844"/>
                  </a:cubicBezTo>
                  <a:cubicBezTo>
                    <a:pt x="1208151" y="279083"/>
                    <a:pt x="1209961" y="279083"/>
                    <a:pt x="1214342" y="277463"/>
                  </a:cubicBezTo>
                  <a:cubicBezTo>
                    <a:pt x="1214818" y="277273"/>
                    <a:pt x="1215295" y="276987"/>
                    <a:pt x="1215866" y="276796"/>
                  </a:cubicBezTo>
                  <a:cubicBezTo>
                    <a:pt x="1221486" y="274511"/>
                    <a:pt x="1221200" y="275558"/>
                    <a:pt x="1226725" y="275558"/>
                  </a:cubicBezTo>
                  <a:cubicBezTo>
                    <a:pt x="1232630" y="275463"/>
                    <a:pt x="1234154" y="274415"/>
                    <a:pt x="1240441" y="276796"/>
                  </a:cubicBezTo>
                  <a:cubicBezTo>
                    <a:pt x="1247585" y="279464"/>
                    <a:pt x="1256062" y="284226"/>
                    <a:pt x="1263777" y="284988"/>
                  </a:cubicBezTo>
                  <a:cubicBezTo>
                    <a:pt x="1272826" y="285845"/>
                    <a:pt x="1276826" y="279844"/>
                    <a:pt x="1285780" y="282512"/>
                  </a:cubicBezTo>
                  <a:cubicBezTo>
                    <a:pt x="1288256" y="283273"/>
                    <a:pt x="1290828" y="284417"/>
                    <a:pt x="1293305" y="285655"/>
                  </a:cubicBezTo>
                  <a:cubicBezTo>
                    <a:pt x="1296067" y="286893"/>
                    <a:pt x="1298829" y="288036"/>
                    <a:pt x="1301686" y="288417"/>
                  </a:cubicBezTo>
                  <a:cubicBezTo>
                    <a:pt x="1301877" y="288417"/>
                    <a:pt x="1302163" y="288417"/>
                    <a:pt x="1302353" y="288417"/>
                  </a:cubicBezTo>
                  <a:cubicBezTo>
                    <a:pt x="1307306" y="288989"/>
                    <a:pt x="1310068" y="286988"/>
                    <a:pt x="1314736" y="285750"/>
                  </a:cubicBezTo>
                  <a:cubicBezTo>
                    <a:pt x="1329976" y="281845"/>
                    <a:pt x="1346740" y="296513"/>
                    <a:pt x="1362170" y="298799"/>
                  </a:cubicBezTo>
                  <a:cubicBezTo>
                    <a:pt x="1363694" y="297466"/>
                    <a:pt x="1364742" y="295751"/>
                    <a:pt x="1365504" y="293846"/>
                  </a:cubicBezTo>
                  <a:cubicBezTo>
                    <a:pt x="1369981" y="294418"/>
                    <a:pt x="1369600" y="299847"/>
                    <a:pt x="1372362" y="302419"/>
                  </a:cubicBezTo>
                  <a:cubicBezTo>
                    <a:pt x="1373696" y="303752"/>
                    <a:pt x="1375982" y="304610"/>
                    <a:pt x="1378172" y="305371"/>
                  </a:cubicBezTo>
                  <a:cubicBezTo>
                    <a:pt x="1379601" y="305943"/>
                    <a:pt x="1380839" y="306515"/>
                    <a:pt x="1381887" y="307086"/>
                  </a:cubicBezTo>
                  <a:cubicBezTo>
                    <a:pt x="1383506" y="307943"/>
                    <a:pt x="1385030" y="308991"/>
                    <a:pt x="1386554" y="310039"/>
                  </a:cubicBezTo>
                  <a:cubicBezTo>
                    <a:pt x="1393222" y="314896"/>
                    <a:pt x="1399127" y="320802"/>
                    <a:pt x="1407700" y="322898"/>
                  </a:cubicBezTo>
                  <a:cubicBezTo>
                    <a:pt x="1416844" y="325088"/>
                    <a:pt x="1426369" y="321659"/>
                    <a:pt x="1435799" y="322898"/>
                  </a:cubicBezTo>
                  <a:cubicBezTo>
                    <a:pt x="1438561" y="323279"/>
                    <a:pt x="1441133" y="324803"/>
                    <a:pt x="1443704" y="325184"/>
                  </a:cubicBezTo>
                  <a:cubicBezTo>
                    <a:pt x="1445895" y="325374"/>
                    <a:pt x="1448181" y="324421"/>
                    <a:pt x="1449896" y="324517"/>
                  </a:cubicBezTo>
                  <a:cubicBezTo>
                    <a:pt x="1453801" y="324803"/>
                    <a:pt x="1457992" y="326231"/>
                    <a:pt x="1462088" y="327850"/>
                  </a:cubicBezTo>
                  <a:cubicBezTo>
                    <a:pt x="1465040" y="328994"/>
                    <a:pt x="1468088" y="330327"/>
                    <a:pt x="1470851" y="331280"/>
                  </a:cubicBezTo>
                  <a:lnTo>
                    <a:pt x="1471327" y="331470"/>
                  </a:lnTo>
                  <a:cubicBezTo>
                    <a:pt x="1478090" y="333946"/>
                    <a:pt x="1484852" y="336233"/>
                    <a:pt x="1491710" y="338804"/>
                  </a:cubicBezTo>
                  <a:cubicBezTo>
                    <a:pt x="1491710" y="339471"/>
                    <a:pt x="1491710" y="340138"/>
                    <a:pt x="1491043" y="340900"/>
                  </a:cubicBezTo>
                  <a:cubicBezTo>
                    <a:pt x="1487519" y="342424"/>
                    <a:pt x="1484471" y="344710"/>
                    <a:pt x="1481900" y="347663"/>
                  </a:cubicBezTo>
                  <a:cubicBezTo>
                    <a:pt x="1479233" y="350996"/>
                    <a:pt x="1474280" y="362045"/>
                    <a:pt x="1474089" y="366808"/>
                  </a:cubicBezTo>
                  <a:cubicBezTo>
                    <a:pt x="1473708" y="374047"/>
                    <a:pt x="1474470" y="371761"/>
                    <a:pt x="1478852" y="376428"/>
                  </a:cubicBezTo>
                  <a:cubicBezTo>
                    <a:pt x="1481995" y="379762"/>
                    <a:pt x="1484662" y="380810"/>
                    <a:pt x="1487996" y="383667"/>
                  </a:cubicBezTo>
                  <a:cubicBezTo>
                    <a:pt x="1494282" y="388811"/>
                    <a:pt x="1493520" y="385286"/>
                    <a:pt x="1495616" y="395002"/>
                  </a:cubicBezTo>
                  <a:cubicBezTo>
                    <a:pt x="1497330" y="402717"/>
                    <a:pt x="1498092" y="408813"/>
                    <a:pt x="1496663" y="415100"/>
                  </a:cubicBezTo>
                  <a:cubicBezTo>
                    <a:pt x="1495997" y="417957"/>
                    <a:pt x="1494949" y="420815"/>
                    <a:pt x="1493234" y="423863"/>
                  </a:cubicBezTo>
                  <a:cubicBezTo>
                    <a:pt x="1492663" y="424910"/>
                    <a:pt x="1491996" y="426148"/>
                    <a:pt x="1491139" y="427387"/>
                  </a:cubicBezTo>
                  <a:cubicBezTo>
                    <a:pt x="1488567" y="431387"/>
                    <a:pt x="1486376" y="428244"/>
                    <a:pt x="1486662" y="434912"/>
                  </a:cubicBezTo>
                  <a:cubicBezTo>
                    <a:pt x="1486948" y="442246"/>
                    <a:pt x="1493520" y="452057"/>
                    <a:pt x="1496568" y="458534"/>
                  </a:cubicBezTo>
                  <a:cubicBezTo>
                    <a:pt x="1500188" y="466058"/>
                    <a:pt x="1501521" y="470059"/>
                    <a:pt x="1501140" y="475107"/>
                  </a:cubicBezTo>
                  <a:cubicBezTo>
                    <a:pt x="1500854" y="478155"/>
                    <a:pt x="1499902" y="481394"/>
                    <a:pt x="1498378" y="486061"/>
                  </a:cubicBezTo>
                  <a:cubicBezTo>
                    <a:pt x="1496568" y="491585"/>
                    <a:pt x="1495806" y="498824"/>
                    <a:pt x="1494663" y="506349"/>
                  </a:cubicBezTo>
                  <a:cubicBezTo>
                    <a:pt x="1494187" y="509492"/>
                    <a:pt x="1493710" y="512731"/>
                    <a:pt x="1492949" y="515779"/>
                  </a:cubicBezTo>
                  <a:cubicBezTo>
                    <a:pt x="1490948" y="525304"/>
                    <a:pt x="1493520" y="533305"/>
                    <a:pt x="1486281" y="537020"/>
                  </a:cubicBezTo>
                  <a:cubicBezTo>
                    <a:pt x="1487900" y="537877"/>
                    <a:pt x="1490853" y="542735"/>
                    <a:pt x="1493425" y="544449"/>
                  </a:cubicBezTo>
                  <a:cubicBezTo>
                    <a:pt x="1497044" y="546735"/>
                    <a:pt x="1500473" y="549402"/>
                    <a:pt x="1501235" y="551783"/>
                  </a:cubicBezTo>
                  <a:cubicBezTo>
                    <a:pt x="1503902" y="559880"/>
                    <a:pt x="1485900" y="567595"/>
                    <a:pt x="1488091" y="576167"/>
                  </a:cubicBezTo>
                  <a:cubicBezTo>
                    <a:pt x="1489043" y="580263"/>
                    <a:pt x="1499426" y="579882"/>
                    <a:pt x="1499044" y="585026"/>
                  </a:cubicBezTo>
                  <a:cubicBezTo>
                    <a:pt x="1498854" y="587693"/>
                    <a:pt x="1496473" y="591407"/>
                    <a:pt x="1495520" y="593884"/>
                  </a:cubicBezTo>
                  <a:cubicBezTo>
                    <a:pt x="1495330" y="594551"/>
                    <a:pt x="1494949" y="595217"/>
                    <a:pt x="1494663" y="595884"/>
                  </a:cubicBezTo>
                  <a:cubicBezTo>
                    <a:pt x="1493520" y="598456"/>
                    <a:pt x="1492091" y="601599"/>
                    <a:pt x="1491043" y="604647"/>
                  </a:cubicBezTo>
                  <a:cubicBezTo>
                    <a:pt x="1490091" y="607219"/>
                    <a:pt x="1489424" y="609791"/>
                    <a:pt x="1489329" y="612077"/>
                  </a:cubicBezTo>
                  <a:cubicBezTo>
                    <a:pt x="1488948" y="620935"/>
                    <a:pt x="1486567" y="639032"/>
                    <a:pt x="1475137" y="643985"/>
                  </a:cubicBezTo>
                  <a:cubicBezTo>
                    <a:pt x="1473422" y="644652"/>
                    <a:pt x="1469898" y="641699"/>
                    <a:pt x="1468184" y="642461"/>
                  </a:cubicBezTo>
                  <a:cubicBezTo>
                    <a:pt x="1463802" y="644652"/>
                    <a:pt x="1461992" y="651129"/>
                    <a:pt x="1459230" y="654844"/>
                  </a:cubicBezTo>
                  <a:cubicBezTo>
                    <a:pt x="1452658" y="663512"/>
                    <a:pt x="1450562" y="665417"/>
                    <a:pt x="1440752" y="663321"/>
                  </a:cubicBezTo>
                  <a:cubicBezTo>
                    <a:pt x="1439227" y="666941"/>
                    <a:pt x="1436560" y="666845"/>
                    <a:pt x="1434941" y="669227"/>
                  </a:cubicBezTo>
                  <a:cubicBezTo>
                    <a:pt x="1434751" y="669417"/>
                    <a:pt x="1434656" y="669798"/>
                    <a:pt x="1434560" y="670084"/>
                  </a:cubicBezTo>
                  <a:cubicBezTo>
                    <a:pt x="1433513" y="671894"/>
                    <a:pt x="1433132" y="674084"/>
                    <a:pt x="1431989" y="675704"/>
                  </a:cubicBezTo>
                  <a:lnTo>
                    <a:pt x="1432369" y="675704"/>
                  </a:lnTo>
                  <a:cubicBezTo>
                    <a:pt x="1430274" y="678561"/>
                    <a:pt x="1428369" y="681228"/>
                    <a:pt x="1426464" y="683800"/>
                  </a:cubicBezTo>
                  <a:cubicBezTo>
                    <a:pt x="1423416" y="687991"/>
                    <a:pt x="1420273" y="691610"/>
                    <a:pt x="1416082" y="694754"/>
                  </a:cubicBezTo>
                  <a:cubicBezTo>
                    <a:pt x="1413701" y="696659"/>
                    <a:pt x="1410843" y="698278"/>
                    <a:pt x="1407509" y="699707"/>
                  </a:cubicBezTo>
                  <a:cubicBezTo>
                    <a:pt x="1397508" y="704088"/>
                    <a:pt x="1404652" y="699516"/>
                    <a:pt x="1403794" y="710184"/>
                  </a:cubicBezTo>
                  <a:cubicBezTo>
                    <a:pt x="1403223" y="719900"/>
                    <a:pt x="1404080" y="726853"/>
                    <a:pt x="1407128" y="735997"/>
                  </a:cubicBezTo>
                  <a:cubicBezTo>
                    <a:pt x="1407128" y="735997"/>
                    <a:pt x="1407128" y="736187"/>
                    <a:pt x="1407128" y="736283"/>
                  </a:cubicBezTo>
                  <a:cubicBezTo>
                    <a:pt x="1407128" y="736283"/>
                    <a:pt x="1406081" y="740759"/>
                    <a:pt x="1405985" y="740759"/>
                  </a:cubicBezTo>
                  <a:cubicBezTo>
                    <a:pt x="1401223" y="740378"/>
                    <a:pt x="1398175" y="736664"/>
                    <a:pt x="1393412" y="737997"/>
                  </a:cubicBezTo>
                  <a:cubicBezTo>
                    <a:pt x="1391888" y="738473"/>
                    <a:pt x="1382268" y="737711"/>
                    <a:pt x="1378839" y="742093"/>
                  </a:cubicBezTo>
                  <a:cubicBezTo>
                    <a:pt x="1376363" y="744950"/>
                    <a:pt x="1374267" y="747808"/>
                    <a:pt x="1373219" y="749427"/>
                  </a:cubicBezTo>
                  <a:lnTo>
                    <a:pt x="1372838" y="749999"/>
                  </a:lnTo>
                  <a:lnTo>
                    <a:pt x="1372838" y="749999"/>
                  </a:lnTo>
                  <a:cubicBezTo>
                    <a:pt x="1367028" y="760000"/>
                    <a:pt x="1364933" y="773525"/>
                    <a:pt x="1360837" y="784384"/>
                  </a:cubicBezTo>
                  <a:cubicBezTo>
                    <a:pt x="1358646" y="790194"/>
                    <a:pt x="1355027" y="792385"/>
                    <a:pt x="1356646" y="798767"/>
                  </a:cubicBezTo>
                  <a:cubicBezTo>
                    <a:pt x="1357979" y="804482"/>
                    <a:pt x="1362170" y="806196"/>
                    <a:pt x="1361694" y="812483"/>
                  </a:cubicBezTo>
                  <a:cubicBezTo>
                    <a:pt x="1361408" y="815531"/>
                    <a:pt x="1359980" y="818960"/>
                    <a:pt x="1358360" y="822484"/>
                  </a:cubicBezTo>
                  <a:cubicBezTo>
                    <a:pt x="1357122" y="825246"/>
                    <a:pt x="1355789" y="827913"/>
                    <a:pt x="1354931" y="830199"/>
                  </a:cubicBezTo>
                  <a:lnTo>
                    <a:pt x="1354550" y="831152"/>
                  </a:lnTo>
                  <a:cubicBezTo>
                    <a:pt x="1351121" y="840867"/>
                    <a:pt x="1351217" y="847820"/>
                    <a:pt x="1349121" y="857726"/>
                  </a:cubicBezTo>
                  <a:cubicBezTo>
                    <a:pt x="1350931" y="858584"/>
                    <a:pt x="1352645" y="859441"/>
                    <a:pt x="1354074" y="860108"/>
                  </a:cubicBezTo>
                  <a:cubicBezTo>
                    <a:pt x="1357503" y="861917"/>
                    <a:pt x="1361027" y="869347"/>
                    <a:pt x="1361027" y="869537"/>
                  </a:cubicBezTo>
                  <a:cubicBezTo>
                    <a:pt x="1362075" y="875062"/>
                    <a:pt x="1365314" y="883825"/>
                    <a:pt x="1365409" y="889254"/>
                  </a:cubicBezTo>
                  <a:cubicBezTo>
                    <a:pt x="1365409" y="895731"/>
                    <a:pt x="1370267" y="902018"/>
                    <a:pt x="1370076" y="909257"/>
                  </a:cubicBezTo>
                  <a:cubicBezTo>
                    <a:pt x="1369981" y="912400"/>
                    <a:pt x="1369505" y="916686"/>
                    <a:pt x="1368743" y="920877"/>
                  </a:cubicBezTo>
                  <a:cubicBezTo>
                    <a:pt x="1368171" y="924020"/>
                    <a:pt x="1367504" y="926973"/>
                    <a:pt x="1366742" y="929259"/>
                  </a:cubicBezTo>
                  <a:lnTo>
                    <a:pt x="1366457" y="930021"/>
                  </a:lnTo>
                  <a:cubicBezTo>
                    <a:pt x="1364075" y="936593"/>
                    <a:pt x="1362551" y="935069"/>
                    <a:pt x="1357979" y="938975"/>
                  </a:cubicBezTo>
                  <a:cubicBezTo>
                    <a:pt x="1351693" y="944404"/>
                    <a:pt x="1353122" y="954024"/>
                    <a:pt x="1347121" y="959263"/>
                  </a:cubicBezTo>
                  <a:cubicBezTo>
                    <a:pt x="1341025" y="964787"/>
                    <a:pt x="1339691" y="960692"/>
                    <a:pt x="1336262" y="969455"/>
                  </a:cubicBezTo>
                  <a:cubicBezTo>
                    <a:pt x="1333595" y="975932"/>
                    <a:pt x="1328452" y="985457"/>
                    <a:pt x="1328642" y="992219"/>
                  </a:cubicBezTo>
                  <a:cubicBezTo>
                    <a:pt x="1334357" y="993743"/>
                    <a:pt x="1335500" y="996601"/>
                    <a:pt x="1336453" y="1001078"/>
                  </a:cubicBezTo>
                  <a:cubicBezTo>
                    <a:pt x="1336548" y="1001840"/>
                    <a:pt x="1336739" y="1002697"/>
                    <a:pt x="1336929" y="1003554"/>
                  </a:cubicBezTo>
                  <a:cubicBezTo>
                    <a:pt x="1337596" y="1006983"/>
                    <a:pt x="1339120" y="1009650"/>
                    <a:pt x="1340358" y="1012508"/>
                  </a:cubicBezTo>
                  <a:cubicBezTo>
                    <a:pt x="1340644" y="1013365"/>
                    <a:pt x="1340930" y="1014222"/>
                    <a:pt x="1341215" y="1015175"/>
                  </a:cubicBezTo>
                  <a:cubicBezTo>
                    <a:pt x="1343216" y="1024223"/>
                    <a:pt x="1335691" y="1039749"/>
                    <a:pt x="1327118" y="1043368"/>
                  </a:cubicBezTo>
                  <a:cubicBezTo>
                    <a:pt x="1329404" y="1047274"/>
                    <a:pt x="1326356" y="1053751"/>
                    <a:pt x="1323785" y="1057370"/>
                  </a:cubicBezTo>
                  <a:cubicBezTo>
                    <a:pt x="1315974" y="1055275"/>
                    <a:pt x="1310259" y="1056704"/>
                    <a:pt x="1302449" y="1054703"/>
                  </a:cubicBezTo>
                  <a:cubicBezTo>
                    <a:pt x="1302449" y="1054703"/>
                    <a:pt x="1302382" y="1054703"/>
                    <a:pt x="1302258" y="1054703"/>
                  </a:cubicBezTo>
                  <a:cubicBezTo>
                    <a:pt x="1297686" y="1061466"/>
                    <a:pt x="1295876" y="1069562"/>
                    <a:pt x="1293685" y="1077659"/>
                  </a:cubicBezTo>
                  <a:cubicBezTo>
                    <a:pt x="1292828" y="1080802"/>
                    <a:pt x="1291971" y="1083755"/>
                    <a:pt x="1290828" y="1086707"/>
                  </a:cubicBezTo>
                  <a:cubicBezTo>
                    <a:pt x="1289971" y="1088708"/>
                    <a:pt x="1289114" y="1090708"/>
                    <a:pt x="1288161" y="1092613"/>
                  </a:cubicBezTo>
                  <a:cubicBezTo>
                    <a:pt x="1285208" y="1097661"/>
                    <a:pt x="1285875" y="1096328"/>
                    <a:pt x="1281875" y="1099090"/>
                  </a:cubicBezTo>
                  <a:cubicBezTo>
                    <a:pt x="1280351" y="1100138"/>
                    <a:pt x="1277684" y="1100995"/>
                    <a:pt x="1275302" y="1102138"/>
                  </a:cubicBezTo>
                  <a:cubicBezTo>
                    <a:pt x="1273397" y="1103090"/>
                    <a:pt x="1271588" y="1104233"/>
                    <a:pt x="1270921" y="1105853"/>
                  </a:cubicBezTo>
                  <a:cubicBezTo>
                    <a:pt x="1270064" y="1108043"/>
                    <a:pt x="1270254" y="1110615"/>
                    <a:pt x="1271207" y="1113473"/>
                  </a:cubicBezTo>
                  <a:cubicBezTo>
                    <a:pt x="1272635" y="1118235"/>
                    <a:pt x="1275302" y="1123188"/>
                    <a:pt x="1275969" y="1126712"/>
                  </a:cubicBezTo>
                  <a:cubicBezTo>
                    <a:pt x="1275969" y="1126998"/>
                    <a:pt x="1275969" y="1127379"/>
                    <a:pt x="1276160" y="1127665"/>
                  </a:cubicBezTo>
                  <a:cubicBezTo>
                    <a:pt x="1277112" y="1133570"/>
                    <a:pt x="1276922" y="1133761"/>
                    <a:pt x="1275017" y="1139952"/>
                  </a:cubicBezTo>
                  <a:cubicBezTo>
                    <a:pt x="1273207" y="1145477"/>
                    <a:pt x="1268159" y="1141857"/>
                    <a:pt x="1267111" y="1147477"/>
                  </a:cubicBezTo>
                  <a:cubicBezTo>
                    <a:pt x="1266635" y="1149572"/>
                    <a:pt x="1268921" y="1156240"/>
                    <a:pt x="1269016" y="1157859"/>
                  </a:cubicBezTo>
                  <a:cubicBezTo>
                    <a:pt x="1269016" y="1159097"/>
                    <a:pt x="1270349" y="1163765"/>
                    <a:pt x="1267492" y="1164908"/>
                  </a:cubicBezTo>
                  <a:cubicBezTo>
                    <a:pt x="1267682" y="1167098"/>
                    <a:pt x="1268540" y="1169099"/>
                    <a:pt x="1269492" y="1171004"/>
                  </a:cubicBezTo>
                  <a:cubicBezTo>
                    <a:pt x="1272540" y="1176623"/>
                    <a:pt x="1277493" y="1181386"/>
                    <a:pt x="1276826" y="1189101"/>
                  </a:cubicBezTo>
                  <a:cubicBezTo>
                    <a:pt x="1276255" y="1194530"/>
                    <a:pt x="1272826" y="1203103"/>
                    <a:pt x="1269683" y="1207484"/>
                  </a:cubicBezTo>
                  <a:cubicBezTo>
                    <a:pt x="1267492" y="1207199"/>
                    <a:pt x="1265396" y="1206818"/>
                    <a:pt x="1263301" y="1206627"/>
                  </a:cubicBezTo>
                  <a:cubicBezTo>
                    <a:pt x="1262253" y="1210437"/>
                    <a:pt x="1263777" y="1213771"/>
                    <a:pt x="1262920" y="1217676"/>
                  </a:cubicBezTo>
                  <a:cubicBezTo>
                    <a:pt x="1262443" y="1220438"/>
                    <a:pt x="1259967" y="1217962"/>
                    <a:pt x="1260158" y="1220819"/>
                  </a:cubicBezTo>
                  <a:cubicBezTo>
                    <a:pt x="1260443" y="1231392"/>
                    <a:pt x="1271968" y="1232726"/>
                    <a:pt x="1273874" y="1241203"/>
                  </a:cubicBezTo>
                  <a:cubicBezTo>
                    <a:pt x="1264158" y="1242060"/>
                    <a:pt x="1270540" y="1236917"/>
                    <a:pt x="1267111" y="1243013"/>
                  </a:cubicBezTo>
                  <a:cubicBezTo>
                    <a:pt x="1266349" y="1244251"/>
                    <a:pt x="1261586" y="1253681"/>
                    <a:pt x="1260729" y="1256252"/>
                  </a:cubicBezTo>
                  <a:cubicBezTo>
                    <a:pt x="1260348" y="1257300"/>
                    <a:pt x="1259967" y="1258348"/>
                    <a:pt x="1259681" y="1259491"/>
                  </a:cubicBezTo>
                  <a:cubicBezTo>
                    <a:pt x="1257300" y="1266635"/>
                    <a:pt x="1255014" y="1273969"/>
                    <a:pt x="1252061" y="1280732"/>
                  </a:cubicBezTo>
                  <a:cubicBezTo>
                    <a:pt x="1249871" y="1285685"/>
                    <a:pt x="1246442" y="1288733"/>
                    <a:pt x="1243775" y="1293400"/>
                  </a:cubicBezTo>
                  <a:cubicBezTo>
                    <a:pt x="1241393" y="1297496"/>
                    <a:pt x="1241393" y="1299305"/>
                    <a:pt x="1238536" y="1302734"/>
                  </a:cubicBezTo>
                  <a:cubicBezTo>
                    <a:pt x="1232249" y="1310450"/>
                    <a:pt x="1226534" y="1304449"/>
                    <a:pt x="1218438" y="1304068"/>
                  </a:cubicBezTo>
                  <a:cubicBezTo>
                    <a:pt x="1217581" y="1311212"/>
                    <a:pt x="1220152" y="1306735"/>
                    <a:pt x="1215295" y="1315974"/>
                  </a:cubicBezTo>
                  <a:cubicBezTo>
                    <a:pt x="1215295" y="1316165"/>
                    <a:pt x="1215104" y="1316260"/>
                    <a:pt x="1215009" y="1316450"/>
                  </a:cubicBezTo>
                  <a:cubicBezTo>
                    <a:pt x="1214057" y="1317974"/>
                    <a:pt x="1213104" y="1319213"/>
                    <a:pt x="1212152" y="132026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18" name="Google Shape;2118;p71"/>
            <p:cNvGrpSpPr/>
            <p:nvPr/>
          </p:nvGrpSpPr>
          <p:grpSpPr>
            <a:xfrm rot="10800000">
              <a:off x="6810091" y="-617871"/>
              <a:ext cx="3059426" cy="2688663"/>
              <a:chOff x="9590772" y="632648"/>
              <a:chExt cx="1489424" cy="1308925"/>
            </a:xfrm>
          </p:grpSpPr>
          <p:grpSp>
            <p:nvGrpSpPr>
              <p:cNvPr id="2119" name="Google Shape;2119;p71"/>
              <p:cNvGrpSpPr/>
              <p:nvPr/>
            </p:nvGrpSpPr>
            <p:grpSpPr>
              <a:xfrm>
                <a:off x="9590772" y="689798"/>
                <a:ext cx="1484947" cy="1251775"/>
                <a:chOff x="9590772" y="689798"/>
                <a:chExt cx="1484947" cy="1251775"/>
              </a:xfrm>
            </p:grpSpPr>
            <p:sp>
              <p:nvSpPr>
                <p:cNvPr id="2120" name="Google Shape;2120;p71"/>
                <p:cNvSpPr/>
                <p:nvPr/>
              </p:nvSpPr>
              <p:spPr>
                <a:xfrm>
                  <a:off x="10090739" y="689798"/>
                  <a:ext cx="984980" cy="360045"/>
                </a:xfrm>
                <a:custGeom>
                  <a:rect b="b" l="l" r="r" t="t"/>
                  <a:pathLst>
                    <a:path extrusionOk="0" h="360045" w="984980">
                      <a:moveTo>
                        <a:pt x="981647" y="359950"/>
                      </a:moveTo>
                      <a:lnTo>
                        <a:pt x="0" y="6953"/>
                      </a:lnTo>
                      <a:cubicBezTo>
                        <a:pt x="571" y="6477"/>
                        <a:pt x="953" y="5906"/>
                        <a:pt x="1429" y="5429"/>
                      </a:cubicBezTo>
                      <a:cubicBezTo>
                        <a:pt x="3524" y="3048"/>
                        <a:pt x="5715" y="1333"/>
                        <a:pt x="7906" y="0"/>
                      </a:cubicBezTo>
                      <a:lnTo>
                        <a:pt x="984980" y="351377"/>
                      </a:lnTo>
                      <a:cubicBezTo>
                        <a:pt x="984313" y="354235"/>
                        <a:pt x="983266" y="356997"/>
                        <a:pt x="981551" y="3600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1" name="Google Shape;2121;p71"/>
                <p:cNvSpPr/>
                <p:nvPr/>
              </p:nvSpPr>
              <p:spPr>
                <a:xfrm>
                  <a:off x="10025874" y="755045"/>
                  <a:ext cx="1047940" cy="385095"/>
                </a:xfrm>
                <a:custGeom>
                  <a:rect b="b" l="l" r="r" t="t"/>
                  <a:pathLst>
                    <a:path extrusionOk="0" h="385095" w="1047940">
                      <a:moveTo>
                        <a:pt x="1046321" y="385096"/>
                      </a:moveTo>
                      <a:lnTo>
                        <a:pt x="0" y="8763"/>
                      </a:lnTo>
                      <a:lnTo>
                        <a:pt x="3143" y="0"/>
                      </a:lnTo>
                      <a:lnTo>
                        <a:pt x="1047940" y="375761"/>
                      </a:lnTo>
                      <a:cubicBezTo>
                        <a:pt x="1047464" y="378809"/>
                        <a:pt x="1046988" y="382048"/>
                        <a:pt x="1046321" y="3850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2" name="Google Shape;2122;p71"/>
                <p:cNvSpPr/>
                <p:nvPr/>
              </p:nvSpPr>
              <p:spPr>
                <a:xfrm>
                  <a:off x="9979583" y="835150"/>
                  <a:ext cx="1086421" cy="391858"/>
                </a:xfrm>
                <a:custGeom>
                  <a:rect b="b" l="l" r="r" t="t"/>
                  <a:pathLst>
                    <a:path extrusionOk="0" h="391858" w="1086421">
                      <a:moveTo>
                        <a:pt x="1082802" y="391859"/>
                      </a:moveTo>
                      <a:lnTo>
                        <a:pt x="0" y="2476"/>
                      </a:lnTo>
                      <a:cubicBezTo>
                        <a:pt x="6191" y="3619"/>
                        <a:pt x="12382" y="4572"/>
                        <a:pt x="18669" y="5620"/>
                      </a:cubicBezTo>
                      <a:lnTo>
                        <a:pt x="20669" y="0"/>
                      </a:lnTo>
                      <a:lnTo>
                        <a:pt x="1086422" y="383286"/>
                      </a:lnTo>
                      <a:cubicBezTo>
                        <a:pt x="1085279" y="385858"/>
                        <a:pt x="1083945" y="388906"/>
                        <a:pt x="1082802" y="3918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3" name="Google Shape;2123;p71"/>
                <p:cNvSpPr/>
                <p:nvPr/>
              </p:nvSpPr>
              <p:spPr>
                <a:xfrm>
                  <a:off x="9924909" y="900682"/>
                  <a:ext cx="1095470" cy="399478"/>
                </a:xfrm>
                <a:custGeom>
                  <a:rect b="b" l="l" r="r" t="t"/>
                  <a:pathLst>
                    <a:path extrusionOk="0" h="399478" w="1095470">
                      <a:moveTo>
                        <a:pt x="1089660" y="399479"/>
                      </a:moveTo>
                      <a:lnTo>
                        <a:pt x="0" y="7620"/>
                      </a:lnTo>
                      <a:cubicBezTo>
                        <a:pt x="1238" y="5048"/>
                        <a:pt x="2762" y="2667"/>
                        <a:pt x="5048" y="857"/>
                      </a:cubicBezTo>
                      <a:cubicBezTo>
                        <a:pt x="5334" y="572"/>
                        <a:pt x="5810" y="191"/>
                        <a:pt x="6287" y="0"/>
                      </a:cubicBezTo>
                      <a:lnTo>
                        <a:pt x="1095470" y="391668"/>
                      </a:lnTo>
                      <a:cubicBezTo>
                        <a:pt x="1093375" y="394430"/>
                        <a:pt x="1091565" y="397002"/>
                        <a:pt x="1089660" y="3994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4" name="Google Shape;2124;p71"/>
                <p:cNvSpPr/>
                <p:nvPr/>
              </p:nvSpPr>
              <p:spPr>
                <a:xfrm>
                  <a:off x="9844423" y="961452"/>
                  <a:ext cx="1121949" cy="409670"/>
                </a:xfrm>
                <a:custGeom>
                  <a:rect b="b" l="l" r="r" t="t"/>
                  <a:pathLst>
                    <a:path extrusionOk="0" h="409670" w="1121949">
                      <a:moveTo>
                        <a:pt x="1121950" y="401955"/>
                      </a:moveTo>
                      <a:lnTo>
                        <a:pt x="1067467" y="382334"/>
                      </a:lnTo>
                      <a:lnTo>
                        <a:pt x="1058704" y="379190"/>
                      </a:lnTo>
                      <a:lnTo>
                        <a:pt x="987362" y="353568"/>
                      </a:lnTo>
                      <a:lnTo>
                        <a:pt x="978598" y="350425"/>
                      </a:lnTo>
                      <a:lnTo>
                        <a:pt x="907351" y="324803"/>
                      </a:lnTo>
                      <a:lnTo>
                        <a:pt x="898588" y="321659"/>
                      </a:lnTo>
                      <a:lnTo>
                        <a:pt x="827246" y="296037"/>
                      </a:lnTo>
                      <a:lnTo>
                        <a:pt x="818483" y="292894"/>
                      </a:lnTo>
                      <a:lnTo>
                        <a:pt x="747236" y="267271"/>
                      </a:lnTo>
                      <a:lnTo>
                        <a:pt x="738473" y="264128"/>
                      </a:lnTo>
                      <a:lnTo>
                        <a:pt x="667131" y="238506"/>
                      </a:lnTo>
                      <a:lnTo>
                        <a:pt x="658368" y="235363"/>
                      </a:lnTo>
                      <a:lnTo>
                        <a:pt x="587121" y="209740"/>
                      </a:lnTo>
                      <a:lnTo>
                        <a:pt x="578358" y="206597"/>
                      </a:lnTo>
                      <a:lnTo>
                        <a:pt x="507016" y="180975"/>
                      </a:lnTo>
                      <a:lnTo>
                        <a:pt x="498253" y="177832"/>
                      </a:lnTo>
                      <a:lnTo>
                        <a:pt x="426910" y="152209"/>
                      </a:lnTo>
                      <a:lnTo>
                        <a:pt x="418147" y="149066"/>
                      </a:lnTo>
                      <a:lnTo>
                        <a:pt x="346900" y="123444"/>
                      </a:lnTo>
                      <a:lnTo>
                        <a:pt x="338138" y="120301"/>
                      </a:lnTo>
                      <a:lnTo>
                        <a:pt x="266795" y="94678"/>
                      </a:lnTo>
                      <a:lnTo>
                        <a:pt x="258032" y="91535"/>
                      </a:lnTo>
                      <a:lnTo>
                        <a:pt x="186785" y="65913"/>
                      </a:lnTo>
                      <a:lnTo>
                        <a:pt x="178022" y="62770"/>
                      </a:lnTo>
                      <a:lnTo>
                        <a:pt x="106680" y="37147"/>
                      </a:lnTo>
                      <a:lnTo>
                        <a:pt x="97917" y="34004"/>
                      </a:lnTo>
                      <a:lnTo>
                        <a:pt x="26670" y="8382"/>
                      </a:lnTo>
                      <a:lnTo>
                        <a:pt x="17907" y="5239"/>
                      </a:lnTo>
                      <a:lnTo>
                        <a:pt x="3334" y="0"/>
                      </a:lnTo>
                      <a:cubicBezTo>
                        <a:pt x="2286" y="2953"/>
                        <a:pt x="1238" y="5905"/>
                        <a:pt x="0" y="8668"/>
                      </a:cubicBezTo>
                      <a:lnTo>
                        <a:pt x="14764" y="14002"/>
                      </a:lnTo>
                      <a:lnTo>
                        <a:pt x="23527" y="17145"/>
                      </a:lnTo>
                      <a:lnTo>
                        <a:pt x="94774" y="42767"/>
                      </a:lnTo>
                      <a:lnTo>
                        <a:pt x="103537" y="45910"/>
                      </a:lnTo>
                      <a:lnTo>
                        <a:pt x="174879" y="71533"/>
                      </a:lnTo>
                      <a:lnTo>
                        <a:pt x="183642" y="74676"/>
                      </a:lnTo>
                      <a:lnTo>
                        <a:pt x="254889" y="100298"/>
                      </a:lnTo>
                      <a:lnTo>
                        <a:pt x="263652" y="103442"/>
                      </a:lnTo>
                      <a:lnTo>
                        <a:pt x="334994" y="129064"/>
                      </a:lnTo>
                      <a:lnTo>
                        <a:pt x="343757" y="132207"/>
                      </a:lnTo>
                      <a:lnTo>
                        <a:pt x="415004" y="157829"/>
                      </a:lnTo>
                      <a:lnTo>
                        <a:pt x="423767" y="160972"/>
                      </a:lnTo>
                      <a:lnTo>
                        <a:pt x="495109" y="186595"/>
                      </a:lnTo>
                      <a:lnTo>
                        <a:pt x="503872" y="189738"/>
                      </a:lnTo>
                      <a:lnTo>
                        <a:pt x="575215" y="215360"/>
                      </a:lnTo>
                      <a:lnTo>
                        <a:pt x="583978" y="218503"/>
                      </a:lnTo>
                      <a:lnTo>
                        <a:pt x="655225" y="244126"/>
                      </a:lnTo>
                      <a:lnTo>
                        <a:pt x="663988" y="247269"/>
                      </a:lnTo>
                      <a:lnTo>
                        <a:pt x="735330" y="272891"/>
                      </a:lnTo>
                      <a:lnTo>
                        <a:pt x="744093" y="276034"/>
                      </a:lnTo>
                      <a:lnTo>
                        <a:pt x="815340" y="301657"/>
                      </a:lnTo>
                      <a:lnTo>
                        <a:pt x="824103" y="304800"/>
                      </a:lnTo>
                      <a:lnTo>
                        <a:pt x="895445" y="330422"/>
                      </a:lnTo>
                      <a:lnTo>
                        <a:pt x="904208" y="333565"/>
                      </a:lnTo>
                      <a:lnTo>
                        <a:pt x="975455" y="359188"/>
                      </a:lnTo>
                      <a:lnTo>
                        <a:pt x="984218" y="362331"/>
                      </a:lnTo>
                      <a:lnTo>
                        <a:pt x="1055560" y="387953"/>
                      </a:lnTo>
                      <a:lnTo>
                        <a:pt x="1064323" y="391096"/>
                      </a:lnTo>
                      <a:lnTo>
                        <a:pt x="1115949" y="409670"/>
                      </a:lnTo>
                      <a:lnTo>
                        <a:pt x="1121855" y="401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5" name="Google Shape;2125;p71"/>
                <p:cNvSpPr/>
                <p:nvPr/>
              </p:nvSpPr>
              <p:spPr>
                <a:xfrm>
                  <a:off x="9809371" y="1038794"/>
                  <a:ext cx="1136523" cy="416147"/>
                </a:xfrm>
                <a:custGeom>
                  <a:rect b="b" l="l" r="r" t="t"/>
                  <a:pathLst>
                    <a:path extrusionOk="0" h="416147" w="1136523">
                      <a:moveTo>
                        <a:pt x="1132904" y="416147"/>
                      </a:moveTo>
                      <a:lnTo>
                        <a:pt x="0" y="8763"/>
                      </a:lnTo>
                      <a:lnTo>
                        <a:pt x="3143" y="0"/>
                      </a:lnTo>
                      <a:lnTo>
                        <a:pt x="1136523" y="407575"/>
                      </a:lnTo>
                      <a:cubicBezTo>
                        <a:pt x="1135380" y="410337"/>
                        <a:pt x="1134047" y="412909"/>
                        <a:pt x="1133189" y="415195"/>
                      </a:cubicBezTo>
                      <a:lnTo>
                        <a:pt x="1132809" y="41614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6" name="Google Shape;2126;p71"/>
                <p:cNvSpPr/>
                <p:nvPr/>
              </p:nvSpPr>
              <p:spPr>
                <a:xfrm>
                  <a:off x="9767271" y="1113852"/>
                  <a:ext cx="1182909" cy="433578"/>
                </a:xfrm>
                <a:custGeom>
                  <a:rect b="b" l="l" r="r" t="t"/>
                  <a:pathLst>
                    <a:path extrusionOk="0" h="433578" w="1182909">
                      <a:moveTo>
                        <a:pt x="1180624" y="433578"/>
                      </a:moveTo>
                      <a:lnTo>
                        <a:pt x="0" y="9049"/>
                      </a:lnTo>
                      <a:cubicBezTo>
                        <a:pt x="667" y="6001"/>
                        <a:pt x="1524" y="2953"/>
                        <a:pt x="2381" y="0"/>
                      </a:cubicBezTo>
                      <a:lnTo>
                        <a:pt x="1182910" y="424529"/>
                      </a:lnTo>
                      <a:cubicBezTo>
                        <a:pt x="1182338" y="427577"/>
                        <a:pt x="1181672" y="430530"/>
                        <a:pt x="1180910" y="432816"/>
                      </a:cubicBezTo>
                      <a:lnTo>
                        <a:pt x="1180624" y="43357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7" name="Google Shape;2127;p71"/>
                <p:cNvSpPr/>
                <p:nvPr/>
              </p:nvSpPr>
              <p:spPr>
                <a:xfrm>
                  <a:off x="9704691" y="1181860"/>
                  <a:ext cx="1217675" cy="446722"/>
                </a:xfrm>
                <a:custGeom>
                  <a:rect b="b" l="l" r="r" t="t"/>
                  <a:pathLst>
                    <a:path extrusionOk="0" h="446722" w="1217675">
                      <a:moveTo>
                        <a:pt x="1217676" y="446722"/>
                      </a:moveTo>
                      <a:lnTo>
                        <a:pt x="0" y="8763"/>
                      </a:lnTo>
                      <a:lnTo>
                        <a:pt x="3143" y="0"/>
                      </a:lnTo>
                      <a:lnTo>
                        <a:pt x="1213866" y="435388"/>
                      </a:lnTo>
                      <a:cubicBezTo>
                        <a:pt x="1213961" y="436150"/>
                        <a:pt x="1214152" y="437007"/>
                        <a:pt x="1214342" y="437864"/>
                      </a:cubicBezTo>
                      <a:cubicBezTo>
                        <a:pt x="1215009" y="441293"/>
                        <a:pt x="1216533" y="443865"/>
                        <a:pt x="1217676" y="4467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8" name="Google Shape;2128;p71"/>
                <p:cNvSpPr/>
                <p:nvPr/>
              </p:nvSpPr>
              <p:spPr>
                <a:xfrm rot="-4214982">
                  <a:off x="10271028" y="845490"/>
                  <a:ext cx="9322" cy="1271428"/>
                </a:xfrm>
                <a:custGeom>
                  <a:rect b="b" l="l" r="r" t="t"/>
                  <a:pathLst>
                    <a:path extrusionOk="0" h="1273016" w="9334">
                      <a:moveTo>
                        <a:pt x="0" y="0"/>
                      </a:moveTo>
                      <a:lnTo>
                        <a:pt x="9335" y="0"/>
                      </a:lnTo>
                      <a:lnTo>
                        <a:pt x="9335" y="1273016"/>
                      </a:lnTo>
                      <a:lnTo>
                        <a:pt x="0" y="127301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9" name="Google Shape;2129;p71"/>
                <p:cNvSpPr/>
                <p:nvPr/>
              </p:nvSpPr>
              <p:spPr>
                <a:xfrm>
                  <a:off x="9647065" y="1341975"/>
                  <a:ext cx="1207008" cy="442341"/>
                </a:xfrm>
                <a:custGeom>
                  <a:rect b="b" l="l" r="r" t="t"/>
                  <a:pathLst>
                    <a:path extrusionOk="0" h="442341" w="1207008">
                      <a:moveTo>
                        <a:pt x="1205579" y="442341"/>
                      </a:moveTo>
                      <a:lnTo>
                        <a:pt x="0" y="8763"/>
                      </a:lnTo>
                      <a:lnTo>
                        <a:pt x="3143" y="0"/>
                      </a:lnTo>
                      <a:lnTo>
                        <a:pt x="1207008" y="432911"/>
                      </a:lnTo>
                      <a:cubicBezTo>
                        <a:pt x="1207008" y="434150"/>
                        <a:pt x="1206341" y="435292"/>
                        <a:pt x="1203579" y="436340"/>
                      </a:cubicBezTo>
                      <a:cubicBezTo>
                        <a:pt x="1203770" y="438531"/>
                        <a:pt x="1204531" y="440436"/>
                        <a:pt x="1205579" y="4423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0" name="Google Shape;2130;p71"/>
                <p:cNvSpPr/>
                <p:nvPr/>
              </p:nvSpPr>
              <p:spPr>
                <a:xfrm>
                  <a:off x="9618204" y="1422081"/>
                  <a:ext cx="1228058" cy="449199"/>
                </a:xfrm>
                <a:custGeom>
                  <a:rect b="b" l="l" r="r" t="t"/>
                  <a:pathLst>
                    <a:path extrusionOk="0" h="449199" w="1228058">
                      <a:moveTo>
                        <a:pt x="1224820" y="449199"/>
                      </a:moveTo>
                      <a:lnTo>
                        <a:pt x="0" y="8763"/>
                      </a:lnTo>
                      <a:lnTo>
                        <a:pt x="3143" y="0"/>
                      </a:lnTo>
                      <a:lnTo>
                        <a:pt x="1228058" y="440531"/>
                      </a:lnTo>
                      <a:cubicBezTo>
                        <a:pt x="1227297" y="441769"/>
                        <a:pt x="1226534" y="443579"/>
                        <a:pt x="1225772" y="446056"/>
                      </a:cubicBezTo>
                      <a:cubicBezTo>
                        <a:pt x="1225391" y="447104"/>
                        <a:pt x="1225010" y="448151"/>
                        <a:pt x="1224725" y="44919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1" name="Google Shape;2131;p71"/>
                <p:cNvSpPr/>
                <p:nvPr/>
              </p:nvSpPr>
              <p:spPr>
                <a:xfrm>
                  <a:off x="9590772" y="1502376"/>
                  <a:ext cx="1212532" cy="439197"/>
                </a:xfrm>
                <a:custGeom>
                  <a:rect b="b" l="l" r="r" t="t"/>
                  <a:pathLst>
                    <a:path extrusionOk="0" h="439197" w="1212532">
                      <a:moveTo>
                        <a:pt x="1109377" y="402812"/>
                      </a:moveTo>
                      <a:lnTo>
                        <a:pt x="1038035" y="377190"/>
                      </a:lnTo>
                      <a:lnTo>
                        <a:pt x="1029176" y="374237"/>
                      </a:lnTo>
                      <a:lnTo>
                        <a:pt x="1029176" y="374047"/>
                      </a:lnTo>
                      <a:cubicBezTo>
                        <a:pt x="1029176" y="374047"/>
                        <a:pt x="958024" y="348425"/>
                        <a:pt x="958024" y="348425"/>
                      </a:cubicBezTo>
                      <a:lnTo>
                        <a:pt x="949166" y="345472"/>
                      </a:lnTo>
                      <a:lnTo>
                        <a:pt x="949166" y="345281"/>
                      </a:lnTo>
                      <a:cubicBezTo>
                        <a:pt x="949166" y="345281"/>
                        <a:pt x="877919" y="319659"/>
                        <a:pt x="877919" y="319659"/>
                      </a:cubicBezTo>
                      <a:lnTo>
                        <a:pt x="869061" y="316706"/>
                      </a:lnTo>
                      <a:lnTo>
                        <a:pt x="869061" y="316516"/>
                      </a:lnTo>
                      <a:cubicBezTo>
                        <a:pt x="869061" y="316516"/>
                        <a:pt x="797909" y="290894"/>
                        <a:pt x="797909" y="290894"/>
                      </a:cubicBezTo>
                      <a:lnTo>
                        <a:pt x="789051" y="287941"/>
                      </a:lnTo>
                      <a:lnTo>
                        <a:pt x="789051" y="287750"/>
                      </a:lnTo>
                      <a:cubicBezTo>
                        <a:pt x="789051" y="287750"/>
                        <a:pt x="717804" y="262128"/>
                        <a:pt x="717804" y="262128"/>
                      </a:cubicBezTo>
                      <a:lnTo>
                        <a:pt x="708946" y="259175"/>
                      </a:lnTo>
                      <a:lnTo>
                        <a:pt x="708946" y="258985"/>
                      </a:lnTo>
                      <a:cubicBezTo>
                        <a:pt x="708946" y="258985"/>
                        <a:pt x="637794" y="233363"/>
                        <a:pt x="637794" y="233363"/>
                      </a:cubicBezTo>
                      <a:lnTo>
                        <a:pt x="628936" y="230410"/>
                      </a:lnTo>
                      <a:lnTo>
                        <a:pt x="628936" y="230219"/>
                      </a:lnTo>
                      <a:cubicBezTo>
                        <a:pt x="628936" y="230219"/>
                        <a:pt x="557689" y="204597"/>
                        <a:pt x="557689" y="204597"/>
                      </a:cubicBezTo>
                      <a:lnTo>
                        <a:pt x="548830" y="201644"/>
                      </a:lnTo>
                      <a:lnTo>
                        <a:pt x="548830" y="201454"/>
                      </a:lnTo>
                      <a:cubicBezTo>
                        <a:pt x="548830" y="201454"/>
                        <a:pt x="477583" y="175832"/>
                        <a:pt x="477583" y="175832"/>
                      </a:cubicBezTo>
                      <a:lnTo>
                        <a:pt x="468725" y="172879"/>
                      </a:lnTo>
                      <a:lnTo>
                        <a:pt x="468725" y="172688"/>
                      </a:lnTo>
                      <a:cubicBezTo>
                        <a:pt x="468725" y="172688"/>
                        <a:pt x="397573" y="147066"/>
                        <a:pt x="397573" y="147066"/>
                      </a:cubicBezTo>
                      <a:lnTo>
                        <a:pt x="388715" y="144113"/>
                      </a:lnTo>
                      <a:lnTo>
                        <a:pt x="388715" y="143923"/>
                      </a:lnTo>
                      <a:cubicBezTo>
                        <a:pt x="388715" y="143923"/>
                        <a:pt x="317468" y="118300"/>
                        <a:pt x="317468" y="118300"/>
                      </a:cubicBezTo>
                      <a:lnTo>
                        <a:pt x="308610" y="115348"/>
                      </a:lnTo>
                      <a:lnTo>
                        <a:pt x="308610" y="115157"/>
                      </a:lnTo>
                      <a:cubicBezTo>
                        <a:pt x="308610" y="115157"/>
                        <a:pt x="237458" y="89535"/>
                        <a:pt x="237458" y="89535"/>
                      </a:cubicBezTo>
                      <a:lnTo>
                        <a:pt x="228600" y="86582"/>
                      </a:lnTo>
                      <a:lnTo>
                        <a:pt x="228600" y="86392"/>
                      </a:lnTo>
                      <a:cubicBezTo>
                        <a:pt x="228600" y="86392"/>
                        <a:pt x="157353" y="60770"/>
                        <a:pt x="157353" y="60770"/>
                      </a:cubicBezTo>
                      <a:lnTo>
                        <a:pt x="148495" y="57817"/>
                      </a:lnTo>
                      <a:lnTo>
                        <a:pt x="148495" y="57626"/>
                      </a:lnTo>
                      <a:cubicBezTo>
                        <a:pt x="148495" y="57626"/>
                        <a:pt x="77343" y="32004"/>
                        <a:pt x="77343" y="32004"/>
                      </a:cubicBezTo>
                      <a:lnTo>
                        <a:pt x="68485" y="29051"/>
                      </a:lnTo>
                      <a:lnTo>
                        <a:pt x="68485" y="28861"/>
                      </a:lnTo>
                      <a:cubicBezTo>
                        <a:pt x="68485" y="28861"/>
                        <a:pt x="0" y="4191"/>
                        <a:pt x="0" y="4191"/>
                      </a:cubicBezTo>
                      <a:lnTo>
                        <a:pt x="1524" y="0"/>
                      </a:lnTo>
                      <a:lnTo>
                        <a:pt x="1212532" y="435483"/>
                      </a:lnTo>
                      <a:cubicBezTo>
                        <a:pt x="1211580" y="437007"/>
                        <a:pt x="1210628" y="438150"/>
                        <a:pt x="1209675" y="439198"/>
                      </a:cubicBezTo>
                      <a:lnTo>
                        <a:pt x="1197864" y="434912"/>
                      </a:lnTo>
                      <a:lnTo>
                        <a:pt x="1189006" y="431959"/>
                      </a:lnTo>
                      <a:lnTo>
                        <a:pt x="1189006" y="431768"/>
                      </a:lnTo>
                      <a:cubicBezTo>
                        <a:pt x="1189006" y="431768"/>
                        <a:pt x="1117759" y="406146"/>
                        <a:pt x="1117759" y="406146"/>
                      </a:cubicBezTo>
                      <a:lnTo>
                        <a:pt x="1108900" y="403193"/>
                      </a:lnTo>
                      <a:lnTo>
                        <a:pt x="1108900" y="40300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32" name="Google Shape;2132;p71"/>
              <p:cNvGrpSpPr/>
              <p:nvPr/>
            </p:nvGrpSpPr>
            <p:grpSpPr>
              <a:xfrm>
                <a:off x="9659447" y="632648"/>
                <a:ext cx="1420749" cy="1304449"/>
                <a:chOff x="9659447" y="632648"/>
                <a:chExt cx="1420749" cy="1304449"/>
              </a:xfrm>
            </p:grpSpPr>
            <p:grpSp>
              <p:nvGrpSpPr>
                <p:cNvPr id="2133" name="Google Shape;2133;p71"/>
                <p:cNvGrpSpPr/>
                <p:nvPr/>
              </p:nvGrpSpPr>
              <p:grpSpPr>
                <a:xfrm>
                  <a:off x="10780064" y="1100040"/>
                  <a:ext cx="300132" cy="837057"/>
                  <a:chOff x="10780064" y="1100040"/>
                  <a:chExt cx="300132" cy="837057"/>
                </a:xfrm>
              </p:grpSpPr>
              <p:sp>
                <p:nvSpPr>
                  <p:cNvPr id="2134" name="Google Shape;2134;p71"/>
                  <p:cNvSpPr/>
                  <p:nvPr/>
                </p:nvSpPr>
                <p:spPr>
                  <a:xfrm>
                    <a:off x="11004378" y="1100040"/>
                    <a:ext cx="75818" cy="210883"/>
                  </a:xfrm>
                  <a:custGeom>
                    <a:rect b="b" l="l" r="r" t="t"/>
                    <a:pathLst>
                      <a:path extrusionOk="0" h="210883" w="75818">
                        <a:moveTo>
                          <a:pt x="10192" y="200120"/>
                        </a:moveTo>
                        <a:cubicBezTo>
                          <a:pt x="7239" y="204216"/>
                          <a:pt x="4096" y="207836"/>
                          <a:pt x="0" y="210884"/>
                        </a:cubicBezTo>
                        <a:lnTo>
                          <a:pt x="75819" y="0"/>
                        </a:lnTo>
                        <a:cubicBezTo>
                          <a:pt x="75533" y="2953"/>
                          <a:pt x="74581" y="6191"/>
                          <a:pt x="73152" y="10763"/>
                        </a:cubicBezTo>
                        <a:cubicBezTo>
                          <a:pt x="71438" y="16193"/>
                          <a:pt x="70580" y="23336"/>
                          <a:pt x="69532" y="30671"/>
                        </a:cubicBezTo>
                        <a:cubicBezTo>
                          <a:pt x="69056" y="33719"/>
                          <a:pt x="68580" y="36957"/>
                          <a:pt x="67913" y="39910"/>
                        </a:cubicBezTo>
                        <a:cubicBezTo>
                          <a:pt x="65913" y="49244"/>
                          <a:pt x="62579" y="57626"/>
                          <a:pt x="55436" y="61341"/>
                        </a:cubicBezTo>
                        <a:cubicBezTo>
                          <a:pt x="56959" y="62198"/>
                          <a:pt x="59626" y="63722"/>
                          <a:pt x="62198" y="65437"/>
                        </a:cubicBezTo>
                        <a:lnTo>
                          <a:pt x="16573" y="192310"/>
                        </a:lnTo>
                        <a:lnTo>
                          <a:pt x="16002" y="192119"/>
                        </a:lnTo>
                        <a:cubicBezTo>
                          <a:pt x="13906" y="194881"/>
                          <a:pt x="12097" y="197453"/>
                          <a:pt x="10192" y="1999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5" name="Google Shape;2135;p71"/>
                  <p:cNvSpPr/>
                  <p:nvPr/>
                </p:nvSpPr>
                <p:spPr>
                  <a:xfrm>
                    <a:off x="10987613" y="1356834"/>
                    <a:ext cx="190" cy="285"/>
                  </a:xfrm>
                  <a:custGeom>
                    <a:rect b="b" l="l" r="r" t="t"/>
                    <a:pathLst>
                      <a:path extrusionOk="0" h="285" w="190">
                        <a:moveTo>
                          <a:pt x="190" y="0"/>
                        </a:moveTo>
                        <a:cubicBezTo>
                          <a:pt x="190" y="0"/>
                          <a:pt x="190" y="191"/>
                          <a:pt x="190" y="286"/>
                        </a:cubicBezTo>
                        <a:cubicBezTo>
                          <a:pt x="190" y="286"/>
                          <a:pt x="124" y="286"/>
                          <a:pt x="0" y="286"/>
                        </a:cubicBez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6" name="Google Shape;2136;p71"/>
                  <p:cNvSpPr/>
                  <p:nvPr/>
                </p:nvSpPr>
                <p:spPr>
                  <a:xfrm>
                    <a:off x="10858455" y="1484565"/>
                    <a:ext cx="90201" cy="232124"/>
                  </a:xfrm>
                  <a:custGeom>
                    <a:rect b="b" l="l" r="r" t="t"/>
                    <a:pathLst>
                      <a:path extrusionOk="0" h="232124" w="90201">
                        <a:moveTo>
                          <a:pt x="0" y="232124"/>
                        </a:moveTo>
                        <a:lnTo>
                          <a:pt x="83439" y="0"/>
                        </a:lnTo>
                        <a:cubicBezTo>
                          <a:pt x="86868" y="1810"/>
                          <a:pt x="89154" y="3810"/>
                          <a:pt x="90202" y="8763"/>
                        </a:cubicBezTo>
                        <a:lnTo>
                          <a:pt x="26575" y="185547"/>
                        </a:lnTo>
                        <a:lnTo>
                          <a:pt x="26384" y="185547"/>
                        </a:lnTo>
                        <a:cubicBezTo>
                          <a:pt x="21907" y="192119"/>
                          <a:pt x="20098" y="200120"/>
                          <a:pt x="18002" y="208026"/>
                        </a:cubicBezTo>
                        <a:lnTo>
                          <a:pt x="18479" y="208217"/>
                        </a:lnTo>
                        <a:lnTo>
                          <a:pt x="15335" y="216979"/>
                        </a:lnTo>
                        <a:lnTo>
                          <a:pt x="15335" y="216979"/>
                        </a:lnTo>
                        <a:cubicBezTo>
                          <a:pt x="14478" y="218884"/>
                          <a:pt x="13621" y="220885"/>
                          <a:pt x="12668" y="222695"/>
                        </a:cubicBezTo>
                        <a:cubicBezTo>
                          <a:pt x="9811" y="227647"/>
                          <a:pt x="10478" y="226314"/>
                          <a:pt x="6477" y="229076"/>
                        </a:cubicBezTo>
                        <a:cubicBezTo>
                          <a:pt x="5048" y="230124"/>
                          <a:pt x="2381" y="230981"/>
                          <a:pt x="95" y="2321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7" name="Google Shape;2137;p71"/>
                  <p:cNvSpPr/>
                  <p:nvPr/>
                </p:nvSpPr>
                <p:spPr>
                  <a:xfrm>
                    <a:off x="10780064" y="1727738"/>
                    <a:ext cx="79152" cy="209359"/>
                  </a:xfrm>
                  <a:custGeom>
                    <a:rect b="b" l="l" r="r" t="t"/>
                    <a:pathLst>
                      <a:path extrusionOk="0" h="209359" w="79152">
                        <a:moveTo>
                          <a:pt x="95" y="206407"/>
                        </a:moveTo>
                        <a:lnTo>
                          <a:pt x="74295" y="0"/>
                        </a:lnTo>
                        <a:cubicBezTo>
                          <a:pt x="75724" y="4667"/>
                          <a:pt x="78391" y="9525"/>
                          <a:pt x="78962" y="13049"/>
                        </a:cubicBezTo>
                        <a:cubicBezTo>
                          <a:pt x="78962" y="13335"/>
                          <a:pt x="78962" y="13621"/>
                          <a:pt x="79153" y="14002"/>
                        </a:cubicBezTo>
                        <a:lnTo>
                          <a:pt x="8858" y="209359"/>
                        </a:lnTo>
                        <a:lnTo>
                          <a:pt x="0" y="20640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38" name="Google Shape;2138;p71"/>
                <p:cNvSpPr/>
                <p:nvPr/>
              </p:nvSpPr>
              <p:spPr>
                <a:xfrm>
                  <a:off x="10700149" y="955356"/>
                  <a:ext cx="350329" cy="953071"/>
                </a:xfrm>
                <a:custGeom>
                  <a:rect b="b" l="l" r="r" t="t"/>
                  <a:pathLst>
                    <a:path extrusionOk="0" h="953071" w="350329">
                      <a:moveTo>
                        <a:pt x="0" y="950023"/>
                      </a:moveTo>
                      <a:lnTo>
                        <a:pt x="341662" y="0"/>
                      </a:lnTo>
                      <a:cubicBezTo>
                        <a:pt x="344614" y="1143"/>
                        <a:pt x="347567" y="2476"/>
                        <a:pt x="350330" y="3429"/>
                      </a:cubicBezTo>
                      <a:lnTo>
                        <a:pt x="8858" y="953072"/>
                      </a:lnTo>
                      <a:lnTo>
                        <a:pt x="0" y="95011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9" name="Google Shape;2139;p71"/>
                <p:cNvSpPr/>
                <p:nvPr/>
              </p:nvSpPr>
              <p:spPr>
                <a:xfrm>
                  <a:off x="10619948" y="933257"/>
                  <a:ext cx="347567" cy="946404"/>
                </a:xfrm>
                <a:custGeom>
                  <a:rect b="b" l="l" r="r" t="t"/>
                  <a:pathLst>
                    <a:path extrusionOk="0" h="946404" w="347567">
                      <a:moveTo>
                        <a:pt x="95" y="943356"/>
                      </a:moveTo>
                      <a:lnTo>
                        <a:pt x="339376" y="0"/>
                      </a:lnTo>
                      <a:cubicBezTo>
                        <a:pt x="340709" y="572"/>
                        <a:pt x="342043" y="1143"/>
                        <a:pt x="342995" y="1715"/>
                      </a:cubicBezTo>
                      <a:cubicBezTo>
                        <a:pt x="344519" y="2572"/>
                        <a:pt x="346043" y="3620"/>
                        <a:pt x="347567" y="4667"/>
                      </a:cubicBezTo>
                      <a:lnTo>
                        <a:pt x="8858" y="946404"/>
                      </a:lnTo>
                      <a:lnTo>
                        <a:pt x="0" y="94345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0" name="Google Shape;2140;p71"/>
                <p:cNvSpPr/>
                <p:nvPr/>
              </p:nvSpPr>
              <p:spPr>
                <a:xfrm>
                  <a:off x="10539938" y="913731"/>
                  <a:ext cx="344900" cy="937069"/>
                </a:xfrm>
                <a:custGeom>
                  <a:rect b="b" l="l" r="r" t="t"/>
                  <a:pathLst>
                    <a:path extrusionOk="0" h="937069" w="344900">
                      <a:moveTo>
                        <a:pt x="95" y="934117"/>
                      </a:moveTo>
                      <a:lnTo>
                        <a:pt x="336042" y="0"/>
                      </a:lnTo>
                      <a:cubicBezTo>
                        <a:pt x="338804" y="1143"/>
                        <a:pt x="341471" y="2381"/>
                        <a:pt x="344234" y="2762"/>
                      </a:cubicBezTo>
                      <a:cubicBezTo>
                        <a:pt x="344424" y="2762"/>
                        <a:pt x="344710" y="2762"/>
                        <a:pt x="344900" y="2762"/>
                      </a:cubicBezTo>
                      <a:lnTo>
                        <a:pt x="8858" y="937070"/>
                      </a:lnTo>
                      <a:lnTo>
                        <a:pt x="0" y="93411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1" name="Google Shape;2141;p71"/>
                <p:cNvSpPr/>
                <p:nvPr/>
              </p:nvSpPr>
              <p:spPr>
                <a:xfrm>
                  <a:off x="10459833" y="905540"/>
                  <a:ext cx="338423" cy="916400"/>
                </a:xfrm>
                <a:custGeom>
                  <a:rect b="b" l="l" r="r" t="t"/>
                  <a:pathLst>
                    <a:path extrusionOk="0" h="916400" w="338423">
                      <a:moveTo>
                        <a:pt x="95" y="913448"/>
                      </a:moveTo>
                      <a:lnTo>
                        <a:pt x="328422" y="381"/>
                      </a:lnTo>
                      <a:cubicBezTo>
                        <a:pt x="332327" y="1619"/>
                        <a:pt x="334137" y="1619"/>
                        <a:pt x="338423" y="0"/>
                      </a:cubicBezTo>
                      <a:lnTo>
                        <a:pt x="8858" y="916400"/>
                      </a:lnTo>
                      <a:lnTo>
                        <a:pt x="0" y="91344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2" name="Google Shape;2142;p71"/>
                <p:cNvSpPr/>
                <p:nvPr/>
              </p:nvSpPr>
              <p:spPr>
                <a:xfrm>
                  <a:off x="10379823" y="861725"/>
                  <a:ext cx="338613" cy="931449"/>
                </a:xfrm>
                <a:custGeom>
                  <a:rect b="b" l="l" r="r" t="t"/>
                  <a:pathLst>
                    <a:path extrusionOk="0" h="931449" w="338613">
                      <a:moveTo>
                        <a:pt x="95" y="928497"/>
                      </a:moveTo>
                      <a:lnTo>
                        <a:pt x="334042" y="0"/>
                      </a:lnTo>
                      <a:cubicBezTo>
                        <a:pt x="333470" y="1619"/>
                        <a:pt x="332994" y="3238"/>
                        <a:pt x="333089" y="4763"/>
                      </a:cubicBezTo>
                      <a:cubicBezTo>
                        <a:pt x="333470" y="7620"/>
                        <a:pt x="335852" y="11144"/>
                        <a:pt x="338614" y="14573"/>
                      </a:cubicBezTo>
                      <a:lnTo>
                        <a:pt x="8858" y="931450"/>
                      </a:lnTo>
                      <a:lnTo>
                        <a:pt x="0" y="92849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3" name="Google Shape;2143;p71"/>
                <p:cNvSpPr/>
                <p:nvPr/>
              </p:nvSpPr>
              <p:spPr>
                <a:xfrm>
                  <a:off x="10299908" y="826863"/>
                  <a:ext cx="344805" cy="937545"/>
                </a:xfrm>
                <a:custGeom>
                  <a:rect b="b" l="l" r="r" t="t"/>
                  <a:pathLst>
                    <a:path extrusionOk="0" h="937545" w="344805">
                      <a:moveTo>
                        <a:pt x="0" y="934593"/>
                      </a:moveTo>
                      <a:lnTo>
                        <a:pt x="336137" y="0"/>
                      </a:lnTo>
                      <a:cubicBezTo>
                        <a:pt x="338328" y="857"/>
                        <a:pt x="340614" y="1715"/>
                        <a:pt x="342900" y="2572"/>
                      </a:cubicBezTo>
                      <a:cubicBezTo>
                        <a:pt x="343472" y="2762"/>
                        <a:pt x="344138" y="3048"/>
                        <a:pt x="344805" y="3334"/>
                      </a:cubicBezTo>
                      <a:lnTo>
                        <a:pt x="8858" y="937546"/>
                      </a:lnTo>
                      <a:lnTo>
                        <a:pt x="0" y="93459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4" name="Google Shape;2144;p71"/>
                <p:cNvSpPr/>
                <p:nvPr/>
              </p:nvSpPr>
              <p:spPr>
                <a:xfrm>
                  <a:off x="10219803" y="822768"/>
                  <a:ext cx="334994" cy="912780"/>
                </a:xfrm>
                <a:custGeom>
                  <a:rect b="b" l="l" r="r" t="t"/>
                  <a:pathLst>
                    <a:path extrusionOk="0" h="912780" w="334994">
                      <a:moveTo>
                        <a:pt x="95" y="909923"/>
                      </a:moveTo>
                      <a:lnTo>
                        <a:pt x="327279" y="0"/>
                      </a:lnTo>
                      <a:cubicBezTo>
                        <a:pt x="327755" y="1905"/>
                        <a:pt x="328327" y="3619"/>
                        <a:pt x="330136" y="4763"/>
                      </a:cubicBezTo>
                      <a:cubicBezTo>
                        <a:pt x="331470" y="5620"/>
                        <a:pt x="333184" y="5905"/>
                        <a:pt x="334994" y="6001"/>
                      </a:cubicBezTo>
                      <a:lnTo>
                        <a:pt x="8858" y="912781"/>
                      </a:lnTo>
                      <a:lnTo>
                        <a:pt x="0" y="90982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5" name="Google Shape;2145;p71"/>
                <p:cNvSpPr/>
                <p:nvPr/>
              </p:nvSpPr>
              <p:spPr>
                <a:xfrm>
                  <a:off x="10139793" y="787239"/>
                  <a:ext cx="338708" cy="919734"/>
                </a:xfrm>
                <a:custGeom>
                  <a:rect b="b" l="l" r="r" t="t"/>
                  <a:pathLst>
                    <a:path extrusionOk="0" h="919734" w="338708">
                      <a:moveTo>
                        <a:pt x="0" y="916686"/>
                      </a:moveTo>
                      <a:lnTo>
                        <a:pt x="329660" y="0"/>
                      </a:lnTo>
                      <a:cubicBezTo>
                        <a:pt x="332613" y="857"/>
                        <a:pt x="335661" y="1715"/>
                        <a:pt x="338709" y="2477"/>
                      </a:cubicBezTo>
                      <a:lnTo>
                        <a:pt x="8858" y="919734"/>
                      </a:lnTo>
                      <a:lnTo>
                        <a:pt x="0" y="91678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6" name="Google Shape;2146;p71"/>
                <p:cNvSpPr/>
                <p:nvPr/>
              </p:nvSpPr>
              <p:spPr>
                <a:xfrm>
                  <a:off x="10059688" y="746568"/>
                  <a:ext cx="341471" cy="931544"/>
                </a:xfrm>
                <a:custGeom>
                  <a:rect b="b" l="l" r="r" t="t"/>
                  <a:pathLst>
                    <a:path extrusionOk="0" h="931544" w="341471">
                      <a:moveTo>
                        <a:pt x="0" y="928497"/>
                      </a:moveTo>
                      <a:lnTo>
                        <a:pt x="333946" y="0"/>
                      </a:lnTo>
                      <a:cubicBezTo>
                        <a:pt x="333946" y="0"/>
                        <a:pt x="334899" y="476"/>
                        <a:pt x="335375" y="667"/>
                      </a:cubicBezTo>
                      <a:cubicBezTo>
                        <a:pt x="340042" y="2762"/>
                        <a:pt x="339280" y="3810"/>
                        <a:pt x="341471" y="6572"/>
                      </a:cubicBezTo>
                      <a:lnTo>
                        <a:pt x="8858" y="931545"/>
                      </a:lnTo>
                      <a:lnTo>
                        <a:pt x="0" y="92859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7" name="Google Shape;2147;p71"/>
                <p:cNvSpPr/>
                <p:nvPr/>
              </p:nvSpPr>
              <p:spPr>
                <a:xfrm>
                  <a:off x="9979678" y="755712"/>
                  <a:ext cx="329279" cy="893635"/>
                </a:xfrm>
                <a:custGeom>
                  <a:rect b="b" l="l" r="r" t="t"/>
                  <a:pathLst>
                    <a:path extrusionOk="0" h="893635" w="329279">
                      <a:moveTo>
                        <a:pt x="0" y="890587"/>
                      </a:moveTo>
                      <a:lnTo>
                        <a:pt x="320326" y="0"/>
                      </a:lnTo>
                      <a:cubicBezTo>
                        <a:pt x="323374" y="762"/>
                        <a:pt x="326422" y="1715"/>
                        <a:pt x="329279" y="2572"/>
                      </a:cubicBezTo>
                      <a:lnTo>
                        <a:pt x="8858" y="893636"/>
                      </a:lnTo>
                      <a:lnTo>
                        <a:pt x="0" y="89068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8" name="Google Shape;2148;p71"/>
                <p:cNvSpPr/>
                <p:nvPr/>
              </p:nvSpPr>
              <p:spPr>
                <a:xfrm>
                  <a:off x="9899573" y="709039"/>
                  <a:ext cx="335089" cy="911447"/>
                </a:xfrm>
                <a:custGeom>
                  <a:rect b="b" l="l" r="r" t="t"/>
                  <a:pathLst>
                    <a:path extrusionOk="0" h="911447" w="335089">
                      <a:moveTo>
                        <a:pt x="95" y="908494"/>
                      </a:moveTo>
                      <a:lnTo>
                        <a:pt x="326803" y="0"/>
                      </a:lnTo>
                      <a:cubicBezTo>
                        <a:pt x="329565" y="1810"/>
                        <a:pt x="332327" y="3143"/>
                        <a:pt x="335090" y="4381"/>
                      </a:cubicBezTo>
                      <a:lnTo>
                        <a:pt x="8858" y="911447"/>
                      </a:lnTo>
                      <a:lnTo>
                        <a:pt x="0" y="90849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9" name="Google Shape;2149;p71"/>
                <p:cNvSpPr/>
                <p:nvPr/>
              </p:nvSpPr>
              <p:spPr>
                <a:xfrm>
                  <a:off x="9819658" y="632648"/>
                  <a:ext cx="348995" cy="959167"/>
                </a:xfrm>
                <a:custGeom>
                  <a:rect b="b" l="l" r="r" t="t"/>
                  <a:pathLst>
                    <a:path extrusionOk="0" h="959167" w="348995">
                      <a:moveTo>
                        <a:pt x="0" y="956120"/>
                      </a:moveTo>
                      <a:lnTo>
                        <a:pt x="335852" y="22384"/>
                      </a:lnTo>
                      <a:cubicBezTo>
                        <a:pt x="337185" y="22670"/>
                        <a:pt x="338614" y="22955"/>
                        <a:pt x="339757" y="23241"/>
                      </a:cubicBezTo>
                      <a:cubicBezTo>
                        <a:pt x="341852" y="20383"/>
                        <a:pt x="340995" y="16002"/>
                        <a:pt x="339757" y="11621"/>
                      </a:cubicBezTo>
                      <a:lnTo>
                        <a:pt x="343948" y="0"/>
                      </a:lnTo>
                      <a:lnTo>
                        <a:pt x="346329" y="857"/>
                      </a:lnTo>
                      <a:cubicBezTo>
                        <a:pt x="345186" y="3905"/>
                        <a:pt x="343662" y="6001"/>
                        <a:pt x="345853" y="9811"/>
                      </a:cubicBezTo>
                      <a:cubicBezTo>
                        <a:pt x="346710" y="11049"/>
                        <a:pt x="347853" y="12287"/>
                        <a:pt x="348996" y="13430"/>
                      </a:cubicBezTo>
                      <a:lnTo>
                        <a:pt x="8858" y="959168"/>
                      </a:lnTo>
                      <a:lnTo>
                        <a:pt x="0" y="95621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50" name="Google Shape;2150;p71"/>
                <p:cNvGrpSpPr/>
                <p:nvPr/>
              </p:nvGrpSpPr>
              <p:grpSpPr>
                <a:xfrm>
                  <a:off x="9739553" y="749996"/>
                  <a:ext cx="301084" cy="812959"/>
                  <a:chOff x="9739553" y="749996"/>
                  <a:chExt cx="301084" cy="812959"/>
                </a:xfrm>
              </p:grpSpPr>
              <p:sp>
                <p:nvSpPr>
                  <p:cNvPr id="2151" name="Google Shape;2151;p71"/>
                  <p:cNvSpPr/>
                  <p:nvPr/>
                </p:nvSpPr>
                <p:spPr>
                  <a:xfrm>
                    <a:off x="10011924" y="749996"/>
                    <a:ext cx="28713" cy="78295"/>
                  </a:xfrm>
                  <a:custGeom>
                    <a:rect b="b" l="l" r="r" t="t"/>
                    <a:pathLst>
                      <a:path extrusionOk="0" h="78295" w="28713">
                        <a:moveTo>
                          <a:pt x="615" y="78296"/>
                        </a:moveTo>
                        <a:cubicBezTo>
                          <a:pt x="139" y="73819"/>
                          <a:pt x="-338" y="69247"/>
                          <a:pt x="329" y="66389"/>
                        </a:cubicBezTo>
                        <a:cubicBezTo>
                          <a:pt x="1948" y="59627"/>
                          <a:pt x="5282" y="54197"/>
                          <a:pt x="6711" y="47339"/>
                        </a:cubicBezTo>
                        <a:cubicBezTo>
                          <a:pt x="8520" y="37814"/>
                          <a:pt x="9759" y="24194"/>
                          <a:pt x="14140" y="13907"/>
                        </a:cubicBezTo>
                        <a:lnTo>
                          <a:pt x="13854" y="13907"/>
                        </a:lnTo>
                        <a:cubicBezTo>
                          <a:pt x="13854" y="13907"/>
                          <a:pt x="16998" y="5048"/>
                          <a:pt x="16998" y="5048"/>
                        </a:cubicBezTo>
                        <a:lnTo>
                          <a:pt x="19093" y="5810"/>
                        </a:lnTo>
                        <a:cubicBezTo>
                          <a:pt x="20712" y="4191"/>
                          <a:pt x="22427" y="4286"/>
                          <a:pt x="24523" y="2953"/>
                        </a:cubicBezTo>
                        <a:cubicBezTo>
                          <a:pt x="25951" y="2000"/>
                          <a:pt x="27380" y="1048"/>
                          <a:pt x="28714" y="0"/>
                        </a:cubicBezTo>
                        <a:lnTo>
                          <a:pt x="615" y="7820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2" name="Google Shape;2152;p71"/>
                  <p:cNvSpPr/>
                  <p:nvPr/>
                </p:nvSpPr>
                <p:spPr>
                  <a:xfrm>
                    <a:off x="9739553" y="835055"/>
                    <a:ext cx="269462" cy="727900"/>
                  </a:xfrm>
                  <a:custGeom>
                    <a:rect b="b" l="l" r="r" t="t"/>
                    <a:pathLst>
                      <a:path extrusionOk="0" h="727900" w="269462">
                        <a:moveTo>
                          <a:pt x="0" y="724853"/>
                        </a:moveTo>
                        <a:lnTo>
                          <a:pt x="260699" y="0"/>
                        </a:lnTo>
                        <a:lnTo>
                          <a:pt x="269462" y="3143"/>
                        </a:lnTo>
                        <a:lnTo>
                          <a:pt x="8858" y="727901"/>
                        </a:lnTo>
                        <a:lnTo>
                          <a:pt x="0" y="72485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53" name="Google Shape;2153;p71"/>
                <p:cNvSpPr/>
                <p:nvPr/>
              </p:nvSpPr>
              <p:spPr>
                <a:xfrm>
                  <a:off x="9659447" y="949440"/>
                  <a:ext cx="218884" cy="584654"/>
                </a:xfrm>
                <a:custGeom>
                  <a:rect b="b" l="l" r="r" t="t"/>
                  <a:pathLst>
                    <a:path extrusionOk="0" h="584654" w="218884">
                      <a:moveTo>
                        <a:pt x="95" y="581702"/>
                      </a:moveTo>
                      <a:lnTo>
                        <a:pt x="208693" y="1724"/>
                      </a:lnTo>
                      <a:cubicBezTo>
                        <a:pt x="210121" y="1153"/>
                        <a:pt x="211550" y="486"/>
                        <a:pt x="213074" y="105"/>
                      </a:cubicBezTo>
                      <a:cubicBezTo>
                        <a:pt x="215551" y="-276"/>
                        <a:pt x="217170" y="486"/>
                        <a:pt x="218885" y="677"/>
                      </a:cubicBezTo>
                      <a:lnTo>
                        <a:pt x="8858" y="584654"/>
                      </a:lnTo>
                      <a:lnTo>
                        <a:pt x="0" y="58170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2154" name="Google Shape;2154;p71"/>
          <p:cNvGrpSpPr/>
          <p:nvPr/>
        </p:nvGrpSpPr>
        <p:grpSpPr>
          <a:xfrm>
            <a:off x="616877" y="480262"/>
            <a:ext cx="1038873" cy="695622"/>
            <a:chOff x="7622209" y="4048649"/>
            <a:chExt cx="986584" cy="660610"/>
          </a:xfrm>
        </p:grpSpPr>
        <p:grpSp>
          <p:nvGrpSpPr>
            <p:cNvPr id="2155" name="Google Shape;2155;p71"/>
            <p:cNvGrpSpPr/>
            <p:nvPr/>
          </p:nvGrpSpPr>
          <p:grpSpPr>
            <a:xfrm>
              <a:off x="7622209" y="4048649"/>
              <a:ext cx="831873" cy="660610"/>
              <a:chOff x="1278598" y="73336"/>
              <a:chExt cx="592291" cy="470319"/>
            </a:xfrm>
          </p:grpSpPr>
          <p:grpSp>
            <p:nvGrpSpPr>
              <p:cNvPr id="2156" name="Google Shape;2156;p71"/>
              <p:cNvGrpSpPr/>
              <p:nvPr/>
            </p:nvGrpSpPr>
            <p:grpSpPr>
              <a:xfrm>
                <a:off x="1278598" y="73336"/>
                <a:ext cx="592291" cy="470319"/>
                <a:chOff x="1278598" y="73336"/>
                <a:chExt cx="592291" cy="470319"/>
              </a:xfrm>
            </p:grpSpPr>
            <p:sp>
              <p:nvSpPr>
                <p:cNvPr id="2157" name="Google Shape;2157;p71"/>
                <p:cNvSpPr/>
                <p:nvPr/>
              </p:nvSpPr>
              <p:spPr>
                <a:xfrm>
                  <a:off x="1404520" y="490256"/>
                  <a:ext cx="5671" cy="34214"/>
                </a:xfrm>
                <a:custGeom>
                  <a:rect b="b" l="l" r="r" t="t"/>
                  <a:pathLst>
                    <a:path extrusionOk="0" h="34214" w="5671">
                      <a:moveTo>
                        <a:pt x="2799" y="1257"/>
                      </a:moveTo>
                      <a:cubicBezTo>
                        <a:pt x="4284" y="11791"/>
                        <a:pt x="2446" y="22609"/>
                        <a:pt x="42" y="32860"/>
                      </a:cubicBezTo>
                      <a:cubicBezTo>
                        <a:pt x="-311" y="34274"/>
                        <a:pt x="1668" y="34769"/>
                        <a:pt x="2163" y="33426"/>
                      </a:cubicBezTo>
                      <a:cubicBezTo>
                        <a:pt x="6334" y="22891"/>
                        <a:pt x="6264" y="11721"/>
                        <a:pt x="4638" y="691"/>
                      </a:cubicBezTo>
                      <a:cubicBezTo>
                        <a:pt x="4496" y="-511"/>
                        <a:pt x="2587" y="-16"/>
                        <a:pt x="2799" y="1186"/>
                      </a:cubicBezTo>
                      <a:lnTo>
                        <a:pt x="2799" y="118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8" name="Google Shape;2158;p71"/>
                <p:cNvSpPr/>
                <p:nvPr/>
              </p:nvSpPr>
              <p:spPr>
                <a:xfrm>
                  <a:off x="1427529" y="491926"/>
                  <a:ext cx="6500" cy="51729"/>
                </a:xfrm>
                <a:custGeom>
                  <a:rect b="b" l="l" r="r" t="t"/>
                  <a:pathLst>
                    <a:path extrusionOk="0" h="51729" w="6500">
                      <a:moveTo>
                        <a:pt x="2838" y="719"/>
                      </a:moveTo>
                      <a:cubicBezTo>
                        <a:pt x="1636" y="4325"/>
                        <a:pt x="2414" y="8567"/>
                        <a:pt x="2343" y="12314"/>
                      </a:cubicBezTo>
                      <a:cubicBezTo>
                        <a:pt x="2343" y="16556"/>
                        <a:pt x="2131" y="20869"/>
                        <a:pt x="1919" y="25111"/>
                      </a:cubicBezTo>
                      <a:cubicBezTo>
                        <a:pt x="1566" y="33453"/>
                        <a:pt x="788" y="41796"/>
                        <a:pt x="10" y="50068"/>
                      </a:cubicBezTo>
                      <a:cubicBezTo>
                        <a:pt x="-202" y="51977"/>
                        <a:pt x="2980" y="52401"/>
                        <a:pt x="3404" y="50492"/>
                      </a:cubicBezTo>
                      <a:cubicBezTo>
                        <a:pt x="5242" y="42008"/>
                        <a:pt x="6232" y="33736"/>
                        <a:pt x="6444" y="25040"/>
                      </a:cubicBezTo>
                      <a:cubicBezTo>
                        <a:pt x="6585" y="20798"/>
                        <a:pt x="6444" y="16485"/>
                        <a:pt x="6232" y="12243"/>
                      </a:cubicBezTo>
                      <a:cubicBezTo>
                        <a:pt x="6020" y="8354"/>
                        <a:pt x="6232" y="3971"/>
                        <a:pt x="4535" y="436"/>
                      </a:cubicBezTo>
                      <a:cubicBezTo>
                        <a:pt x="4181" y="-271"/>
                        <a:pt x="3121" y="-59"/>
                        <a:pt x="2838" y="648"/>
                      </a:cubicBezTo>
                      <a:lnTo>
                        <a:pt x="2838" y="64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59" name="Google Shape;2159;p71"/>
                <p:cNvGrpSpPr/>
                <p:nvPr/>
              </p:nvGrpSpPr>
              <p:grpSpPr>
                <a:xfrm>
                  <a:off x="1278598" y="73336"/>
                  <a:ext cx="592291" cy="395001"/>
                  <a:chOff x="1278598" y="73336"/>
                  <a:chExt cx="592291" cy="395001"/>
                </a:xfrm>
              </p:grpSpPr>
              <p:sp>
                <p:nvSpPr>
                  <p:cNvPr id="2160" name="Google Shape;2160;p71"/>
                  <p:cNvSpPr/>
                  <p:nvPr/>
                </p:nvSpPr>
                <p:spPr>
                  <a:xfrm>
                    <a:off x="1371923" y="73336"/>
                    <a:ext cx="328479" cy="260877"/>
                  </a:xfrm>
                  <a:custGeom>
                    <a:rect b="b" l="l" r="r" t="t"/>
                    <a:pathLst>
                      <a:path extrusionOk="0" h="260877" w="328479">
                        <a:moveTo>
                          <a:pt x="328311" y="73933"/>
                        </a:moveTo>
                        <a:cubicBezTo>
                          <a:pt x="293950" y="16666"/>
                          <a:pt x="221481" y="-9706"/>
                          <a:pt x="157285" y="3232"/>
                        </a:cubicBezTo>
                        <a:cubicBezTo>
                          <a:pt x="88917" y="16948"/>
                          <a:pt x="33982" y="70116"/>
                          <a:pt x="11923" y="135373"/>
                        </a:cubicBezTo>
                        <a:cubicBezTo>
                          <a:pt x="5277" y="155027"/>
                          <a:pt x="1530" y="175601"/>
                          <a:pt x="399" y="196317"/>
                        </a:cubicBezTo>
                        <a:cubicBezTo>
                          <a:pt x="-732" y="217032"/>
                          <a:pt x="399" y="238808"/>
                          <a:pt x="5631" y="259029"/>
                        </a:cubicBezTo>
                        <a:cubicBezTo>
                          <a:pt x="6479" y="262281"/>
                          <a:pt x="11075" y="260867"/>
                          <a:pt x="10509" y="257685"/>
                        </a:cubicBezTo>
                        <a:cubicBezTo>
                          <a:pt x="7469" y="239727"/>
                          <a:pt x="5136" y="222052"/>
                          <a:pt x="5490" y="203811"/>
                        </a:cubicBezTo>
                        <a:cubicBezTo>
                          <a:pt x="5843" y="185570"/>
                          <a:pt x="8318" y="167754"/>
                          <a:pt x="12913" y="150291"/>
                        </a:cubicBezTo>
                        <a:cubicBezTo>
                          <a:pt x="21680" y="117132"/>
                          <a:pt x="38507" y="86377"/>
                          <a:pt x="62616" y="61844"/>
                        </a:cubicBezTo>
                        <a:cubicBezTo>
                          <a:pt x="108430" y="15181"/>
                          <a:pt x="176798" y="-6383"/>
                          <a:pt x="240146" y="13625"/>
                        </a:cubicBezTo>
                        <a:cubicBezTo>
                          <a:pt x="274507" y="24513"/>
                          <a:pt x="304908" y="46077"/>
                          <a:pt x="325836" y="75489"/>
                        </a:cubicBezTo>
                        <a:cubicBezTo>
                          <a:pt x="326896" y="76974"/>
                          <a:pt x="329230" y="75630"/>
                          <a:pt x="328240" y="74075"/>
                        </a:cubicBezTo>
                        <a:lnTo>
                          <a:pt x="328240" y="7407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1" name="Google Shape;2161;p71"/>
                  <p:cNvSpPr/>
                  <p:nvPr/>
                </p:nvSpPr>
                <p:spPr>
                  <a:xfrm>
                    <a:off x="1379055" y="146943"/>
                    <a:ext cx="320952" cy="185711"/>
                  </a:xfrm>
                  <a:custGeom>
                    <a:rect b="b" l="l" r="r" t="t"/>
                    <a:pathLst>
                      <a:path extrusionOk="0" h="185711" w="320952">
                        <a:moveTo>
                          <a:pt x="974" y="185705"/>
                        </a:moveTo>
                        <a:cubicBezTo>
                          <a:pt x="48980" y="179271"/>
                          <a:pt x="95642" y="163151"/>
                          <a:pt x="138982" y="141729"/>
                        </a:cubicBezTo>
                        <a:cubicBezTo>
                          <a:pt x="182322" y="120306"/>
                          <a:pt x="224177" y="92379"/>
                          <a:pt x="261436" y="60352"/>
                        </a:cubicBezTo>
                        <a:cubicBezTo>
                          <a:pt x="282435" y="42323"/>
                          <a:pt x="302867" y="23021"/>
                          <a:pt x="320684" y="1811"/>
                        </a:cubicBezTo>
                        <a:cubicBezTo>
                          <a:pt x="321532" y="821"/>
                          <a:pt x="320189" y="-663"/>
                          <a:pt x="319199" y="326"/>
                        </a:cubicBezTo>
                        <a:cubicBezTo>
                          <a:pt x="302302" y="17648"/>
                          <a:pt x="285404" y="34829"/>
                          <a:pt x="267092" y="50807"/>
                        </a:cubicBezTo>
                        <a:cubicBezTo>
                          <a:pt x="248781" y="66785"/>
                          <a:pt x="229055" y="82057"/>
                          <a:pt x="208764" y="95914"/>
                        </a:cubicBezTo>
                        <a:cubicBezTo>
                          <a:pt x="168464" y="123346"/>
                          <a:pt x="125125" y="145900"/>
                          <a:pt x="79169" y="162232"/>
                        </a:cubicBezTo>
                        <a:cubicBezTo>
                          <a:pt x="53575" y="171352"/>
                          <a:pt x="27204" y="178210"/>
                          <a:pt x="691" y="183725"/>
                        </a:cubicBezTo>
                        <a:cubicBezTo>
                          <a:pt x="-370" y="183937"/>
                          <a:pt x="-157" y="185846"/>
                          <a:pt x="974" y="185705"/>
                        </a:cubicBezTo>
                        <a:lnTo>
                          <a:pt x="974" y="18570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2" name="Google Shape;2162;p71"/>
                  <p:cNvSpPr/>
                  <p:nvPr/>
                </p:nvSpPr>
                <p:spPr>
                  <a:xfrm>
                    <a:off x="1278598" y="101349"/>
                    <a:ext cx="592291" cy="366988"/>
                  </a:xfrm>
                  <a:custGeom>
                    <a:rect b="b" l="l" r="r" t="t"/>
                    <a:pathLst>
                      <a:path extrusionOk="0" h="366988" w="592291">
                        <a:moveTo>
                          <a:pt x="97966" y="220976"/>
                        </a:moveTo>
                        <a:cubicBezTo>
                          <a:pt x="80927" y="226491"/>
                          <a:pt x="65161" y="235541"/>
                          <a:pt x="50597" y="245934"/>
                        </a:cubicBezTo>
                        <a:cubicBezTo>
                          <a:pt x="36032" y="256327"/>
                          <a:pt x="22599" y="267992"/>
                          <a:pt x="11994" y="282133"/>
                        </a:cubicBezTo>
                        <a:cubicBezTo>
                          <a:pt x="1389" y="296273"/>
                          <a:pt x="-4550" y="313524"/>
                          <a:pt x="4287" y="329926"/>
                        </a:cubicBezTo>
                        <a:cubicBezTo>
                          <a:pt x="11923" y="344137"/>
                          <a:pt x="27265" y="353399"/>
                          <a:pt x="42112" y="358560"/>
                        </a:cubicBezTo>
                        <a:cubicBezTo>
                          <a:pt x="82553" y="372630"/>
                          <a:pt x="127802" y="367186"/>
                          <a:pt x="168243" y="356086"/>
                        </a:cubicBezTo>
                        <a:cubicBezTo>
                          <a:pt x="208684" y="344986"/>
                          <a:pt x="244954" y="331058"/>
                          <a:pt x="281860" y="314938"/>
                        </a:cubicBezTo>
                        <a:cubicBezTo>
                          <a:pt x="346268" y="286799"/>
                          <a:pt x="408980" y="253145"/>
                          <a:pt x="467096" y="213482"/>
                        </a:cubicBezTo>
                        <a:cubicBezTo>
                          <a:pt x="491205" y="197008"/>
                          <a:pt x="514537" y="178838"/>
                          <a:pt x="535747" y="158759"/>
                        </a:cubicBezTo>
                        <a:cubicBezTo>
                          <a:pt x="560634" y="135216"/>
                          <a:pt x="581703" y="107006"/>
                          <a:pt x="588914" y="72857"/>
                        </a:cubicBezTo>
                        <a:cubicBezTo>
                          <a:pt x="591954" y="58293"/>
                          <a:pt x="594924" y="40335"/>
                          <a:pt x="588349" y="26407"/>
                        </a:cubicBezTo>
                        <a:cubicBezTo>
                          <a:pt x="581137" y="11065"/>
                          <a:pt x="564876" y="3005"/>
                          <a:pt x="548827" y="884"/>
                        </a:cubicBezTo>
                        <a:cubicBezTo>
                          <a:pt x="530445" y="-1520"/>
                          <a:pt x="511002" y="1237"/>
                          <a:pt x="493256" y="6045"/>
                        </a:cubicBezTo>
                        <a:cubicBezTo>
                          <a:pt x="475510" y="10853"/>
                          <a:pt x="458117" y="18700"/>
                          <a:pt x="442210" y="28528"/>
                        </a:cubicBezTo>
                        <a:cubicBezTo>
                          <a:pt x="434079" y="33548"/>
                          <a:pt x="426302" y="39133"/>
                          <a:pt x="418737" y="45001"/>
                        </a:cubicBezTo>
                        <a:cubicBezTo>
                          <a:pt x="416545" y="46698"/>
                          <a:pt x="419444" y="50516"/>
                          <a:pt x="421706" y="48890"/>
                        </a:cubicBezTo>
                        <a:cubicBezTo>
                          <a:pt x="451189" y="26831"/>
                          <a:pt x="484772" y="10004"/>
                          <a:pt x="521819" y="6469"/>
                        </a:cubicBezTo>
                        <a:cubicBezTo>
                          <a:pt x="538929" y="4843"/>
                          <a:pt x="559078" y="4772"/>
                          <a:pt x="573007" y="16367"/>
                        </a:cubicBezTo>
                        <a:cubicBezTo>
                          <a:pt x="578804" y="21175"/>
                          <a:pt x="583470" y="27255"/>
                          <a:pt x="585309" y="34679"/>
                        </a:cubicBezTo>
                        <a:cubicBezTo>
                          <a:pt x="587147" y="42103"/>
                          <a:pt x="586440" y="49880"/>
                          <a:pt x="585591" y="57374"/>
                        </a:cubicBezTo>
                        <a:cubicBezTo>
                          <a:pt x="581986" y="91240"/>
                          <a:pt x="565229" y="120227"/>
                          <a:pt x="542039" y="144548"/>
                        </a:cubicBezTo>
                        <a:cubicBezTo>
                          <a:pt x="522031" y="165547"/>
                          <a:pt x="498912" y="184070"/>
                          <a:pt x="475298" y="200897"/>
                        </a:cubicBezTo>
                        <a:cubicBezTo>
                          <a:pt x="424464" y="237237"/>
                          <a:pt x="369175" y="267851"/>
                          <a:pt x="312827" y="294717"/>
                        </a:cubicBezTo>
                        <a:cubicBezTo>
                          <a:pt x="278112" y="311261"/>
                          <a:pt x="242550" y="326179"/>
                          <a:pt x="206068" y="338623"/>
                        </a:cubicBezTo>
                        <a:cubicBezTo>
                          <a:pt x="169586" y="351066"/>
                          <a:pt x="128650" y="363015"/>
                          <a:pt x="88280" y="361671"/>
                        </a:cubicBezTo>
                        <a:cubicBezTo>
                          <a:pt x="69332" y="361035"/>
                          <a:pt x="49253" y="357995"/>
                          <a:pt x="32214" y="349228"/>
                        </a:cubicBezTo>
                        <a:cubicBezTo>
                          <a:pt x="17862" y="341804"/>
                          <a:pt x="3651" y="328866"/>
                          <a:pt x="4217" y="311403"/>
                        </a:cubicBezTo>
                        <a:cubicBezTo>
                          <a:pt x="4782" y="293940"/>
                          <a:pt x="19700" y="277820"/>
                          <a:pt x="32073" y="266225"/>
                        </a:cubicBezTo>
                        <a:cubicBezTo>
                          <a:pt x="45223" y="253852"/>
                          <a:pt x="60070" y="242964"/>
                          <a:pt x="75837" y="234127"/>
                        </a:cubicBezTo>
                        <a:cubicBezTo>
                          <a:pt x="83119" y="230026"/>
                          <a:pt x="90613" y="226137"/>
                          <a:pt x="98461" y="223097"/>
                        </a:cubicBezTo>
                        <a:cubicBezTo>
                          <a:pt x="99592" y="222673"/>
                          <a:pt x="99168" y="220835"/>
                          <a:pt x="97966" y="221259"/>
                        </a:cubicBezTo>
                        <a:lnTo>
                          <a:pt x="97966" y="221259"/>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3" name="Google Shape;2163;p71"/>
                  <p:cNvSpPr/>
                  <p:nvPr/>
                </p:nvSpPr>
                <p:spPr>
                  <a:xfrm>
                    <a:off x="1295576" y="377701"/>
                    <a:ext cx="41678" cy="70460"/>
                  </a:xfrm>
                  <a:custGeom>
                    <a:rect b="b" l="l" r="r" t="t"/>
                    <a:pathLst>
                      <a:path extrusionOk="0" h="70460" w="41678">
                        <a:moveTo>
                          <a:pt x="742" y="1892"/>
                        </a:moveTo>
                        <a:cubicBezTo>
                          <a:pt x="19125" y="-583"/>
                          <a:pt x="36517" y="14547"/>
                          <a:pt x="37366" y="32788"/>
                        </a:cubicBezTo>
                        <a:cubicBezTo>
                          <a:pt x="37790" y="41697"/>
                          <a:pt x="34679" y="50464"/>
                          <a:pt x="28386" y="56827"/>
                        </a:cubicBezTo>
                        <a:cubicBezTo>
                          <a:pt x="25417" y="59796"/>
                          <a:pt x="21953" y="62200"/>
                          <a:pt x="18064" y="63826"/>
                        </a:cubicBezTo>
                        <a:cubicBezTo>
                          <a:pt x="13893" y="65664"/>
                          <a:pt x="9368" y="65876"/>
                          <a:pt x="5126" y="67361"/>
                        </a:cubicBezTo>
                        <a:cubicBezTo>
                          <a:pt x="3995" y="67785"/>
                          <a:pt x="3924" y="69341"/>
                          <a:pt x="5126" y="69765"/>
                        </a:cubicBezTo>
                        <a:cubicBezTo>
                          <a:pt x="13963" y="72664"/>
                          <a:pt x="25346" y="65947"/>
                          <a:pt x="31427" y="59938"/>
                        </a:cubicBezTo>
                        <a:cubicBezTo>
                          <a:pt x="38567" y="52797"/>
                          <a:pt x="42244" y="42899"/>
                          <a:pt x="41608" y="32859"/>
                        </a:cubicBezTo>
                        <a:cubicBezTo>
                          <a:pt x="40971" y="22819"/>
                          <a:pt x="36376" y="13416"/>
                          <a:pt x="28386" y="7195"/>
                        </a:cubicBezTo>
                        <a:cubicBezTo>
                          <a:pt x="20397" y="973"/>
                          <a:pt x="10782" y="-936"/>
                          <a:pt x="742" y="407"/>
                        </a:cubicBezTo>
                        <a:cubicBezTo>
                          <a:pt x="-247" y="549"/>
                          <a:pt x="-247" y="2104"/>
                          <a:pt x="742" y="1963"/>
                        </a:cubicBezTo>
                        <a:lnTo>
                          <a:pt x="742" y="196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4" name="Google Shape;2164;p71"/>
                  <p:cNvSpPr/>
                  <p:nvPr/>
                </p:nvSpPr>
                <p:spPr>
                  <a:xfrm>
                    <a:off x="1636591" y="243102"/>
                    <a:ext cx="163493" cy="127347"/>
                  </a:xfrm>
                  <a:custGeom>
                    <a:rect b="b" l="l" r="r" t="t"/>
                    <a:pathLst>
                      <a:path extrusionOk="0" h="127347" w="163493">
                        <a:moveTo>
                          <a:pt x="162977" y="5412"/>
                        </a:moveTo>
                        <a:cubicBezTo>
                          <a:pt x="134909" y="-8163"/>
                          <a:pt x="104154" y="6260"/>
                          <a:pt x="80186" y="21603"/>
                        </a:cubicBezTo>
                        <a:cubicBezTo>
                          <a:pt x="56219" y="36945"/>
                          <a:pt x="30766" y="57872"/>
                          <a:pt x="13586" y="82193"/>
                        </a:cubicBezTo>
                        <a:cubicBezTo>
                          <a:pt x="5173" y="94142"/>
                          <a:pt x="-3382" y="111181"/>
                          <a:pt x="1355" y="126099"/>
                        </a:cubicBezTo>
                        <a:cubicBezTo>
                          <a:pt x="1920" y="127937"/>
                          <a:pt x="4890" y="127725"/>
                          <a:pt x="4819" y="125604"/>
                        </a:cubicBezTo>
                        <a:cubicBezTo>
                          <a:pt x="4607" y="118675"/>
                          <a:pt x="4536" y="112312"/>
                          <a:pt x="6516" y="105595"/>
                        </a:cubicBezTo>
                        <a:cubicBezTo>
                          <a:pt x="8496" y="98879"/>
                          <a:pt x="11819" y="92728"/>
                          <a:pt x="15707" y="86930"/>
                        </a:cubicBezTo>
                        <a:cubicBezTo>
                          <a:pt x="23484" y="75265"/>
                          <a:pt x="33594" y="65084"/>
                          <a:pt x="43846" y="55539"/>
                        </a:cubicBezTo>
                        <a:cubicBezTo>
                          <a:pt x="54098" y="45994"/>
                          <a:pt x="65056" y="37228"/>
                          <a:pt x="76651" y="29309"/>
                        </a:cubicBezTo>
                        <a:cubicBezTo>
                          <a:pt x="88246" y="21390"/>
                          <a:pt x="100690" y="13684"/>
                          <a:pt x="114123" y="8806"/>
                        </a:cubicBezTo>
                        <a:cubicBezTo>
                          <a:pt x="129677" y="3150"/>
                          <a:pt x="146504" y="1523"/>
                          <a:pt x="162341" y="6967"/>
                        </a:cubicBezTo>
                        <a:cubicBezTo>
                          <a:pt x="163331" y="7321"/>
                          <a:pt x="163967" y="5766"/>
                          <a:pt x="163048" y="5271"/>
                        </a:cubicBezTo>
                        <a:lnTo>
                          <a:pt x="163048" y="527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5" name="Google Shape;2165;p71"/>
                  <p:cNvSpPr/>
                  <p:nvPr/>
                </p:nvSpPr>
                <p:spPr>
                  <a:xfrm>
                    <a:off x="1629476" y="424159"/>
                    <a:ext cx="14226" cy="29895"/>
                  </a:xfrm>
                  <a:custGeom>
                    <a:rect b="b" l="l" r="r" t="t"/>
                    <a:pathLst>
                      <a:path extrusionOk="0" h="29895" w="14226">
                        <a:moveTo>
                          <a:pt x="56" y="1108"/>
                        </a:moveTo>
                        <a:cubicBezTo>
                          <a:pt x="1965" y="5845"/>
                          <a:pt x="3874" y="10652"/>
                          <a:pt x="5783" y="15389"/>
                        </a:cubicBezTo>
                        <a:cubicBezTo>
                          <a:pt x="6702" y="17793"/>
                          <a:pt x="7692" y="20197"/>
                          <a:pt x="8611" y="22530"/>
                        </a:cubicBezTo>
                        <a:cubicBezTo>
                          <a:pt x="9530" y="24863"/>
                          <a:pt x="10449" y="27338"/>
                          <a:pt x="11863" y="29317"/>
                        </a:cubicBezTo>
                        <a:cubicBezTo>
                          <a:pt x="12712" y="30449"/>
                          <a:pt x="14479" y="29812"/>
                          <a:pt x="14196" y="28328"/>
                        </a:cubicBezTo>
                        <a:cubicBezTo>
                          <a:pt x="13701" y="25924"/>
                          <a:pt x="12429" y="23520"/>
                          <a:pt x="11439" y="21328"/>
                        </a:cubicBezTo>
                        <a:cubicBezTo>
                          <a:pt x="10449" y="19136"/>
                          <a:pt x="9247" y="16662"/>
                          <a:pt x="8116" y="14329"/>
                        </a:cubicBezTo>
                        <a:cubicBezTo>
                          <a:pt x="5924" y="9662"/>
                          <a:pt x="3733" y="5067"/>
                          <a:pt x="1541" y="401"/>
                        </a:cubicBezTo>
                        <a:cubicBezTo>
                          <a:pt x="1117" y="-448"/>
                          <a:pt x="-297" y="189"/>
                          <a:pt x="56" y="1037"/>
                        </a:cubicBezTo>
                        <a:lnTo>
                          <a:pt x="56" y="103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6" name="Google Shape;2166;p71"/>
                  <p:cNvSpPr/>
                  <p:nvPr/>
                </p:nvSpPr>
                <p:spPr>
                  <a:xfrm>
                    <a:off x="1647566" y="403172"/>
                    <a:ext cx="37121" cy="57295"/>
                  </a:xfrm>
                  <a:custGeom>
                    <a:rect b="b" l="l" r="r" t="t"/>
                    <a:pathLst>
                      <a:path extrusionOk="0" h="57295" w="37121">
                        <a:moveTo>
                          <a:pt x="278" y="1662"/>
                        </a:moveTo>
                        <a:cubicBezTo>
                          <a:pt x="7065" y="10216"/>
                          <a:pt x="13075" y="19195"/>
                          <a:pt x="18589" y="28599"/>
                        </a:cubicBezTo>
                        <a:cubicBezTo>
                          <a:pt x="21276" y="33194"/>
                          <a:pt x="23821" y="37861"/>
                          <a:pt x="26296" y="42527"/>
                        </a:cubicBezTo>
                        <a:cubicBezTo>
                          <a:pt x="28770" y="47193"/>
                          <a:pt x="30750" y="52354"/>
                          <a:pt x="33861" y="56526"/>
                        </a:cubicBezTo>
                        <a:cubicBezTo>
                          <a:pt x="34992" y="58010"/>
                          <a:pt x="37608" y="57233"/>
                          <a:pt x="37042" y="55182"/>
                        </a:cubicBezTo>
                        <a:cubicBezTo>
                          <a:pt x="35699" y="50163"/>
                          <a:pt x="32659" y="45355"/>
                          <a:pt x="30043" y="40901"/>
                        </a:cubicBezTo>
                        <a:cubicBezTo>
                          <a:pt x="27144" y="36022"/>
                          <a:pt x="24175" y="31215"/>
                          <a:pt x="20993" y="26548"/>
                        </a:cubicBezTo>
                        <a:cubicBezTo>
                          <a:pt x="14913" y="17499"/>
                          <a:pt x="8267" y="8873"/>
                          <a:pt x="1480" y="318"/>
                        </a:cubicBezTo>
                        <a:cubicBezTo>
                          <a:pt x="773" y="-601"/>
                          <a:pt x="-500" y="672"/>
                          <a:pt x="207" y="1591"/>
                        </a:cubicBezTo>
                        <a:lnTo>
                          <a:pt x="207" y="159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7" name="Google Shape;2167;p71"/>
                  <p:cNvSpPr/>
                  <p:nvPr/>
                </p:nvSpPr>
                <p:spPr>
                  <a:xfrm>
                    <a:off x="1801103" y="309812"/>
                    <a:ext cx="21628" cy="19791"/>
                  </a:xfrm>
                  <a:custGeom>
                    <a:rect b="b" l="l" r="r" t="t"/>
                    <a:pathLst>
                      <a:path extrusionOk="0" h="19791" w="21628">
                        <a:moveTo>
                          <a:pt x="375" y="1837"/>
                        </a:moveTo>
                        <a:cubicBezTo>
                          <a:pt x="2213" y="2827"/>
                          <a:pt x="3980" y="3958"/>
                          <a:pt x="5677" y="5160"/>
                        </a:cubicBezTo>
                        <a:cubicBezTo>
                          <a:pt x="7374" y="6362"/>
                          <a:pt x="8859" y="7918"/>
                          <a:pt x="10343" y="9402"/>
                        </a:cubicBezTo>
                        <a:cubicBezTo>
                          <a:pt x="11828" y="10887"/>
                          <a:pt x="13101" y="12301"/>
                          <a:pt x="14373" y="13927"/>
                        </a:cubicBezTo>
                        <a:cubicBezTo>
                          <a:pt x="15717" y="15695"/>
                          <a:pt x="16848" y="17604"/>
                          <a:pt x="18262" y="19230"/>
                        </a:cubicBezTo>
                        <a:cubicBezTo>
                          <a:pt x="19464" y="20644"/>
                          <a:pt x="22221" y="19159"/>
                          <a:pt x="21514" y="17321"/>
                        </a:cubicBezTo>
                        <a:cubicBezTo>
                          <a:pt x="19817" y="13150"/>
                          <a:pt x="16282" y="9544"/>
                          <a:pt x="12818" y="6716"/>
                        </a:cubicBezTo>
                        <a:cubicBezTo>
                          <a:pt x="9354" y="3888"/>
                          <a:pt x="5324" y="1696"/>
                          <a:pt x="1152" y="70"/>
                        </a:cubicBezTo>
                        <a:cubicBezTo>
                          <a:pt x="163" y="-354"/>
                          <a:pt x="-474" y="1272"/>
                          <a:pt x="445" y="1767"/>
                        </a:cubicBezTo>
                        <a:lnTo>
                          <a:pt x="445" y="176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8" name="Google Shape;2168;p71"/>
                  <p:cNvSpPr/>
                  <p:nvPr/>
                </p:nvSpPr>
                <p:spPr>
                  <a:xfrm>
                    <a:off x="1817910" y="291570"/>
                    <a:ext cx="50143" cy="41687"/>
                  </a:xfrm>
                  <a:custGeom>
                    <a:rect b="b" l="l" r="r" t="t"/>
                    <a:pathLst>
                      <a:path extrusionOk="0" h="41687" w="50143">
                        <a:moveTo>
                          <a:pt x="253" y="1414"/>
                        </a:moveTo>
                        <a:cubicBezTo>
                          <a:pt x="15736" y="14989"/>
                          <a:pt x="30796" y="29058"/>
                          <a:pt x="47340" y="41360"/>
                        </a:cubicBezTo>
                        <a:cubicBezTo>
                          <a:pt x="49037" y="42633"/>
                          <a:pt x="51158" y="39876"/>
                          <a:pt x="49602" y="38462"/>
                        </a:cubicBezTo>
                        <a:cubicBezTo>
                          <a:pt x="34331" y="24604"/>
                          <a:pt x="17575" y="12656"/>
                          <a:pt x="1243" y="142"/>
                        </a:cubicBezTo>
                        <a:cubicBezTo>
                          <a:pt x="465" y="-424"/>
                          <a:pt x="-454" y="849"/>
                          <a:pt x="253" y="1414"/>
                        </a:cubicBezTo>
                        <a:lnTo>
                          <a:pt x="253" y="141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69" name="Google Shape;2169;p71"/>
                <p:cNvSpPr/>
                <p:nvPr/>
              </p:nvSpPr>
              <p:spPr>
                <a:xfrm>
                  <a:off x="1427721" y="149440"/>
                  <a:ext cx="304806" cy="191378"/>
                </a:xfrm>
                <a:custGeom>
                  <a:rect b="b" l="l" r="r" t="t"/>
                  <a:pathLst>
                    <a:path extrusionOk="0" h="191378" w="304806">
                      <a:moveTo>
                        <a:pt x="303550" y="162"/>
                      </a:moveTo>
                      <a:cubicBezTo>
                        <a:pt x="240980" y="70015"/>
                        <a:pt x="162784" y="125586"/>
                        <a:pt x="76600" y="162421"/>
                      </a:cubicBezTo>
                      <a:cubicBezTo>
                        <a:pt x="51925" y="172956"/>
                        <a:pt x="26543" y="181935"/>
                        <a:pt x="738" y="189288"/>
                      </a:cubicBezTo>
                      <a:cubicBezTo>
                        <a:pt x="-535" y="189641"/>
                        <a:pt x="-40" y="191692"/>
                        <a:pt x="1303" y="191338"/>
                      </a:cubicBezTo>
                      <a:cubicBezTo>
                        <a:pt x="92013" y="166310"/>
                        <a:pt x="176642" y="120354"/>
                        <a:pt x="247413" y="58349"/>
                      </a:cubicBezTo>
                      <a:cubicBezTo>
                        <a:pt x="267705" y="40603"/>
                        <a:pt x="286794" y="21514"/>
                        <a:pt x="304611" y="1294"/>
                      </a:cubicBezTo>
                      <a:cubicBezTo>
                        <a:pt x="305247" y="587"/>
                        <a:pt x="304186" y="-474"/>
                        <a:pt x="303550" y="233"/>
                      </a:cubicBezTo>
                      <a:lnTo>
                        <a:pt x="303550" y="23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70" name="Google Shape;2170;p71"/>
              <p:cNvSpPr/>
              <p:nvPr/>
            </p:nvSpPr>
            <p:spPr>
              <a:xfrm>
                <a:off x="1403170" y="134712"/>
                <a:ext cx="74922" cy="114980"/>
              </a:xfrm>
              <a:custGeom>
                <a:rect b="b" l="l" r="r" t="t"/>
                <a:pathLst>
                  <a:path extrusionOk="0" h="114980" w="74922">
                    <a:moveTo>
                      <a:pt x="35258" y="100298"/>
                    </a:moveTo>
                    <a:cubicBezTo>
                      <a:pt x="48620" y="82552"/>
                      <a:pt x="59438" y="63039"/>
                      <a:pt x="67497" y="42394"/>
                    </a:cubicBezTo>
                    <a:cubicBezTo>
                      <a:pt x="71103" y="33203"/>
                      <a:pt x="76476" y="22244"/>
                      <a:pt x="74497" y="12134"/>
                    </a:cubicBezTo>
                    <a:cubicBezTo>
                      <a:pt x="73012" y="4427"/>
                      <a:pt x="66790" y="-1299"/>
                      <a:pt x="58730" y="256"/>
                    </a:cubicBezTo>
                    <a:cubicBezTo>
                      <a:pt x="54630" y="1034"/>
                      <a:pt x="50034" y="2377"/>
                      <a:pt x="46287" y="4215"/>
                    </a:cubicBezTo>
                    <a:cubicBezTo>
                      <a:pt x="42116" y="6195"/>
                      <a:pt x="38651" y="9871"/>
                      <a:pt x="35470" y="13124"/>
                    </a:cubicBezTo>
                    <a:cubicBezTo>
                      <a:pt x="27905" y="20689"/>
                      <a:pt x="21259" y="29314"/>
                      <a:pt x="15956" y="38647"/>
                    </a:cubicBezTo>
                    <a:cubicBezTo>
                      <a:pt x="10654" y="47979"/>
                      <a:pt x="6341" y="58160"/>
                      <a:pt x="3654" y="68695"/>
                    </a:cubicBezTo>
                    <a:cubicBezTo>
                      <a:pt x="1251" y="77815"/>
                      <a:pt x="-729" y="87996"/>
                      <a:pt x="261" y="97541"/>
                    </a:cubicBezTo>
                    <a:cubicBezTo>
                      <a:pt x="1038" y="105035"/>
                      <a:pt x="4503" y="113236"/>
                      <a:pt x="12775" y="114721"/>
                    </a:cubicBezTo>
                    <a:cubicBezTo>
                      <a:pt x="22744" y="116559"/>
                      <a:pt x="30874" y="108287"/>
                      <a:pt x="35682" y="100652"/>
                    </a:cubicBezTo>
                    <a:cubicBezTo>
                      <a:pt x="36530" y="99308"/>
                      <a:pt x="34480" y="97682"/>
                      <a:pt x="33420" y="98884"/>
                    </a:cubicBezTo>
                    <a:cubicBezTo>
                      <a:pt x="28117" y="105176"/>
                      <a:pt x="20905" y="114650"/>
                      <a:pt x="11431" y="110903"/>
                    </a:cubicBezTo>
                    <a:cubicBezTo>
                      <a:pt x="4291" y="108075"/>
                      <a:pt x="3159" y="98884"/>
                      <a:pt x="3301" y="92238"/>
                    </a:cubicBezTo>
                    <a:cubicBezTo>
                      <a:pt x="3654" y="74704"/>
                      <a:pt x="9523" y="56888"/>
                      <a:pt x="18007" y="41687"/>
                    </a:cubicBezTo>
                    <a:cubicBezTo>
                      <a:pt x="22461" y="33627"/>
                      <a:pt x="27905" y="26133"/>
                      <a:pt x="34056" y="19275"/>
                    </a:cubicBezTo>
                    <a:cubicBezTo>
                      <a:pt x="36601" y="16447"/>
                      <a:pt x="39288" y="13760"/>
                      <a:pt x="42116" y="11215"/>
                    </a:cubicBezTo>
                    <a:cubicBezTo>
                      <a:pt x="45792" y="7892"/>
                      <a:pt x="49469" y="6336"/>
                      <a:pt x="54135" y="4922"/>
                    </a:cubicBezTo>
                    <a:cubicBezTo>
                      <a:pt x="58801" y="3508"/>
                      <a:pt x="63680" y="1741"/>
                      <a:pt x="67710" y="5559"/>
                    </a:cubicBezTo>
                    <a:cubicBezTo>
                      <a:pt x="71245" y="8952"/>
                      <a:pt x="72093" y="14184"/>
                      <a:pt x="71669" y="18921"/>
                    </a:cubicBezTo>
                    <a:cubicBezTo>
                      <a:pt x="70750" y="28183"/>
                      <a:pt x="66154" y="37728"/>
                      <a:pt x="62690" y="46282"/>
                    </a:cubicBezTo>
                    <a:cubicBezTo>
                      <a:pt x="55125" y="65018"/>
                      <a:pt x="45156" y="82835"/>
                      <a:pt x="33632" y="99379"/>
                    </a:cubicBezTo>
                    <a:cubicBezTo>
                      <a:pt x="32925" y="100439"/>
                      <a:pt x="34551" y="101359"/>
                      <a:pt x="35328" y="100369"/>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1" name="Google Shape;2171;p71"/>
              <p:cNvSpPr/>
              <p:nvPr/>
            </p:nvSpPr>
            <p:spPr>
              <a:xfrm>
                <a:off x="1815932" y="102719"/>
                <a:ext cx="49743" cy="55222"/>
              </a:xfrm>
              <a:custGeom>
                <a:rect b="b" l="l" r="r" t="t"/>
                <a:pathLst>
                  <a:path extrusionOk="0" h="55222" w="49743">
                    <a:moveTo>
                      <a:pt x="19411" y="9"/>
                    </a:moveTo>
                    <a:cubicBezTo>
                      <a:pt x="5483" y="2271"/>
                      <a:pt x="-2153" y="16341"/>
                      <a:pt x="534" y="29703"/>
                    </a:cubicBezTo>
                    <a:cubicBezTo>
                      <a:pt x="3503" y="44268"/>
                      <a:pt x="16936" y="53600"/>
                      <a:pt x="31077" y="55085"/>
                    </a:cubicBezTo>
                    <a:cubicBezTo>
                      <a:pt x="37935" y="55792"/>
                      <a:pt x="49317" y="53954"/>
                      <a:pt x="49742" y="45187"/>
                    </a:cubicBezTo>
                    <a:cubicBezTo>
                      <a:pt x="49812" y="43702"/>
                      <a:pt x="47762" y="43348"/>
                      <a:pt x="47055" y="44480"/>
                    </a:cubicBezTo>
                    <a:cubicBezTo>
                      <a:pt x="44651" y="48156"/>
                      <a:pt x="41752" y="50348"/>
                      <a:pt x="37228" y="50772"/>
                    </a:cubicBezTo>
                    <a:cubicBezTo>
                      <a:pt x="33339" y="51126"/>
                      <a:pt x="29309" y="50631"/>
                      <a:pt x="25562" y="49641"/>
                    </a:cubicBezTo>
                    <a:cubicBezTo>
                      <a:pt x="18492" y="47732"/>
                      <a:pt x="11917" y="43490"/>
                      <a:pt x="7957" y="37197"/>
                    </a:cubicBezTo>
                    <a:cubicBezTo>
                      <a:pt x="3998" y="30905"/>
                      <a:pt x="2584" y="23340"/>
                      <a:pt x="4917" y="16341"/>
                    </a:cubicBezTo>
                    <a:cubicBezTo>
                      <a:pt x="7250" y="9341"/>
                      <a:pt x="12906" y="3827"/>
                      <a:pt x="19764" y="1847"/>
                    </a:cubicBezTo>
                    <a:cubicBezTo>
                      <a:pt x="20966" y="1493"/>
                      <a:pt x="20401" y="-133"/>
                      <a:pt x="19269" y="9"/>
                    </a:cubicBezTo>
                    <a:lnTo>
                      <a:pt x="19269" y="9"/>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72" name="Google Shape;2172;p71"/>
            <p:cNvSpPr/>
            <p:nvPr/>
          </p:nvSpPr>
          <p:spPr>
            <a:xfrm>
              <a:off x="8018172" y="4124988"/>
              <a:ext cx="53296" cy="55259"/>
            </a:xfrm>
            <a:custGeom>
              <a:rect b="b" l="l" r="r" t="t"/>
              <a:pathLst>
                <a:path extrusionOk="0" h="39330" w="37933">
                  <a:moveTo>
                    <a:pt x="9163" y="3463"/>
                  </a:moveTo>
                  <a:cubicBezTo>
                    <a:pt x="5487" y="6645"/>
                    <a:pt x="3224" y="11170"/>
                    <a:pt x="1669" y="15765"/>
                  </a:cubicBezTo>
                  <a:cubicBezTo>
                    <a:pt x="184" y="20149"/>
                    <a:pt x="-806" y="25027"/>
                    <a:pt x="891" y="29410"/>
                  </a:cubicBezTo>
                  <a:cubicBezTo>
                    <a:pt x="2305" y="33158"/>
                    <a:pt x="5628" y="35986"/>
                    <a:pt x="9305" y="37612"/>
                  </a:cubicBezTo>
                  <a:cubicBezTo>
                    <a:pt x="15950" y="40510"/>
                    <a:pt x="24152" y="39733"/>
                    <a:pt x="29949" y="35349"/>
                  </a:cubicBezTo>
                  <a:cubicBezTo>
                    <a:pt x="35747" y="31037"/>
                    <a:pt x="38928" y="23330"/>
                    <a:pt x="37656" y="16189"/>
                  </a:cubicBezTo>
                  <a:cubicBezTo>
                    <a:pt x="35535" y="4099"/>
                    <a:pt x="19627" y="-5374"/>
                    <a:pt x="9234" y="34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3" name="Google Shape;2173;p71"/>
            <p:cNvSpPr/>
            <p:nvPr/>
          </p:nvSpPr>
          <p:spPr>
            <a:xfrm>
              <a:off x="7884133" y="4436000"/>
              <a:ext cx="86659" cy="77425"/>
            </a:xfrm>
            <a:custGeom>
              <a:rect b="b" l="l" r="r" t="t"/>
              <a:pathLst>
                <a:path extrusionOk="0" h="55107" w="61679">
                  <a:moveTo>
                    <a:pt x="14947" y="4815"/>
                  </a:moveTo>
                  <a:cubicBezTo>
                    <a:pt x="8937" y="9199"/>
                    <a:pt x="5332" y="15562"/>
                    <a:pt x="2716" y="22066"/>
                  </a:cubicBezTo>
                  <a:cubicBezTo>
                    <a:pt x="312" y="28217"/>
                    <a:pt x="-1314" y="35075"/>
                    <a:pt x="1443" y="41156"/>
                  </a:cubicBezTo>
                  <a:cubicBezTo>
                    <a:pt x="3776" y="46387"/>
                    <a:pt x="9149" y="50347"/>
                    <a:pt x="15088" y="52680"/>
                  </a:cubicBezTo>
                  <a:cubicBezTo>
                    <a:pt x="25906" y="56780"/>
                    <a:pt x="39197" y="55649"/>
                    <a:pt x="48671" y="49569"/>
                  </a:cubicBezTo>
                  <a:cubicBezTo>
                    <a:pt x="58145" y="43489"/>
                    <a:pt x="63236" y="32742"/>
                    <a:pt x="61256" y="22703"/>
                  </a:cubicBezTo>
                  <a:cubicBezTo>
                    <a:pt x="57792" y="5734"/>
                    <a:pt x="31915" y="-7557"/>
                    <a:pt x="14947" y="488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4" name="Google Shape;2174;p71"/>
            <p:cNvSpPr/>
            <p:nvPr/>
          </p:nvSpPr>
          <p:spPr>
            <a:xfrm>
              <a:off x="8568264" y="4318234"/>
              <a:ext cx="40529" cy="40529"/>
            </a:xfrm>
            <a:custGeom>
              <a:rect b="b" l="l" r="r" t="t"/>
              <a:pathLst>
                <a:path extrusionOk="0" h="28846" w="28846">
                  <a:moveTo>
                    <a:pt x="28846" y="14423"/>
                  </a:moveTo>
                  <a:cubicBezTo>
                    <a:pt x="28846" y="22342"/>
                    <a:pt x="22412" y="28846"/>
                    <a:pt x="14423" y="28846"/>
                  </a:cubicBezTo>
                  <a:cubicBezTo>
                    <a:pt x="6434" y="28846"/>
                    <a:pt x="0" y="22412"/>
                    <a:pt x="0" y="14423"/>
                  </a:cubicBezTo>
                  <a:cubicBezTo>
                    <a:pt x="0" y="6434"/>
                    <a:pt x="6434" y="0"/>
                    <a:pt x="14423" y="0"/>
                  </a:cubicBezTo>
                  <a:cubicBezTo>
                    <a:pt x="22412" y="0"/>
                    <a:pt x="28846" y="6434"/>
                    <a:pt x="28846" y="14423"/>
                  </a:cubicBezTo>
                  <a:close/>
                </a:path>
              </a:pathLst>
            </a:custGeom>
            <a:solidFill>
              <a:schemeClr val="dk1"/>
            </a:solid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5" name="Google Shape;2175;p71"/>
            <p:cNvSpPr/>
            <p:nvPr/>
          </p:nvSpPr>
          <p:spPr>
            <a:xfrm>
              <a:off x="7626882" y="4178511"/>
              <a:ext cx="40529" cy="40529"/>
            </a:xfrm>
            <a:custGeom>
              <a:rect b="b" l="l" r="r" t="t"/>
              <a:pathLst>
                <a:path extrusionOk="0" h="28846" w="28846">
                  <a:moveTo>
                    <a:pt x="28846" y="14423"/>
                  </a:moveTo>
                  <a:cubicBezTo>
                    <a:pt x="28846" y="22389"/>
                    <a:pt x="22389" y="28846"/>
                    <a:pt x="14423" y="28846"/>
                  </a:cubicBezTo>
                  <a:cubicBezTo>
                    <a:pt x="6457" y="28846"/>
                    <a:pt x="0" y="22389"/>
                    <a:pt x="0" y="14423"/>
                  </a:cubicBezTo>
                  <a:cubicBezTo>
                    <a:pt x="0" y="6457"/>
                    <a:pt x="6457" y="0"/>
                    <a:pt x="14423" y="0"/>
                  </a:cubicBezTo>
                  <a:cubicBezTo>
                    <a:pt x="22389" y="0"/>
                    <a:pt x="28846" y="6457"/>
                    <a:pt x="28846" y="14423"/>
                  </a:cubicBezTo>
                  <a:close/>
                </a:path>
              </a:pathLst>
            </a:custGeom>
            <a:solidFill>
              <a:schemeClr val="dk1"/>
            </a:solid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76" name="Google Shape;2176;p71"/>
          <p:cNvSpPr/>
          <p:nvPr/>
        </p:nvSpPr>
        <p:spPr>
          <a:xfrm rot="-9666291">
            <a:off x="6636348" y="-317901"/>
            <a:ext cx="3588853" cy="1920163"/>
          </a:xfrm>
          <a:custGeom>
            <a:rect b="b" l="l" r="r" t="t"/>
            <a:pathLst>
              <a:path extrusionOk="0" h="2438511" w="4557664">
                <a:moveTo>
                  <a:pt x="11122" y="2438512"/>
                </a:moveTo>
                <a:lnTo>
                  <a:pt x="4473871" y="2438512"/>
                </a:lnTo>
                <a:cubicBezTo>
                  <a:pt x="4481681" y="2427463"/>
                  <a:pt x="4489873" y="2416509"/>
                  <a:pt x="4498255" y="2405650"/>
                </a:cubicBezTo>
                <a:cubicBezTo>
                  <a:pt x="4514924" y="2384219"/>
                  <a:pt x="4548928" y="2356883"/>
                  <a:pt x="4516257" y="2320211"/>
                </a:cubicBezTo>
                <a:cubicBezTo>
                  <a:pt x="4512923" y="2316401"/>
                  <a:pt x="4514066" y="2307924"/>
                  <a:pt x="4514447" y="2301638"/>
                </a:cubicBezTo>
                <a:cubicBezTo>
                  <a:pt x="4519115" y="2217151"/>
                  <a:pt x="4516067" y="2131426"/>
                  <a:pt x="4553405" y="2052178"/>
                </a:cubicBezTo>
                <a:cubicBezTo>
                  <a:pt x="4559691" y="2038843"/>
                  <a:pt x="4559596" y="2026841"/>
                  <a:pt x="4549214" y="2017411"/>
                </a:cubicBezTo>
                <a:cubicBezTo>
                  <a:pt x="4507589" y="1979502"/>
                  <a:pt x="4502732" y="1931401"/>
                  <a:pt x="4504732" y="1878823"/>
                </a:cubicBezTo>
                <a:cubicBezTo>
                  <a:pt x="4506065" y="1842723"/>
                  <a:pt x="4502827" y="1805385"/>
                  <a:pt x="4494921" y="1770142"/>
                </a:cubicBezTo>
                <a:cubicBezTo>
                  <a:pt x="4477395" y="1691942"/>
                  <a:pt x="4472251" y="1608027"/>
                  <a:pt x="4411101" y="1546400"/>
                </a:cubicBezTo>
                <a:cubicBezTo>
                  <a:pt x="4347569" y="1482392"/>
                  <a:pt x="4305850" y="1404192"/>
                  <a:pt x="4264702" y="1325611"/>
                </a:cubicBezTo>
                <a:cubicBezTo>
                  <a:pt x="4242509" y="1283224"/>
                  <a:pt x="4232412" y="1237981"/>
                  <a:pt x="4225649" y="1189784"/>
                </a:cubicBezTo>
                <a:cubicBezTo>
                  <a:pt x="4217172" y="1129015"/>
                  <a:pt x="4222887" y="1060054"/>
                  <a:pt x="4168214" y="1013857"/>
                </a:cubicBezTo>
                <a:cubicBezTo>
                  <a:pt x="4116588" y="970233"/>
                  <a:pt x="4079726" y="915940"/>
                  <a:pt x="4043341" y="859552"/>
                </a:cubicBezTo>
                <a:cubicBezTo>
                  <a:pt x="3996954" y="787639"/>
                  <a:pt x="3943805" y="717249"/>
                  <a:pt x="3860747" y="686102"/>
                </a:cubicBezTo>
                <a:cubicBezTo>
                  <a:pt x="3817884" y="670005"/>
                  <a:pt x="3783404" y="628952"/>
                  <a:pt x="3730635" y="638191"/>
                </a:cubicBezTo>
                <a:cubicBezTo>
                  <a:pt x="3724920" y="639239"/>
                  <a:pt x="3714919" y="627904"/>
                  <a:pt x="3710156" y="620284"/>
                </a:cubicBezTo>
                <a:cubicBezTo>
                  <a:pt x="3685010" y="580375"/>
                  <a:pt x="3652435" y="543513"/>
                  <a:pt x="3653768" y="491887"/>
                </a:cubicBezTo>
                <a:cubicBezTo>
                  <a:pt x="3654054" y="481886"/>
                  <a:pt x="3651197" y="471028"/>
                  <a:pt x="3641957" y="467408"/>
                </a:cubicBezTo>
                <a:cubicBezTo>
                  <a:pt x="3576901" y="441691"/>
                  <a:pt x="3524895" y="391780"/>
                  <a:pt x="3457363" y="370253"/>
                </a:cubicBezTo>
                <a:cubicBezTo>
                  <a:pt x="3368780" y="342059"/>
                  <a:pt x="3286008" y="302816"/>
                  <a:pt x="3222667" y="231379"/>
                </a:cubicBezTo>
                <a:cubicBezTo>
                  <a:pt x="3203426" y="209662"/>
                  <a:pt x="3181042" y="192612"/>
                  <a:pt x="3152658" y="184325"/>
                </a:cubicBezTo>
                <a:cubicBezTo>
                  <a:pt x="3068838" y="159846"/>
                  <a:pt x="2993209" y="119269"/>
                  <a:pt x="2921486" y="69835"/>
                </a:cubicBezTo>
                <a:cubicBezTo>
                  <a:pt x="2871289" y="35259"/>
                  <a:pt x="2820807" y="-11604"/>
                  <a:pt x="2753370" y="13732"/>
                </a:cubicBezTo>
                <a:cubicBezTo>
                  <a:pt x="2688505" y="38116"/>
                  <a:pt x="2624401" y="60500"/>
                  <a:pt x="2555726" y="72883"/>
                </a:cubicBezTo>
                <a:cubicBezTo>
                  <a:pt x="2504577" y="82122"/>
                  <a:pt x="2456190" y="108697"/>
                  <a:pt x="2406755" y="68977"/>
                </a:cubicBezTo>
                <a:cubicBezTo>
                  <a:pt x="2400945" y="64310"/>
                  <a:pt x="2388181" y="66215"/>
                  <a:pt x="2379133" y="68025"/>
                </a:cubicBezTo>
                <a:cubicBezTo>
                  <a:pt x="2346557" y="74597"/>
                  <a:pt x="2322268" y="61738"/>
                  <a:pt x="2296456" y="42498"/>
                </a:cubicBezTo>
                <a:cubicBezTo>
                  <a:pt x="2247878" y="6112"/>
                  <a:pt x="2190061" y="-7985"/>
                  <a:pt x="2131102" y="4398"/>
                </a:cubicBezTo>
                <a:cubicBezTo>
                  <a:pt x="2068046" y="17638"/>
                  <a:pt x="2004991" y="34973"/>
                  <a:pt x="1944983" y="58405"/>
                </a:cubicBezTo>
                <a:cubicBezTo>
                  <a:pt x="1873165" y="86408"/>
                  <a:pt x="1789154" y="72025"/>
                  <a:pt x="1724860" y="117460"/>
                </a:cubicBezTo>
                <a:cubicBezTo>
                  <a:pt x="1612275" y="196993"/>
                  <a:pt x="1471591" y="218710"/>
                  <a:pt x="1360815" y="297863"/>
                </a:cubicBezTo>
                <a:cubicBezTo>
                  <a:pt x="1318810" y="327867"/>
                  <a:pt x="1273852" y="337392"/>
                  <a:pt x="1229465" y="355108"/>
                </a:cubicBezTo>
                <a:cubicBezTo>
                  <a:pt x="1188793" y="371396"/>
                  <a:pt x="1144978" y="382921"/>
                  <a:pt x="1107545" y="401971"/>
                </a:cubicBezTo>
                <a:cubicBezTo>
                  <a:pt x="1040394" y="435976"/>
                  <a:pt x="972004" y="461312"/>
                  <a:pt x="899614" y="478838"/>
                </a:cubicBezTo>
                <a:cubicBezTo>
                  <a:pt x="859133" y="488649"/>
                  <a:pt x="820176" y="500365"/>
                  <a:pt x="806746" y="548942"/>
                </a:cubicBezTo>
                <a:cubicBezTo>
                  <a:pt x="801316" y="568468"/>
                  <a:pt x="784933" y="584661"/>
                  <a:pt x="764455" y="591805"/>
                </a:cubicBezTo>
                <a:cubicBezTo>
                  <a:pt x="738070" y="601044"/>
                  <a:pt x="724259" y="620761"/>
                  <a:pt x="712639" y="644287"/>
                </a:cubicBezTo>
                <a:cubicBezTo>
                  <a:pt x="706447" y="656860"/>
                  <a:pt x="699685" y="674196"/>
                  <a:pt x="688731" y="678673"/>
                </a:cubicBezTo>
                <a:cubicBezTo>
                  <a:pt x="644059" y="696961"/>
                  <a:pt x="637105" y="734489"/>
                  <a:pt x="632248" y="774875"/>
                </a:cubicBezTo>
                <a:cubicBezTo>
                  <a:pt x="628914" y="802974"/>
                  <a:pt x="619008" y="823453"/>
                  <a:pt x="583575" y="815928"/>
                </a:cubicBezTo>
                <a:cubicBezTo>
                  <a:pt x="563001" y="811546"/>
                  <a:pt x="546332" y="821738"/>
                  <a:pt x="535283" y="839359"/>
                </a:cubicBezTo>
                <a:cubicBezTo>
                  <a:pt x="525472" y="854885"/>
                  <a:pt x="513947" y="865553"/>
                  <a:pt x="494040" y="867268"/>
                </a:cubicBezTo>
                <a:cubicBezTo>
                  <a:pt x="463465" y="869935"/>
                  <a:pt x="448796" y="892604"/>
                  <a:pt x="435652" y="917369"/>
                </a:cubicBezTo>
                <a:cubicBezTo>
                  <a:pt x="375358" y="1030336"/>
                  <a:pt x="344593" y="1152351"/>
                  <a:pt x="318970" y="1276843"/>
                </a:cubicBezTo>
                <a:cubicBezTo>
                  <a:pt x="298301" y="1377332"/>
                  <a:pt x="288109" y="1488488"/>
                  <a:pt x="213529" y="1562878"/>
                </a:cubicBezTo>
                <a:cubicBezTo>
                  <a:pt x="152092" y="1624124"/>
                  <a:pt x="128756" y="1697467"/>
                  <a:pt x="96943" y="1770333"/>
                </a:cubicBezTo>
                <a:cubicBezTo>
                  <a:pt x="90561" y="1784906"/>
                  <a:pt x="87608" y="1803766"/>
                  <a:pt x="76559" y="1812815"/>
                </a:cubicBezTo>
                <a:cubicBezTo>
                  <a:pt x="32173" y="1849581"/>
                  <a:pt x="46079" y="1892253"/>
                  <a:pt x="54556" y="1938449"/>
                </a:cubicBezTo>
                <a:cubicBezTo>
                  <a:pt x="71511" y="2030937"/>
                  <a:pt x="75797" y="2122949"/>
                  <a:pt x="42269" y="2214960"/>
                </a:cubicBezTo>
                <a:cubicBezTo>
                  <a:pt x="28267" y="2253346"/>
                  <a:pt x="-3737" y="2287731"/>
                  <a:pt x="359" y="2329736"/>
                </a:cubicBezTo>
                <a:cubicBezTo>
                  <a:pt x="3883" y="2365836"/>
                  <a:pt x="6169" y="2402412"/>
                  <a:pt x="11122" y="24385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7" name="Google Shape;2177;p71"/>
          <p:cNvSpPr/>
          <p:nvPr/>
        </p:nvSpPr>
        <p:spPr>
          <a:xfrm>
            <a:off x="2646949" y="1638300"/>
            <a:ext cx="3850101" cy="112575"/>
          </a:xfrm>
          <a:custGeom>
            <a:rect b="b" l="l" r="r" t="t"/>
            <a:pathLst>
              <a:path extrusionOk="0" h="4503" w="159342">
                <a:moveTo>
                  <a:pt x="0" y="861"/>
                </a:moveTo>
                <a:cubicBezTo>
                  <a:pt x="34596" y="861"/>
                  <a:pt x="69192" y="523"/>
                  <a:pt x="103787" y="657"/>
                </a:cubicBezTo>
                <a:cubicBezTo>
                  <a:pt x="122074" y="728"/>
                  <a:pt x="140600" y="-1332"/>
                  <a:pt x="158638" y="1677"/>
                </a:cubicBezTo>
                <a:cubicBezTo>
                  <a:pt x="160046" y="1912"/>
                  <a:pt x="155783" y="1677"/>
                  <a:pt x="154356" y="1677"/>
                </a:cubicBezTo>
                <a:cubicBezTo>
                  <a:pt x="146268" y="1677"/>
                  <a:pt x="138179" y="1677"/>
                  <a:pt x="130091" y="1677"/>
                </a:cubicBezTo>
                <a:cubicBezTo>
                  <a:pt x="100320" y="1677"/>
                  <a:pt x="70539" y="1434"/>
                  <a:pt x="40781" y="2289"/>
                </a:cubicBezTo>
                <a:cubicBezTo>
                  <a:pt x="34257" y="2476"/>
                  <a:pt x="27732" y="2587"/>
                  <a:pt x="21206" y="2696"/>
                </a:cubicBezTo>
                <a:cubicBezTo>
                  <a:pt x="20160" y="2713"/>
                  <a:pt x="11910" y="3392"/>
                  <a:pt x="12030" y="3512"/>
                </a:cubicBezTo>
                <a:cubicBezTo>
                  <a:pt x="14145" y="5627"/>
                  <a:pt x="18011" y="3512"/>
                  <a:pt x="21002" y="3512"/>
                </a:cubicBezTo>
                <a:cubicBezTo>
                  <a:pt x="27187" y="3512"/>
                  <a:pt x="33377" y="3562"/>
                  <a:pt x="39557" y="3308"/>
                </a:cubicBezTo>
                <a:cubicBezTo>
                  <a:pt x="63945" y="2306"/>
                  <a:pt x="88351" y="1473"/>
                  <a:pt x="112759" y="1473"/>
                </a:cubicBezTo>
              </a:path>
            </a:pathLst>
          </a:custGeom>
          <a:noFill/>
          <a:ln cap="flat" cmpd="sng" w="19050">
            <a:solidFill>
              <a:schemeClr val="dk2"/>
            </a:solidFill>
            <a:prstDash val="solid"/>
            <a:round/>
            <a:headEnd len="med" w="med" type="none"/>
            <a:tailEnd len="med" w="med" type="none"/>
          </a:ln>
        </p:spPr>
      </p:sp>
      <p:sp>
        <p:nvSpPr>
          <p:cNvPr id="2178" name="Google Shape;2178;p71"/>
          <p:cNvSpPr/>
          <p:nvPr/>
        </p:nvSpPr>
        <p:spPr>
          <a:xfrm>
            <a:off x="3516827" y="308513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9" name="Google Shape;2179;p71"/>
          <p:cNvGrpSpPr/>
          <p:nvPr/>
        </p:nvGrpSpPr>
        <p:grpSpPr>
          <a:xfrm>
            <a:off x="4398972" y="3085330"/>
            <a:ext cx="346056" cy="345674"/>
            <a:chOff x="3303268" y="3817349"/>
            <a:chExt cx="346056" cy="345674"/>
          </a:xfrm>
        </p:grpSpPr>
        <p:sp>
          <p:nvSpPr>
            <p:cNvPr id="2180" name="Google Shape;2180;p7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 name="Google Shape;2184;p71"/>
          <p:cNvGrpSpPr/>
          <p:nvPr/>
        </p:nvGrpSpPr>
        <p:grpSpPr>
          <a:xfrm>
            <a:off x="5358069" y="3085330"/>
            <a:ext cx="346056" cy="345674"/>
            <a:chOff x="3752358" y="3817349"/>
            <a:chExt cx="346056" cy="345674"/>
          </a:xfrm>
        </p:grpSpPr>
        <p:sp>
          <p:nvSpPr>
            <p:cNvPr id="2185" name="Google Shape;2185;p71"/>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 name="Google Shape;2189;p71"/>
          <p:cNvGrpSpPr/>
          <p:nvPr/>
        </p:nvGrpSpPr>
        <p:grpSpPr>
          <a:xfrm rot="-3672316">
            <a:off x="1129595" y="2365427"/>
            <a:ext cx="849168" cy="1041679"/>
            <a:chOff x="8076795" y="285149"/>
            <a:chExt cx="849120" cy="1041620"/>
          </a:xfrm>
        </p:grpSpPr>
        <p:grpSp>
          <p:nvGrpSpPr>
            <p:cNvPr id="2190" name="Google Shape;2190;p71"/>
            <p:cNvGrpSpPr/>
            <p:nvPr/>
          </p:nvGrpSpPr>
          <p:grpSpPr>
            <a:xfrm rot="-920996">
              <a:off x="8164762" y="360777"/>
              <a:ext cx="673185" cy="755344"/>
              <a:chOff x="234529" y="1302452"/>
              <a:chExt cx="607781" cy="681957"/>
            </a:xfrm>
          </p:grpSpPr>
          <p:sp>
            <p:nvSpPr>
              <p:cNvPr id="2191" name="Google Shape;2191;p71"/>
              <p:cNvSpPr/>
              <p:nvPr/>
            </p:nvSpPr>
            <p:spPr>
              <a:xfrm>
                <a:off x="253319" y="1360428"/>
                <a:ext cx="566091" cy="567591"/>
              </a:xfrm>
              <a:custGeom>
                <a:rect b="b" l="l" r="r" t="t"/>
                <a:pathLst>
                  <a:path extrusionOk="0" h="366779" w="365810">
                    <a:moveTo>
                      <a:pt x="230572" y="360918"/>
                    </a:moveTo>
                    <a:cubicBezTo>
                      <a:pt x="304879" y="340980"/>
                      <a:pt x="370560" y="264482"/>
                      <a:pt x="365540" y="185226"/>
                    </a:cubicBezTo>
                    <a:cubicBezTo>
                      <a:pt x="360591" y="107879"/>
                      <a:pt x="311878" y="29754"/>
                      <a:pt x="235026" y="7059"/>
                    </a:cubicBezTo>
                    <a:cubicBezTo>
                      <a:pt x="162699" y="-14363"/>
                      <a:pt x="78353" y="14271"/>
                      <a:pt x="34023" y="75356"/>
                    </a:cubicBezTo>
                    <a:cubicBezTo>
                      <a:pt x="-10307" y="136371"/>
                      <a:pt x="-11438" y="225455"/>
                      <a:pt x="31336" y="287601"/>
                    </a:cubicBezTo>
                    <a:cubicBezTo>
                      <a:pt x="74110" y="349747"/>
                      <a:pt x="157679" y="380502"/>
                      <a:pt x="230572" y="360918"/>
                    </a:cubicBezTo>
                    <a:close/>
                  </a:path>
                </a:pathLst>
              </a:custGeom>
              <a:noFill/>
              <a:ln cap="rnd"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2" name="Google Shape;2192;p71"/>
              <p:cNvSpPr/>
              <p:nvPr/>
            </p:nvSpPr>
            <p:spPr>
              <a:xfrm>
                <a:off x="234529" y="1302452"/>
                <a:ext cx="607781" cy="681957"/>
              </a:xfrm>
              <a:custGeom>
                <a:rect b="b" l="l" r="r" t="t"/>
                <a:pathLst>
                  <a:path extrusionOk="0" h="440683" w="392750">
                    <a:moveTo>
                      <a:pt x="119420" y="51546"/>
                    </a:moveTo>
                    <a:cubicBezTo>
                      <a:pt x="106057" y="29417"/>
                      <a:pt x="84211" y="5944"/>
                      <a:pt x="57627" y="995"/>
                    </a:cubicBezTo>
                    <a:cubicBezTo>
                      <a:pt x="33801" y="-3388"/>
                      <a:pt x="7288" y="6651"/>
                      <a:pt x="1420" y="32245"/>
                    </a:cubicBezTo>
                    <a:cubicBezTo>
                      <a:pt x="-1832" y="46527"/>
                      <a:pt x="1066" y="61727"/>
                      <a:pt x="4460" y="75726"/>
                    </a:cubicBezTo>
                    <a:cubicBezTo>
                      <a:pt x="8207" y="91068"/>
                      <a:pt x="13722" y="105986"/>
                      <a:pt x="20297" y="120339"/>
                    </a:cubicBezTo>
                    <a:cubicBezTo>
                      <a:pt x="33377" y="148973"/>
                      <a:pt x="50910" y="175344"/>
                      <a:pt x="68657" y="201221"/>
                    </a:cubicBezTo>
                    <a:cubicBezTo>
                      <a:pt x="102310" y="250287"/>
                      <a:pt x="137378" y="298859"/>
                      <a:pt x="178879" y="341633"/>
                    </a:cubicBezTo>
                    <a:cubicBezTo>
                      <a:pt x="199171" y="362490"/>
                      <a:pt x="221017" y="381862"/>
                      <a:pt x="244702" y="398901"/>
                    </a:cubicBezTo>
                    <a:cubicBezTo>
                      <a:pt x="256721" y="407526"/>
                      <a:pt x="269165" y="415445"/>
                      <a:pt x="282032" y="422727"/>
                    </a:cubicBezTo>
                    <a:cubicBezTo>
                      <a:pt x="294900" y="430009"/>
                      <a:pt x="307838" y="435877"/>
                      <a:pt x="321907" y="438847"/>
                    </a:cubicBezTo>
                    <a:cubicBezTo>
                      <a:pt x="335129" y="441675"/>
                      <a:pt x="349057" y="441604"/>
                      <a:pt x="361571" y="436019"/>
                    </a:cubicBezTo>
                    <a:cubicBezTo>
                      <a:pt x="373307" y="430787"/>
                      <a:pt x="382145" y="420959"/>
                      <a:pt x="387165" y="409223"/>
                    </a:cubicBezTo>
                    <a:cubicBezTo>
                      <a:pt x="398972" y="381932"/>
                      <a:pt x="390346" y="352945"/>
                      <a:pt x="377196" y="327917"/>
                    </a:cubicBezTo>
                    <a:cubicBezTo>
                      <a:pt x="373519" y="320917"/>
                      <a:pt x="369136" y="314272"/>
                      <a:pt x="364823" y="307626"/>
                    </a:cubicBezTo>
                    <a:cubicBezTo>
                      <a:pt x="362278" y="303737"/>
                      <a:pt x="356480" y="307131"/>
                      <a:pt x="358601" y="311231"/>
                    </a:cubicBezTo>
                    <a:cubicBezTo>
                      <a:pt x="371469" y="335623"/>
                      <a:pt x="387447" y="361995"/>
                      <a:pt x="383347" y="390699"/>
                    </a:cubicBezTo>
                    <a:cubicBezTo>
                      <a:pt x="381721" y="402224"/>
                      <a:pt x="376984" y="413536"/>
                      <a:pt x="368358" y="421525"/>
                    </a:cubicBezTo>
                    <a:cubicBezTo>
                      <a:pt x="358813" y="430363"/>
                      <a:pt x="345875" y="433191"/>
                      <a:pt x="333220" y="432272"/>
                    </a:cubicBezTo>
                    <a:cubicBezTo>
                      <a:pt x="306283" y="430292"/>
                      <a:pt x="281042" y="414313"/>
                      <a:pt x="259196" y="399537"/>
                    </a:cubicBezTo>
                    <a:cubicBezTo>
                      <a:pt x="237349" y="384760"/>
                      <a:pt x="215715" y="366732"/>
                      <a:pt x="196272" y="347713"/>
                    </a:cubicBezTo>
                    <a:cubicBezTo>
                      <a:pt x="156609" y="308969"/>
                      <a:pt x="122955" y="264569"/>
                      <a:pt x="91281" y="219179"/>
                    </a:cubicBezTo>
                    <a:cubicBezTo>
                      <a:pt x="59607" y="173789"/>
                      <a:pt x="22984" y="123379"/>
                      <a:pt x="10964" y="66606"/>
                    </a:cubicBezTo>
                    <a:cubicBezTo>
                      <a:pt x="8136" y="53314"/>
                      <a:pt x="5874" y="37760"/>
                      <a:pt x="12661" y="25246"/>
                    </a:cubicBezTo>
                    <a:cubicBezTo>
                      <a:pt x="17893" y="15701"/>
                      <a:pt x="27791" y="10257"/>
                      <a:pt x="38326" y="8348"/>
                    </a:cubicBezTo>
                    <a:cubicBezTo>
                      <a:pt x="64485" y="3540"/>
                      <a:pt x="86261" y="20933"/>
                      <a:pt x="103017" y="38891"/>
                    </a:cubicBezTo>
                    <a:cubicBezTo>
                      <a:pt x="107613" y="43769"/>
                      <a:pt x="111996" y="48648"/>
                      <a:pt x="116874" y="53243"/>
                    </a:cubicBezTo>
                    <a:cubicBezTo>
                      <a:pt x="118076" y="54375"/>
                      <a:pt x="120127" y="52961"/>
                      <a:pt x="119208" y="51405"/>
                    </a:cubicBezTo>
                    <a:lnTo>
                      <a:pt x="119208" y="5140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3" name="Google Shape;2193;p71"/>
              <p:cNvSpPr/>
              <p:nvPr/>
            </p:nvSpPr>
            <p:spPr>
              <a:xfrm>
                <a:off x="286266" y="1344550"/>
                <a:ext cx="514513" cy="590432"/>
              </a:xfrm>
              <a:custGeom>
                <a:rect b="b" l="l" r="r" t="t"/>
                <a:pathLst>
                  <a:path extrusionOk="0" h="381539" w="332480">
                    <a:moveTo>
                      <a:pt x="73381" y="31113"/>
                    </a:moveTo>
                    <a:cubicBezTo>
                      <a:pt x="61362" y="18458"/>
                      <a:pt x="47434" y="2691"/>
                      <a:pt x="29122" y="217"/>
                    </a:cubicBezTo>
                    <a:cubicBezTo>
                      <a:pt x="19365" y="-1127"/>
                      <a:pt x="11305" y="3893"/>
                      <a:pt x="6074" y="11953"/>
                    </a:cubicBezTo>
                    <a:cubicBezTo>
                      <a:pt x="-926" y="22770"/>
                      <a:pt x="-784" y="35992"/>
                      <a:pt x="1124" y="48223"/>
                    </a:cubicBezTo>
                    <a:cubicBezTo>
                      <a:pt x="9114" y="100259"/>
                      <a:pt x="41424" y="145225"/>
                      <a:pt x="70836" y="187362"/>
                    </a:cubicBezTo>
                    <a:cubicBezTo>
                      <a:pt x="100247" y="229500"/>
                      <a:pt x="130154" y="269093"/>
                      <a:pt x="166211" y="304231"/>
                    </a:cubicBezTo>
                    <a:cubicBezTo>
                      <a:pt x="183957" y="321553"/>
                      <a:pt x="203117" y="337390"/>
                      <a:pt x="223691" y="351247"/>
                    </a:cubicBezTo>
                    <a:cubicBezTo>
                      <a:pt x="244265" y="365105"/>
                      <a:pt x="265688" y="378397"/>
                      <a:pt x="290080" y="381154"/>
                    </a:cubicBezTo>
                    <a:cubicBezTo>
                      <a:pt x="301180" y="382427"/>
                      <a:pt x="313340" y="380659"/>
                      <a:pt x="322814" y="374225"/>
                    </a:cubicBezTo>
                    <a:cubicBezTo>
                      <a:pt x="328965" y="370054"/>
                      <a:pt x="331369" y="363055"/>
                      <a:pt x="332147" y="355914"/>
                    </a:cubicBezTo>
                    <a:cubicBezTo>
                      <a:pt x="333136" y="347217"/>
                      <a:pt x="331793" y="338309"/>
                      <a:pt x="329884" y="329825"/>
                    </a:cubicBezTo>
                    <a:cubicBezTo>
                      <a:pt x="327975" y="321341"/>
                      <a:pt x="325289" y="312291"/>
                      <a:pt x="321400" y="304231"/>
                    </a:cubicBezTo>
                    <a:cubicBezTo>
                      <a:pt x="319845" y="301050"/>
                      <a:pt x="318148" y="297868"/>
                      <a:pt x="316168" y="294899"/>
                    </a:cubicBezTo>
                    <a:cubicBezTo>
                      <a:pt x="313623" y="291010"/>
                      <a:pt x="307896" y="294404"/>
                      <a:pt x="309947" y="298504"/>
                    </a:cubicBezTo>
                    <a:cubicBezTo>
                      <a:pt x="316734" y="312079"/>
                      <a:pt x="321471" y="328128"/>
                      <a:pt x="323097" y="343187"/>
                    </a:cubicBezTo>
                    <a:cubicBezTo>
                      <a:pt x="323804" y="349621"/>
                      <a:pt x="324440" y="357752"/>
                      <a:pt x="321047" y="363620"/>
                    </a:cubicBezTo>
                    <a:cubicBezTo>
                      <a:pt x="316875" y="370832"/>
                      <a:pt x="305210" y="372811"/>
                      <a:pt x="297645" y="373023"/>
                    </a:cubicBezTo>
                    <a:cubicBezTo>
                      <a:pt x="274950" y="373660"/>
                      <a:pt x="253456" y="361004"/>
                      <a:pt x="234862" y="349338"/>
                    </a:cubicBezTo>
                    <a:cubicBezTo>
                      <a:pt x="216268" y="337673"/>
                      <a:pt x="197532" y="322755"/>
                      <a:pt x="180776" y="307130"/>
                    </a:cubicBezTo>
                    <a:cubicBezTo>
                      <a:pt x="146910" y="275668"/>
                      <a:pt x="118064" y="239257"/>
                      <a:pt x="91268" y="201715"/>
                    </a:cubicBezTo>
                    <a:cubicBezTo>
                      <a:pt x="77552" y="182555"/>
                      <a:pt x="64119" y="163183"/>
                      <a:pt x="51464" y="143316"/>
                    </a:cubicBezTo>
                    <a:cubicBezTo>
                      <a:pt x="38808" y="123449"/>
                      <a:pt x="26011" y="101531"/>
                      <a:pt x="17810" y="78554"/>
                    </a:cubicBezTo>
                    <a:cubicBezTo>
                      <a:pt x="13214" y="65686"/>
                      <a:pt x="9114" y="51829"/>
                      <a:pt x="8407" y="38042"/>
                    </a:cubicBezTo>
                    <a:cubicBezTo>
                      <a:pt x="7912" y="27578"/>
                      <a:pt x="10457" y="11034"/>
                      <a:pt x="22618" y="7782"/>
                    </a:cubicBezTo>
                    <a:cubicBezTo>
                      <a:pt x="33152" y="4883"/>
                      <a:pt x="44464" y="13791"/>
                      <a:pt x="52524" y="19377"/>
                    </a:cubicBezTo>
                    <a:cubicBezTo>
                      <a:pt x="59099" y="23972"/>
                      <a:pt x="64402" y="29770"/>
                      <a:pt x="71613" y="33446"/>
                    </a:cubicBezTo>
                    <a:cubicBezTo>
                      <a:pt x="73098" y="34224"/>
                      <a:pt x="74653" y="32386"/>
                      <a:pt x="73452" y="31113"/>
                    </a:cubicBezTo>
                    <a:lnTo>
                      <a:pt x="73452" y="3111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4" name="Google Shape;2194;p71"/>
              <p:cNvSpPr/>
              <p:nvPr/>
            </p:nvSpPr>
            <p:spPr>
              <a:xfrm>
                <a:off x="428822" y="1363405"/>
                <a:ext cx="142008" cy="94336"/>
              </a:xfrm>
              <a:custGeom>
                <a:rect b="b" l="l" r="r" t="t"/>
                <a:pathLst>
                  <a:path extrusionOk="0" h="60960" w="91766">
                    <a:moveTo>
                      <a:pt x="87820" y="1105"/>
                    </a:moveTo>
                    <a:cubicBezTo>
                      <a:pt x="94183" y="25214"/>
                      <a:pt x="79053" y="50383"/>
                      <a:pt x="54449" y="55332"/>
                    </a:cubicBezTo>
                    <a:cubicBezTo>
                      <a:pt x="29845" y="60281"/>
                      <a:pt x="8494" y="43313"/>
                      <a:pt x="3615" y="19770"/>
                    </a:cubicBezTo>
                    <a:cubicBezTo>
                      <a:pt x="3191" y="17790"/>
                      <a:pt x="-203" y="18144"/>
                      <a:pt x="10" y="20265"/>
                    </a:cubicBezTo>
                    <a:cubicBezTo>
                      <a:pt x="2767" y="46919"/>
                      <a:pt x="29209" y="65301"/>
                      <a:pt x="55156" y="60069"/>
                    </a:cubicBezTo>
                    <a:cubicBezTo>
                      <a:pt x="81104" y="54837"/>
                      <a:pt x="98001" y="26557"/>
                      <a:pt x="89588" y="610"/>
                    </a:cubicBezTo>
                    <a:cubicBezTo>
                      <a:pt x="89234" y="-451"/>
                      <a:pt x="87608" y="-27"/>
                      <a:pt x="87891" y="1105"/>
                    </a:cubicBezTo>
                    <a:lnTo>
                      <a:pt x="87891" y="110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5" name="Google Shape;2195;p71"/>
              <p:cNvSpPr/>
              <p:nvPr/>
            </p:nvSpPr>
            <p:spPr>
              <a:xfrm>
                <a:off x="561957" y="1708289"/>
                <a:ext cx="94427" cy="86544"/>
              </a:xfrm>
              <a:custGeom>
                <a:rect b="b" l="l" r="r" t="t"/>
                <a:pathLst>
                  <a:path extrusionOk="0" h="55925" w="61019">
                    <a:moveTo>
                      <a:pt x="60628" y="29155"/>
                    </a:moveTo>
                    <a:cubicBezTo>
                      <a:pt x="60628" y="17418"/>
                      <a:pt x="52568" y="6672"/>
                      <a:pt x="41892" y="2147"/>
                    </a:cubicBezTo>
                    <a:cubicBezTo>
                      <a:pt x="31216" y="-2378"/>
                      <a:pt x="18207" y="521"/>
                      <a:pt x="9511" y="8298"/>
                    </a:cubicBezTo>
                    <a:cubicBezTo>
                      <a:pt x="-104" y="16923"/>
                      <a:pt x="-3569" y="31629"/>
                      <a:pt x="4491" y="42376"/>
                    </a:cubicBezTo>
                    <a:cubicBezTo>
                      <a:pt x="12551" y="53122"/>
                      <a:pt x="27964" y="58001"/>
                      <a:pt x="41044" y="55102"/>
                    </a:cubicBezTo>
                    <a:cubicBezTo>
                      <a:pt x="46558" y="53900"/>
                      <a:pt x="51861" y="51213"/>
                      <a:pt x="55538" y="46901"/>
                    </a:cubicBezTo>
                    <a:cubicBezTo>
                      <a:pt x="59850" y="41810"/>
                      <a:pt x="61476" y="35730"/>
                      <a:pt x="60911" y="29155"/>
                    </a:cubicBezTo>
                    <a:cubicBezTo>
                      <a:pt x="60769" y="27882"/>
                      <a:pt x="58648" y="27316"/>
                      <a:pt x="58436" y="28801"/>
                    </a:cubicBezTo>
                    <a:cubicBezTo>
                      <a:pt x="56881" y="37992"/>
                      <a:pt x="53558" y="46264"/>
                      <a:pt x="44367" y="49941"/>
                    </a:cubicBezTo>
                    <a:cubicBezTo>
                      <a:pt x="33549" y="54254"/>
                      <a:pt x="19833" y="51708"/>
                      <a:pt x="11208" y="43860"/>
                    </a:cubicBezTo>
                    <a:cubicBezTo>
                      <a:pt x="6966" y="39972"/>
                      <a:pt x="4067" y="34811"/>
                      <a:pt x="4138" y="28872"/>
                    </a:cubicBezTo>
                    <a:cubicBezTo>
                      <a:pt x="4208" y="22933"/>
                      <a:pt x="6683" y="17489"/>
                      <a:pt x="10572" y="13247"/>
                    </a:cubicBezTo>
                    <a:cubicBezTo>
                      <a:pt x="17359" y="5823"/>
                      <a:pt x="28105" y="2147"/>
                      <a:pt x="37933" y="4834"/>
                    </a:cubicBezTo>
                    <a:cubicBezTo>
                      <a:pt x="49174" y="7874"/>
                      <a:pt x="57022" y="18125"/>
                      <a:pt x="58648" y="29437"/>
                    </a:cubicBezTo>
                    <a:cubicBezTo>
                      <a:pt x="58790" y="30569"/>
                      <a:pt x="60628" y="30286"/>
                      <a:pt x="60628" y="29155"/>
                    </a:cubicBezTo>
                    <a:lnTo>
                      <a:pt x="60628" y="2915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6" name="Google Shape;2196;p71"/>
              <p:cNvSpPr/>
              <p:nvPr/>
            </p:nvSpPr>
            <p:spPr>
              <a:xfrm>
                <a:off x="337743" y="1728969"/>
                <a:ext cx="90615" cy="90991"/>
              </a:xfrm>
              <a:custGeom>
                <a:rect b="b" l="l" r="r" t="t"/>
                <a:pathLst>
                  <a:path extrusionOk="0" h="58799" w="58556">
                    <a:moveTo>
                      <a:pt x="53953" y="46114"/>
                    </a:moveTo>
                    <a:cubicBezTo>
                      <a:pt x="60458" y="36498"/>
                      <a:pt x="59821" y="22994"/>
                      <a:pt x="53600" y="13379"/>
                    </a:cubicBezTo>
                    <a:cubicBezTo>
                      <a:pt x="47378" y="3764"/>
                      <a:pt x="34864" y="-1327"/>
                      <a:pt x="23269" y="299"/>
                    </a:cubicBezTo>
                    <a:cubicBezTo>
                      <a:pt x="10755" y="2067"/>
                      <a:pt x="-345" y="11824"/>
                      <a:pt x="8" y="25115"/>
                    </a:cubicBezTo>
                    <a:cubicBezTo>
                      <a:pt x="362" y="38407"/>
                      <a:pt x="9270" y="50143"/>
                      <a:pt x="20653" y="55587"/>
                    </a:cubicBezTo>
                    <a:cubicBezTo>
                      <a:pt x="26168" y="58274"/>
                      <a:pt x="32389" y="59547"/>
                      <a:pt x="38470" y="58345"/>
                    </a:cubicBezTo>
                    <a:cubicBezTo>
                      <a:pt x="41580" y="57708"/>
                      <a:pt x="44621" y="56365"/>
                      <a:pt x="47166" y="54527"/>
                    </a:cubicBezTo>
                    <a:cubicBezTo>
                      <a:pt x="50347" y="52265"/>
                      <a:pt x="52398" y="49649"/>
                      <a:pt x="54236" y="46255"/>
                    </a:cubicBezTo>
                    <a:cubicBezTo>
                      <a:pt x="54943" y="45053"/>
                      <a:pt x="53246" y="43639"/>
                      <a:pt x="52256" y="44700"/>
                    </a:cubicBezTo>
                    <a:cubicBezTo>
                      <a:pt x="48651" y="48517"/>
                      <a:pt x="44408" y="52477"/>
                      <a:pt x="39247" y="54032"/>
                    </a:cubicBezTo>
                    <a:cubicBezTo>
                      <a:pt x="34864" y="55375"/>
                      <a:pt x="30268" y="54951"/>
                      <a:pt x="26026" y="53537"/>
                    </a:cubicBezTo>
                    <a:cubicBezTo>
                      <a:pt x="15633" y="50143"/>
                      <a:pt x="7008" y="40740"/>
                      <a:pt x="4604" y="29994"/>
                    </a:cubicBezTo>
                    <a:cubicBezTo>
                      <a:pt x="3331" y="24196"/>
                      <a:pt x="4250" y="18116"/>
                      <a:pt x="7997" y="13379"/>
                    </a:cubicBezTo>
                    <a:cubicBezTo>
                      <a:pt x="11250" y="9278"/>
                      <a:pt x="15916" y="6450"/>
                      <a:pt x="20936" y="5107"/>
                    </a:cubicBezTo>
                    <a:cubicBezTo>
                      <a:pt x="30551" y="2562"/>
                      <a:pt x="41368" y="5460"/>
                      <a:pt x="48156" y="12743"/>
                    </a:cubicBezTo>
                    <a:cubicBezTo>
                      <a:pt x="56216" y="21368"/>
                      <a:pt x="57205" y="34731"/>
                      <a:pt x="52186" y="45124"/>
                    </a:cubicBezTo>
                    <a:cubicBezTo>
                      <a:pt x="51620" y="46326"/>
                      <a:pt x="53176" y="47245"/>
                      <a:pt x="53953" y="46184"/>
                    </a:cubicBezTo>
                    <a:lnTo>
                      <a:pt x="53953" y="46184"/>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7" name="Google Shape;2197;p71"/>
              <p:cNvSpPr/>
              <p:nvPr/>
            </p:nvSpPr>
            <p:spPr>
              <a:xfrm>
                <a:off x="397686" y="1521844"/>
                <a:ext cx="69017" cy="63514"/>
              </a:xfrm>
              <a:custGeom>
                <a:rect b="b" l="l" r="r" t="t"/>
                <a:pathLst>
                  <a:path extrusionOk="0" h="41043" w="44599">
                    <a:moveTo>
                      <a:pt x="44110" y="21321"/>
                    </a:moveTo>
                    <a:cubicBezTo>
                      <a:pt x="44322" y="12696"/>
                      <a:pt x="38313" y="4777"/>
                      <a:pt x="30536" y="1525"/>
                    </a:cubicBezTo>
                    <a:cubicBezTo>
                      <a:pt x="22758" y="-1727"/>
                      <a:pt x="13002" y="394"/>
                      <a:pt x="6709" y="6262"/>
                    </a:cubicBezTo>
                    <a:cubicBezTo>
                      <a:pt x="-361" y="12766"/>
                      <a:pt x="-2553" y="23654"/>
                      <a:pt x="3599" y="31502"/>
                    </a:cubicBezTo>
                    <a:cubicBezTo>
                      <a:pt x="9750" y="39350"/>
                      <a:pt x="20850" y="42602"/>
                      <a:pt x="30324" y="40340"/>
                    </a:cubicBezTo>
                    <a:cubicBezTo>
                      <a:pt x="34353" y="39350"/>
                      <a:pt x="38242" y="37300"/>
                      <a:pt x="40858" y="34047"/>
                    </a:cubicBezTo>
                    <a:cubicBezTo>
                      <a:pt x="42272" y="32350"/>
                      <a:pt x="43262" y="30442"/>
                      <a:pt x="43969" y="28321"/>
                    </a:cubicBezTo>
                    <a:cubicBezTo>
                      <a:pt x="44817" y="25846"/>
                      <a:pt x="44676" y="23584"/>
                      <a:pt x="44322" y="21038"/>
                    </a:cubicBezTo>
                    <a:cubicBezTo>
                      <a:pt x="44110" y="19766"/>
                      <a:pt x="42131" y="19907"/>
                      <a:pt x="41848" y="21038"/>
                    </a:cubicBezTo>
                    <a:cubicBezTo>
                      <a:pt x="40505" y="27260"/>
                      <a:pt x="38383" y="33128"/>
                      <a:pt x="32020" y="35673"/>
                    </a:cubicBezTo>
                    <a:cubicBezTo>
                      <a:pt x="24526" y="38714"/>
                      <a:pt x="14911" y="36946"/>
                      <a:pt x="8972" y="31502"/>
                    </a:cubicBezTo>
                    <a:cubicBezTo>
                      <a:pt x="6073" y="28815"/>
                      <a:pt x="4093" y="25280"/>
                      <a:pt x="4093" y="21250"/>
                    </a:cubicBezTo>
                    <a:cubicBezTo>
                      <a:pt x="4093" y="17220"/>
                      <a:pt x="5861" y="13403"/>
                      <a:pt x="8477" y="10504"/>
                    </a:cubicBezTo>
                    <a:cubicBezTo>
                      <a:pt x="13143" y="5343"/>
                      <a:pt x="20567" y="2797"/>
                      <a:pt x="27425" y="4636"/>
                    </a:cubicBezTo>
                    <a:cubicBezTo>
                      <a:pt x="35343" y="6757"/>
                      <a:pt x="40717" y="13898"/>
                      <a:pt x="42060" y="21675"/>
                    </a:cubicBezTo>
                    <a:cubicBezTo>
                      <a:pt x="42272" y="22877"/>
                      <a:pt x="44040" y="22523"/>
                      <a:pt x="44040" y="21392"/>
                    </a:cubicBezTo>
                    <a:lnTo>
                      <a:pt x="44040" y="21392"/>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8" name="Google Shape;2198;p71"/>
              <p:cNvSpPr/>
              <p:nvPr/>
            </p:nvSpPr>
            <p:spPr>
              <a:xfrm>
                <a:off x="580495" y="1530422"/>
                <a:ext cx="139345" cy="136524"/>
              </a:xfrm>
              <a:custGeom>
                <a:rect b="b" l="l" r="r" t="t"/>
                <a:pathLst>
                  <a:path extrusionOk="0" h="88222" w="90045">
                    <a:moveTo>
                      <a:pt x="89719" y="45610"/>
                    </a:moveTo>
                    <a:cubicBezTo>
                      <a:pt x="89436" y="27510"/>
                      <a:pt x="78123" y="9976"/>
                      <a:pt x="61367" y="2977"/>
                    </a:cubicBezTo>
                    <a:cubicBezTo>
                      <a:pt x="44611" y="-4022"/>
                      <a:pt x="25381" y="1916"/>
                      <a:pt x="13149" y="14572"/>
                    </a:cubicBezTo>
                    <a:cubicBezTo>
                      <a:pt x="-637" y="28853"/>
                      <a:pt x="-5162" y="51690"/>
                      <a:pt x="7281" y="68305"/>
                    </a:cubicBezTo>
                    <a:cubicBezTo>
                      <a:pt x="19725" y="84919"/>
                      <a:pt x="41218" y="91495"/>
                      <a:pt x="60307" y="86687"/>
                    </a:cubicBezTo>
                    <a:cubicBezTo>
                      <a:pt x="79396" y="81879"/>
                      <a:pt x="90850" y="65265"/>
                      <a:pt x="90001" y="45610"/>
                    </a:cubicBezTo>
                    <a:cubicBezTo>
                      <a:pt x="90001" y="43913"/>
                      <a:pt x="87668" y="44054"/>
                      <a:pt x="87456" y="45610"/>
                    </a:cubicBezTo>
                    <a:cubicBezTo>
                      <a:pt x="85618" y="60386"/>
                      <a:pt x="80174" y="74314"/>
                      <a:pt x="65751" y="80607"/>
                    </a:cubicBezTo>
                    <a:cubicBezTo>
                      <a:pt x="49136" y="87889"/>
                      <a:pt x="28209" y="83717"/>
                      <a:pt x="15129" y="71274"/>
                    </a:cubicBezTo>
                    <a:cubicBezTo>
                      <a:pt x="-13434" y="43913"/>
                      <a:pt x="19583" y="-4022"/>
                      <a:pt x="55428" y="5098"/>
                    </a:cubicBezTo>
                    <a:cubicBezTo>
                      <a:pt x="73740" y="9764"/>
                      <a:pt x="85759" y="27510"/>
                      <a:pt x="87739" y="45610"/>
                    </a:cubicBezTo>
                    <a:cubicBezTo>
                      <a:pt x="87880" y="46882"/>
                      <a:pt x="89789" y="46953"/>
                      <a:pt x="89789" y="45610"/>
                    </a:cubicBezTo>
                    <a:lnTo>
                      <a:pt x="89789" y="4561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99" name="Google Shape;2199;p71"/>
            <p:cNvSpPr/>
            <p:nvPr/>
          </p:nvSpPr>
          <p:spPr>
            <a:xfrm flipH="1">
              <a:off x="8167854" y="1128661"/>
              <a:ext cx="206653" cy="198108"/>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0" name="Google Shape;2200;p71"/>
            <p:cNvSpPr/>
            <p:nvPr/>
          </p:nvSpPr>
          <p:spPr>
            <a:xfrm flipH="1" rot="-868596">
              <a:off x="8537141" y="1115439"/>
              <a:ext cx="140751" cy="134931"/>
            </a:xfrm>
            <a:custGeom>
              <a:rect b="b" l="l" r="r" t="t"/>
              <a:pathLst>
                <a:path extrusionOk="0" h="95016" w="99114">
                  <a:moveTo>
                    <a:pt x="58280" y="5356"/>
                  </a:moveTo>
                  <a:lnTo>
                    <a:pt x="66128" y="21263"/>
                  </a:lnTo>
                  <a:cubicBezTo>
                    <a:pt x="67542" y="24091"/>
                    <a:pt x="70229" y="26071"/>
                    <a:pt x="73339" y="26495"/>
                  </a:cubicBezTo>
                  <a:lnTo>
                    <a:pt x="90873" y="29040"/>
                  </a:lnTo>
                  <a:cubicBezTo>
                    <a:pt x="98792" y="30172"/>
                    <a:pt x="101903" y="39858"/>
                    <a:pt x="96176" y="45443"/>
                  </a:cubicBezTo>
                  <a:lnTo>
                    <a:pt x="83450" y="57816"/>
                  </a:lnTo>
                  <a:cubicBezTo>
                    <a:pt x="81187" y="60008"/>
                    <a:pt x="80127" y="63189"/>
                    <a:pt x="80692" y="66300"/>
                  </a:cubicBezTo>
                  <a:lnTo>
                    <a:pt x="83662" y="83763"/>
                  </a:lnTo>
                  <a:cubicBezTo>
                    <a:pt x="85005" y="91611"/>
                    <a:pt x="76733" y="97620"/>
                    <a:pt x="69734" y="93873"/>
                  </a:cubicBezTo>
                  <a:lnTo>
                    <a:pt x="54038" y="85601"/>
                  </a:lnTo>
                  <a:cubicBezTo>
                    <a:pt x="51210" y="84117"/>
                    <a:pt x="47887" y="84117"/>
                    <a:pt x="45059" y="85601"/>
                  </a:cubicBezTo>
                  <a:lnTo>
                    <a:pt x="29363" y="93873"/>
                  </a:lnTo>
                  <a:cubicBezTo>
                    <a:pt x="22293" y="97550"/>
                    <a:pt x="14092" y="91611"/>
                    <a:pt x="15435" y="83763"/>
                  </a:cubicBezTo>
                  <a:lnTo>
                    <a:pt x="18405" y="66300"/>
                  </a:lnTo>
                  <a:cubicBezTo>
                    <a:pt x="18970" y="63189"/>
                    <a:pt x="17910" y="60008"/>
                    <a:pt x="15647" y="57816"/>
                  </a:cubicBezTo>
                  <a:lnTo>
                    <a:pt x="2921" y="45443"/>
                  </a:lnTo>
                  <a:cubicBezTo>
                    <a:pt x="-2806" y="39858"/>
                    <a:pt x="376" y="30172"/>
                    <a:pt x="8224" y="29040"/>
                  </a:cubicBezTo>
                  <a:lnTo>
                    <a:pt x="25758" y="26495"/>
                  </a:lnTo>
                  <a:cubicBezTo>
                    <a:pt x="28868" y="26071"/>
                    <a:pt x="31626" y="24091"/>
                    <a:pt x="32969" y="21263"/>
                  </a:cubicBezTo>
                  <a:lnTo>
                    <a:pt x="40817" y="5356"/>
                  </a:lnTo>
                  <a:cubicBezTo>
                    <a:pt x="44352" y="-1785"/>
                    <a:pt x="54533" y="-1785"/>
                    <a:pt x="58068" y="5356"/>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01" name="Google Shape;2201;p71"/>
          <p:cNvGrpSpPr/>
          <p:nvPr/>
        </p:nvGrpSpPr>
        <p:grpSpPr>
          <a:xfrm>
            <a:off x="7239816" y="3071302"/>
            <a:ext cx="1320554" cy="1532708"/>
            <a:chOff x="7239816" y="3071302"/>
            <a:chExt cx="1320554" cy="1532708"/>
          </a:xfrm>
        </p:grpSpPr>
        <p:sp>
          <p:nvSpPr>
            <p:cNvPr id="2202" name="Google Shape;2202;p71"/>
            <p:cNvSpPr/>
            <p:nvPr/>
          </p:nvSpPr>
          <p:spPr>
            <a:xfrm rot="858350">
              <a:off x="7433180" y="3171440"/>
              <a:ext cx="977729" cy="1332432"/>
            </a:xfrm>
            <a:custGeom>
              <a:rect b="b" l="l" r="r" t="t"/>
              <a:pathLst>
                <a:path extrusionOk="0" h="359870" w="264070">
                  <a:moveTo>
                    <a:pt x="262656" y="3959"/>
                  </a:moveTo>
                  <a:cubicBezTo>
                    <a:pt x="263858" y="5232"/>
                    <a:pt x="264070" y="7282"/>
                    <a:pt x="264070" y="9545"/>
                  </a:cubicBezTo>
                  <a:cubicBezTo>
                    <a:pt x="264070" y="12868"/>
                    <a:pt x="264070" y="16261"/>
                    <a:pt x="263999" y="19584"/>
                  </a:cubicBezTo>
                  <a:cubicBezTo>
                    <a:pt x="263928" y="30048"/>
                    <a:pt x="263787" y="40582"/>
                    <a:pt x="263716" y="51046"/>
                  </a:cubicBezTo>
                  <a:cubicBezTo>
                    <a:pt x="263575" y="65328"/>
                    <a:pt x="263434" y="79680"/>
                    <a:pt x="263292" y="93962"/>
                  </a:cubicBezTo>
                  <a:cubicBezTo>
                    <a:pt x="263151" y="110647"/>
                    <a:pt x="262939" y="127333"/>
                    <a:pt x="262797" y="144089"/>
                  </a:cubicBezTo>
                  <a:cubicBezTo>
                    <a:pt x="262656" y="161764"/>
                    <a:pt x="262444" y="179439"/>
                    <a:pt x="262303" y="197185"/>
                  </a:cubicBezTo>
                  <a:cubicBezTo>
                    <a:pt x="262161" y="214436"/>
                    <a:pt x="261949" y="231687"/>
                    <a:pt x="261808" y="249009"/>
                  </a:cubicBezTo>
                  <a:cubicBezTo>
                    <a:pt x="261666" y="264422"/>
                    <a:pt x="261525" y="279906"/>
                    <a:pt x="261383" y="295318"/>
                  </a:cubicBezTo>
                  <a:lnTo>
                    <a:pt x="261030" y="331871"/>
                  </a:lnTo>
                  <a:cubicBezTo>
                    <a:pt x="261030" y="336325"/>
                    <a:pt x="260959" y="340779"/>
                    <a:pt x="260888" y="345163"/>
                  </a:cubicBezTo>
                  <a:cubicBezTo>
                    <a:pt x="260888" y="350041"/>
                    <a:pt x="261525" y="354142"/>
                    <a:pt x="257778" y="357889"/>
                  </a:cubicBezTo>
                  <a:cubicBezTo>
                    <a:pt x="254737" y="360929"/>
                    <a:pt x="248233" y="359585"/>
                    <a:pt x="244062" y="359515"/>
                  </a:cubicBezTo>
                  <a:cubicBezTo>
                    <a:pt x="231406" y="359373"/>
                    <a:pt x="218680" y="359232"/>
                    <a:pt x="206025" y="359161"/>
                  </a:cubicBezTo>
                  <a:cubicBezTo>
                    <a:pt x="189127" y="359020"/>
                    <a:pt x="172159" y="358808"/>
                    <a:pt x="155261" y="358666"/>
                  </a:cubicBezTo>
                  <a:cubicBezTo>
                    <a:pt x="137020" y="358454"/>
                    <a:pt x="118779" y="358313"/>
                    <a:pt x="100468" y="358101"/>
                  </a:cubicBezTo>
                  <a:cubicBezTo>
                    <a:pt x="83782" y="357959"/>
                    <a:pt x="67168" y="357747"/>
                    <a:pt x="50482" y="357606"/>
                  </a:cubicBezTo>
                  <a:cubicBezTo>
                    <a:pt x="38322" y="357464"/>
                    <a:pt x="26232" y="357394"/>
                    <a:pt x="14071" y="357252"/>
                  </a:cubicBezTo>
                  <a:lnTo>
                    <a:pt x="4951" y="357252"/>
                  </a:lnTo>
                  <a:cubicBezTo>
                    <a:pt x="2193" y="357111"/>
                    <a:pt x="-69" y="354919"/>
                    <a:pt x="2" y="352091"/>
                  </a:cubicBezTo>
                  <a:cubicBezTo>
                    <a:pt x="426" y="308893"/>
                    <a:pt x="3466" y="0"/>
                    <a:pt x="3466" y="0"/>
                  </a:cubicBezTo>
                  <a:cubicBezTo>
                    <a:pt x="4809" y="0"/>
                    <a:pt x="6153" y="0"/>
                    <a:pt x="7496" y="0"/>
                  </a:cubicBezTo>
                  <a:cubicBezTo>
                    <a:pt x="13788" y="0"/>
                    <a:pt x="20081" y="141"/>
                    <a:pt x="26373" y="212"/>
                  </a:cubicBezTo>
                  <a:cubicBezTo>
                    <a:pt x="36625" y="283"/>
                    <a:pt x="46876" y="424"/>
                    <a:pt x="57128" y="495"/>
                  </a:cubicBezTo>
                  <a:cubicBezTo>
                    <a:pt x="69925" y="636"/>
                    <a:pt x="82792" y="778"/>
                    <a:pt x="95589" y="848"/>
                  </a:cubicBezTo>
                  <a:cubicBezTo>
                    <a:pt x="109659" y="990"/>
                    <a:pt x="123728" y="1131"/>
                    <a:pt x="137727" y="1273"/>
                  </a:cubicBezTo>
                  <a:cubicBezTo>
                    <a:pt x="151655" y="1414"/>
                    <a:pt x="165584" y="1555"/>
                    <a:pt x="179512" y="1697"/>
                  </a:cubicBezTo>
                  <a:cubicBezTo>
                    <a:pt x="191955" y="1838"/>
                    <a:pt x="204398" y="1909"/>
                    <a:pt x="216842" y="2050"/>
                  </a:cubicBezTo>
                  <a:cubicBezTo>
                    <a:pt x="226457" y="2121"/>
                    <a:pt x="236072" y="2262"/>
                    <a:pt x="245688" y="2333"/>
                  </a:cubicBezTo>
                  <a:cubicBezTo>
                    <a:pt x="249011" y="2333"/>
                    <a:pt x="252334" y="2333"/>
                    <a:pt x="255657" y="2404"/>
                  </a:cubicBezTo>
                  <a:cubicBezTo>
                    <a:pt x="256858" y="2404"/>
                    <a:pt x="258060" y="2404"/>
                    <a:pt x="259333" y="2404"/>
                  </a:cubicBezTo>
                  <a:cubicBezTo>
                    <a:pt x="260888" y="2404"/>
                    <a:pt x="262020" y="2969"/>
                    <a:pt x="262727" y="3747"/>
                  </a:cubicBezTo>
                  <a:close/>
                </a:path>
              </a:pathLst>
            </a:custGeom>
            <a:noFill/>
            <a:ln cap="flat" cmpd="sng" w="1905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nvGrpSpPr>
            <p:cNvPr id="2203" name="Google Shape;2203;p71"/>
            <p:cNvGrpSpPr/>
            <p:nvPr/>
          </p:nvGrpSpPr>
          <p:grpSpPr>
            <a:xfrm rot="858350">
              <a:off x="7372195" y="3230593"/>
              <a:ext cx="980538" cy="1194528"/>
              <a:chOff x="3596209" y="3579407"/>
              <a:chExt cx="264843" cy="322633"/>
            </a:xfrm>
          </p:grpSpPr>
          <p:sp>
            <p:nvSpPr>
              <p:cNvPr id="2204" name="Google Shape;2204;p71"/>
              <p:cNvSpPr/>
              <p:nvPr/>
            </p:nvSpPr>
            <p:spPr>
              <a:xfrm>
                <a:off x="3679138" y="3898197"/>
                <a:ext cx="146148" cy="3843"/>
              </a:xfrm>
              <a:custGeom>
                <a:rect b="b" l="l" r="r" t="t"/>
                <a:pathLst>
                  <a:path extrusionOk="0" h="3843" w="146148">
                    <a:moveTo>
                      <a:pt x="583" y="1247"/>
                    </a:moveTo>
                    <a:cubicBezTo>
                      <a:pt x="24692" y="1954"/>
                      <a:pt x="48872" y="2449"/>
                      <a:pt x="72981" y="2803"/>
                    </a:cubicBezTo>
                    <a:cubicBezTo>
                      <a:pt x="97090" y="3156"/>
                      <a:pt x="121411" y="4570"/>
                      <a:pt x="145379" y="3368"/>
                    </a:cubicBezTo>
                    <a:cubicBezTo>
                      <a:pt x="146439" y="3368"/>
                      <a:pt x="146369" y="1813"/>
                      <a:pt x="145379" y="1742"/>
                    </a:cubicBezTo>
                    <a:cubicBezTo>
                      <a:pt x="121411" y="-96"/>
                      <a:pt x="97020" y="682"/>
                      <a:pt x="72981" y="398"/>
                    </a:cubicBezTo>
                    <a:cubicBezTo>
                      <a:pt x="48943" y="116"/>
                      <a:pt x="24692" y="-96"/>
                      <a:pt x="583" y="45"/>
                    </a:cubicBezTo>
                    <a:cubicBezTo>
                      <a:pt x="-194" y="45"/>
                      <a:pt x="-194" y="1247"/>
                      <a:pt x="583" y="1247"/>
                    </a:cubicBezTo>
                    <a:lnTo>
                      <a:pt x="583" y="124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2205" name="Google Shape;2205;p71"/>
              <p:cNvSpPr/>
              <p:nvPr/>
            </p:nvSpPr>
            <p:spPr>
              <a:xfrm>
                <a:off x="3833020" y="3884929"/>
                <a:ext cx="22707" cy="14960"/>
              </a:xfrm>
              <a:custGeom>
                <a:rect b="b" l="l" r="r" t="t"/>
                <a:pathLst>
                  <a:path extrusionOk="0" h="14960" w="22707">
                    <a:moveTo>
                      <a:pt x="1749" y="14586"/>
                    </a:moveTo>
                    <a:cubicBezTo>
                      <a:pt x="3728" y="11051"/>
                      <a:pt x="6556" y="7869"/>
                      <a:pt x="10021" y="5748"/>
                    </a:cubicBezTo>
                    <a:cubicBezTo>
                      <a:pt x="13485" y="3627"/>
                      <a:pt x="17515" y="2779"/>
                      <a:pt x="21616" y="2425"/>
                    </a:cubicBezTo>
                    <a:cubicBezTo>
                      <a:pt x="22747" y="2284"/>
                      <a:pt x="23242" y="516"/>
                      <a:pt x="21898" y="233"/>
                    </a:cubicBezTo>
                    <a:cubicBezTo>
                      <a:pt x="17303" y="-615"/>
                      <a:pt x="12566" y="940"/>
                      <a:pt x="8677" y="3415"/>
                    </a:cubicBezTo>
                    <a:cubicBezTo>
                      <a:pt x="4789" y="5889"/>
                      <a:pt x="1607" y="9425"/>
                      <a:pt x="52" y="13808"/>
                    </a:cubicBezTo>
                    <a:cubicBezTo>
                      <a:pt x="-302" y="14798"/>
                      <a:pt x="1254" y="15434"/>
                      <a:pt x="1749" y="14515"/>
                    </a:cubicBezTo>
                    <a:lnTo>
                      <a:pt x="1749" y="14515"/>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2206" name="Google Shape;2206;p71"/>
              <p:cNvSpPr/>
              <p:nvPr/>
            </p:nvSpPr>
            <p:spPr>
              <a:xfrm>
                <a:off x="3653279" y="3579407"/>
                <a:ext cx="180102" cy="5647"/>
              </a:xfrm>
              <a:custGeom>
                <a:rect b="b" l="l" r="r" t="t"/>
                <a:pathLst>
                  <a:path extrusionOk="0" h="5647" w="180102">
                    <a:moveTo>
                      <a:pt x="636" y="1741"/>
                    </a:moveTo>
                    <a:cubicBezTo>
                      <a:pt x="30331" y="2307"/>
                      <a:pt x="59955" y="3014"/>
                      <a:pt x="89649" y="3579"/>
                    </a:cubicBezTo>
                    <a:cubicBezTo>
                      <a:pt x="119343" y="4145"/>
                      <a:pt x="148967" y="5842"/>
                      <a:pt x="178591" y="5629"/>
                    </a:cubicBezTo>
                    <a:cubicBezTo>
                      <a:pt x="180641" y="5629"/>
                      <a:pt x="180571" y="2589"/>
                      <a:pt x="178591" y="2448"/>
                    </a:cubicBezTo>
                    <a:cubicBezTo>
                      <a:pt x="149038" y="397"/>
                      <a:pt x="119202" y="680"/>
                      <a:pt x="89649" y="256"/>
                    </a:cubicBezTo>
                    <a:cubicBezTo>
                      <a:pt x="60096" y="-168"/>
                      <a:pt x="30331" y="-27"/>
                      <a:pt x="636" y="397"/>
                    </a:cubicBezTo>
                    <a:cubicBezTo>
                      <a:pt x="-212" y="397"/>
                      <a:pt x="-212" y="1741"/>
                      <a:pt x="636" y="1741"/>
                    </a:cubicBezTo>
                    <a:lnTo>
                      <a:pt x="636" y="174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2207" name="Google Shape;2207;p71"/>
              <p:cNvSpPr/>
              <p:nvPr/>
            </p:nvSpPr>
            <p:spPr>
              <a:xfrm>
                <a:off x="3834200" y="3594867"/>
                <a:ext cx="20530" cy="22783"/>
              </a:xfrm>
              <a:custGeom>
                <a:rect b="b" l="l" r="r" t="t"/>
                <a:pathLst>
                  <a:path extrusionOk="0" h="22783" w="20530">
                    <a:moveTo>
                      <a:pt x="19374" y="20924"/>
                    </a:moveTo>
                    <a:cubicBezTo>
                      <a:pt x="18668" y="21207"/>
                      <a:pt x="18031" y="20642"/>
                      <a:pt x="17536" y="20359"/>
                    </a:cubicBezTo>
                    <a:cubicBezTo>
                      <a:pt x="17041" y="20076"/>
                      <a:pt x="16546" y="19793"/>
                      <a:pt x="16122" y="19510"/>
                    </a:cubicBezTo>
                    <a:cubicBezTo>
                      <a:pt x="15132" y="18874"/>
                      <a:pt x="14213" y="18167"/>
                      <a:pt x="13223" y="17460"/>
                    </a:cubicBezTo>
                    <a:cubicBezTo>
                      <a:pt x="11385" y="16117"/>
                      <a:pt x="9688" y="14491"/>
                      <a:pt x="8274" y="12794"/>
                    </a:cubicBezTo>
                    <a:cubicBezTo>
                      <a:pt x="5305" y="9188"/>
                      <a:pt x="3396" y="4946"/>
                      <a:pt x="1841" y="633"/>
                    </a:cubicBezTo>
                    <a:cubicBezTo>
                      <a:pt x="1487" y="-286"/>
                      <a:pt x="-68" y="-215"/>
                      <a:pt x="2" y="916"/>
                    </a:cubicBezTo>
                    <a:cubicBezTo>
                      <a:pt x="356" y="6431"/>
                      <a:pt x="3184" y="11521"/>
                      <a:pt x="6860" y="15622"/>
                    </a:cubicBezTo>
                    <a:cubicBezTo>
                      <a:pt x="8628" y="17602"/>
                      <a:pt x="10749" y="19510"/>
                      <a:pt x="13153" y="20854"/>
                    </a:cubicBezTo>
                    <a:cubicBezTo>
                      <a:pt x="15132" y="21985"/>
                      <a:pt x="18173" y="23752"/>
                      <a:pt x="20294" y="22126"/>
                    </a:cubicBezTo>
                    <a:cubicBezTo>
                      <a:pt x="20930" y="21631"/>
                      <a:pt x="20152" y="20783"/>
                      <a:pt x="19516" y="21066"/>
                    </a:cubicBezTo>
                    <a:lnTo>
                      <a:pt x="19516" y="21066"/>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2208" name="Google Shape;2208;p71"/>
              <p:cNvSpPr/>
              <p:nvPr/>
            </p:nvSpPr>
            <p:spPr>
              <a:xfrm>
                <a:off x="3855480" y="3631028"/>
                <a:ext cx="5572" cy="241267"/>
              </a:xfrm>
              <a:custGeom>
                <a:rect b="b" l="l" r="r" t="t"/>
                <a:pathLst>
                  <a:path extrusionOk="0" h="241267" w="5572">
                    <a:moveTo>
                      <a:pt x="2903" y="240419"/>
                    </a:moveTo>
                    <a:cubicBezTo>
                      <a:pt x="1842" y="177848"/>
                      <a:pt x="4034" y="115278"/>
                      <a:pt x="5165" y="52708"/>
                    </a:cubicBezTo>
                    <a:cubicBezTo>
                      <a:pt x="5519" y="35457"/>
                      <a:pt x="5802" y="18205"/>
                      <a:pt x="5307" y="954"/>
                    </a:cubicBezTo>
                    <a:cubicBezTo>
                      <a:pt x="5307" y="-318"/>
                      <a:pt x="3398" y="-318"/>
                      <a:pt x="3398" y="954"/>
                    </a:cubicBezTo>
                    <a:cubicBezTo>
                      <a:pt x="2620" y="31709"/>
                      <a:pt x="2337" y="62535"/>
                      <a:pt x="1560" y="93290"/>
                    </a:cubicBezTo>
                    <a:cubicBezTo>
                      <a:pt x="782" y="124045"/>
                      <a:pt x="-67" y="156850"/>
                      <a:pt x="4" y="188666"/>
                    </a:cubicBezTo>
                    <a:cubicBezTo>
                      <a:pt x="4" y="205917"/>
                      <a:pt x="216" y="223168"/>
                      <a:pt x="1065" y="240419"/>
                    </a:cubicBezTo>
                    <a:cubicBezTo>
                      <a:pt x="1065" y="241550"/>
                      <a:pt x="2832" y="241550"/>
                      <a:pt x="2832" y="240419"/>
                    </a:cubicBezTo>
                    <a:lnTo>
                      <a:pt x="2832" y="240419"/>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nvGrpSpPr>
              <p:cNvPr id="2209" name="Google Shape;2209;p71"/>
              <p:cNvGrpSpPr/>
              <p:nvPr/>
            </p:nvGrpSpPr>
            <p:grpSpPr>
              <a:xfrm>
                <a:off x="3599037" y="3592064"/>
                <a:ext cx="48830" cy="17445"/>
                <a:chOff x="3599037" y="3592064"/>
                <a:chExt cx="48830" cy="17445"/>
              </a:xfrm>
            </p:grpSpPr>
            <p:sp>
              <p:nvSpPr>
                <p:cNvPr id="2210" name="Google Shape;2210;p71"/>
                <p:cNvSpPr/>
                <p:nvPr/>
              </p:nvSpPr>
              <p:spPr>
                <a:xfrm>
                  <a:off x="3629735" y="3592064"/>
                  <a:ext cx="18132" cy="17445"/>
                </a:xfrm>
                <a:custGeom>
                  <a:rect b="b" l="l" r="r" t="t"/>
                  <a:pathLst>
                    <a:path extrusionOk="0" h="17445" w="18132">
                      <a:moveTo>
                        <a:pt x="1131" y="17294"/>
                      </a:moveTo>
                      <a:cubicBezTo>
                        <a:pt x="283" y="16375"/>
                        <a:pt x="212" y="15032"/>
                        <a:pt x="212" y="13830"/>
                      </a:cubicBezTo>
                      <a:cubicBezTo>
                        <a:pt x="141" y="9658"/>
                        <a:pt x="71" y="5416"/>
                        <a:pt x="0" y="1245"/>
                      </a:cubicBezTo>
                      <a:cubicBezTo>
                        <a:pt x="0" y="1104"/>
                        <a:pt x="0" y="962"/>
                        <a:pt x="71" y="821"/>
                      </a:cubicBezTo>
                      <a:cubicBezTo>
                        <a:pt x="212" y="679"/>
                        <a:pt x="424" y="609"/>
                        <a:pt x="636" y="609"/>
                      </a:cubicBezTo>
                      <a:cubicBezTo>
                        <a:pt x="5373" y="114"/>
                        <a:pt x="10110" y="-98"/>
                        <a:pt x="14847" y="43"/>
                      </a:cubicBezTo>
                      <a:cubicBezTo>
                        <a:pt x="15696" y="43"/>
                        <a:pt x="16332" y="43"/>
                        <a:pt x="16897" y="609"/>
                      </a:cubicBezTo>
                      <a:cubicBezTo>
                        <a:pt x="17463" y="1174"/>
                        <a:pt x="17817" y="1952"/>
                        <a:pt x="17958" y="2730"/>
                      </a:cubicBezTo>
                      <a:cubicBezTo>
                        <a:pt x="18312" y="4285"/>
                        <a:pt x="18029" y="5911"/>
                        <a:pt x="17958" y="7467"/>
                      </a:cubicBezTo>
                      <a:cubicBezTo>
                        <a:pt x="17958" y="9446"/>
                        <a:pt x="17887" y="11426"/>
                        <a:pt x="17817" y="13405"/>
                      </a:cubicBezTo>
                      <a:cubicBezTo>
                        <a:pt x="17817" y="14325"/>
                        <a:pt x="17958" y="15315"/>
                        <a:pt x="17604" y="16163"/>
                      </a:cubicBezTo>
                      <a:cubicBezTo>
                        <a:pt x="17039" y="17435"/>
                        <a:pt x="15271" y="17153"/>
                        <a:pt x="14140" y="17223"/>
                      </a:cubicBezTo>
                      <a:cubicBezTo>
                        <a:pt x="10039" y="17506"/>
                        <a:pt x="5939" y="17506"/>
                        <a:pt x="1838" y="17294"/>
                      </a:cubicBezTo>
                      <a:cubicBezTo>
                        <a:pt x="1485" y="17294"/>
                        <a:pt x="1131" y="17153"/>
                        <a:pt x="848" y="16941"/>
                      </a:cubicBezTo>
                      <a:cubicBezTo>
                        <a:pt x="707" y="16799"/>
                        <a:pt x="495" y="16658"/>
                        <a:pt x="424" y="16446"/>
                      </a:cubicBezTo>
                      <a:cubicBezTo>
                        <a:pt x="424" y="16304"/>
                        <a:pt x="424" y="16233"/>
                        <a:pt x="424" y="16092"/>
                      </a:cubicBezTo>
                      <a:lnTo>
                        <a:pt x="283" y="14820"/>
                      </a:lnTo>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2211" name="Google Shape;2211;p71"/>
                <p:cNvSpPr/>
                <p:nvPr/>
              </p:nvSpPr>
              <p:spPr>
                <a:xfrm>
                  <a:off x="3599037" y="3597400"/>
                  <a:ext cx="39774" cy="8866"/>
                </a:xfrm>
                <a:custGeom>
                  <a:rect b="b" l="l" r="r" t="t"/>
                  <a:pathLst>
                    <a:path extrusionOk="0" h="8866" w="39774">
                      <a:moveTo>
                        <a:pt x="39111" y="5595"/>
                      </a:moveTo>
                      <a:cubicBezTo>
                        <a:pt x="36213" y="4888"/>
                        <a:pt x="33172" y="5029"/>
                        <a:pt x="30203" y="5029"/>
                      </a:cubicBezTo>
                      <a:cubicBezTo>
                        <a:pt x="27092" y="5029"/>
                        <a:pt x="23981" y="4888"/>
                        <a:pt x="20871" y="4888"/>
                      </a:cubicBezTo>
                      <a:cubicBezTo>
                        <a:pt x="17760" y="4888"/>
                        <a:pt x="14649" y="4817"/>
                        <a:pt x="11538" y="4605"/>
                      </a:cubicBezTo>
                      <a:cubicBezTo>
                        <a:pt x="10124" y="4534"/>
                        <a:pt x="8710" y="4464"/>
                        <a:pt x="7296" y="4322"/>
                      </a:cubicBezTo>
                      <a:cubicBezTo>
                        <a:pt x="6660" y="4322"/>
                        <a:pt x="5953" y="4181"/>
                        <a:pt x="5316" y="4110"/>
                      </a:cubicBezTo>
                      <a:cubicBezTo>
                        <a:pt x="4892" y="4110"/>
                        <a:pt x="4468" y="3969"/>
                        <a:pt x="4114" y="3827"/>
                      </a:cubicBezTo>
                      <a:cubicBezTo>
                        <a:pt x="3478" y="3474"/>
                        <a:pt x="3266" y="3615"/>
                        <a:pt x="3620" y="4322"/>
                      </a:cubicBezTo>
                      <a:lnTo>
                        <a:pt x="3125" y="5595"/>
                      </a:lnTo>
                      <a:cubicBezTo>
                        <a:pt x="3973" y="4605"/>
                        <a:pt x="5953" y="4393"/>
                        <a:pt x="7155" y="4181"/>
                      </a:cubicBezTo>
                      <a:cubicBezTo>
                        <a:pt x="8781" y="3898"/>
                        <a:pt x="10407" y="3686"/>
                        <a:pt x="12033" y="3615"/>
                      </a:cubicBezTo>
                      <a:cubicBezTo>
                        <a:pt x="13588" y="3474"/>
                        <a:pt x="15073" y="3615"/>
                        <a:pt x="16628" y="3474"/>
                      </a:cubicBezTo>
                      <a:cubicBezTo>
                        <a:pt x="18820" y="3262"/>
                        <a:pt x="18891" y="-203"/>
                        <a:pt x="16628" y="9"/>
                      </a:cubicBezTo>
                      <a:cubicBezTo>
                        <a:pt x="12881" y="363"/>
                        <a:pt x="9276" y="151"/>
                        <a:pt x="5528" y="999"/>
                      </a:cubicBezTo>
                      <a:cubicBezTo>
                        <a:pt x="3761" y="1423"/>
                        <a:pt x="579" y="2060"/>
                        <a:pt x="84" y="4110"/>
                      </a:cubicBezTo>
                      <a:cubicBezTo>
                        <a:pt x="-552" y="6584"/>
                        <a:pt x="2559" y="7362"/>
                        <a:pt x="4327" y="7716"/>
                      </a:cubicBezTo>
                      <a:cubicBezTo>
                        <a:pt x="9912" y="8847"/>
                        <a:pt x="15921" y="8918"/>
                        <a:pt x="21578" y="8847"/>
                      </a:cubicBezTo>
                      <a:cubicBezTo>
                        <a:pt x="24476" y="8847"/>
                        <a:pt x="27304" y="8635"/>
                        <a:pt x="30203" y="8493"/>
                      </a:cubicBezTo>
                      <a:cubicBezTo>
                        <a:pt x="33102" y="8352"/>
                        <a:pt x="36283" y="8281"/>
                        <a:pt x="39111" y="7362"/>
                      </a:cubicBezTo>
                      <a:cubicBezTo>
                        <a:pt x="39960" y="7079"/>
                        <a:pt x="40030" y="5807"/>
                        <a:pt x="39111" y="5595"/>
                      </a:cubicBezTo>
                      <a:lnTo>
                        <a:pt x="39111" y="5595"/>
                      </a:ln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grpSp>
            <p:nvGrpSpPr>
              <p:cNvPr id="2212" name="Google Shape;2212;p71"/>
              <p:cNvGrpSpPr/>
              <p:nvPr/>
            </p:nvGrpSpPr>
            <p:grpSpPr>
              <a:xfrm>
                <a:off x="3598684" y="3639999"/>
                <a:ext cx="48759" cy="17445"/>
                <a:chOff x="3598684" y="3639999"/>
                <a:chExt cx="48759" cy="17445"/>
              </a:xfrm>
            </p:grpSpPr>
            <p:sp>
              <p:nvSpPr>
                <p:cNvPr id="2213" name="Google Shape;2213;p71"/>
                <p:cNvSpPr/>
                <p:nvPr/>
              </p:nvSpPr>
              <p:spPr>
                <a:xfrm>
                  <a:off x="3629311" y="3639999"/>
                  <a:ext cx="18132" cy="17445"/>
                </a:xfrm>
                <a:custGeom>
                  <a:rect b="b" l="l" r="r" t="t"/>
                  <a:pathLst>
                    <a:path extrusionOk="0" h="17445" w="18132">
                      <a:moveTo>
                        <a:pt x="1131" y="17294"/>
                      </a:moveTo>
                      <a:cubicBezTo>
                        <a:pt x="283" y="16375"/>
                        <a:pt x="212" y="15031"/>
                        <a:pt x="212" y="13830"/>
                      </a:cubicBezTo>
                      <a:cubicBezTo>
                        <a:pt x="142" y="9659"/>
                        <a:pt x="71" y="5416"/>
                        <a:pt x="0" y="1245"/>
                      </a:cubicBezTo>
                      <a:cubicBezTo>
                        <a:pt x="0" y="1104"/>
                        <a:pt x="0" y="962"/>
                        <a:pt x="71" y="821"/>
                      </a:cubicBezTo>
                      <a:cubicBezTo>
                        <a:pt x="212" y="609"/>
                        <a:pt x="424" y="609"/>
                        <a:pt x="636" y="609"/>
                      </a:cubicBezTo>
                      <a:cubicBezTo>
                        <a:pt x="5373" y="114"/>
                        <a:pt x="10110" y="-98"/>
                        <a:pt x="14847" y="43"/>
                      </a:cubicBezTo>
                      <a:cubicBezTo>
                        <a:pt x="15696" y="43"/>
                        <a:pt x="16332" y="43"/>
                        <a:pt x="16898" y="609"/>
                      </a:cubicBezTo>
                      <a:cubicBezTo>
                        <a:pt x="17463" y="1174"/>
                        <a:pt x="17817" y="1952"/>
                        <a:pt x="17958" y="2730"/>
                      </a:cubicBezTo>
                      <a:cubicBezTo>
                        <a:pt x="18312" y="4285"/>
                        <a:pt x="18029" y="5911"/>
                        <a:pt x="17958" y="7467"/>
                      </a:cubicBezTo>
                      <a:cubicBezTo>
                        <a:pt x="17958" y="9446"/>
                        <a:pt x="17888" y="11426"/>
                        <a:pt x="17817" y="13405"/>
                      </a:cubicBezTo>
                      <a:cubicBezTo>
                        <a:pt x="17817" y="14325"/>
                        <a:pt x="17958" y="15315"/>
                        <a:pt x="17605" y="16163"/>
                      </a:cubicBezTo>
                      <a:cubicBezTo>
                        <a:pt x="17039" y="17435"/>
                        <a:pt x="15271" y="17153"/>
                        <a:pt x="14140" y="17224"/>
                      </a:cubicBezTo>
                      <a:cubicBezTo>
                        <a:pt x="10040" y="17506"/>
                        <a:pt x="5939" y="17506"/>
                        <a:pt x="1838" y="17294"/>
                      </a:cubicBezTo>
                      <a:cubicBezTo>
                        <a:pt x="1485" y="17294"/>
                        <a:pt x="1131" y="17153"/>
                        <a:pt x="849" y="16941"/>
                      </a:cubicBezTo>
                      <a:cubicBezTo>
                        <a:pt x="707" y="16799"/>
                        <a:pt x="495" y="16658"/>
                        <a:pt x="424" y="16446"/>
                      </a:cubicBezTo>
                      <a:cubicBezTo>
                        <a:pt x="424" y="16304"/>
                        <a:pt x="424" y="16234"/>
                        <a:pt x="424" y="16092"/>
                      </a:cubicBezTo>
                      <a:lnTo>
                        <a:pt x="283" y="14820"/>
                      </a:lnTo>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2214" name="Google Shape;2214;p71"/>
                <p:cNvSpPr/>
                <p:nvPr/>
              </p:nvSpPr>
              <p:spPr>
                <a:xfrm>
                  <a:off x="3598684" y="3645265"/>
                  <a:ext cx="39774" cy="8866"/>
                </a:xfrm>
                <a:custGeom>
                  <a:rect b="b" l="l" r="r" t="t"/>
                  <a:pathLst>
                    <a:path extrusionOk="0" h="8866" w="39774">
                      <a:moveTo>
                        <a:pt x="39041" y="5595"/>
                      </a:moveTo>
                      <a:cubicBezTo>
                        <a:pt x="36142" y="4888"/>
                        <a:pt x="33102" y="5029"/>
                        <a:pt x="30132" y="5029"/>
                      </a:cubicBezTo>
                      <a:cubicBezTo>
                        <a:pt x="27022" y="5029"/>
                        <a:pt x="23911" y="4888"/>
                        <a:pt x="20800" y="4888"/>
                      </a:cubicBezTo>
                      <a:cubicBezTo>
                        <a:pt x="17689" y="4888"/>
                        <a:pt x="14578" y="4817"/>
                        <a:pt x="11467" y="4605"/>
                      </a:cubicBezTo>
                      <a:cubicBezTo>
                        <a:pt x="10053" y="4534"/>
                        <a:pt x="8639" y="4463"/>
                        <a:pt x="7225" y="4322"/>
                      </a:cubicBezTo>
                      <a:cubicBezTo>
                        <a:pt x="6589" y="4322"/>
                        <a:pt x="5882" y="4180"/>
                        <a:pt x="5245" y="4110"/>
                      </a:cubicBezTo>
                      <a:cubicBezTo>
                        <a:pt x="4821" y="4110"/>
                        <a:pt x="4397" y="3969"/>
                        <a:pt x="4044" y="3827"/>
                      </a:cubicBezTo>
                      <a:cubicBezTo>
                        <a:pt x="3407" y="3474"/>
                        <a:pt x="3195" y="3615"/>
                        <a:pt x="3549" y="4322"/>
                      </a:cubicBezTo>
                      <a:lnTo>
                        <a:pt x="3054" y="5595"/>
                      </a:lnTo>
                      <a:cubicBezTo>
                        <a:pt x="3832" y="4605"/>
                        <a:pt x="5882" y="4393"/>
                        <a:pt x="7084" y="4180"/>
                      </a:cubicBezTo>
                      <a:cubicBezTo>
                        <a:pt x="8710" y="3898"/>
                        <a:pt x="10336" y="3686"/>
                        <a:pt x="11962" y="3615"/>
                      </a:cubicBezTo>
                      <a:cubicBezTo>
                        <a:pt x="13518" y="3474"/>
                        <a:pt x="15002" y="3615"/>
                        <a:pt x="16628" y="3474"/>
                      </a:cubicBezTo>
                      <a:cubicBezTo>
                        <a:pt x="18820" y="3261"/>
                        <a:pt x="18891" y="-203"/>
                        <a:pt x="16628" y="9"/>
                      </a:cubicBezTo>
                      <a:cubicBezTo>
                        <a:pt x="12881" y="363"/>
                        <a:pt x="9276" y="150"/>
                        <a:pt x="5528" y="999"/>
                      </a:cubicBezTo>
                      <a:cubicBezTo>
                        <a:pt x="3761" y="1423"/>
                        <a:pt x="579" y="2060"/>
                        <a:pt x="84" y="4110"/>
                      </a:cubicBezTo>
                      <a:cubicBezTo>
                        <a:pt x="-552" y="6585"/>
                        <a:pt x="2559" y="7362"/>
                        <a:pt x="4327" y="7716"/>
                      </a:cubicBezTo>
                      <a:cubicBezTo>
                        <a:pt x="9912" y="8847"/>
                        <a:pt x="15921" y="8917"/>
                        <a:pt x="21577" y="8847"/>
                      </a:cubicBezTo>
                      <a:cubicBezTo>
                        <a:pt x="24476" y="8847"/>
                        <a:pt x="27304" y="8635"/>
                        <a:pt x="30203" y="8493"/>
                      </a:cubicBezTo>
                      <a:cubicBezTo>
                        <a:pt x="33102" y="8352"/>
                        <a:pt x="36283" y="8281"/>
                        <a:pt x="39111" y="7362"/>
                      </a:cubicBezTo>
                      <a:cubicBezTo>
                        <a:pt x="39960" y="7079"/>
                        <a:pt x="40030" y="5806"/>
                        <a:pt x="39111" y="5595"/>
                      </a:cubicBezTo>
                      <a:lnTo>
                        <a:pt x="39111" y="5595"/>
                      </a:ln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grpSp>
            <p:nvGrpSpPr>
              <p:cNvPr id="2215" name="Google Shape;2215;p71"/>
              <p:cNvGrpSpPr/>
              <p:nvPr/>
            </p:nvGrpSpPr>
            <p:grpSpPr>
              <a:xfrm>
                <a:off x="3598118" y="3687864"/>
                <a:ext cx="48830" cy="17445"/>
                <a:chOff x="3598118" y="3687864"/>
                <a:chExt cx="48830" cy="17445"/>
              </a:xfrm>
            </p:grpSpPr>
            <p:sp>
              <p:nvSpPr>
                <p:cNvPr id="2216" name="Google Shape;2216;p71"/>
                <p:cNvSpPr/>
                <p:nvPr/>
              </p:nvSpPr>
              <p:spPr>
                <a:xfrm>
                  <a:off x="3628816" y="3687864"/>
                  <a:ext cx="18132" cy="17445"/>
                </a:xfrm>
                <a:custGeom>
                  <a:rect b="b" l="l" r="r" t="t"/>
                  <a:pathLst>
                    <a:path extrusionOk="0" h="17445" w="18132">
                      <a:moveTo>
                        <a:pt x="1131" y="17294"/>
                      </a:moveTo>
                      <a:cubicBezTo>
                        <a:pt x="283" y="16375"/>
                        <a:pt x="212" y="15032"/>
                        <a:pt x="212" y="13830"/>
                      </a:cubicBezTo>
                      <a:cubicBezTo>
                        <a:pt x="141" y="9658"/>
                        <a:pt x="71" y="5416"/>
                        <a:pt x="0" y="1245"/>
                      </a:cubicBezTo>
                      <a:cubicBezTo>
                        <a:pt x="0" y="1104"/>
                        <a:pt x="0" y="962"/>
                        <a:pt x="71" y="821"/>
                      </a:cubicBezTo>
                      <a:cubicBezTo>
                        <a:pt x="212" y="680"/>
                        <a:pt x="424" y="609"/>
                        <a:pt x="636" y="609"/>
                      </a:cubicBezTo>
                      <a:cubicBezTo>
                        <a:pt x="5373" y="114"/>
                        <a:pt x="10110" y="-98"/>
                        <a:pt x="14847" y="43"/>
                      </a:cubicBezTo>
                      <a:cubicBezTo>
                        <a:pt x="15696" y="43"/>
                        <a:pt x="16332" y="43"/>
                        <a:pt x="16897" y="609"/>
                      </a:cubicBezTo>
                      <a:cubicBezTo>
                        <a:pt x="17463" y="1175"/>
                        <a:pt x="17817" y="1952"/>
                        <a:pt x="17958" y="2730"/>
                      </a:cubicBezTo>
                      <a:cubicBezTo>
                        <a:pt x="18312" y="4285"/>
                        <a:pt x="18029" y="5911"/>
                        <a:pt x="17958" y="7467"/>
                      </a:cubicBezTo>
                      <a:cubicBezTo>
                        <a:pt x="17958" y="9446"/>
                        <a:pt x="17887" y="11426"/>
                        <a:pt x="17817" y="13406"/>
                      </a:cubicBezTo>
                      <a:cubicBezTo>
                        <a:pt x="17817" y="14325"/>
                        <a:pt x="17958" y="15315"/>
                        <a:pt x="17604" y="16163"/>
                      </a:cubicBezTo>
                      <a:cubicBezTo>
                        <a:pt x="17039" y="17436"/>
                        <a:pt x="15271" y="17153"/>
                        <a:pt x="14140" y="17223"/>
                      </a:cubicBezTo>
                      <a:cubicBezTo>
                        <a:pt x="10039" y="17506"/>
                        <a:pt x="5939" y="17506"/>
                        <a:pt x="1838" y="17294"/>
                      </a:cubicBezTo>
                      <a:cubicBezTo>
                        <a:pt x="1485" y="17294"/>
                        <a:pt x="1131" y="17153"/>
                        <a:pt x="848" y="16941"/>
                      </a:cubicBezTo>
                      <a:cubicBezTo>
                        <a:pt x="707" y="16799"/>
                        <a:pt x="495" y="16658"/>
                        <a:pt x="424" y="16446"/>
                      </a:cubicBezTo>
                      <a:cubicBezTo>
                        <a:pt x="424" y="16304"/>
                        <a:pt x="424" y="16233"/>
                        <a:pt x="424" y="16092"/>
                      </a:cubicBezTo>
                      <a:cubicBezTo>
                        <a:pt x="424" y="15668"/>
                        <a:pt x="353" y="15244"/>
                        <a:pt x="283" y="14820"/>
                      </a:cubicBezTo>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2217" name="Google Shape;2217;p71"/>
                <p:cNvSpPr/>
                <p:nvPr/>
              </p:nvSpPr>
              <p:spPr>
                <a:xfrm>
                  <a:off x="3598118" y="3693200"/>
                  <a:ext cx="39774" cy="8866"/>
                </a:xfrm>
                <a:custGeom>
                  <a:rect b="b" l="l" r="r" t="t"/>
                  <a:pathLst>
                    <a:path extrusionOk="0" h="8866" w="39774">
                      <a:moveTo>
                        <a:pt x="39112" y="5595"/>
                      </a:moveTo>
                      <a:cubicBezTo>
                        <a:pt x="36213" y="4888"/>
                        <a:pt x="33173" y="5029"/>
                        <a:pt x="30203" y="5029"/>
                      </a:cubicBezTo>
                      <a:cubicBezTo>
                        <a:pt x="27092" y="5029"/>
                        <a:pt x="23981" y="4888"/>
                        <a:pt x="20871" y="4888"/>
                      </a:cubicBezTo>
                      <a:cubicBezTo>
                        <a:pt x="17760" y="4888"/>
                        <a:pt x="14649" y="4817"/>
                        <a:pt x="11538" y="4605"/>
                      </a:cubicBezTo>
                      <a:cubicBezTo>
                        <a:pt x="10124" y="4534"/>
                        <a:pt x="8710" y="4464"/>
                        <a:pt x="7296" y="4322"/>
                      </a:cubicBezTo>
                      <a:cubicBezTo>
                        <a:pt x="6660" y="4322"/>
                        <a:pt x="5953" y="4181"/>
                        <a:pt x="5316" y="4110"/>
                      </a:cubicBezTo>
                      <a:cubicBezTo>
                        <a:pt x="4892" y="4110"/>
                        <a:pt x="4468" y="3969"/>
                        <a:pt x="4114" y="3827"/>
                      </a:cubicBezTo>
                      <a:cubicBezTo>
                        <a:pt x="3478" y="3474"/>
                        <a:pt x="3266" y="3615"/>
                        <a:pt x="3620" y="4322"/>
                      </a:cubicBezTo>
                      <a:lnTo>
                        <a:pt x="3125" y="5595"/>
                      </a:lnTo>
                      <a:cubicBezTo>
                        <a:pt x="3973" y="4605"/>
                        <a:pt x="5953" y="4393"/>
                        <a:pt x="7155" y="4181"/>
                      </a:cubicBezTo>
                      <a:cubicBezTo>
                        <a:pt x="8781" y="3898"/>
                        <a:pt x="10407" y="3686"/>
                        <a:pt x="12033" y="3615"/>
                      </a:cubicBezTo>
                      <a:cubicBezTo>
                        <a:pt x="13588" y="3474"/>
                        <a:pt x="15073" y="3615"/>
                        <a:pt x="16628" y="3474"/>
                      </a:cubicBezTo>
                      <a:cubicBezTo>
                        <a:pt x="18820" y="3262"/>
                        <a:pt x="18891" y="-203"/>
                        <a:pt x="16628" y="9"/>
                      </a:cubicBezTo>
                      <a:cubicBezTo>
                        <a:pt x="12881" y="363"/>
                        <a:pt x="9276" y="151"/>
                        <a:pt x="5529" y="999"/>
                      </a:cubicBezTo>
                      <a:cubicBezTo>
                        <a:pt x="3761" y="1423"/>
                        <a:pt x="579" y="2060"/>
                        <a:pt x="84" y="4110"/>
                      </a:cubicBezTo>
                      <a:cubicBezTo>
                        <a:pt x="-552" y="6584"/>
                        <a:pt x="2559" y="7362"/>
                        <a:pt x="4327" y="7716"/>
                      </a:cubicBezTo>
                      <a:cubicBezTo>
                        <a:pt x="9912" y="8847"/>
                        <a:pt x="15922" y="8918"/>
                        <a:pt x="21578" y="8847"/>
                      </a:cubicBezTo>
                      <a:cubicBezTo>
                        <a:pt x="24476" y="8847"/>
                        <a:pt x="27304" y="8635"/>
                        <a:pt x="30203" y="8494"/>
                      </a:cubicBezTo>
                      <a:cubicBezTo>
                        <a:pt x="33102" y="8352"/>
                        <a:pt x="36283" y="8281"/>
                        <a:pt x="39112" y="7362"/>
                      </a:cubicBezTo>
                      <a:cubicBezTo>
                        <a:pt x="39960" y="7079"/>
                        <a:pt x="40030" y="5807"/>
                        <a:pt x="39112" y="5595"/>
                      </a:cubicBezTo>
                      <a:lnTo>
                        <a:pt x="39112" y="5595"/>
                      </a:ln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grpSp>
            <p:nvGrpSpPr>
              <p:cNvPr id="2218" name="Google Shape;2218;p71"/>
              <p:cNvGrpSpPr/>
              <p:nvPr/>
            </p:nvGrpSpPr>
            <p:grpSpPr>
              <a:xfrm>
                <a:off x="3597694" y="3735799"/>
                <a:ext cx="48759" cy="17445"/>
                <a:chOff x="3597694" y="3735799"/>
                <a:chExt cx="48759" cy="17445"/>
              </a:xfrm>
            </p:grpSpPr>
            <p:sp>
              <p:nvSpPr>
                <p:cNvPr id="2219" name="Google Shape;2219;p71"/>
                <p:cNvSpPr/>
                <p:nvPr/>
              </p:nvSpPr>
              <p:spPr>
                <a:xfrm>
                  <a:off x="3628321" y="3735799"/>
                  <a:ext cx="18132" cy="17445"/>
                </a:xfrm>
                <a:custGeom>
                  <a:rect b="b" l="l" r="r" t="t"/>
                  <a:pathLst>
                    <a:path extrusionOk="0" h="17445" w="18132">
                      <a:moveTo>
                        <a:pt x="1131" y="17294"/>
                      </a:moveTo>
                      <a:cubicBezTo>
                        <a:pt x="283" y="16375"/>
                        <a:pt x="212" y="15032"/>
                        <a:pt x="212" y="13829"/>
                      </a:cubicBezTo>
                      <a:cubicBezTo>
                        <a:pt x="141" y="9658"/>
                        <a:pt x="71" y="5416"/>
                        <a:pt x="0" y="1245"/>
                      </a:cubicBezTo>
                      <a:cubicBezTo>
                        <a:pt x="0" y="1103"/>
                        <a:pt x="0" y="962"/>
                        <a:pt x="71" y="821"/>
                      </a:cubicBezTo>
                      <a:cubicBezTo>
                        <a:pt x="212" y="679"/>
                        <a:pt x="424" y="608"/>
                        <a:pt x="636" y="608"/>
                      </a:cubicBezTo>
                      <a:cubicBezTo>
                        <a:pt x="5373" y="113"/>
                        <a:pt x="10110" y="-98"/>
                        <a:pt x="14847" y="43"/>
                      </a:cubicBezTo>
                      <a:cubicBezTo>
                        <a:pt x="15696" y="43"/>
                        <a:pt x="16332" y="43"/>
                        <a:pt x="16897" y="608"/>
                      </a:cubicBezTo>
                      <a:cubicBezTo>
                        <a:pt x="17463" y="1174"/>
                        <a:pt x="17817" y="1952"/>
                        <a:pt x="17958" y="2730"/>
                      </a:cubicBezTo>
                      <a:cubicBezTo>
                        <a:pt x="18312" y="4285"/>
                        <a:pt x="18029" y="5911"/>
                        <a:pt x="17958" y="7467"/>
                      </a:cubicBezTo>
                      <a:cubicBezTo>
                        <a:pt x="17958" y="9446"/>
                        <a:pt x="17887" y="11426"/>
                        <a:pt x="17817" y="13405"/>
                      </a:cubicBezTo>
                      <a:cubicBezTo>
                        <a:pt x="17817" y="14324"/>
                        <a:pt x="17958" y="15314"/>
                        <a:pt x="17604" y="16163"/>
                      </a:cubicBezTo>
                      <a:cubicBezTo>
                        <a:pt x="17039" y="17435"/>
                        <a:pt x="15271" y="17153"/>
                        <a:pt x="14140" y="17223"/>
                      </a:cubicBezTo>
                      <a:cubicBezTo>
                        <a:pt x="10040" y="17506"/>
                        <a:pt x="5939" y="17506"/>
                        <a:pt x="1768" y="17294"/>
                      </a:cubicBezTo>
                      <a:cubicBezTo>
                        <a:pt x="1414" y="17294"/>
                        <a:pt x="1060" y="17153"/>
                        <a:pt x="778" y="16940"/>
                      </a:cubicBezTo>
                      <a:cubicBezTo>
                        <a:pt x="636" y="16799"/>
                        <a:pt x="424" y="16658"/>
                        <a:pt x="353" y="16445"/>
                      </a:cubicBezTo>
                      <a:cubicBezTo>
                        <a:pt x="353" y="16304"/>
                        <a:pt x="353" y="16233"/>
                        <a:pt x="353" y="16092"/>
                      </a:cubicBezTo>
                      <a:cubicBezTo>
                        <a:pt x="353" y="15668"/>
                        <a:pt x="283" y="15244"/>
                        <a:pt x="212" y="14819"/>
                      </a:cubicBezTo>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2220" name="Google Shape;2220;p71"/>
                <p:cNvSpPr/>
                <p:nvPr/>
              </p:nvSpPr>
              <p:spPr>
                <a:xfrm>
                  <a:off x="3597694" y="3741065"/>
                  <a:ext cx="39774" cy="8866"/>
                </a:xfrm>
                <a:custGeom>
                  <a:rect b="b" l="l" r="r" t="t"/>
                  <a:pathLst>
                    <a:path extrusionOk="0" h="8866" w="39774">
                      <a:moveTo>
                        <a:pt x="39041" y="5595"/>
                      </a:moveTo>
                      <a:cubicBezTo>
                        <a:pt x="36142" y="4888"/>
                        <a:pt x="33102" y="5029"/>
                        <a:pt x="30132" y="5029"/>
                      </a:cubicBezTo>
                      <a:cubicBezTo>
                        <a:pt x="27022" y="5029"/>
                        <a:pt x="23911" y="4888"/>
                        <a:pt x="20800" y="4888"/>
                      </a:cubicBezTo>
                      <a:cubicBezTo>
                        <a:pt x="17689" y="4888"/>
                        <a:pt x="14578" y="4817"/>
                        <a:pt x="11467" y="4605"/>
                      </a:cubicBezTo>
                      <a:cubicBezTo>
                        <a:pt x="10053" y="4534"/>
                        <a:pt x="8639" y="4464"/>
                        <a:pt x="7225" y="4322"/>
                      </a:cubicBezTo>
                      <a:cubicBezTo>
                        <a:pt x="6589" y="4322"/>
                        <a:pt x="5882" y="4180"/>
                        <a:pt x="5246" y="4110"/>
                      </a:cubicBezTo>
                      <a:cubicBezTo>
                        <a:pt x="4822" y="4110"/>
                        <a:pt x="4397" y="3969"/>
                        <a:pt x="4044" y="3827"/>
                      </a:cubicBezTo>
                      <a:cubicBezTo>
                        <a:pt x="3407" y="3474"/>
                        <a:pt x="3195" y="3615"/>
                        <a:pt x="3549" y="4322"/>
                      </a:cubicBezTo>
                      <a:lnTo>
                        <a:pt x="3054" y="5595"/>
                      </a:lnTo>
                      <a:cubicBezTo>
                        <a:pt x="3902" y="4605"/>
                        <a:pt x="5882" y="4393"/>
                        <a:pt x="7084" y="4180"/>
                      </a:cubicBezTo>
                      <a:cubicBezTo>
                        <a:pt x="8710" y="3898"/>
                        <a:pt x="10336" y="3686"/>
                        <a:pt x="11962" y="3615"/>
                      </a:cubicBezTo>
                      <a:cubicBezTo>
                        <a:pt x="13518" y="3474"/>
                        <a:pt x="15002" y="3615"/>
                        <a:pt x="16628" y="3474"/>
                      </a:cubicBezTo>
                      <a:cubicBezTo>
                        <a:pt x="18820" y="3261"/>
                        <a:pt x="18891" y="-203"/>
                        <a:pt x="16628" y="9"/>
                      </a:cubicBezTo>
                      <a:cubicBezTo>
                        <a:pt x="12881" y="363"/>
                        <a:pt x="9276" y="150"/>
                        <a:pt x="5529" y="999"/>
                      </a:cubicBezTo>
                      <a:cubicBezTo>
                        <a:pt x="3761" y="1423"/>
                        <a:pt x="579" y="2060"/>
                        <a:pt x="84" y="4110"/>
                      </a:cubicBezTo>
                      <a:cubicBezTo>
                        <a:pt x="-552" y="6585"/>
                        <a:pt x="2559" y="7362"/>
                        <a:pt x="4327" y="7716"/>
                      </a:cubicBezTo>
                      <a:cubicBezTo>
                        <a:pt x="9912" y="8847"/>
                        <a:pt x="15922" y="8918"/>
                        <a:pt x="21578" y="8847"/>
                      </a:cubicBezTo>
                      <a:cubicBezTo>
                        <a:pt x="24476" y="8847"/>
                        <a:pt x="27304" y="8635"/>
                        <a:pt x="30203" y="8494"/>
                      </a:cubicBezTo>
                      <a:cubicBezTo>
                        <a:pt x="33102" y="8352"/>
                        <a:pt x="36283" y="8281"/>
                        <a:pt x="39112" y="7362"/>
                      </a:cubicBezTo>
                      <a:cubicBezTo>
                        <a:pt x="39960" y="7079"/>
                        <a:pt x="40030" y="5807"/>
                        <a:pt x="39112" y="5595"/>
                      </a:cubicBezTo>
                      <a:lnTo>
                        <a:pt x="39112" y="5595"/>
                      </a:ln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grpSp>
            <p:nvGrpSpPr>
              <p:cNvPr id="2221" name="Google Shape;2221;p71"/>
              <p:cNvGrpSpPr/>
              <p:nvPr/>
            </p:nvGrpSpPr>
            <p:grpSpPr>
              <a:xfrm>
                <a:off x="3597129" y="3783664"/>
                <a:ext cx="48900" cy="17445"/>
                <a:chOff x="3597129" y="3783664"/>
                <a:chExt cx="48900" cy="17445"/>
              </a:xfrm>
            </p:grpSpPr>
            <p:sp>
              <p:nvSpPr>
                <p:cNvPr id="2222" name="Google Shape;2222;p71"/>
                <p:cNvSpPr/>
                <p:nvPr/>
              </p:nvSpPr>
              <p:spPr>
                <a:xfrm>
                  <a:off x="3627897" y="3783664"/>
                  <a:ext cx="18132" cy="17445"/>
                </a:xfrm>
                <a:custGeom>
                  <a:rect b="b" l="l" r="r" t="t"/>
                  <a:pathLst>
                    <a:path extrusionOk="0" h="17445" w="18132">
                      <a:moveTo>
                        <a:pt x="1131" y="17294"/>
                      </a:moveTo>
                      <a:cubicBezTo>
                        <a:pt x="283" y="16375"/>
                        <a:pt x="212" y="15031"/>
                        <a:pt x="212" y="13830"/>
                      </a:cubicBezTo>
                      <a:cubicBezTo>
                        <a:pt x="141" y="9659"/>
                        <a:pt x="71" y="5416"/>
                        <a:pt x="0" y="1245"/>
                      </a:cubicBezTo>
                      <a:cubicBezTo>
                        <a:pt x="0" y="1104"/>
                        <a:pt x="0" y="962"/>
                        <a:pt x="71" y="821"/>
                      </a:cubicBezTo>
                      <a:cubicBezTo>
                        <a:pt x="212" y="679"/>
                        <a:pt x="424" y="609"/>
                        <a:pt x="636" y="609"/>
                      </a:cubicBezTo>
                      <a:cubicBezTo>
                        <a:pt x="5373" y="114"/>
                        <a:pt x="10110" y="-98"/>
                        <a:pt x="14847" y="43"/>
                      </a:cubicBezTo>
                      <a:cubicBezTo>
                        <a:pt x="15696" y="43"/>
                        <a:pt x="16332" y="43"/>
                        <a:pt x="16897" y="609"/>
                      </a:cubicBezTo>
                      <a:cubicBezTo>
                        <a:pt x="17463" y="1174"/>
                        <a:pt x="17817" y="1952"/>
                        <a:pt x="17958" y="2730"/>
                      </a:cubicBezTo>
                      <a:cubicBezTo>
                        <a:pt x="18312" y="4285"/>
                        <a:pt x="18029" y="5911"/>
                        <a:pt x="17958" y="7466"/>
                      </a:cubicBezTo>
                      <a:cubicBezTo>
                        <a:pt x="17958" y="9446"/>
                        <a:pt x="17887" y="11426"/>
                        <a:pt x="17817" y="13405"/>
                      </a:cubicBezTo>
                      <a:cubicBezTo>
                        <a:pt x="17817" y="14325"/>
                        <a:pt x="17958" y="15315"/>
                        <a:pt x="17604" y="16163"/>
                      </a:cubicBezTo>
                      <a:cubicBezTo>
                        <a:pt x="17039" y="17435"/>
                        <a:pt x="15271" y="17153"/>
                        <a:pt x="14140" y="17223"/>
                      </a:cubicBezTo>
                      <a:cubicBezTo>
                        <a:pt x="10039" y="17506"/>
                        <a:pt x="5939" y="17506"/>
                        <a:pt x="1838" y="17294"/>
                      </a:cubicBezTo>
                      <a:cubicBezTo>
                        <a:pt x="1485" y="17294"/>
                        <a:pt x="1131" y="17153"/>
                        <a:pt x="848" y="16941"/>
                      </a:cubicBezTo>
                      <a:cubicBezTo>
                        <a:pt x="707" y="16799"/>
                        <a:pt x="495" y="16658"/>
                        <a:pt x="424" y="16446"/>
                      </a:cubicBezTo>
                      <a:cubicBezTo>
                        <a:pt x="424" y="16304"/>
                        <a:pt x="424" y="16234"/>
                        <a:pt x="424" y="16092"/>
                      </a:cubicBezTo>
                      <a:cubicBezTo>
                        <a:pt x="424" y="15668"/>
                        <a:pt x="353" y="15244"/>
                        <a:pt x="283" y="14820"/>
                      </a:cubicBezTo>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2223" name="Google Shape;2223;p71"/>
                <p:cNvSpPr/>
                <p:nvPr/>
              </p:nvSpPr>
              <p:spPr>
                <a:xfrm>
                  <a:off x="3597129" y="3789000"/>
                  <a:ext cx="39774" cy="8866"/>
                </a:xfrm>
                <a:custGeom>
                  <a:rect b="b" l="l" r="r" t="t"/>
                  <a:pathLst>
                    <a:path extrusionOk="0" h="8866" w="39774">
                      <a:moveTo>
                        <a:pt x="39111" y="5595"/>
                      </a:moveTo>
                      <a:cubicBezTo>
                        <a:pt x="36213" y="4888"/>
                        <a:pt x="33172" y="5029"/>
                        <a:pt x="30203" y="5029"/>
                      </a:cubicBezTo>
                      <a:cubicBezTo>
                        <a:pt x="27092" y="5029"/>
                        <a:pt x="23981" y="4888"/>
                        <a:pt x="20871" y="4888"/>
                      </a:cubicBezTo>
                      <a:cubicBezTo>
                        <a:pt x="17760" y="4888"/>
                        <a:pt x="14649" y="4817"/>
                        <a:pt x="11538" y="4605"/>
                      </a:cubicBezTo>
                      <a:cubicBezTo>
                        <a:pt x="10124" y="4534"/>
                        <a:pt x="8710" y="4464"/>
                        <a:pt x="7296" y="4322"/>
                      </a:cubicBezTo>
                      <a:cubicBezTo>
                        <a:pt x="6660" y="4322"/>
                        <a:pt x="5953" y="4181"/>
                        <a:pt x="5316" y="4110"/>
                      </a:cubicBezTo>
                      <a:cubicBezTo>
                        <a:pt x="4892" y="4110"/>
                        <a:pt x="4468" y="3969"/>
                        <a:pt x="4114" y="3827"/>
                      </a:cubicBezTo>
                      <a:cubicBezTo>
                        <a:pt x="3478" y="3474"/>
                        <a:pt x="3266" y="3615"/>
                        <a:pt x="3620" y="4322"/>
                      </a:cubicBezTo>
                      <a:lnTo>
                        <a:pt x="3125" y="5595"/>
                      </a:lnTo>
                      <a:cubicBezTo>
                        <a:pt x="3973" y="4605"/>
                        <a:pt x="5953" y="4393"/>
                        <a:pt x="7155" y="4181"/>
                      </a:cubicBezTo>
                      <a:cubicBezTo>
                        <a:pt x="8781" y="3898"/>
                        <a:pt x="10407" y="3686"/>
                        <a:pt x="12033" y="3615"/>
                      </a:cubicBezTo>
                      <a:cubicBezTo>
                        <a:pt x="13588" y="3474"/>
                        <a:pt x="15073" y="3615"/>
                        <a:pt x="16628" y="3474"/>
                      </a:cubicBezTo>
                      <a:cubicBezTo>
                        <a:pt x="18820" y="3262"/>
                        <a:pt x="18891" y="-203"/>
                        <a:pt x="16628" y="9"/>
                      </a:cubicBezTo>
                      <a:cubicBezTo>
                        <a:pt x="12881" y="363"/>
                        <a:pt x="9276" y="151"/>
                        <a:pt x="5528" y="999"/>
                      </a:cubicBezTo>
                      <a:cubicBezTo>
                        <a:pt x="3761" y="1423"/>
                        <a:pt x="579" y="2060"/>
                        <a:pt x="84" y="4110"/>
                      </a:cubicBezTo>
                      <a:cubicBezTo>
                        <a:pt x="-552" y="6584"/>
                        <a:pt x="2559" y="7363"/>
                        <a:pt x="4327" y="7716"/>
                      </a:cubicBezTo>
                      <a:cubicBezTo>
                        <a:pt x="9912" y="8847"/>
                        <a:pt x="15921" y="8918"/>
                        <a:pt x="21577" y="8847"/>
                      </a:cubicBezTo>
                      <a:cubicBezTo>
                        <a:pt x="24476" y="8847"/>
                        <a:pt x="27304" y="8635"/>
                        <a:pt x="30203" y="8494"/>
                      </a:cubicBezTo>
                      <a:cubicBezTo>
                        <a:pt x="33102" y="8352"/>
                        <a:pt x="36283" y="8282"/>
                        <a:pt x="39111" y="7363"/>
                      </a:cubicBezTo>
                      <a:cubicBezTo>
                        <a:pt x="39960" y="7079"/>
                        <a:pt x="40030" y="5807"/>
                        <a:pt x="39111" y="5595"/>
                      </a:cubicBezTo>
                      <a:lnTo>
                        <a:pt x="39111" y="5595"/>
                      </a:ln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grpSp>
            <p:nvGrpSpPr>
              <p:cNvPr id="2224" name="Google Shape;2224;p71"/>
              <p:cNvGrpSpPr/>
              <p:nvPr/>
            </p:nvGrpSpPr>
            <p:grpSpPr>
              <a:xfrm>
                <a:off x="3596704" y="3831599"/>
                <a:ext cx="48830" cy="17445"/>
                <a:chOff x="3596704" y="3831599"/>
                <a:chExt cx="48830" cy="17445"/>
              </a:xfrm>
            </p:grpSpPr>
            <p:sp>
              <p:nvSpPr>
                <p:cNvPr id="2225" name="Google Shape;2225;p71"/>
                <p:cNvSpPr/>
                <p:nvPr/>
              </p:nvSpPr>
              <p:spPr>
                <a:xfrm>
                  <a:off x="3627402" y="3831599"/>
                  <a:ext cx="18132" cy="17445"/>
                </a:xfrm>
                <a:custGeom>
                  <a:rect b="b" l="l" r="r" t="t"/>
                  <a:pathLst>
                    <a:path extrusionOk="0" h="17445" w="18132">
                      <a:moveTo>
                        <a:pt x="1131" y="17294"/>
                      </a:moveTo>
                      <a:cubicBezTo>
                        <a:pt x="283" y="16375"/>
                        <a:pt x="212" y="15032"/>
                        <a:pt x="212" y="13830"/>
                      </a:cubicBezTo>
                      <a:cubicBezTo>
                        <a:pt x="141" y="9658"/>
                        <a:pt x="71" y="5416"/>
                        <a:pt x="0" y="1245"/>
                      </a:cubicBezTo>
                      <a:cubicBezTo>
                        <a:pt x="0" y="1103"/>
                        <a:pt x="0" y="962"/>
                        <a:pt x="71" y="821"/>
                      </a:cubicBezTo>
                      <a:cubicBezTo>
                        <a:pt x="212" y="679"/>
                        <a:pt x="424" y="609"/>
                        <a:pt x="636" y="609"/>
                      </a:cubicBezTo>
                      <a:cubicBezTo>
                        <a:pt x="5373" y="114"/>
                        <a:pt x="10110" y="-98"/>
                        <a:pt x="14847" y="43"/>
                      </a:cubicBezTo>
                      <a:cubicBezTo>
                        <a:pt x="15696" y="43"/>
                        <a:pt x="16332" y="43"/>
                        <a:pt x="16898" y="609"/>
                      </a:cubicBezTo>
                      <a:cubicBezTo>
                        <a:pt x="17463" y="1174"/>
                        <a:pt x="17817" y="1952"/>
                        <a:pt x="17958" y="2730"/>
                      </a:cubicBezTo>
                      <a:cubicBezTo>
                        <a:pt x="18312" y="4285"/>
                        <a:pt x="18029" y="5911"/>
                        <a:pt x="17958" y="7467"/>
                      </a:cubicBezTo>
                      <a:cubicBezTo>
                        <a:pt x="17958" y="9446"/>
                        <a:pt x="17887" y="11426"/>
                        <a:pt x="17817" y="13406"/>
                      </a:cubicBezTo>
                      <a:cubicBezTo>
                        <a:pt x="17817" y="14324"/>
                        <a:pt x="17958" y="15314"/>
                        <a:pt x="17604" y="16163"/>
                      </a:cubicBezTo>
                      <a:cubicBezTo>
                        <a:pt x="17039" y="17435"/>
                        <a:pt x="15271" y="17153"/>
                        <a:pt x="14140" y="17223"/>
                      </a:cubicBezTo>
                      <a:cubicBezTo>
                        <a:pt x="10040" y="17506"/>
                        <a:pt x="5939" y="17506"/>
                        <a:pt x="1838" y="17294"/>
                      </a:cubicBezTo>
                      <a:cubicBezTo>
                        <a:pt x="1485" y="17294"/>
                        <a:pt x="1131" y="17153"/>
                        <a:pt x="848" y="16941"/>
                      </a:cubicBezTo>
                      <a:cubicBezTo>
                        <a:pt x="707" y="16799"/>
                        <a:pt x="495" y="16658"/>
                        <a:pt x="424" y="16446"/>
                      </a:cubicBezTo>
                      <a:cubicBezTo>
                        <a:pt x="424" y="16304"/>
                        <a:pt x="424" y="16233"/>
                        <a:pt x="424" y="16092"/>
                      </a:cubicBezTo>
                      <a:lnTo>
                        <a:pt x="283" y="14819"/>
                      </a:lnTo>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2226" name="Google Shape;2226;p71"/>
                <p:cNvSpPr/>
                <p:nvPr/>
              </p:nvSpPr>
              <p:spPr>
                <a:xfrm>
                  <a:off x="3596704" y="3836864"/>
                  <a:ext cx="39774" cy="8866"/>
                </a:xfrm>
                <a:custGeom>
                  <a:rect b="b" l="l" r="r" t="t"/>
                  <a:pathLst>
                    <a:path extrusionOk="0" h="8866" w="39774">
                      <a:moveTo>
                        <a:pt x="39111" y="5595"/>
                      </a:moveTo>
                      <a:cubicBezTo>
                        <a:pt x="36213" y="4888"/>
                        <a:pt x="33172" y="5029"/>
                        <a:pt x="30203" y="5029"/>
                      </a:cubicBezTo>
                      <a:cubicBezTo>
                        <a:pt x="27092" y="5029"/>
                        <a:pt x="23981" y="4888"/>
                        <a:pt x="20871" y="4888"/>
                      </a:cubicBezTo>
                      <a:cubicBezTo>
                        <a:pt x="17760" y="4888"/>
                        <a:pt x="14649" y="4817"/>
                        <a:pt x="11538" y="4605"/>
                      </a:cubicBezTo>
                      <a:cubicBezTo>
                        <a:pt x="10124" y="4534"/>
                        <a:pt x="8710" y="4464"/>
                        <a:pt x="7296" y="4322"/>
                      </a:cubicBezTo>
                      <a:cubicBezTo>
                        <a:pt x="6660" y="4322"/>
                        <a:pt x="5953" y="4181"/>
                        <a:pt x="5316" y="4110"/>
                      </a:cubicBezTo>
                      <a:cubicBezTo>
                        <a:pt x="4892" y="4110"/>
                        <a:pt x="4468" y="3969"/>
                        <a:pt x="4114" y="3827"/>
                      </a:cubicBezTo>
                      <a:cubicBezTo>
                        <a:pt x="3478" y="3474"/>
                        <a:pt x="3266" y="3615"/>
                        <a:pt x="3620" y="4322"/>
                      </a:cubicBezTo>
                      <a:lnTo>
                        <a:pt x="3125" y="5595"/>
                      </a:lnTo>
                      <a:cubicBezTo>
                        <a:pt x="3973" y="4605"/>
                        <a:pt x="5953" y="4393"/>
                        <a:pt x="7155" y="4181"/>
                      </a:cubicBezTo>
                      <a:cubicBezTo>
                        <a:pt x="8781" y="3898"/>
                        <a:pt x="10407" y="3686"/>
                        <a:pt x="12033" y="3615"/>
                      </a:cubicBezTo>
                      <a:cubicBezTo>
                        <a:pt x="13588" y="3474"/>
                        <a:pt x="15073" y="3615"/>
                        <a:pt x="16628" y="3474"/>
                      </a:cubicBezTo>
                      <a:cubicBezTo>
                        <a:pt x="18820" y="3262"/>
                        <a:pt x="18891" y="-203"/>
                        <a:pt x="16628" y="9"/>
                      </a:cubicBezTo>
                      <a:cubicBezTo>
                        <a:pt x="12881" y="363"/>
                        <a:pt x="9276" y="151"/>
                        <a:pt x="5528" y="999"/>
                      </a:cubicBezTo>
                      <a:cubicBezTo>
                        <a:pt x="3761" y="1423"/>
                        <a:pt x="579" y="2060"/>
                        <a:pt x="84" y="4110"/>
                      </a:cubicBezTo>
                      <a:cubicBezTo>
                        <a:pt x="-552" y="6585"/>
                        <a:pt x="2559" y="7362"/>
                        <a:pt x="4326" y="7716"/>
                      </a:cubicBezTo>
                      <a:cubicBezTo>
                        <a:pt x="9912" y="8847"/>
                        <a:pt x="15921" y="8918"/>
                        <a:pt x="21577" y="8847"/>
                      </a:cubicBezTo>
                      <a:cubicBezTo>
                        <a:pt x="24476" y="8847"/>
                        <a:pt x="27304" y="8635"/>
                        <a:pt x="30203" y="8494"/>
                      </a:cubicBezTo>
                      <a:cubicBezTo>
                        <a:pt x="33102" y="8352"/>
                        <a:pt x="36283" y="8281"/>
                        <a:pt x="39111" y="7362"/>
                      </a:cubicBezTo>
                      <a:cubicBezTo>
                        <a:pt x="39960" y="7079"/>
                        <a:pt x="40031" y="5807"/>
                        <a:pt x="39111" y="5595"/>
                      </a:cubicBezTo>
                      <a:lnTo>
                        <a:pt x="39111" y="5595"/>
                      </a:ln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grpSp>
            <p:nvGrpSpPr>
              <p:cNvPr id="2227" name="Google Shape;2227;p71"/>
              <p:cNvGrpSpPr/>
              <p:nvPr/>
            </p:nvGrpSpPr>
            <p:grpSpPr>
              <a:xfrm>
                <a:off x="3596209" y="3879463"/>
                <a:ext cx="48830" cy="17445"/>
                <a:chOff x="3596209" y="3879463"/>
                <a:chExt cx="48830" cy="17445"/>
              </a:xfrm>
            </p:grpSpPr>
            <p:sp>
              <p:nvSpPr>
                <p:cNvPr id="2228" name="Google Shape;2228;p71"/>
                <p:cNvSpPr/>
                <p:nvPr/>
              </p:nvSpPr>
              <p:spPr>
                <a:xfrm>
                  <a:off x="3626907" y="3879463"/>
                  <a:ext cx="18132" cy="17445"/>
                </a:xfrm>
                <a:custGeom>
                  <a:rect b="b" l="l" r="r" t="t"/>
                  <a:pathLst>
                    <a:path extrusionOk="0" h="17445" w="18132">
                      <a:moveTo>
                        <a:pt x="1131" y="17294"/>
                      </a:moveTo>
                      <a:cubicBezTo>
                        <a:pt x="283" y="16375"/>
                        <a:pt x="212" y="15032"/>
                        <a:pt x="212" y="13830"/>
                      </a:cubicBezTo>
                      <a:cubicBezTo>
                        <a:pt x="142" y="9659"/>
                        <a:pt x="71" y="5416"/>
                        <a:pt x="0" y="1245"/>
                      </a:cubicBezTo>
                      <a:cubicBezTo>
                        <a:pt x="0" y="1104"/>
                        <a:pt x="0" y="962"/>
                        <a:pt x="71" y="821"/>
                      </a:cubicBezTo>
                      <a:cubicBezTo>
                        <a:pt x="212" y="679"/>
                        <a:pt x="424" y="609"/>
                        <a:pt x="636" y="609"/>
                      </a:cubicBezTo>
                      <a:cubicBezTo>
                        <a:pt x="5373" y="114"/>
                        <a:pt x="10110" y="-98"/>
                        <a:pt x="14847" y="43"/>
                      </a:cubicBezTo>
                      <a:cubicBezTo>
                        <a:pt x="15696" y="43"/>
                        <a:pt x="16332" y="43"/>
                        <a:pt x="16898" y="609"/>
                      </a:cubicBezTo>
                      <a:cubicBezTo>
                        <a:pt x="17463" y="1174"/>
                        <a:pt x="17817" y="1952"/>
                        <a:pt x="17958" y="2730"/>
                      </a:cubicBezTo>
                      <a:cubicBezTo>
                        <a:pt x="18312" y="4285"/>
                        <a:pt x="18029" y="5911"/>
                        <a:pt x="17958" y="7467"/>
                      </a:cubicBezTo>
                      <a:cubicBezTo>
                        <a:pt x="17958" y="9446"/>
                        <a:pt x="17887" y="11426"/>
                        <a:pt x="17817" y="13405"/>
                      </a:cubicBezTo>
                      <a:cubicBezTo>
                        <a:pt x="17817" y="14325"/>
                        <a:pt x="17958" y="15315"/>
                        <a:pt x="17605" y="16163"/>
                      </a:cubicBezTo>
                      <a:cubicBezTo>
                        <a:pt x="17039" y="17435"/>
                        <a:pt x="15271" y="17153"/>
                        <a:pt x="14140" y="17224"/>
                      </a:cubicBezTo>
                      <a:cubicBezTo>
                        <a:pt x="10040" y="17506"/>
                        <a:pt x="5939" y="17506"/>
                        <a:pt x="1838" y="17294"/>
                      </a:cubicBezTo>
                      <a:cubicBezTo>
                        <a:pt x="1485" y="17294"/>
                        <a:pt x="1131" y="17153"/>
                        <a:pt x="849" y="16941"/>
                      </a:cubicBezTo>
                      <a:cubicBezTo>
                        <a:pt x="707" y="16799"/>
                        <a:pt x="495" y="16658"/>
                        <a:pt x="424" y="16446"/>
                      </a:cubicBezTo>
                      <a:cubicBezTo>
                        <a:pt x="424" y="16304"/>
                        <a:pt x="424" y="16234"/>
                        <a:pt x="424" y="16092"/>
                      </a:cubicBezTo>
                      <a:lnTo>
                        <a:pt x="283" y="14820"/>
                      </a:lnTo>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2229" name="Google Shape;2229;p71"/>
                <p:cNvSpPr/>
                <p:nvPr/>
              </p:nvSpPr>
              <p:spPr>
                <a:xfrm>
                  <a:off x="3596209" y="3884800"/>
                  <a:ext cx="39774" cy="8866"/>
                </a:xfrm>
                <a:custGeom>
                  <a:rect b="b" l="l" r="r" t="t"/>
                  <a:pathLst>
                    <a:path extrusionOk="0" h="8866" w="39774">
                      <a:moveTo>
                        <a:pt x="39111" y="5595"/>
                      </a:moveTo>
                      <a:cubicBezTo>
                        <a:pt x="36213" y="4888"/>
                        <a:pt x="33172" y="5029"/>
                        <a:pt x="30203" y="5029"/>
                      </a:cubicBezTo>
                      <a:cubicBezTo>
                        <a:pt x="27092" y="5029"/>
                        <a:pt x="23981" y="4888"/>
                        <a:pt x="20871" y="4888"/>
                      </a:cubicBezTo>
                      <a:cubicBezTo>
                        <a:pt x="17760" y="4888"/>
                        <a:pt x="14649" y="4817"/>
                        <a:pt x="11538" y="4605"/>
                      </a:cubicBezTo>
                      <a:cubicBezTo>
                        <a:pt x="10124" y="4534"/>
                        <a:pt x="8710" y="4464"/>
                        <a:pt x="7296" y="4322"/>
                      </a:cubicBezTo>
                      <a:cubicBezTo>
                        <a:pt x="6660" y="4322"/>
                        <a:pt x="5953" y="4181"/>
                        <a:pt x="5316" y="4110"/>
                      </a:cubicBezTo>
                      <a:cubicBezTo>
                        <a:pt x="4892" y="4110"/>
                        <a:pt x="4468" y="3969"/>
                        <a:pt x="4114" y="3827"/>
                      </a:cubicBezTo>
                      <a:cubicBezTo>
                        <a:pt x="3478" y="3474"/>
                        <a:pt x="3266" y="3615"/>
                        <a:pt x="3620" y="4322"/>
                      </a:cubicBezTo>
                      <a:lnTo>
                        <a:pt x="3125" y="5595"/>
                      </a:lnTo>
                      <a:cubicBezTo>
                        <a:pt x="3973" y="4605"/>
                        <a:pt x="5953" y="4393"/>
                        <a:pt x="7155" y="4181"/>
                      </a:cubicBezTo>
                      <a:cubicBezTo>
                        <a:pt x="8781" y="3898"/>
                        <a:pt x="10407" y="3686"/>
                        <a:pt x="12033" y="3615"/>
                      </a:cubicBezTo>
                      <a:cubicBezTo>
                        <a:pt x="13588" y="3474"/>
                        <a:pt x="15073" y="3615"/>
                        <a:pt x="16628" y="3474"/>
                      </a:cubicBezTo>
                      <a:cubicBezTo>
                        <a:pt x="18820" y="3262"/>
                        <a:pt x="18891" y="-203"/>
                        <a:pt x="16628" y="9"/>
                      </a:cubicBezTo>
                      <a:cubicBezTo>
                        <a:pt x="12881" y="363"/>
                        <a:pt x="9276" y="151"/>
                        <a:pt x="5528" y="999"/>
                      </a:cubicBezTo>
                      <a:cubicBezTo>
                        <a:pt x="3761" y="1423"/>
                        <a:pt x="579" y="2060"/>
                        <a:pt x="84" y="4110"/>
                      </a:cubicBezTo>
                      <a:cubicBezTo>
                        <a:pt x="-552" y="6585"/>
                        <a:pt x="2559" y="7363"/>
                        <a:pt x="4327" y="7716"/>
                      </a:cubicBezTo>
                      <a:cubicBezTo>
                        <a:pt x="9912" y="8847"/>
                        <a:pt x="15921" y="8918"/>
                        <a:pt x="21578" y="8847"/>
                      </a:cubicBezTo>
                      <a:cubicBezTo>
                        <a:pt x="24476" y="8847"/>
                        <a:pt x="27304" y="8635"/>
                        <a:pt x="30203" y="8494"/>
                      </a:cubicBezTo>
                      <a:cubicBezTo>
                        <a:pt x="33102" y="8352"/>
                        <a:pt x="36283" y="8282"/>
                        <a:pt x="39111" y="7363"/>
                      </a:cubicBezTo>
                      <a:cubicBezTo>
                        <a:pt x="39960" y="7079"/>
                        <a:pt x="40030" y="5807"/>
                        <a:pt x="39111" y="5595"/>
                      </a:cubicBezTo>
                      <a:lnTo>
                        <a:pt x="39111" y="5595"/>
                      </a:lnTo>
                      <a:close/>
                    </a:path>
                  </a:pathLst>
                </a:custGeom>
                <a:no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3" name="Shape 2233"/>
        <p:cNvGrpSpPr/>
        <p:nvPr/>
      </p:nvGrpSpPr>
      <p:grpSpPr>
        <a:xfrm>
          <a:off x="0" y="0"/>
          <a:ext cx="0" cy="0"/>
          <a:chOff x="0" y="0"/>
          <a:chExt cx="0" cy="0"/>
        </a:xfrm>
      </p:grpSpPr>
      <p:sp>
        <p:nvSpPr>
          <p:cNvPr id="2234" name="Google Shape;2234;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a:t>
            </a:r>
            <a:r>
              <a:rPr lang="en"/>
              <a:t>resources</a:t>
            </a:r>
            <a:endParaRPr/>
          </a:p>
        </p:txBody>
      </p:sp>
      <p:sp>
        <p:nvSpPr>
          <p:cNvPr id="2235" name="Google Shape;2235;p72"/>
          <p:cNvSpPr txBox="1"/>
          <p:nvPr>
            <p:ph idx="1" type="body"/>
          </p:nvPr>
        </p:nvSpPr>
        <p:spPr>
          <a:xfrm>
            <a:off x="720000" y="1102425"/>
            <a:ext cx="7704000" cy="134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0"/>
              </a:spcBef>
              <a:spcAft>
                <a:spcPts val="0"/>
              </a:spcAft>
              <a:buNone/>
            </a:pPr>
            <a:r>
              <a:rPr b="1" lang="en"/>
              <a:t>Vectors:</a:t>
            </a:r>
            <a:endParaRPr b="1"/>
          </a:p>
          <a:p>
            <a:pPr indent="-317500" lvl="0" marL="457200" rtl="0" algn="l">
              <a:spcBef>
                <a:spcPts val="0"/>
              </a:spcBef>
              <a:spcAft>
                <a:spcPts val="0"/>
              </a:spcAft>
              <a:buSzPts val="1400"/>
              <a:buFont typeface="Arial"/>
              <a:buChar char="●"/>
            </a:pPr>
            <a:r>
              <a:rPr lang="en" u="sng">
                <a:solidFill>
                  <a:schemeClr val="hlink"/>
                </a:solidFill>
                <a:hlinkClick r:id="rId3"/>
              </a:rPr>
              <a:t>Sketchy bullet journal planner template</a:t>
            </a:r>
            <a:endParaRPr/>
          </a:p>
          <a:p>
            <a:pPr indent="-317500" lvl="0" marL="457200" rtl="0" algn="l">
              <a:spcBef>
                <a:spcPts val="0"/>
              </a:spcBef>
              <a:spcAft>
                <a:spcPts val="0"/>
              </a:spcAft>
              <a:buSzPts val="1400"/>
              <a:buChar char="●"/>
            </a:pPr>
            <a:r>
              <a:rPr lang="en" u="sng">
                <a:solidFill>
                  <a:schemeClr val="hlink"/>
                </a:solidFill>
                <a:hlinkClick r:id="rId4"/>
              </a:rPr>
              <a:t>Hand drawn washi tape collection</a:t>
            </a:r>
            <a:endParaRPr b="1"/>
          </a:p>
        </p:txBody>
      </p:sp>
      <p:grpSp>
        <p:nvGrpSpPr>
          <p:cNvPr id="2236" name="Google Shape;2236;p72"/>
          <p:cNvGrpSpPr/>
          <p:nvPr/>
        </p:nvGrpSpPr>
        <p:grpSpPr>
          <a:xfrm rot="-2436372">
            <a:off x="1189894" y="3744503"/>
            <a:ext cx="1134389" cy="365431"/>
            <a:chOff x="5205994" y="6679527"/>
            <a:chExt cx="357594" cy="115208"/>
          </a:xfrm>
        </p:grpSpPr>
        <p:sp>
          <p:nvSpPr>
            <p:cNvPr id="2237" name="Google Shape;2237;p72"/>
            <p:cNvSpPr/>
            <p:nvPr/>
          </p:nvSpPr>
          <p:spPr>
            <a:xfrm>
              <a:off x="5205994" y="6679527"/>
              <a:ext cx="357594" cy="115208"/>
            </a:xfrm>
            <a:custGeom>
              <a:rect b="b" l="l" r="r" t="t"/>
              <a:pathLst>
                <a:path extrusionOk="0" h="115208" w="357594">
                  <a:moveTo>
                    <a:pt x="353031" y="41454"/>
                  </a:moveTo>
                  <a:cubicBezTo>
                    <a:pt x="336628" y="33182"/>
                    <a:pt x="321003" y="23708"/>
                    <a:pt x="305096" y="14588"/>
                  </a:cubicBezTo>
                  <a:cubicBezTo>
                    <a:pt x="297531" y="10275"/>
                    <a:pt x="290177" y="5326"/>
                    <a:pt x="282188" y="1932"/>
                  </a:cubicBezTo>
                  <a:cubicBezTo>
                    <a:pt x="279078" y="589"/>
                    <a:pt x="274482" y="-1462"/>
                    <a:pt x="271724" y="1579"/>
                  </a:cubicBezTo>
                  <a:cubicBezTo>
                    <a:pt x="266634" y="7093"/>
                    <a:pt x="272785" y="18971"/>
                    <a:pt x="275896" y="24061"/>
                  </a:cubicBezTo>
                  <a:cubicBezTo>
                    <a:pt x="277027" y="25829"/>
                    <a:pt x="278158" y="27597"/>
                    <a:pt x="279219" y="29435"/>
                  </a:cubicBezTo>
                  <a:cubicBezTo>
                    <a:pt x="279784" y="30495"/>
                    <a:pt x="280986" y="31485"/>
                    <a:pt x="280209" y="32687"/>
                  </a:cubicBezTo>
                  <a:cubicBezTo>
                    <a:pt x="279502" y="33748"/>
                    <a:pt x="279431" y="33111"/>
                    <a:pt x="278229" y="33253"/>
                  </a:cubicBezTo>
                  <a:cubicBezTo>
                    <a:pt x="273704" y="33818"/>
                    <a:pt x="268472" y="32899"/>
                    <a:pt x="263877" y="32616"/>
                  </a:cubicBezTo>
                  <a:cubicBezTo>
                    <a:pt x="254615" y="32051"/>
                    <a:pt x="245919" y="30001"/>
                    <a:pt x="237010" y="27455"/>
                  </a:cubicBezTo>
                  <a:cubicBezTo>
                    <a:pt x="228950" y="25122"/>
                    <a:pt x="220749" y="22930"/>
                    <a:pt x="212336" y="22860"/>
                  </a:cubicBezTo>
                  <a:cubicBezTo>
                    <a:pt x="204417" y="22789"/>
                    <a:pt x="196782" y="24981"/>
                    <a:pt x="189358" y="27526"/>
                  </a:cubicBezTo>
                  <a:cubicBezTo>
                    <a:pt x="181581" y="30213"/>
                    <a:pt x="173804" y="33323"/>
                    <a:pt x="165673" y="34667"/>
                  </a:cubicBezTo>
                  <a:cubicBezTo>
                    <a:pt x="156340" y="36151"/>
                    <a:pt x="146301" y="36222"/>
                    <a:pt x="136968" y="34808"/>
                  </a:cubicBezTo>
                  <a:cubicBezTo>
                    <a:pt x="127636" y="33394"/>
                    <a:pt x="119435" y="29930"/>
                    <a:pt x="110597" y="27385"/>
                  </a:cubicBezTo>
                  <a:cubicBezTo>
                    <a:pt x="102608" y="25051"/>
                    <a:pt x="94477" y="23355"/>
                    <a:pt x="86205" y="22435"/>
                  </a:cubicBezTo>
                  <a:cubicBezTo>
                    <a:pt x="69520" y="20597"/>
                    <a:pt x="52480" y="22365"/>
                    <a:pt x="36361" y="26678"/>
                  </a:cubicBezTo>
                  <a:cubicBezTo>
                    <a:pt x="28725" y="28728"/>
                    <a:pt x="21302" y="31415"/>
                    <a:pt x="14161" y="34667"/>
                  </a:cubicBezTo>
                  <a:cubicBezTo>
                    <a:pt x="10414" y="36364"/>
                    <a:pt x="6666" y="38202"/>
                    <a:pt x="3131" y="40252"/>
                  </a:cubicBezTo>
                  <a:cubicBezTo>
                    <a:pt x="1152" y="41383"/>
                    <a:pt x="-757" y="42586"/>
                    <a:pt x="303" y="45131"/>
                  </a:cubicBezTo>
                  <a:cubicBezTo>
                    <a:pt x="1717" y="48524"/>
                    <a:pt x="7444" y="50009"/>
                    <a:pt x="10484" y="51140"/>
                  </a:cubicBezTo>
                  <a:cubicBezTo>
                    <a:pt x="15575" y="53049"/>
                    <a:pt x="20807" y="54463"/>
                    <a:pt x="25968" y="56231"/>
                  </a:cubicBezTo>
                  <a:cubicBezTo>
                    <a:pt x="26392" y="56372"/>
                    <a:pt x="28159" y="57362"/>
                    <a:pt x="28583" y="57220"/>
                  </a:cubicBezTo>
                  <a:cubicBezTo>
                    <a:pt x="29149" y="57079"/>
                    <a:pt x="29149" y="56089"/>
                    <a:pt x="28372" y="56584"/>
                  </a:cubicBezTo>
                  <a:cubicBezTo>
                    <a:pt x="27452" y="57220"/>
                    <a:pt x="26533" y="60119"/>
                    <a:pt x="25968" y="61109"/>
                  </a:cubicBezTo>
                  <a:cubicBezTo>
                    <a:pt x="23564" y="65280"/>
                    <a:pt x="21019" y="69381"/>
                    <a:pt x="18473" y="73482"/>
                  </a:cubicBezTo>
                  <a:cubicBezTo>
                    <a:pt x="17130" y="75603"/>
                    <a:pt x="14656" y="78501"/>
                    <a:pt x="14373" y="81188"/>
                  </a:cubicBezTo>
                  <a:cubicBezTo>
                    <a:pt x="14019" y="84723"/>
                    <a:pt x="17766" y="85360"/>
                    <a:pt x="20524" y="85289"/>
                  </a:cubicBezTo>
                  <a:cubicBezTo>
                    <a:pt x="24695" y="85147"/>
                    <a:pt x="28725" y="83804"/>
                    <a:pt x="32897" y="83168"/>
                  </a:cubicBezTo>
                  <a:cubicBezTo>
                    <a:pt x="42794" y="81541"/>
                    <a:pt x="52834" y="80128"/>
                    <a:pt x="62803" y="78855"/>
                  </a:cubicBezTo>
                  <a:cubicBezTo>
                    <a:pt x="72772" y="77582"/>
                    <a:pt x="82104" y="77158"/>
                    <a:pt x="91649" y="79633"/>
                  </a:cubicBezTo>
                  <a:cubicBezTo>
                    <a:pt x="99992" y="81825"/>
                    <a:pt x="107910" y="85571"/>
                    <a:pt x="116253" y="87834"/>
                  </a:cubicBezTo>
                  <a:cubicBezTo>
                    <a:pt x="133009" y="92288"/>
                    <a:pt x="150543" y="91157"/>
                    <a:pt x="166875" y="85501"/>
                  </a:cubicBezTo>
                  <a:cubicBezTo>
                    <a:pt x="175430" y="82531"/>
                    <a:pt x="183772" y="78643"/>
                    <a:pt x="192681" y="76522"/>
                  </a:cubicBezTo>
                  <a:cubicBezTo>
                    <a:pt x="201589" y="74401"/>
                    <a:pt x="211275" y="74401"/>
                    <a:pt x="220608" y="75249"/>
                  </a:cubicBezTo>
                  <a:cubicBezTo>
                    <a:pt x="229940" y="76098"/>
                    <a:pt x="238566" y="77582"/>
                    <a:pt x="247545" y="78572"/>
                  </a:cubicBezTo>
                  <a:cubicBezTo>
                    <a:pt x="252211" y="79067"/>
                    <a:pt x="256807" y="79562"/>
                    <a:pt x="261473" y="79986"/>
                  </a:cubicBezTo>
                  <a:cubicBezTo>
                    <a:pt x="263806" y="80198"/>
                    <a:pt x="266139" y="80410"/>
                    <a:pt x="268472" y="80693"/>
                  </a:cubicBezTo>
                  <a:cubicBezTo>
                    <a:pt x="270805" y="80976"/>
                    <a:pt x="274553" y="80552"/>
                    <a:pt x="276603" y="81541"/>
                  </a:cubicBezTo>
                  <a:cubicBezTo>
                    <a:pt x="278088" y="82249"/>
                    <a:pt x="278300" y="82461"/>
                    <a:pt x="278370" y="84440"/>
                  </a:cubicBezTo>
                  <a:cubicBezTo>
                    <a:pt x="278370" y="85571"/>
                    <a:pt x="278229" y="86703"/>
                    <a:pt x="278017" y="87763"/>
                  </a:cubicBezTo>
                  <a:cubicBezTo>
                    <a:pt x="277734" y="89814"/>
                    <a:pt x="277169" y="91864"/>
                    <a:pt x="276603" y="93844"/>
                  </a:cubicBezTo>
                  <a:cubicBezTo>
                    <a:pt x="275472" y="97803"/>
                    <a:pt x="274058" y="101691"/>
                    <a:pt x="273280" y="105792"/>
                  </a:cubicBezTo>
                  <a:cubicBezTo>
                    <a:pt x="272290" y="110883"/>
                    <a:pt x="272432" y="116185"/>
                    <a:pt x="279148" y="115054"/>
                  </a:cubicBezTo>
                  <a:cubicBezTo>
                    <a:pt x="284946" y="114135"/>
                    <a:pt x="289046" y="108762"/>
                    <a:pt x="293218" y="105085"/>
                  </a:cubicBezTo>
                  <a:cubicBezTo>
                    <a:pt x="300358" y="99005"/>
                    <a:pt x="307923" y="93349"/>
                    <a:pt x="315277" y="87481"/>
                  </a:cubicBezTo>
                  <a:cubicBezTo>
                    <a:pt x="322629" y="81612"/>
                    <a:pt x="329982" y="75603"/>
                    <a:pt x="337335" y="69664"/>
                  </a:cubicBezTo>
                  <a:cubicBezTo>
                    <a:pt x="340870" y="66765"/>
                    <a:pt x="344476" y="63866"/>
                    <a:pt x="348011" y="60968"/>
                  </a:cubicBezTo>
                  <a:cubicBezTo>
                    <a:pt x="350839" y="58634"/>
                    <a:pt x="354798" y="56372"/>
                    <a:pt x="356566" y="53120"/>
                  </a:cubicBezTo>
                  <a:cubicBezTo>
                    <a:pt x="358899" y="48878"/>
                    <a:pt x="357061" y="43999"/>
                    <a:pt x="353101" y="41596"/>
                  </a:cubicBezTo>
                  <a:cubicBezTo>
                    <a:pt x="351122" y="40393"/>
                    <a:pt x="349354" y="43434"/>
                    <a:pt x="351334" y="44636"/>
                  </a:cubicBezTo>
                  <a:cubicBezTo>
                    <a:pt x="356283" y="47605"/>
                    <a:pt x="353455" y="51918"/>
                    <a:pt x="350203" y="54675"/>
                  </a:cubicBezTo>
                  <a:cubicBezTo>
                    <a:pt x="346668" y="57574"/>
                    <a:pt x="343133" y="60473"/>
                    <a:pt x="339527" y="63371"/>
                  </a:cubicBezTo>
                  <a:cubicBezTo>
                    <a:pt x="332669" y="68957"/>
                    <a:pt x="325740" y="74613"/>
                    <a:pt x="318812" y="80128"/>
                  </a:cubicBezTo>
                  <a:cubicBezTo>
                    <a:pt x="311883" y="85642"/>
                    <a:pt x="305237" y="91086"/>
                    <a:pt x="298379" y="96530"/>
                  </a:cubicBezTo>
                  <a:cubicBezTo>
                    <a:pt x="295410" y="98934"/>
                    <a:pt x="292299" y="101197"/>
                    <a:pt x="289470" y="103742"/>
                  </a:cubicBezTo>
                  <a:cubicBezTo>
                    <a:pt x="286925" y="106075"/>
                    <a:pt x="284592" y="108762"/>
                    <a:pt x="281552" y="110388"/>
                  </a:cubicBezTo>
                  <a:cubicBezTo>
                    <a:pt x="280209" y="111094"/>
                    <a:pt x="277239" y="112579"/>
                    <a:pt x="276179" y="110529"/>
                  </a:cubicBezTo>
                  <a:cubicBezTo>
                    <a:pt x="275543" y="109327"/>
                    <a:pt x="276956" y="105227"/>
                    <a:pt x="277310" y="103883"/>
                  </a:cubicBezTo>
                  <a:cubicBezTo>
                    <a:pt x="278300" y="100136"/>
                    <a:pt x="279643" y="96460"/>
                    <a:pt x="280562" y="92642"/>
                  </a:cubicBezTo>
                  <a:cubicBezTo>
                    <a:pt x="281481" y="88824"/>
                    <a:pt x="283956" y="80693"/>
                    <a:pt x="279502" y="78501"/>
                  </a:cubicBezTo>
                  <a:cubicBezTo>
                    <a:pt x="276674" y="77158"/>
                    <a:pt x="272361" y="77511"/>
                    <a:pt x="269250" y="77158"/>
                  </a:cubicBezTo>
                  <a:cubicBezTo>
                    <a:pt x="264584" y="76734"/>
                    <a:pt x="259988" y="76239"/>
                    <a:pt x="255322" y="75744"/>
                  </a:cubicBezTo>
                  <a:cubicBezTo>
                    <a:pt x="246696" y="74896"/>
                    <a:pt x="238071" y="73764"/>
                    <a:pt x="229445" y="72633"/>
                  </a:cubicBezTo>
                  <a:cubicBezTo>
                    <a:pt x="212901" y="70512"/>
                    <a:pt x="197276" y="70441"/>
                    <a:pt x="181440" y="76169"/>
                  </a:cubicBezTo>
                  <a:cubicBezTo>
                    <a:pt x="173733" y="78926"/>
                    <a:pt x="166239" y="82249"/>
                    <a:pt x="158320" y="84370"/>
                  </a:cubicBezTo>
                  <a:cubicBezTo>
                    <a:pt x="150048" y="86561"/>
                    <a:pt x="141352" y="87410"/>
                    <a:pt x="132797" y="86915"/>
                  </a:cubicBezTo>
                  <a:cubicBezTo>
                    <a:pt x="124242" y="86420"/>
                    <a:pt x="115616" y="84157"/>
                    <a:pt x="107345" y="81188"/>
                  </a:cubicBezTo>
                  <a:cubicBezTo>
                    <a:pt x="100063" y="78572"/>
                    <a:pt x="92780" y="75674"/>
                    <a:pt x="85003" y="74684"/>
                  </a:cubicBezTo>
                  <a:cubicBezTo>
                    <a:pt x="68176" y="72492"/>
                    <a:pt x="50289" y="77017"/>
                    <a:pt x="33674" y="79491"/>
                  </a:cubicBezTo>
                  <a:cubicBezTo>
                    <a:pt x="29291" y="80128"/>
                    <a:pt x="24907" y="81612"/>
                    <a:pt x="20524" y="81754"/>
                  </a:cubicBezTo>
                  <a:cubicBezTo>
                    <a:pt x="18827" y="81754"/>
                    <a:pt x="18120" y="82036"/>
                    <a:pt x="18191" y="80764"/>
                  </a:cubicBezTo>
                  <a:cubicBezTo>
                    <a:pt x="18191" y="79633"/>
                    <a:pt x="20029" y="77653"/>
                    <a:pt x="20595" y="76663"/>
                  </a:cubicBezTo>
                  <a:cubicBezTo>
                    <a:pt x="22927" y="72775"/>
                    <a:pt x="25332" y="68957"/>
                    <a:pt x="27665" y="65068"/>
                  </a:cubicBezTo>
                  <a:cubicBezTo>
                    <a:pt x="29008" y="62806"/>
                    <a:pt x="31482" y="59695"/>
                    <a:pt x="31907" y="57008"/>
                  </a:cubicBezTo>
                  <a:cubicBezTo>
                    <a:pt x="32331" y="54322"/>
                    <a:pt x="29573" y="53827"/>
                    <a:pt x="27523" y="53120"/>
                  </a:cubicBezTo>
                  <a:cubicBezTo>
                    <a:pt x="22786" y="51423"/>
                    <a:pt x="17978" y="50080"/>
                    <a:pt x="13241" y="48453"/>
                  </a:cubicBezTo>
                  <a:cubicBezTo>
                    <a:pt x="10908" y="47605"/>
                    <a:pt x="8505" y="46827"/>
                    <a:pt x="6313" y="45696"/>
                  </a:cubicBezTo>
                  <a:cubicBezTo>
                    <a:pt x="5889" y="45484"/>
                    <a:pt x="4333" y="44918"/>
                    <a:pt x="4192" y="44423"/>
                  </a:cubicBezTo>
                  <a:cubicBezTo>
                    <a:pt x="3838" y="43363"/>
                    <a:pt x="7868" y="41737"/>
                    <a:pt x="8929" y="41171"/>
                  </a:cubicBezTo>
                  <a:cubicBezTo>
                    <a:pt x="16352" y="37283"/>
                    <a:pt x="24059" y="34101"/>
                    <a:pt x="32048" y="31627"/>
                  </a:cubicBezTo>
                  <a:cubicBezTo>
                    <a:pt x="47532" y="26819"/>
                    <a:pt x="63864" y="24486"/>
                    <a:pt x="80054" y="25476"/>
                  </a:cubicBezTo>
                  <a:cubicBezTo>
                    <a:pt x="88255" y="25971"/>
                    <a:pt x="96386" y="27385"/>
                    <a:pt x="104375" y="29364"/>
                  </a:cubicBezTo>
                  <a:cubicBezTo>
                    <a:pt x="112364" y="31344"/>
                    <a:pt x="119576" y="34384"/>
                    <a:pt x="127282" y="36434"/>
                  </a:cubicBezTo>
                  <a:cubicBezTo>
                    <a:pt x="142342" y="40464"/>
                    <a:pt x="159593" y="40464"/>
                    <a:pt x="174581" y="36151"/>
                  </a:cubicBezTo>
                  <a:cubicBezTo>
                    <a:pt x="190347" y="31627"/>
                    <a:pt x="204417" y="24345"/>
                    <a:pt x="221315" y="27243"/>
                  </a:cubicBezTo>
                  <a:cubicBezTo>
                    <a:pt x="229445" y="28657"/>
                    <a:pt x="237222" y="31415"/>
                    <a:pt x="245212" y="33465"/>
                  </a:cubicBezTo>
                  <a:cubicBezTo>
                    <a:pt x="253201" y="35515"/>
                    <a:pt x="260695" y="36081"/>
                    <a:pt x="268543" y="36434"/>
                  </a:cubicBezTo>
                  <a:cubicBezTo>
                    <a:pt x="272219" y="36576"/>
                    <a:pt x="276108" y="37141"/>
                    <a:pt x="279784" y="36858"/>
                  </a:cubicBezTo>
                  <a:cubicBezTo>
                    <a:pt x="281481" y="36788"/>
                    <a:pt x="282966" y="36505"/>
                    <a:pt x="283814" y="34737"/>
                  </a:cubicBezTo>
                  <a:cubicBezTo>
                    <a:pt x="286077" y="29788"/>
                    <a:pt x="278724" y="22577"/>
                    <a:pt x="276744" y="18618"/>
                  </a:cubicBezTo>
                  <a:cubicBezTo>
                    <a:pt x="275048" y="15295"/>
                    <a:pt x="273704" y="11194"/>
                    <a:pt x="273563" y="7447"/>
                  </a:cubicBezTo>
                  <a:cubicBezTo>
                    <a:pt x="273563" y="5892"/>
                    <a:pt x="273421" y="3912"/>
                    <a:pt x="275260" y="3488"/>
                  </a:cubicBezTo>
                  <a:cubicBezTo>
                    <a:pt x="278229" y="2710"/>
                    <a:pt x="283320" y="6245"/>
                    <a:pt x="285865" y="7588"/>
                  </a:cubicBezTo>
                  <a:cubicBezTo>
                    <a:pt x="300641" y="15295"/>
                    <a:pt x="314782" y="24415"/>
                    <a:pt x="329275" y="32616"/>
                  </a:cubicBezTo>
                  <a:cubicBezTo>
                    <a:pt x="336487" y="36717"/>
                    <a:pt x="343840" y="40747"/>
                    <a:pt x="351263" y="44494"/>
                  </a:cubicBezTo>
                  <a:cubicBezTo>
                    <a:pt x="353314" y="45484"/>
                    <a:pt x="355081" y="42444"/>
                    <a:pt x="353031" y="414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8" name="Google Shape;2238;p72"/>
            <p:cNvSpPr/>
            <p:nvPr/>
          </p:nvSpPr>
          <p:spPr>
            <a:xfrm>
              <a:off x="5215310" y="6712761"/>
              <a:ext cx="343308" cy="17052"/>
            </a:xfrm>
            <a:custGeom>
              <a:rect b="b" l="l" r="r" t="t"/>
              <a:pathLst>
                <a:path extrusionOk="0" h="17052" w="343308">
                  <a:moveTo>
                    <a:pt x="603" y="16422"/>
                  </a:moveTo>
                  <a:cubicBezTo>
                    <a:pt x="12551" y="12392"/>
                    <a:pt x="24288" y="7584"/>
                    <a:pt x="36519" y="4615"/>
                  </a:cubicBezTo>
                  <a:cubicBezTo>
                    <a:pt x="49811" y="1363"/>
                    <a:pt x="62607" y="726"/>
                    <a:pt x="76041" y="3483"/>
                  </a:cubicBezTo>
                  <a:cubicBezTo>
                    <a:pt x="99655" y="8291"/>
                    <a:pt x="122703" y="18896"/>
                    <a:pt x="147308" y="16775"/>
                  </a:cubicBezTo>
                  <a:cubicBezTo>
                    <a:pt x="168447" y="14937"/>
                    <a:pt x="187324" y="1999"/>
                    <a:pt x="208676" y="2211"/>
                  </a:cubicBezTo>
                  <a:cubicBezTo>
                    <a:pt x="219140" y="2282"/>
                    <a:pt x="229179" y="6311"/>
                    <a:pt x="239290" y="8433"/>
                  </a:cubicBezTo>
                  <a:cubicBezTo>
                    <a:pt x="249400" y="10554"/>
                    <a:pt x="259651" y="10695"/>
                    <a:pt x="269762" y="11119"/>
                  </a:cubicBezTo>
                  <a:cubicBezTo>
                    <a:pt x="281569" y="11614"/>
                    <a:pt x="293376" y="11049"/>
                    <a:pt x="305183" y="11119"/>
                  </a:cubicBezTo>
                  <a:cubicBezTo>
                    <a:pt x="317626" y="11190"/>
                    <a:pt x="330423" y="12038"/>
                    <a:pt x="342725" y="10412"/>
                  </a:cubicBezTo>
                  <a:cubicBezTo>
                    <a:pt x="343503" y="10341"/>
                    <a:pt x="343503" y="9281"/>
                    <a:pt x="342725" y="9210"/>
                  </a:cubicBezTo>
                  <a:cubicBezTo>
                    <a:pt x="320808" y="7796"/>
                    <a:pt x="298749" y="8715"/>
                    <a:pt x="276832" y="8715"/>
                  </a:cubicBezTo>
                  <a:cubicBezTo>
                    <a:pt x="265873" y="8715"/>
                    <a:pt x="254278" y="8433"/>
                    <a:pt x="243461" y="6735"/>
                  </a:cubicBezTo>
                  <a:cubicBezTo>
                    <a:pt x="233633" y="5180"/>
                    <a:pt x="224159" y="2140"/>
                    <a:pt x="214261" y="797"/>
                  </a:cubicBezTo>
                  <a:cubicBezTo>
                    <a:pt x="193192" y="-2031"/>
                    <a:pt x="174245" y="10341"/>
                    <a:pt x="154095" y="14018"/>
                  </a:cubicBezTo>
                  <a:cubicBezTo>
                    <a:pt x="127865" y="18825"/>
                    <a:pt x="103190" y="7443"/>
                    <a:pt x="78020" y="2069"/>
                  </a:cubicBezTo>
                  <a:cubicBezTo>
                    <a:pt x="64870" y="-759"/>
                    <a:pt x="52215" y="-688"/>
                    <a:pt x="39064" y="2282"/>
                  </a:cubicBezTo>
                  <a:cubicBezTo>
                    <a:pt x="25914" y="5251"/>
                    <a:pt x="12692" y="10271"/>
                    <a:pt x="179" y="15785"/>
                  </a:cubicBezTo>
                  <a:cubicBezTo>
                    <a:pt x="-175" y="15927"/>
                    <a:pt x="37" y="16634"/>
                    <a:pt x="461" y="16492"/>
                  </a:cubicBezTo>
                  <a:lnTo>
                    <a:pt x="461" y="1649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9" name="Google Shape;2239;p72"/>
            <p:cNvSpPr/>
            <p:nvPr/>
          </p:nvSpPr>
          <p:spPr>
            <a:xfrm>
              <a:off x="5233525" y="6727356"/>
              <a:ext cx="329308" cy="13808"/>
            </a:xfrm>
            <a:custGeom>
              <a:rect b="b" l="l" r="r" t="t"/>
              <a:pathLst>
                <a:path extrusionOk="0" h="13808" w="329308">
                  <a:moveTo>
                    <a:pt x="559" y="8613"/>
                  </a:moveTo>
                  <a:cubicBezTo>
                    <a:pt x="18093" y="-154"/>
                    <a:pt x="36121" y="695"/>
                    <a:pt x="54857" y="4725"/>
                  </a:cubicBezTo>
                  <a:cubicBezTo>
                    <a:pt x="75784" y="9250"/>
                    <a:pt x="96359" y="14269"/>
                    <a:pt x="117993" y="13774"/>
                  </a:cubicBezTo>
                  <a:cubicBezTo>
                    <a:pt x="131992" y="13421"/>
                    <a:pt x="145566" y="11017"/>
                    <a:pt x="159000" y="7199"/>
                  </a:cubicBezTo>
                  <a:cubicBezTo>
                    <a:pt x="166777" y="5007"/>
                    <a:pt x="174554" y="2886"/>
                    <a:pt x="182614" y="2462"/>
                  </a:cubicBezTo>
                  <a:cubicBezTo>
                    <a:pt x="190674" y="2038"/>
                    <a:pt x="199016" y="2957"/>
                    <a:pt x="207147" y="4371"/>
                  </a:cubicBezTo>
                  <a:cubicBezTo>
                    <a:pt x="221429" y="6846"/>
                    <a:pt x="235710" y="10593"/>
                    <a:pt x="250275" y="10522"/>
                  </a:cubicBezTo>
                  <a:cubicBezTo>
                    <a:pt x="257415" y="10522"/>
                    <a:pt x="264556" y="9886"/>
                    <a:pt x="271626" y="9250"/>
                  </a:cubicBezTo>
                  <a:cubicBezTo>
                    <a:pt x="282727" y="8331"/>
                    <a:pt x="293827" y="7199"/>
                    <a:pt x="304927" y="5927"/>
                  </a:cubicBezTo>
                  <a:cubicBezTo>
                    <a:pt x="312774" y="5007"/>
                    <a:pt x="320834" y="4371"/>
                    <a:pt x="328541" y="2392"/>
                  </a:cubicBezTo>
                  <a:cubicBezTo>
                    <a:pt x="329884" y="2038"/>
                    <a:pt x="329319" y="129"/>
                    <a:pt x="327975" y="412"/>
                  </a:cubicBezTo>
                  <a:cubicBezTo>
                    <a:pt x="311078" y="3523"/>
                    <a:pt x="293756" y="4796"/>
                    <a:pt x="276646" y="6351"/>
                  </a:cubicBezTo>
                  <a:cubicBezTo>
                    <a:pt x="268586" y="7058"/>
                    <a:pt x="260597" y="7836"/>
                    <a:pt x="252537" y="8118"/>
                  </a:cubicBezTo>
                  <a:cubicBezTo>
                    <a:pt x="238751" y="8613"/>
                    <a:pt x="225176" y="5502"/>
                    <a:pt x="211672" y="3169"/>
                  </a:cubicBezTo>
                  <a:cubicBezTo>
                    <a:pt x="197037" y="624"/>
                    <a:pt x="182614" y="-649"/>
                    <a:pt x="168050" y="2886"/>
                  </a:cubicBezTo>
                  <a:cubicBezTo>
                    <a:pt x="160626" y="4654"/>
                    <a:pt x="153414" y="7129"/>
                    <a:pt x="145920" y="8684"/>
                  </a:cubicBezTo>
                  <a:cubicBezTo>
                    <a:pt x="138426" y="10239"/>
                    <a:pt x="131002" y="11229"/>
                    <a:pt x="123437" y="11653"/>
                  </a:cubicBezTo>
                  <a:cubicBezTo>
                    <a:pt x="100813" y="12926"/>
                    <a:pt x="79249" y="8048"/>
                    <a:pt x="57332" y="3311"/>
                  </a:cubicBezTo>
                  <a:cubicBezTo>
                    <a:pt x="37606" y="-931"/>
                    <a:pt x="18304" y="-2628"/>
                    <a:pt x="205" y="7765"/>
                  </a:cubicBezTo>
                  <a:cubicBezTo>
                    <a:pt x="-290" y="8048"/>
                    <a:pt x="205" y="8826"/>
                    <a:pt x="700" y="8542"/>
                  </a:cubicBezTo>
                  <a:lnTo>
                    <a:pt x="700" y="854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0" name="Google Shape;2240;p72"/>
            <p:cNvSpPr/>
            <p:nvPr/>
          </p:nvSpPr>
          <p:spPr>
            <a:xfrm>
              <a:off x="5234585" y="6739607"/>
              <a:ext cx="315310" cy="13851"/>
            </a:xfrm>
            <a:custGeom>
              <a:rect b="b" l="l" r="r" t="t"/>
              <a:pathLst>
                <a:path extrusionOk="0" h="13851" w="315310">
                  <a:moveTo>
                    <a:pt x="700" y="8664"/>
                  </a:moveTo>
                  <a:cubicBezTo>
                    <a:pt x="16749" y="675"/>
                    <a:pt x="33435" y="463"/>
                    <a:pt x="50756" y="3927"/>
                  </a:cubicBezTo>
                  <a:cubicBezTo>
                    <a:pt x="69139" y="7533"/>
                    <a:pt x="87096" y="12553"/>
                    <a:pt x="105832" y="13613"/>
                  </a:cubicBezTo>
                  <a:cubicBezTo>
                    <a:pt x="117357" y="14250"/>
                    <a:pt x="128952" y="13613"/>
                    <a:pt x="140335" y="11704"/>
                  </a:cubicBezTo>
                  <a:cubicBezTo>
                    <a:pt x="154899" y="9301"/>
                    <a:pt x="168756" y="3150"/>
                    <a:pt x="183604" y="2513"/>
                  </a:cubicBezTo>
                  <a:cubicBezTo>
                    <a:pt x="208702" y="1453"/>
                    <a:pt x="232670" y="11846"/>
                    <a:pt x="257910" y="10361"/>
                  </a:cubicBezTo>
                  <a:cubicBezTo>
                    <a:pt x="268162" y="9796"/>
                    <a:pt x="278413" y="8735"/>
                    <a:pt x="288594" y="7604"/>
                  </a:cubicBezTo>
                  <a:cubicBezTo>
                    <a:pt x="297220" y="6614"/>
                    <a:pt x="306129" y="5836"/>
                    <a:pt x="314542" y="3715"/>
                  </a:cubicBezTo>
                  <a:cubicBezTo>
                    <a:pt x="315885" y="3362"/>
                    <a:pt x="315320" y="1453"/>
                    <a:pt x="313976" y="1736"/>
                  </a:cubicBezTo>
                  <a:cubicBezTo>
                    <a:pt x="296725" y="4846"/>
                    <a:pt x="278979" y="6543"/>
                    <a:pt x="261516" y="7745"/>
                  </a:cubicBezTo>
                  <a:cubicBezTo>
                    <a:pt x="250981" y="8452"/>
                    <a:pt x="240730" y="8169"/>
                    <a:pt x="230266" y="6543"/>
                  </a:cubicBezTo>
                  <a:cubicBezTo>
                    <a:pt x="216904" y="4422"/>
                    <a:pt x="203612" y="1170"/>
                    <a:pt x="190037" y="746"/>
                  </a:cubicBezTo>
                  <a:cubicBezTo>
                    <a:pt x="175756" y="251"/>
                    <a:pt x="162959" y="4846"/>
                    <a:pt x="149243" y="8099"/>
                  </a:cubicBezTo>
                  <a:cubicBezTo>
                    <a:pt x="136587" y="11139"/>
                    <a:pt x="123366" y="12341"/>
                    <a:pt x="110287" y="11987"/>
                  </a:cubicBezTo>
                  <a:cubicBezTo>
                    <a:pt x="90420" y="11422"/>
                    <a:pt x="71543" y="6190"/>
                    <a:pt x="52170" y="2301"/>
                  </a:cubicBezTo>
                  <a:cubicBezTo>
                    <a:pt x="34141" y="-1305"/>
                    <a:pt x="16608" y="-1517"/>
                    <a:pt x="205" y="7887"/>
                  </a:cubicBezTo>
                  <a:cubicBezTo>
                    <a:pt x="-290" y="8169"/>
                    <a:pt x="205" y="8947"/>
                    <a:pt x="700" y="8664"/>
                  </a:cubicBezTo>
                  <a:lnTo>
                    <a:pt x="700" y="86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1" name="Google Shape;2241;p72"/>
            <p:cNvSpPr/>
            <p:nvPr/>
          </p:nvSpPr>
          <p:spPr>
            <a:xfrm>
              <a:off x="5489689" y="6710800"/>
              <a:ext cx="49641" cy="3364"/>
            </a:xfrm>
            <a:custGeom>
              <a:rect b="b" l="l" r="r" t="t"/>
              <a:pathLst>
                <a:path extrusionOk="0" h="3364" w="49641">
                  <a:moveTo>
                    <a:pt x="262" y="707"/>
                  </a:moveTo>
                  <a:cubicBezTo>
                    <a:pt x="16523" y="3111"/>
                    <a:pt x="32926" y="4525"/>
                    <a:pt x="49258" y="2121"/>
                  </a:cubicBezTo>
                  <a:cubicBezTo>
                    <a:pt x="49823" y="2050"/>
                    <a:pt x="49753" y="990"/>
                    <a:pt x="49116" y="1061"/>
                  </a:cubicBezTo>
                  <a:cubicBezTo>
                    <a:pt x="32784" y="2687"/>
                    <a:pt x="16594" y="1626"/>
                    <a:pt x="332" y="0"/>
                  </a:cubicBezTo>
                  <a:cubicBezTo>
                    <a:pt x="-21" y="0"/>
                    <a:pt x="-163" y="636"/>
                    <a:pt x="262" y="707"/>
                  </a:cubicBezTo>
                  <a:lnTo>
                    <a:pt x="262" y="70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2" name="Google Shape;2242;p72"/>
            <p:cNvSpPr/>
            <p:nvPr/>
          </p:nvSpPr>
          <p:spPr>
            <a:xfrm>
              <a:off x="5487228" y="6702874"/>
              <a:ext cx="37241" cy="2128"/>
            </a:xfrm>
            <a:custGeom>
              <a:rect b="b" l="l" r="r" t="t"/>
              <a:pathLst>
                <a:path extrusionOk="0" h="2128" w="37241">
                  <a:moveTo>
                    <a:pt x="247" y="1775"/>
                  </a:moveTo>
                  <a:cubicBezTo>
                    <a:pt x="6398" y="1917"/>
                    <a:pt x="12620" y="2129"/>
                    <a:pt x="18771" y="2129"/>
                  </a:cubicBezTo>
                  <a:cubicBezTo>
                    <a:pt x="21670" y="2129"/>
                    <a:pt x="24639" y="2129"/>
                    <a:pt x="27538" y="1988"/>
                  </a:cubicBezTo>
                  <a:cubicBezTo>
                    <a:pt x="30437" y="1846"/>
                    <a:pt x="33901" y="1988"/>
                    <a:pt x="36800" y="1280"/>
                  </a:cubicBezTo>
                  <a:cubicBezTo>
                    <a:pt x="37507" y="1069"/>
                    <a:pt x="37295" y="149"/>
                    <a:pt x="36659" y="79"/>
                  </a:cubicBezTo>
                  <a:cubicBezTo>
                    <a:pt x="33618" y="-204"/>
                    <a:pt x="30295" y="361"/>
                    <a:pt x="27255" y="432"/>
                  </a:cubicBezTo>
                  <a:cubicBezTo>
                    <a:pt x="24357" y="503"/>
                    <a:pt x="21458" y="644"/>
                    <a:pt x="18488" y="715"/>
                  </a:cubicBezTo>
                  <a:cubicBezTo>
                    <a:pt x="12408" y="856"/>
                    <a:pt x="6328" y="998"/>
                    <a:pt x="318" y="1139"/>
                  </a:cubicBezTo>
                  <a:cubicBezTo>
                    <a:pt x="-106" y="1139"/>
                    <a:pt x="-106" y="1775"/>
                    <a:pt x="318" y="1775"/>
                  </a:cubicBezTo>
                  <a:lnTo>
                    <a:pt x="318" y="177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3" name="Google Shape;2243;p72"/>
            <p:cNvSpPr/>
            <p:nvPr/>
          </p:nvSpPr>
          <p:spPr>
            <a:xfrm>
              <a:off x="5482368" y="6694963"/>
              <a:ext cx="29782" cy="1865"/>
            </a:xfrm>
            <a:custGeom>
              <a:rect b="b" l="l" r="r" t="t"/>
              <a:pathLst>
                <a:path extrusionOk="0" h="1865" w="29782">
                  <a:moveTo>
                    <a:pt x="371" y="1697"/>
                  </a:moveTo>
                  <a:cubicBezTo>
                    <a:pt x="9916" y="1838"/>
                    <a:pt x="19602" y="2121"/>
                    <a:pt x="29147" y="1343"/>
                  </a:cubicBezTo>
                  <a:cubicBezTo>
                    <a:pt x="29995" y="1273"/>
                    <a:pt x="29995" y="0"/>
                    <a:pt x="29147" y="0"/>
                  </a:cubicBezTo>
                  <a:cubicBezTo>
                    <a:pt x="19602" y="0"/>
                    <a:pt x="9986" y="778"/>
                    <a:pt x="371" y="990"/>
                  </a:cubicBezTo>
                  <a:cubicBezTo>
                    <a:pt x="-124" y="990"/>
                    <a:pt x="-124" y="1697"/>
                    <a:pt x="371" y="1697"/>
                  </a:cubicBezTo>
                  <a:lnTo>
                    <a:pt x="371" y="169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4" name="Google Shape;2244;p72"/>
            <p:cNvSpPr/>
            <p:nvPr/>
          </p:nvSpPr>
          <p:spPr>
            <a:xfrm>
              <a:off x="5478479" y="6689163"/>
              <a:ext cx="23143" cy="2477"/>
            </a:xfrm>
            <a:custGeom>
              <a:rect b="b" l="l" r="r" t="t"/>
              <a:pathLst>
                <a:path extrusionOk="0" h="2477" w="23143">
                  <a:moveTo>
                    <a:pt x="371" y="851"/>
                  </a:moveTo>
                  <a:cubicBezTo>
                    <a:pt x="4118" y="851"/>
                    <a:pt x="7795" y="1064"/>
                    <a:pt x="11542" y="1346"/>
                  </a:cubicBezTo>
                  <a:cubicBezTo>
                    <a:pt x="15289" y="1629"/>
                    <a:pt x="18966" y="2407"/>
                    <a:pt x="22642" y="2477"/>
                  </a:cubicBezTo>
                  <a:cubicBezTo>
                    <a:pt x="23208" y="2477"/>
                    <a:pt x="23349" y="1629"/>
                    <a:pt x="22783" y="1488"/>
                  </a:cubicBezTo>
                  <a:cubicBezTo>
                    <a:pt x="19248" y="569"/>
                    <a:pt x="15431" y="427"/>
                    <a:pt x="11754" y="215"/>
                  </a:cubicBezTo>
                  <a:cubicBezTo>
                    <a:pt x="8077" y="3"/>
                    <a:pt x="4189" y="-68"/>
                    <a:pt x="371" y="74"/>
                  </a:cubicBezTo>
                  <a:cubicBezTo>
                    <a:pt x="-124" y="74"/>
                    <a:pt x="-124" y="780"/>
                    <a:pt x="371" y="780"/>
                  </a:cubicBezTo>
                  <a:lnTo>
                    <a:pt x="371" y="78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5" name="Google Shape;2245;p72"/>
            <p:cNvSpPr/>
            <p:nvPr/>
          </p:nvSpPr>
          <p:spPr>
            <a:xfrm>
              <a:off x="5485729" y="6751513"/>
              <a:ext cx="49461" cy="11676"/>
            </a:xfrm>
            <a:custGeom>
              <a:rect b="b" l="l" r="r" t="t"/>
              <a:pathLst>
                <a:path extrusionOk="0" h="11676" w="49461">
                  <a:moveTo>
                    <a:pt x="545" y="11677"/>
                  </a:moveTo>
                  <a:cubicBezTo>
                    <a:pt x="8746" y="10545"/>
                    <a:pt x="16877" y="9060"/>
                    <a:pt x="24937" y="7364"/>
                  </a:cubicBezTo>
                  <a:cubicBezTo>
                    <a:pt x="32996" y="5667"/>
                    <a:pt x="41269" y="4112"/>
                    <a:pt x="48975" y="1425"/>
                  </a:cubicBezTo>
                  <a:cubicBezTo>
                    <a:pt x="49823" y="1142"/>
                    <a:pt x="49470" y="-131"/>
                    <a:pt x="48621" y="11"/>
                  </a:cubicBezTo>
                  <a:cubicBezTo>
                    <a:pt x="40561" y="1425"/>
                    <a:pt x="32572" y="3829"/>
                    <a:pt x="24513" y="5596"/>
                  </a:cubicBezTo>
                  <a:cubicBezTo>
                    <a:pt x="16453" y="7364"/>
                    <a:pt x="8393" y="9060"/>
                    <a:pt x="333" y="10758"/>
                  </a:cubicBezTo>
                  <a:cubicBezTo>
                    <a:pt x="-233" y="10899"/>
                    <a:pt x="-21" y="11747"/>
                    <a:pt x="545" y="11606"/>
                  </a:cubicBezTo>
                  <a:lnTo>
                    <a:pt x="545" y="116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6" name="Google Shape;2246;p72"/>
            <p:cNvSpPr/>
            <p:nvPr/>
          </p:nvSpPr>
          <p:spPr>
            <a:xfrm>
              <a:off x="5484114" y="6761340"/>
              <a:ext cx="39608" cy="11186"/>
            </a:xfrm>
            <a:custGeom>
              <a:rect b="b" l="l" r="r" t="t"/>
              <a:pathLst>
                <a:path extrusionOk="0" h="11186" w="39608">
                  <a:moveTo>
                    <a:pt x="393" y="11182"/>
                  </a:moveTo>
                  <a:cubicBezTo>
                    <a:pt x="7109" y="10051"/>
                    <a:pt x="13755" y="9061"/>
                    <a:pt x="20330" y="7364"/>
                  </a:cubicBezTo>
                  <a:cubicBezTo>
                    <a:pt x="23512" y="6516"/>
                    <a:pt x="26764" y="5668"/>
                    <a:pt x="29946" y="4678"/>
                  </a:cubicBezTo>
                  <a:cubicBezTo>
                    <a:pt x="33127" y="3688"/>
                    <a:pt x="36309" y="2910"/>
                    <a:pt x="39207" y="1496"/>
                  </a:cubicBezTo>
                  <a:cubicBezTo>
                    <a:pt x="40056" y="1072"/>
                    <a:pt x="39420" y="-130"/>
                    <a:pt x="38571" y="12"/>
                  </a:cubicBezTo>
                  <a:cubicBezTo>
                    <a:pt x="35248" y="789"/>
                    <a:pt x="31996" y="2132"/>
                    <a:pt x="28744" y="3193"/>
                  </a:cubicBezTo>
                  <a:cubicBezTo>
                    <a:pt x="25704" y="4183"/>
                    <a:pt x="22663" y="5031"/>
                    <a:pt x="19552" y="5879"/>
                  </a:cubicBezTo>
                  <a:cubicBezTo>
                    <a:pt x="13190" y="7577"/>
                    <a:pt x="6755" y="9344"/>
                    <a:pt x="251" y="10475"/>
                  </a:cubicBezTo>
                  <a:cubicBezTo>
                    <a:pt x="-173" y="10546"/>
                    <a:pt x="-32" y="11253"/>
                    <a:pt x="463" y="11182"/>
                  </a:cubicBezTo>
                  <a:lnTo>
                    <a:pt x="463" y="111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7" name="Google Shape;2247;p72"/>
            <p:cNvSpPr/>
            <p:nvPr/>
          </p:nvSpPr>
          <p:spPr>
            <a:xfrm>
              <a:off x="5481252" y="6773678"/>
              <a:ext cx="28024" cy="7611"/>
            </a:xfrm>
            <a:custGeom>
              <a:rect b="b" l="l" r="r" t="t"/>
              <a:pathLst>
                <a:path extrusionOk="0" h="7611" w="28024">
                  <a:moveTo>
                    <a:pt x="426" y="7611"/>
                  </a:moveTo>
                  <a:cubicBezTo>
                    <a:pt x="4951" y="7258"/>
                    <a:pt x="9476" y="6409"/>
                    <a:pt x="13860" y="5490"/>
                  </a:cubicBezTo>
                  <a:cubicBezTo>
                    <a:pt x="18243" y="4571"/>
                    <a:pt x="22980" y="3440"/>
                    <a:pt x="27363" y="1885"/>
                  </a:cubicBezTo>
                  <a:cubicBezTo>
                    <a:pt x="28495" y="1461"/>
                    <a:pt x="28071" y="-307"/>
                    <a:pt x="26868" y="46"/>
                  </a:cubicBezTo>
                  <a:cubicBezTo>
                    <a:pt x="22485" y="1319"/>
                    <a:pt x="18102" y="2592"/>
                    <a:pt x="13647" y="3723"/>
                  </a:cubicBezTo>
                  <a:cubicBezTo>
                    <a:pt x="9193" y="4854"/>
                    <a:pt x="4739" y="5773"/>
                    <a:pt x="285" y="6833"/>
                  </a:cubicBezTo>
                  <a:cubicBezTo>
                    <a:pt x="-139" y="6904"/>
                    <a:pt x="-69" y="7611"/>
                    <a:pt x="355" y="7611"/>
                  </a:cubicBezTo>
                  <a:lnTo>
                    <a:pt x="355" y="761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48" name="Google Shape;2248;p72"/>
          <p:cNvGrpSpPr/>
          <p:nvPr/>
        </p:nvGrpSpPr>
        <p:grpSpPr>
          <a:xfrm>
            <a:off x="2483727" y="2572431"/>
            <a:ext cx="773389" cy="977393"/>
            <a:chOff x="9009943" y="2166729"/>
            <a:chExt cx="1184545" cy="1497003"/>
          </a:xfrm>
        </p:grpSpPr>
        <p:sp>
          <p:nvSpPr>
            <p:cNvPr id="2249" name="Google Shape;2249;p72"/>
            <p:cNvSpPr/>
            <p:nvPr/>
          </p:nvSpPr>
          <p:spPr>
            <a:xfrm>
              <a:off x="9041484" y="2186587"/>
              <a:ext cx="1153004" cy="1280472"/>
            </a:xfrm>
            <a:custGeom>
              <a:rect b="b" l="l" r="r" t="t"/>
              <a:pathLst>
                <a:path extrusionOk="0" h="1280472" w="1153004">
                  <a:moveTo>
                    <a:pt x="626342" y="1910"/>
                  </a:moveTo>
                  <a:cubicBezTo>
                    <a:pt x="541359" y="-5089"/>
                    <a:pt x="454467" y="6930"/>
                    <a:pt x="373090" y="41573"/>
                  </a:cubicBezTo>
                  <a:cubicBezTo>
                    <a:pt x="114254" y="151796"/>
                    <a:pt x="-51681" y="462881"/>
                    <a:pt x="14636" y="738474"/>
                  </a:cubicBezTo>
                  <a:cubicBezTo>
                    <a:pt x="58188" y="919256"/>
                    <a:pt x="202701" y="1043478"/>
                    <a:pt x="357041" y="1091130"/>
                  </a:cubicBezTo>
                  <a:cubicBezTo>
                    <a:pt x="402149" y="1105058"/>
                    <a:pt x="432762" y="1146772"/>
                    <a:pt x="432550" y="1193929"/>
                  </a:cubicBezTo>
                  <a:lnTo>
                    <a:pt x="406673" y="1242289"/>
                  </a:lnTo>
                  <a:cubicBezTo>
                    <a:pt x="404199" y="1271347"/>
                    <a:pt x="445064" y="1276508"/>
                    <a:pt x="461255" y="1276721"/>
                  </a:cubicBezTo>
                  <a:cubicBezTo>
                    <a:pt x="529128" y="1277569"/>
                    <a:pt x="634401" y="1279549"/>
                    <a:pt x="682690" y="1280468"/>
                  </a:cubicBezTo>
                  <a:cubicBezTo>
                    <a:pt x="696972" y="1280750"/>
                    <a:pt x="708708" y="1269368"/>
                    <a:pt x="708850" y="1255086"/>
                  </a:cubicBezTo>
                  <a:cubicBezTo>
                    <a:pt x="708991" y="1236280"/>
                    <a:pt x="709062" y="1195131"/>
                    <a:pt x="709062" y="1158650"/>
                  </a:cubicBezTo>
                  <a:cubicBezTo>
                    <a:pt x="709062" y="1115946"/>
                    <a:pt x="736140" y="1077626"/>
                    <a:pt x="776723" y="1064264"/>
                  </a:cubicBezTo>
                  <a:cubicBezTo>
                    <a:pt x="777218" y="1064122"/>
                    <a:pt x="777713" y="1063981"/>
                    <a:pt x="778066" y="1063840"/>
                  </a:cubicBezTo>
                  <a:cubicBezTo>
                    <a:pt x="875492" y="1035559"/>
                    <a:pt x="981473" y="1004097"/>
                    <a:pt x="1050336" y="924559"/>
                  </a:cubicBezTo>
                  <a:cubicBezTo>
                    <a:pt x="1099332" y="867998"/>
                    <a:pt x="1129026" y="797226"/>
                    <a:pt x="1142883" y="724121"/>
                  </a:cubicBezTo>
                  <a:cubicBezTo>
                    <a:pt x="1160700" y="630301"/>
                    <a:pt x="1154266" y="531814"/>
                    <a:pt x="1129309" y="439903"/>
                  </a:cubicBezTo>
                  <a:cubicBezTo>
                    <a:pt x="1066243" y="207367"/>
                    <a:pt x="870967" y="21918"/>
                    <a:pt x="626412" y="1839"/>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50" name="Google Shape;2250;p72"/>
            <p:cNvGrpSpPr/>
            <p:nvPr/>
          </p:nvGrpSpPr>
          <p:grpSpPr>
            <a:xfrm>
              <a:off x="9009943" y="2166729"/>
              <a:ext cx="1160473" cy="1287914"/>
              <a:chOff x="2945693" y="598279"/>
              <a:chExt cx="1160473" cy="1287914"/>
            </a:xfrm>
          </p:grpSpPr>
          <p:sp>
            <p:nvSpPr>
              <p:cNvPr id="2251" name="Google Shape;2251;p72"/>
              <p:cNvSpPr/>
              <p:nvPr/>
            </p:nvSpPr>
            <p:spPr>
              <a:xfrm>
                <a:off x="2949378" y="601947"/>
                <a:ext cx="1152934" cy="1280401"/>
              </a:xfrm>
              <a:custGeom>
                <a:rect b="b" l="l" r="r" t="t"/>
                <a:pathLst>
                  <a:path extrusionOk="0" h="1280401" w="1152934">
                    <a:moveTo>
                      <a:pt x="626342" y="1910"/>
                    </a:moveTo>
                    <a:cubicBezTo>
                      <a:pt x="541359" y="-5089"/>
                      <a:pt x="454467" y="6930"/>
                      <a:pt x="373090" y="41573"/>
                    </a:cubicBezTo>
                    <a:cubicBezTo>
                      <a:pt x="114254" y="151796"/>
                      <a:pt x="-51681" y="462881"/>
                      <a:pt x="14636" y="738473"/>
                    </a:cubicBezTo>
                    <a:cubicBezTo>
                      <a:pt x="58188" y="919256"/>
                      <a:pt x="202701" y="1043478"/>
                      <a:pt x="357041" y="1091130"/>
                    </a:cubicBezTo>
                    <a:cubicBezTo>
                      <a:pt x="402149" y="1105058"/>
                      <a:pt x="432762" y="1146772"/>
                      <a:pt x="432550" y="1193929"/>
                    </a:cubicBezTo>
                    <a:lnTo>
                      <a:pt x="432267" y="1247097"/>
                    </a:lnTo>
                    <a:cubicBezTo>
                      <a:pt x="432126" y="1263287"/>
                      <a:pt x="445064" y="1276508"/>
                      <a:pt x="461184" y="1276650"/>
                    </a:cubicBezTo>
                    <a:cubicBezTo>
                      <a:pt x="529057" y="1277498"/>
                      <a:pt x="634331" y="1279478"/>
                      <a:pt x="682620" y="1280397"/>
                    </a:cubicBezTo>
                    <a:cubicBezTo>
                      <a:pt x="696901" y="1280680"/>
                      <a:pt x="708638" y="1269297"/>
                      <a:pt x="708779" y="1255015"/>
                    </a:cubicBezTo>
                    <a:cubicBezTo>
                      <a:pt x="708920" y="1236209"/>
                      <a:pt x="708991" y="1195061"/>
                      <a:pt x="708991" y="1158579"/>
                    </a:cubicBezTo>
                    <a:cubicBezTo>
                      <a:pt x="708991" y="1115876"/>
                      <a:pt x="736070" y="1077556"/>
                      <a:pt x="776652" y="1064193"/>
                    </a:cubicBezTo>
                    <a:cubicBezTo>
                      <a:pt x="777147" y="1064052"/>
                      <a:pt x="777642" y="1063910"/>
                      <a:pt x="777995" y="1063769"/>
                    </a:cubicBezTo>
                    <a:cubicBezTo>
                      <a:pt x="875421" y="1035489"/>
                      <a:pt x="981402" y="1004026"/>
                      <a:pt x="1050265" y="924488"/>
                    </a:cubicBezTo>
                    <a:cubicBezTo>
                      <a:pt x="1099261" y="867927"/>
                      <a:pt x="1128955" y="797155"/>
                      <a:pt x="1142813" y="724050"/>
                    </a:cubicBezTo>
                    <a:cubicBezTo>
                      <a:pt x="1160629" y="630230"/>
                      <a:pt x="1154196" y="531744"/>
                      <a:pt x="1129238" y="439832"/>
                    </a:cubicBezTo>
                    <a:cubicBezTo>
                      <a:pt x="1066173" y="207297"/>
                      <a:pt x="870896" y="21848"/>
                      <a:pt x="626342" y="1769"/>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2" name="Google Shape;2252;p72"/>
              <p:cNvSpPr/>
              <p:nvPr/>
            </p:nvSpPr>
            <p:spPr>
              <a:xfrm>
                <a:off x="2945693" y="598279"/>
                <a:ext cx="1160473" cy="1287914"/>
              </a:xfrm>
              <a:custGeom>
                <a:rect b="b" l="l" r="r" t="t"/>
                <a:pathLst>
                  <a:path extrusionOk="0" h="1287914" w="1160473">
                    <a:moveTo>
                      <a:pt x="630026" y="1830"/>
                    </a:moveTo>
                    <a:cubicBezTo>
                      <a:pt x="550417" y="-4533"/>
                      <a:pt x="469535" y="5578"/>
                      <a:pt x="394733" y="33999"/>
                    </a:cubicBezTo>
                    <a:cubicBezTo>
                      <a:pt x="336758" y="55987"/>
                      <a:pt x="283026" y="88156"/>
                      <a:pt x="235232" y="127537"/>
                    </a:cubicBezTo>
                    <a:cubicBezTo>
                      <a:pt x="187438" y="166917"/>
                      <a:pt x="147209" y="211883"/>
                      <a:pt x="112919" y="262081"/>
                    </a:cubicBezTo>
                    <a:cubicBezTo>
                      <a:pt x="78629" y="312279"/>
                      <a:pt x="51126" y="367567"/>
                      <a:pt x="31825" y="425400"/>
                    </a:cubicBezTo>
                    <a:cubicBezTo>
                      <a:pt x="12665" y="482810"/>
                      <a:pt x="1565" y="543047"/>
                      <a:pt x="151" y="603638"/>
                    </a:cubicBezTo>
                    <a:cubicBezTo>
                      <a:pt x="-1263" y="664228"/>
                      <a:pt x="7221" y="728142"/>
                      <a:pt x="27512" y="786683"/>
                    </a:cubicBezTo>
                    <a:cubicBezTo>
                      <a:pt x="47803" y="845223"/>
                      <a:pt x="82023" y="902562"/>
                      <a:pt x="124938" y="949861"/>
                    </a:cubicBezTo>
                    <a:cubicBezTo>
                      <a:pt x="167854" y="997160"/>
                      <a:pt x="215789" y="1033076"/>
                      <a:pt x="270158" y="1061497"/>
                    </a:cubicBezTo>
                    <a:cubicBezTo>
                      <a:pt x="296742" y="1075355"/>
                      <a:pt x="324527" y="1087091"/>
                      <a:pt x="353090" y="1096282"/>
                    </a:cubicBezTo>
                    <a:cubicBezTo>
                      <a:pt x="368291" y="1101231"/>
                      <a:pt x="382431" y="1107029"/>
                      <a:pt x="394875" y="1117281"/>
                    </a:cubicBezTo>
                    <a:cubicBezTo>
                      <a:pt x="406540" y="1126967"/>
                      <a:pt x="416014" y="1139127"/>
                      <a:pt x="422590" y="1152843"/>
                    </a:cubicBezTo>
                    <a:cubicBezTo>
                      <a:pt x="432558" y="1173771"/>
                      <a:pt x="432558" y="1195405"/>
                      <a:pt x="432417" y="1217959"/>
                    </a:cubicBezTo>
                    <a:lnTo>
                      <a:pt x="432276" y="1246522"/>
                    </a:lnTo>
                    <a:cubicBezTo>
                      <a:pt x="432276" y="1255713"/>
                      <a:pt x="433548" y="1264268"/>
                      <a:pt x="439487" y="1271692"/>
                    </a:cubicBezTo>
                    <a:cubicBezTo>
                      <a:pt x="449385" y="1284064"/>
                      <a:pt x="463101" y="1284064"/>
                      <a:pt x="477524" y="1284276"/>
                    </a:cubicBezTo>
                    <a:cubicBezTo>
                      <a:pt x="493432" y="1284488"/>
                      <a:pt x="509269" y="1284771"/>
                      <a:pt x="525177" y="1284983"/>
                    </a:cubicBezTo>
                    <a:cubicBezTo>
                      <a:pt x="558406" y="1285549"/>
                      <a:pt x="591636" y="1286115"/>
                      <a:pt x="624936" y="1286680"/>
                    </a:cubicBezTo>
                    <a:cubicBezTo>
                      <a:pt x="639288" y="1286963"/>
                      <a:pt x="653570" y="1287175"/>
                      <a:pt x="667922" y="1287458"/>
                    </a:cubicBezTo>
                    <a:cubicBezTo>
                      <a:pt x="679800" y="1287670"/>
                      <a:pt x="693021" y="1289791"/>
                      <a:pt x="703414" y="1282650"/>
                    </a:cubicBezTo>
                    <a:cubicBezTo>
                      <a:pt x="715150" y="1274590"/>
                      <a:pt x="716211" y="1262430"/>
                      <a:pt x="716282" y="1249350"/>
                    </a:cubicBezTo>
                    <a:cubicBezTo>
                      <a:pt x="716352" y="1232806"/>
                      <a:pt x="716423" y="1216262"/>
                      <a:pt x="716423" y="1199647"/>
                    </a:cubicBezTo>
                    <a:cubicBezTo>
                      <a:pt x="716423" y="1181760"/>
                      <a:pt x="714726" y="1162883"/>
                      <a:pt x="717978" y="1145208"/>
                    </a:cubicBezTo>
                    <a:cubicBezTo>
                      <a:pt x="720806" y="1129653"/>
                      <a:pt x="727382" y="1114806"/>
                      <a:pt x="737209" y="1102433"/>
                    </a:cubicBezTo>
                    <a:cubicBezTo>
                      <a:pt x="747036" y="1090061"/>
                      <a:pt x="759056" y="1080799"/>
                      <a:pt x="773055" y="1074648"/>
                    </a:cubicBezTo>
                    <a:cubicBezTo>
                      <a:pt x="788043" y="1068002"/>
                      <a:pt x="804870" y="1064608"/>
                      <a:pt x="820566" y="1059871"/>
                    </a:cubicBezTo>
                    <a:cubicBezTo>
                      <a:pt x="885045" y="1040429"/>
                      <a:pt x="950373" y="1017592"/>
                      <a:pt x="1005307" y="977575"/>
                    </a:cubicBezTo>
                    <a:cubicBezTo>
                      <a:pt x="1060242" y="937558"/>
                      <a:pt x="1102946" y="875271"/>
                      <a:pt x="1127762" y="809378"/>
                    </a:cubicBezTo>
                    <a:cubicBezTo>
                      <a:pt x="1155264" y="736343"/>
                      <a:pt x="1164031" y="656593"/>
                      <a:pt x="1159224" y="578963"/>
                    </a:cubicBezTo>
                    <a:cubicBezTo>
                      <a:pt x="1154769" y="506424"/>
                      <a:pt x="1138650" y="434167"/>
                      <a:pt x="1110793" y="367001"/>
                    </a:cubicBezTo>
                    <a:cubicBezTo>
                      <a:pt x="1087533" y="310794"/>
                      <a:pt x="1056212" y="258122"/>
                      <a:pt x="1017822" y="210964"/>
                    </a:cubicBezTo>
                    <a:cubicBezTo>
                      <a:pt x="979431" y="163806"/>
                      <a:pt x="934606" y="123012"/>
                      <a:pt x="884197" y="89853"/>
                    </a:cubicBezTo>
                    <a:cubicBezTo>
                      <a:pt x="833787" y="56694"/>
                      <a:pt x="777367" y="31454"/>
                      <a:pt x="718615" y="16465"/>
                    </a:cubicBezTo>
                    <a:cubicBezTo>
                      <a:pt x="689627" y="9113"/>
                      <a:pt x="660004" y="4234"/>
                      <a:pt x="630168" y="1689"/>
                    </a:cubicBezTo>
                    <a:cubicBezTo>
                      <a:pt x="625431" y="1265"/>
                      <a:pt x="625431" y="8688"/>
                      <a:pt x="630168" y="9042"/>
                    </a:cubicBezTo>
                    <a:cubicBezTo>
                      <a:pt x="690900" y="14132"/>
                      <a:pt x="750642" y="29687"/>
                      <a:pt x="806072" y="54998"/>
                    </a:cubicBezTo>
                    <a:cubicBezTo>
                      <a:pt x="861501" y="80309"/>
                      <a:pt x="910002" y="113114"/>
                      <a:pt x="953696" y="153343"/>
                    </a:cubicBezTo>
                    <a:cubicBezTo>
                      <a:pt x="997884" y="193996"/>
                      <a:pt x="1035709" y="241365"/>
                      <a:pt x="1066040" y="293189"/>
                    </a:cubicBezTo>
                    <a:cubicBezTo>
                      <a:pt x="1097643" y="347134"/>
                      <a:pt x="1120691" y="405604"/>
                      <a:pt x="1135115" y="466407"/>
                    </a:cubicBezTo>
                    <a:cubicBezTo>
                      <a:pt x="1153638" y="544814"/>
                      <a:pt x="1158729" y="626969"/>
                      <a:pt x="1146568" y="706720"/>
                    </a:cubicBezTo>
                    <a:cubicBezTo>
                      <a:pt x="1135610" y="778411"/>
                      <a:pt x="1110369" y="848687"/>
                      <a:pt x="1066534" y="907016"/>
                    </a:cubicBezTo>
                    <a:cubicBezTo>
                      <a:pt x="1022700" y="965344"/>
                      <a:pt x="965927" y="998927"/>
                      <a:pt x="902013" y="1024309"/>
                    </a:cubicBezTo>
                    <a:cubicBezTo>
                      <a:pt x="871046" y="1036611"/>
                      <a:pt x="839231" y="1046650"/>
                      <a:pt x="807344" y="1056124"/>
                    </a:cubicBezTo>
                    <a:cubicBezTo>
                      <a:pt x="792709" y="1060437"/>
                      <a:pt x="777438" y="1063831"/>
                      <a:pt x="763793" y="1070971"/>
                    </a:cubicBezTo>
                    <a:cubicBezTo>
                      <a:pt x="751066" y="1077688"/>
                      <a:pt x="739825" y="1087233"/>
                      <a:pt x="731058" y="1098545"/>
                    </a:cubicBezTo>
                    <a:cubicBezTo>
                      <a:pt x="722291" y="1109857"/>
                      <a:pt x="716070" y="1122583"/>
                      <a:pt x="712535" y="1136228"/>
                    </a:cubicBezTo>
                    <a:cubicBezTo>
                      <a:pt x="708434" y="1152136"/>
                      <a:pt x="709282" y="1168539"/>
                      <a:pt x="709212" y="1184871"/>
                    </a:cubicBezTo>
                    <a:cubicBezTo>
                      <a:pt x="709212" y="1202475"/>
                      <a:pt x="709212" y="1220080"/>
                      <a:pt x="709141" y="1237684"/>
                    </a:cubicBezTo>
                    <a:cubicBezTo>
                      <a:pt x="709141" y="1251047"/>
                      <a:pt x="712040" y="1268157"/>
                      <a:pt x="699243" y="1276711"/>
                    </a:cubicBezTo>
                    <a:cubicBezTo>
                      <a:pt x="689486" y="1283216"/>
                      <a:pt x="673437" y="1280105"/>
                      <a:pt x="662266" y="1279893"/>
                    </a:cubicBezTo>
                    <a:cubicBezTo>
                      <a:pt x="648055" y="1279610"/>
                      <a:pt x="633915" y="1279327"/>
                      <a:pt x="619704" y="1279115"/>
                    </a:cubicBezTo>
                    <a:cubicBezTo>
                      <a:pt x="586969" y="1278550"/>
                      <a:pt x="554306" y="1277913"/>
                      <a:pt x="521571" y="1277418"/>
                    </a:cubicBezTo>
                    <a:cubicBezTo>
                      <a:pt x="505875" y="1277136"/>
                      <a:pt x="490109" y="1276924"/>
                      <a:pt x="474413" y="1276711"/>
                    </a:cubicBezTo>
                    <a:cubicBezTo>
                      <a:pt x="466778" y="1276641"/>
                      <a:pt x="459142" y="1277065"/>
                      <a:pt x="452355" y="1272894"/>
                    </a:cubicBezTo>
                    <a:cubicBezTo>
                      <a:pt x="445567" y="1268722"/>
                      <a:pt x="440972" y="1261581"/>
                      <a:pt x="440123" y="1253734"/>
                    </a:cubicBezTo>
                    <a:cubicBezTo>
                      <a:pt x="439416" y="1247300"/>
                      <a:pt x="439982" y="1240512"/>
                      <a:pt x="440053" y="1234008"/>
                    </a:cubicBezTo>
                    <a:lnTo>
                      <a:pt x="440194" y="1204667"/>
                    </a:lnTo>
                    <a:cubicBezTo>
                      <a:pt x="440336" y="1181336"/>
                      <a:pt x="436235" y="1159136"/>
                      <a:pt x="423862" y="1138986"/>
                    </a:cubicBezTo>
                    <a:cubicBezTo>
                      <a:pt x="408096" y="1113392"/>
                      <a:pt x="384269" y="1098262"/>
                      <a:pt x="356201" y="1089283"/>
                    </a:cubicBezTo>
                    <a:cubicBezTo>
                      <a:pt x="299428" y="1071042"/>
                      <a:pt x="245837" y="1042903"/>
                      <a:pt x="198397" y="1006775"/>
                    </a:cubicBezTo>
                    <a:cubicBezTo>
                      <a:pt x="150956" y="970647"/>
                      <a:pt x="106485" y="922499"/>
                      <a:pt x="74599" y="869261"/>
                    </a:cubicBezTo>
                    <a:cubicBezTo>
                      <a:pt x="41794" y="814468"/>
                      <a:pt x="21290" y="753382"/>
                      <a:pt x="12594" y="690176"/>
                    </a:cubicBezTo>
                    <a:cubicBezTo>
                      <a:pt x="4463" y="630999"/>
                      <a:pt x="6514" y="570479"/>
                      <a:pt x="17402" y="511797"/>
                    </a:cubicBezTo>
                    <a:cubicBezTo>
                      <a:pt x="28290" y="452903"/>
                      <a:pt x="47803" y="395706"/>
                      <a:pt x="74670" y="342185"/>
                    </a:cubicBezTo>
                    <a:cubicBezTo>
                      <a:pt x="101536" y="288664"/>
                      <a:pt x="135755" y="238467"/>
                      <a:pt x="176267" y="194066"/>
                    </a:cubicBezTo>
                    <a:cubicBezTo>
                      <a:pt x="216779" y="149666"/>
                      <a:pt x="263300" y="111134"/>
                      <a:pt x="314912" y="80662"/>
                    </a:cubicBezTo>
                    <a:cubicBezTo>
                      <a:pt x="376987" y="44039"/>
                      <a:pt x="445921" y="20000"/>
                      <a:pt x="517470" y="11234"/>
                    </a:cubicBezTo>
                    <a:cubicBezTo>
                      <a:pt x="554942" y="6638"/>
                      <a:pt x="592767" y="6072"/>
                      <a:pt x="630380" y="9113"/>
                    </a:cubicBezTo>
                    <a:cubicBezTo>
                      <a:pt x="635117" y="9466"/>
                      <a:pt x="635117" y="2113"/>
                      <a:pt x="630380" y="176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53" name="Google Shape;2253;p72"/>
            <p:cNvSpPr/>
            <p:nvPr/>
          </p:nvSpPr>
          <p:spPr>
            <a:xfrm>
              <a:off x="9074041" y="2300115"/>
              <a:ext cx="239175" cy="508219"/>
            </a:xfrm>
            <a:custGeom>
              <a:rect b="b" l="l" r="r" t="t"/>
              <a:pathLst>
                <a:path extrusionOk="0" h="508219" w="239175">
                  <a:moveTo>
                    <a:pt x="236392" y="373"/>
                  </a:moveTo>
                  <a:cubicBezTo>
                    <a:pt x="175518" y="44703"/>
                    <a:pt x="124048" y="101900"/>
                    <a:pt x="85233" y="166379"/>
                  </a:cubicBezTo>
                  <a:cubicBezTo>
                    <a:pt x="46277" y="231212"/>
                    <a:pt x="19269" y="303469"/>
                    <a:pt x="7108" y="378200"/>
                  </a:cubicBezTo>
                  <a:cubicBezTo>
                    <a:pt x="250" y="420267"/>
                    <a:pt x="-1871" y="462900"/>
                    <a:pt x="1735" y="505462"/>
                  </a:cubicBezTo>
                  <a:cubicBezTo>
                    <a:pt x="2018" y="509067"/>
                    <a:pt x="7603" y="509209"/>
                    <a:pt x="7462" y="505462"/>
                  </a:cubicBezTo>
                  <a:cubicBezTo>
                    <a:pt x="4634" y="430801"/>
                    <a:pt x="14815" y="356212"/>
                    <a:pt x="38712" y="285369"/>
                  </a:cubicBezTo>
                  <a:cubicBezTo>
                    <a:pt x="62608" y="214527"/>
                    <a:pt x="99727" y="148068"/>
                    <a:pt x="147662" y="90871"/>
                  </a:cubicBezTo>
                  <a:cubicBezTo>
                    <a:pt x="174599" y="58702"/>
                    <a:pt x="205071" y="29290"/>
                    <a:pt x="238371" y="3696"/>
                  </a:cubicBezTo>
                  <a:cubicBezTo>
                    <a:pt x="240280" y="2212"/>
                    <a:pt x="238442" y="-1111"/>
                    <a:pt x="236462" y="373"/>
                  </a:cubicBezTo>
                  <a:lnTo>
                    <a:pt x="236462" y="373"/>
                  </a:lnTo>
                  <a:close/>
                </a:path>
              </a:pathLst>
            </a:custGeom>
            <a:solidFill>
              <a:srgbClr val="1E2638"/>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4" name="Google Shape;2254;p72"/>
            <p:cNvSpPr/>
            <p:nvPr/>
          </p:nvSpPr>
          <p:spPr>
            <a:xfrm>
              <a:off x="9873227" y="3022634"/>
              <a:ext cx="178144" cy="122323"/>
            </a:xfrm>
            <a:custGeom>
              <a:rect b="b" l="l" r="r" t="t"/>
              <a:pathLst>
                <a:path extrusionOk="0" h="122323" w="178144">
                  <a:moveTo>
                    <a:pt x="2036" y="122237"/>
                  </a:moveTo>
                  <a:cubicBezTo>
                    <a:pt x="28690" y="114813"/>
                    <a:pt x="54637" y="102794"/>
                    <a:pt x="78393" y="88937"/>
                  </a:cubicBezTo>
                  <a:cubicBezTo>
                    <a:pt x="102148" y="75079"/>
                    <a:pt x="125055" y="58111"/>
                    <a:pt x="145559" y="39163"/>
                  </a:cubicBezTo>
                  <a:cubicBezTo>
                    <a:pt x="157012" y="28558"/>
                    <a:pt x="168254" y="17387"/>
                    <a:pt x="177587" y="4802"/>
                  </a:cubicBezTo>
                  <a:cubicBezTo>
                    <a:pt x="179778" y="1833"/>
                    <a:pt x="174970" y="-1702"/>
                    <a:pt x="172567" y="914"/>
                  </a:cubicBezTo>
                  <a:cubicBezTo>
                    <a:pt x="163376" y="10741"/>
                    <a:pt x="154609" y="20922"/>
                    <a:pt x="144922" y="30396"/>
                  </a:cubicBezTo>
                  <a:cubicBezTo>
                    <a:pt x="135236" y="39870"/>
                    <a:pt x="124843" y="49061"/>
                    <a:pt x="114097" y="57545"/>
                  </a:cubicBezTo>
                  <a:cubicBezTo>
                    <a:pt x="92604" y="74514"/>
                    <a:pt x="69131" y="89007"/>
                    <a:pt x="44527" y="101027"/>
                  </a:cubicBezTo>
                  <a:cubicBezTo>
                    <a:pt x="30387" y="107955"/>
                    <a:pt x="15823" y="113541"/>
                    <a:pt x="1117" y="119126"/>
                  </a:cubicBezTo>
                  <a:cubicBezTo>
                    <a:pt x="-792" y="119833"/>
                    <a:pt x="-85" y="122873"/>
                    <a:pt x="1965" y="122237"/>
                  </a:cubicBezTo>
                  <a:lnTo>
                    <a:pt x="1965" y="122237"/>
                  </a:lnTo>
                  <a:close/>
                </a:path>
              </a:pathLst>
            </a:custGeom>
            <a:solidFill>
              <a:srgbClr val="1E2638"/>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5" name="Google Shape;2255;p72"/>
            <p:cNvSpPr/>
            <p:nvPr/>
          </p:nvSpPr>
          <p:spPr>
            <a:xfrm>
              <a:off x="10061393" y="2937999"/>
              <a:ext cx="32679" cy="66677"/>
            </a:xfrm>
            <a:custGeom>
              <a:rect b="b" l="l" r="r" t="t"/>
              <a:pathLst>
                <a:path extrusionOk="0" h="66677" w="32679">
                  <a:moveTo>
                    <a:pt x="4480" y="65540"/>
                  </a:moveTo>
                  <a:cubicBezTo>
                    <a:pt x="17065" y="46804"/>
                    <a:pt x="28094" y="25452"/>
                    <a:pt x="32619" y="3182"/>
                  </a:cubicBezTo>
                  <a:cubicBezTo>
                    <a:pt x="33255" y="-71"/>
                    <a:pt x="28730" y="-1343"/>
                    <a:pt x="27599" y="1838"/>
                  </a:cubicBezTo>
                  <a:cubicBezTo>
                    <a:pt x="23852" y="12443"/>
                    <a:pt x="20388" y="23190"/>
                    <a:pt x="15792" y="33512"/>
                  </a:cubicBezTo>
                  <a:cubicBezTo>
                    <a:pt x="11197" y="43835"/>
                    <a:pt x="6177" y="53662"/>
                    <a:pt x="379" y="63207"/>
                  </a:cubicBezTo>
                  <a:cubicBezTo>
                    <a:pt x="-1247" y="65823"/>
                    <a:pt x="2783" y="68085"/>
                    <a:pt x="4409" y="65611"/>
                  </a:cubicBezTo>
                  <a:lnTo>
                    <a:pt x="4409" y="65611"/>
                  </a:lnTo>
                  <a:close/>
                </a:path>
              </a:pathLst>
            </a:custGeom>
            <a:solidFill>
              <a:srgbClr val="1E2638"/>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6" name="Google Shape;2256;p72"/>
            <p:cNvSpPr/>
            <p:nvPr/>
          </p:nvSpPr>
          <p:spPr>
            <a:xfrm>
              <a:off x="9441583" y="3505999"/>
              <a:ext cx="284854" cy="60802"/>
            </a:xfrm>
            <a:custGeom>
              <a:rect b="b" l="l" r="r" t="t"/>
              <a:pathLst>
                <a:path extrusionOk="0" h="60802" w="284854">
                  <a:moveTo>
                    <a:pt x="259826" y="0"/>
                  </a:moveTo>
                  <a:cubicBezTo>
                    <a:pt x="273649" y="0"/>
                    <a:pt x="284855" y="11205"/>
                    <a:pt x="284855" y="25028"/>
                  </a:cubicBezTo>
                  <a:lnTo>
                    <a:pt x="284855" y="35775"/>
                  </a:lnTo>
                  <a:cubicBezTo>
                    <a:pt x="284855" y="49597"/>
                    <a:pt x="273649" y="60803"/>
                    <a:pt x="259826" y="60803"/>
                  </a:cubicBezTo>
                  <a:lnTo>
                    <a:pt x="25028" y="60803"/>
                  </a:lnTo>
                  <a:cubicBezTo>
                    <a:pt x="11206" y="60803"/>
                    <a:pt x="0" y="49597"/>
                    <a:pt x="0" y="35775"/>
                  </a:cubicBezTo>
                  <a:lnTo>
                    <a:pt x="0" y="25028"/>
                  </a:lnTo>
                  <a:cubicBezTo>
                    <a:pt x="0" y="11206"/>
                    <a:pt x="11205" y="0"/>
                    <a:pt x="25028" y="0"/>
                  </a:cubicBezTo>
                  <a:close/>
                </a:path>
              </a:pathLst>
            </a:cu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7" name="Google Shape;2257;p72"/>
            <p:cNvSpPr/>
            <p:nvPr/>
          </p:nvSpPr>
          <p:spPr>
            <a:xfrm>
              <a:off x="9441583" y="3602930"/>
              <a:ext cx="284854" cy="60802"/>
            </a:xfrm>
            <a:custGeom>
              <a:rect b="b" l="l" r="r" t="t"/>
              <a:pathLst>
                <a:path extrusionOk="0" h="60802" w="284854">
                  <a:moveTo>
                    <a:pt x="259826" y="0"/>
                  </a:moveTo>
                  <a:cubicBezTo>
                    <a:pt x="273649" y="0"/>
                    <a:pt x="284855" y="11205"/>
                    <a:pt x="284855" y="25028"/>
                  </a:cubicBezTo>
                  <a:lnTo>
                    <a:pt x="284855" y="35775"/>
                  </a:lnTo>
                  <a:cubicBezTo>
                    <a:pt x="284855" y="49597"/>
                    <a:pt x="273649" y="60803"/>
                    <a:pt x="259826" y="60803"/>
                  </a:cubicBezTo>
                  <a:lnTo>
                    <a:pt x="25028" y="60803"/>
                  </a:lnTo>
                  <a:cubicBezTo>
                    <a:pt x="11206" y="60803"/>
                    <a:pt x="0" y="49598"/>
                    <a:pt x="0" y="35775"/>
                  </a:cubicBezTo>
                  <a:lnTo>
                    <a:pt x="0" y="25028"/>
                  </a:lnTo>
                  <a:cubicBezTo>
                    <a:pt x="0" y="11206"/>
                    <a:pt x="11205" y="0"/>
                    <a:pt x="25028" y="0"/>
                  </a:cubicBezTo>
                  <a:close/>
                </a:path>
              </a:pathLst>
            </a:cu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8" name="Google Shape;2258;p72"/>
            <p:cNvSpPr/>
            <p:nvPr/>
          </p:nvSpPr>
          <p:spPr>
            <a:xfrm>
              <a:off x="10098158" y="2707726"/>
              <a:ext cx="24815" cy="206988"/>
            </a:xfrm>
            <a:custGeom>
              <a:rect b="b" l="l" r="r" t="t"/>
              <a:pathLst>
                <a:path extrusionOk="0" h="206988" w="24815">
                  <a:moveTo>
                    <a:pt x="18054" y="990"/>
                  </a:moveTo>
                  <a:cubicBezTo>
                    <a:pt x="26609" y="69216"/>
                    <a:pt x="18620" y="138291"/>
                    <a:pt x="96" y="204255"/>
                  </a:cubicBezTo>
                  <a:cubicBezTo>
                    <a:pt x="-682" y="207013"/>
                    <a:pt x="3490" y="208144"/>
                    <a:pt x="4338" y="205457"/>
                  </a:cubicBezTo>
                  <a:cubicBezTo>
                    <a:pt x="25549" y="139635"/>
                    <a:pt x="29154" y="69287"/>
                    <a:pt x="20317" y="1060"/>
                  </a:cubicBezTo>
                  <a:cubicBezTo>
                    <a:pt x="20104" y="-353"/>
                    <a:pt x="17842" y="-353"/>
                    <a:pt x="18054" y="1060"/>
                  </a:cubicBezTo>
                  <a:lnTo>
                    <a:pt x="18054" y="1060"/>
                  </a:lnTo>
                  <a:close/>
                </a:path>
              </a:pathLst>
            </a:custGeom>
            <a:solidFill>
              <a:srgbClr val="1E2638"/>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9" name="Google Shape;2259;p72"/>
            <p:cNvSpPr/>
            <p:nvPr/>
          </p:nvSpPr>
          <p:spPr>
            <a:xfrm>
              <a:off x="9472232" y="3527204"/>
              <a:ext cx="80705" cy="6509"/>
            </a:xfrm>
            <a:custGeom>
              <a:rect b="b" l="l" r="r" t="t"/>
              <a:pathLst>
                <a:path extrusionOk="0" h="6509" w="80705">
                  <a:moveTo>
                    <a:pt x="2015" y="5095"/>
                  </a:moveTo>
                  <a:cubicBezTo>
                    <a:pt x="14671" y="5378"/>
                    <a:pt x="27326" y="5661"/>
                    <a:pt x="39981" y="5944"/>
                  </a:cubicBezTo>
                  <a:cubicBezTo>
                    <a:pt x="52637" y="6226"/>
                    <a:pt x="65293" y="6933"/>
                    <a:pt x="77948" y="6156"/>
                  </a:cubicBezTo>
                  <a:cubicBezTo>
                    <a:pt x="81624" y="5944"/>
                    <a:pt x="81624" y="641"/>
                    <a:pt x="77948" y="429"/>
                  </a:cubicBezTo>
                  <a:cubicBezTo>
                    <a:pt x="65363" y="-420"/>
                    <a:pt x="52637" y="217"/>
                    <a:pt x="39981" y="429"/>
                  </a:cubicBezTo>
                  <a:cubicBezTo>
                    <a:pt x="27326" y="641"/>
                    <a:pt x="14671" y="782"/>
                    <a:pt x="2015" y="994"/>
                  </a:cubicBezTo>
                  <a:cubicBezTo>
                    <a:pt x="-672" y="994"/>
                    <a:pt x="-672" y="5024"/>
                    <a:pt x="2015" y="5095"/>
                  </a:cubicBezTo>
                  <a:lnTo>
                    <a:pt x="2015" y="5095"/>
                  </a:lnTo>
                  <a:close/>
                </a:path>
              </a:pathLst>
            </a:custGeom>
            <a:solidFill>
              <a:srgbClr val="FFFFFF"/>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0" name="Google Shape;2260;p72"/>
            <p:cNvSpPr/>
            <p:nvPr/>
          </p:nvSpPr>
          <p:spPr>
            <a:xfrm>
              <a:off x="9464439" y="3616734"/>
              <a:ext cx="17136" cy="24410"/>
            </a:xfrm>
            <a:custGeom>
              <a:rect b="b" l="l" r="r" t="t"/>
              <a:pathLst>
                <a:path extrusionOk="0" h="24410" w="17136">
                  <a:moveTo>
                    <a:pt x="15393" y="123"/>
                  </a:moveTo>
                  <a:cubicBezTo>
                    <a:pt x="10726" y="1467"/>
                    <a:pt x="6413" y="4507"/>
                    <a:pt x="3656" y="8537"/>
                  </a:cubicBezTo>
                  <a:cubicBezTo>
                    <a:pt x="2313" y="10516"/>
                    <a:pt x="1252" y="12849"/>
                    <a:pt x="616" y="15183"/>
                  </a:cubicBezTo>
                  <a:cubicBezTo>
                    <a:pt x="-91" y="17799"/>
                    <a:pt x="-162" y="20273"/>
                    <a:pt x="262" y="22889"/>
                  </a:cubicBezTo>
                  <a:cubicBezTo>
                    <a:pt x="687" y="25293"/>
                    <a:pt x="4363" y="24657"/>
                    <a:pt x="4434" y="22323"/>
                  </a:cubicBezTo>
                  <a:cubicBezTo>
                    <a:pt x="4434" y="18293"/>
                    <a:pt x="5353" y="14334"/>
                    <a:pt x="7545" y="10799"/>
                  </a:cubicBezTo>
                  <a:cubicBezTo>
                    <a:pt x="9736" y="7264"/>
                    <a:pt x="12494" y="4295"/>
                    <a:pt x="16453" y="2527"/>
                  </a:cubicBezTo>
                  <a:cubicBezTo>
                    <a:pt x="17867" y="1891"/>
                    <a:pt x="16877" y="-372"/>
                    <a:pt x="15393" y="53"/>
                  </a:cubicBezTo>
                  <a:lnTo>
                    <a:pt x="15393" y="53"/>
                  </a:lnTo>
                  <a:close/>
                </a:path>
              </a:pathLst>
            </a:custGeom>
            <a:solidFill>
              <a:srgbClr val="FFFFFF"/>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1" name="Google Shape;2261;p72"/>
            <p:cNvSpPr/>
            <p:nvPr/>
          </p:nvSpPr>
          <p:spPr>
            <a:xfrm>
              <a:off x="9494670" y="3620722"/>
              <a:ext cx="143823" cy="6106"/>
            </a:xfrm>
            <a:custGeom>
              <a:rect b="b" l="l" r="r" t="t"/>
              <a:pathLst>
                <a:path extrusionOk="0" h="6106" w="143823">
                  <a:moveTo>
                    <a:pt x="1140" y="6034"/>
                  </a:moveTo>
                  <a:cubicBezTo>
                    <a:pt x="48227" y="4408"/>
                    <a:pt x="95385" y="4549"/>
                    <a:pt x="142472" y="4691"/>
                  </a:cubicBezTo>
                  <a:cubicBezTo>
                    <a:pt x="144310" y="4691"/>
                    <a:pt x="144239" y="2004"/>
                    <a:pt x="142472" y="1933"/>
                  </a:cubicBezTo>
                  <a:cubicBezTo>
                    <a:pt x="95385" y="-1390"/>
                    <a:pt x="48156" y="-188"/>
                    <a:pt x="1140" y="3701"/>
                  </a:cubicBezTo>
                  <a:cubicBezTo>
                    <a:pt x="-345" y="3842"/>
                    <a:pt x="-415" y="6175"/>
                    <a:pt x="1140" y="6105"/>
                  </a:cubicBezTo>
                  <a:lnTo>
                    <a:pt x="1140" y="6105"/>
                  </a:lnTo>
                  <a:close/>
                </a:path>
              </a:pathLst>
            </a:custGeom>
            <a:solidFill>
              <a:srgbClr val="FFFFFF"/>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2" name="Google Shape;2262;p72"/>
          <p:cNvGrpSpPr/>
          <p:nvPr/>
        </p:nvGrpSpPr>
        <p:grpSpPr>
          <a:xfrm>
            <a:off x="3989869" y="2975206"/>
            <a:ext cx="916575" cy="1302206"/>
            <a:chOff x="7229527" y="5104472"/>
            <a:chExt cx="689880" cy="980134"/>
          </a:xfrm>
        </p:grpSpPr>
        <p:sp>
          <p:nvSpPr>
            <p:cNvPr id="2263" name="Google Shape;2263;p72"/>
            <p:cNvSpPr/>
            <p:nvPr/>
          </p:nvSpPr>
          <p:spPr>
            <a:xfrm>
              <a:off x="7229527" y="5104472"/>
              <a:ext cx="689880" cy="980134"/>
            </a:xfrm>
            <a:custGeom>
              <a:rect b="b" l="l" r="r" t="t"/>
              <a:pathLst>
                <a:path extrusionOk="0" h="980134" w="689880">
                  <a:moveTo>
                    <a:pt x="667369" y="139705"/>
                  </a:moveTo>
                  <a:cubicBezTo>
                    <a:pt x="666662" y="126697"/>
                    <a:pt x="655916" y="116516"/>
                    <a:pt x="642907" y="116516"/>
                  </a:cubicBezTo>
                  <a:lnTo>
                    <a:pt x="488001" y="116516"/>
                  </a:lnTo>
                  <a:cubicBezTo>
                    <a:pt x="488001" y="116516"/>
                    <a:pt x="365405" y="113476"/>
                    <a:pt x="357769" y="91982"/>
                  </a:cubicBezTo>
                  <a:cubicBezTo>
                    <a:pt x="353527" y="80175"/>
                    <a:pt x="355012" y="67308"/>
                    <a:pt x="354729" y="54793"/>
                  </a:cubicBezTo>
                  <a:cubicBezTo>
                    <a:pt x="354376" y="38461"/>
                    <a:pt x="350275" y="20928"/>
                    <a:pt x="337620" y="10534"/>
                  </a:cubicBezTo>
                  <a:cubicBezTo>
                    <a:pt x="327651" y="2333"/>
                    <a:pt x="314005" y="71"/>
                    <a:pt x="301067" y="0"/>
                  </a:cubicBezTo>
                  <a:cubicBezTo>
                    <a:pt x="294633" y="0"/>
                    <a:pt x="287917" y="424"/>
                    <a:pt x="282261" y="3394"/>
                  </a:cubicBezTo>
                  <a:cubicBezTo>
                    <a:pt x="274908" y="7282"/>
                    <a:pt x="270171" y="14989"/>
                    <a:pt x="267838" y="22907"/>
                  </a:cubicBezTo>
                  <a:cubicBezTo>
                    <a:pt x="264939" y="32735"/>
                    <a:pt x="265151" y="43481"/>
                    <a:pt x="268474" y="53167"/>
                  </a:cubicBezTo>
                  <a:cubicBezTo>
                    <a:pt x="272646" y="65398"/>
                    <a:pt x="277382" y="76357"/>
                    <a:pt x="276039" y="89437"/>
                  </a:cubicBezTo>
                  <a:cubicBezTo>
                    <a:pt x="273918" y="109799"/>
                    <a:pt x="244082" y="115243"/>
                    <a:pt x="216367" y="116445"/>
                  </a:cubicBezTo>
                  <a:lnTo>
                    <a:pt x="35797" y="116445"/>
                  </a:lnTo>
                  <a:cubicBezTo>
                    <a:pt x="15506" y="116445"/>
                    <a:pt x="-685" y="133201"/>
                    <a:pt x="22" y="153492"/>
                  </a:cubicBezTo>
                  <a:cubicBezTo>
                    <a:pt x="10062" y="425055"/>
                    <a:pt x="9072" y="946121"/>
                    <a:pt x="9072" y="946121"/>
                  </a:cubicBezTo>
                  <a:cubicBezTo>
                    <a:pt x="9072" y="946121"/>
                    <a:pt x="11617" y="965493"/>
                    <a:pt x="18263" y="972068"/>
                  </a:cubicBezTo>
                  <a:cubicBezTo>
                    <a:pt x="26040" y="979775"/>
                    <a:pt x="38201" y="980199"/>
                    <a:pt x="49160" y="980128"/>
                  </a:cubicBezTo>
                  <a:cubicBezTo>
                    <a:pt x="244153" y="978785"/>
                    <a:pt x="439146" y="977513"/>
                    <a:pt x="634140" y="976169"/>
                  </a:cubicBezTo>
                  <a:cubicBezTo>
                    <a:pt x="652593" y="976028"/>
                    <a:pt x="673167" y="975109"/>
                    <a:pt x="686176" y="962029"/>
                  </a:cubicBezTo>
                  <a:cubicBezTo>
                    <a:pt x="699185" y="949020"/>
                    <a:pt x="674298" y="274320"/>
                    <a:pt x="667369" y="13970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4" name="Google Shape;2264;p72"/>
            <p:cNvSpPr/>
            <p:nvPr/>
          </p:nvSpPr>
          <p:spPr>
            <a:xfrm>
              <a:off x="7517961" y="5135973"/>
              <a:ext cx="35746" cy="36019"/>
            </a:xfrm>
            <a:custGeom>
              <a:rect b="b" l="l" r="r" t="t"/>
              <a:pathLst>
                <a:path extrusionOk="0" h="36019" w="35746">
                  <a:moveTo>
                    <a:pt x="29531" y="5971"/>
                  </a:moveTo>
                  <a:cubicBezTo>
                    <a:pt x="28046" y="4557"/>
                    <a:pt x="26915" y="3143"/>
                    <a:pt x="25147" y="2082"/>
                  </a:cubicBezTo>
                  <a:cubicBezTo>
                    <a:pt x="23521" y="1163"/>
                    <a:pt x="21683" y="385"/>
                    <a:pt x="19845" y="173"/>
                  </a:cubicBezTo>
                  <a:cubicBezTo>
                    <a:pt x="16309" y="-322"/>
                    <a:pt x="12563" y="244"/>
                    <a:pt x="9381" y="1870"/>
                  </a:cubicBezTo>
                  <a:cubicBezTo>
                    <a:pt x="3018" y="5052"/>
                    <a:pt x="-729" y="12546"/>
                    <a:pt x="119" y="19545"/>
                  </a:cubicBezTo>
                  <a:cubicBezTo>
                    <a:pt x="1038" y="26898"/>
                    <a:pt x="6482" y="33897"/>
                    <a:pt x="13835" y="35665"/>
                  </a:cubicBezTo>
                  <a:cubicBezTo>
                    <a:pt x="21188" y="37432"/>
                    <a:pt x="29319" y="32342"/>
                    <a:pt x="33207" y="26120"/>
                  </a:cubicBezTo>
                  <a:cubicBezTo>
                    <a:pt x="35328" y="22656"/>
                    <a:pt x="36176" y="18555"/>
                    <a:pt x="35540" y="14596"/>
                  </a:cubicBezTo>
                  <a:cubicBezTo>
                    <a:pt x="34975" y="10990"/>
                    <a:pt x="32995" y="6748"/>
                    <a:pt x="29319" y="5405"/>
                  </a:cubicBezTo>
                  <a:cubicBezTo>
                    <a:pt x="28258" y="4981"/>
                    <a:pt x="27127" y="6465"/>
                    <a:pt x="27763" y="7384"/>
                  </a:cubicBezTo>
                  <a:cubicBezTo>
                    <a:pt x="29319" y="9718"/>
                    <a:pt x="31015" y="11627"/>
                    <a:pt x="31651" y="14455"/>
                  </a:cubicBezTo>
                  <a:cubicBezTo>
                    <a:pt x="32288" y="17283"/>
                    <a:pt x="31864" y="20040"/>
                    <a:pt x="30662" y="22515"/>
                  </a:cubicBezTo>
                  <a:cubicBezTo>
                    <a:pt x="28258" y="27464"/>
                    <a:pt x="22460" y="31989"/>
                    <a:pt x="16734" y="31847"/>
                  </a:cubicBezTo>
                  <a:cubicBezTo>
                    <a:pt x="10724" y="31776"/>
                    <a:pt x="5846" y="26332"/>
                    <a:pt x="4432" y="20889"/>
                  </a:cubicBezTo>
                  <a:cubicBezTo>
                    <a:pt x="3018" y="15445"/>
                    <a:pt x="5139" y="9859"/>
                    <a:pt x="9522" y="6536"/>
                  </a:cubicBezTo>
                  <a:cubicBezTo>
                    <a:pt x="11997" y="4627"/>
                    <a:pt x="15037" y="3638"/>
                    <a:pt x="18219" y="3638"/>
                  </a:cubicBezTo>
                  <a:cubicBezTo>
                    <a:pt x="19774" y="3638"/>
                    <a:pt x="21400" y="3920"/>
                    <a:pt x="22885" y="4344"/>
                  </a:cubicBezTo>
                  <a:cubicBezTo>
                    <a:pt x="24652" y="4910"/>
                    <a:pt x="26915" y="5971"/>
                    <a:pt x="28329" y="7314"/>
                  </a:cubicBezTo>
                  <a:cubicBezTo>
                    <a:pt x="29177" y="8092"/>
                    <a:pt x="30379" y="6890"/>
                    <a:pt x="29601" y="6041"/>
                  </a:cubicBezTo>
                  <a:lnTo>
                    <a:pt x="29601" y="6041"/>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5" name="Google Shape;2265;p72"/>
            <p:cNvSpPr/>
            <p:nvPr/>
          </p:nvSpPr>
          <p:spPr>
            <a:xfrm>
              <a:off x="7277484" y="5266959"/>
              <a:ext cx="584593" cy="729255"/>
            </a:xfrm>
            <a:custGeom>
              <a:rect b="b" l="l" r="r" t="t"/>
              <a:pathLst>
                <a:path extrusionOk="0" h="729255" w="584593">
                  <a:moveTo>
                    <a:pt x="573386" y="705510"/>
                  </a:moveTo>
                  <a:cubicBezTo>
                    <a:pt x="557337" y="720923"/>
                    <a:pt x="30402" y="735982"/>
                    <a:pt x="20151" y="726084"/>
                  </a:cubicBezTo>
                  <a:cubicBezTo>
                    <a:pt x="12162" y="718378"/>
                    <a:pt x="11172" y="706146"/>
                    <a:pt x="10677" y="695046"/>
                  </a:cubicBezTo>
                  <a:cubicBezTo>
                    <a:pt x="4738" y="568067"/>
                    <a:pt x="-6362" y="74645"/>
                    <a:pt x="4738" y="21195"/>
                  </a:cubicBezTo>
                  <a:cubicBezTo>
                    <a:pt x="9546" y="-2137"/>
                    <a:pt x="46805" y="55"/>
                    <a:pt x="69853" y="55"/>
                  </a:cubicBezTo>
                  <a:lnTo>
                    <a:pt x="313419" y="55"/>
                  </a:lnTo>
                  <a:cubicBezTo>
                    <a:pt x="383907" y="55"/>
                    <a:pt x="455032" y="2600"/>
                    <a:pt x="524602" y="4156"/>
                  </a:cubicBezTo>
                  <a:cubicBezTo>
                    <a:pt x="535773" y="4439"/>
                    <a:pt x="546944" y="7055"/>
                    <a:pt x="557054" y="11791"/>
                  </a:cubicBezTo>
                  <a:cubicBezTo>
                    <a:pt x="562357" y="14266"/>
                    <a:pt x="567518" y="17518"/>
                    <a:pt x="570982" y="22184"/>
                  </a:cubicBezTo>
                  <a:cubicBezTo>
                    <a:pt x="574164" y="26427"/>
                    <a:pt x="575790" y="31588"/>
                    <a:pt x="577275" y="36608"/>
                  </a:cubicBezTo>
                  <a:cubicBezTo>
                    <a:pt x="589153" y="76412"/>
                    <a:pt x="583002" y="121095"/>
                    <a:pt x="583002" y="162880"/>
                  </a:cubicBezTo>
                  <a:lnTo>
                    <a:pt x="583002" y="627456"/>
                  </a:lnTo>
                  <a:cubicBezTo>
                    <a:pt x="583002" y="647323"/>
                    <a:pt x="586183" y="670159"/>
                    <a:pt x="581870" y="689602"/>
                  </a:cubicBezTo>
                  <a:cubicBezTo>
                    <a:pt x="580386" y="696460"/>
                    <a:pt x="577346" y="701621"/>
                    <a:pt x="573386" y="705510"/>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66" name="Google Shape;2266;p72"/>
            <p:cNvGrpSpPr/>
            <p:nvPr/>
          </p:nvGrpSpPr>
          <p:grpSpPr>
            <a:xfrm>
              <a:off x="7332249" y="5527626"/>
              <a:ext cx="93964" cy="85936"/>
              <a:chOff x="7332249" y="5527626"/>
              <a:chExt cx="93964" cy="85936"/>
            </a:xfrm>
          </p:grpSpPr>
          <p:sp>
            <p:nvSpPr>
              <p:cNvPr id="2267" name="Google Shape;2267;p72"/>
              <p:cNvSpPr/>
              <p:nvPr/>
            </p:nvSpPr>
            <p:spPr>
              <a:xfrm>
                <a:off x="7332249" y="5542915"/>
                <a:ext cx="72037" cy="70647"/>
              </a:xfrm>
              <a:custGeom>
                <a:rect b="b" l="l" r="r" t="t"/>
                <a:pathLst>
                  <a:path extrusionOk="0" h="70647" w="72037">
                    <a:moveTo>
                      <a:pt x="58286" y="7115"/>
                    </a:moveTo>
                    <a:cubicBezTo>
                      <a:pt x="35379" y="-9429"/>
                      <a:pt x="3776" y="4853"/>
                      <a:pt x="312" y="29669"/>
                    </a:cubicBezTo>
                    <a:cubicBezTo>
                      <a:pt x="-2092" y="47203"/>
                      <a:pt x="9574" y="66363"/>
                      <a:pt x="29652" y="70039"/>
                    </a:cubicBezTo>
                    <a:cubicBezTo>
                      <a:pt x="43651" y="72655"/>
                      <a:pt x="59135" y="66645"/>
                      <a:pt x="66629" y="55757"/>
                    </a:cubicBezTo>
                    <a:cubicBezTo>
                      <a:pt x="76245" y="41829"/>
                      <a:pt x="72780" y="17579"/>
                      <a:pt x="58286" y="7115"/>
                    </a:cubicBezTo>
                    <a:close/>
                  </a:path>
                </a:pathLst>
              </a:custGeom>
              <a:no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8" name="Google Shape;2268;p72"/>
              <p:cNvSpPr/>
              <p:nvPr/>
            </p:nvSpPr>
            <p:spPr>
              <a:xfrm>
                <a:off x="7348603" y="5527626"/>
                <a:ext cx="77610" cy="66005"/>
              </a:xfrm>
              <a:custGeom>
                <a:rect b="b" l="l" r="r" t="t"/>
                <a:pathLst>
                  <a:path extrusionOk="0" h="66005" w="77610">
                    <a:moveTo>
                      <a:pt x="77212" y="841"/>
                    </a:moveTo>
                    <a:cubicBezTo>
                      <a:pt x="77636" y="1407"/>
                      <a:pt x="77707" y="2255"/>
                      <a:pt x="77495" y="2891"/>
                    </a:cubicBezTo>
                    <a:cubicBezTo>
                      <a:pt x="75727" y="8123"/>
                      <a:pt x="23479" y="61785"/>
                      <a:pt x="20580" y="64825"/>
                    </a:cubicBezTo>
                    <a:cubicBezTo>
                      <a:pt x="20085" y="65320"/>
                      <a:pt x="19590" y="65815"/>
                      <a:pt x="18954" y="65956"/>
                    </a:cubicBezTo>
                    <a:cubicBezTo>
                      <a:pt x="17752" y="66239"/>
                      <a:pt x="16692" y="65249"/>
                      <a:pt x="15914" y="64330"/>
                    </a:cubicBezTo>
                    <a:cubicBezTo>
                      <a:pt x="10470" y="58321"/>
                      <a:pt x="5450" y="51958"/>
                      <a:pt x="784" y="45241"/>
                    </a:cubicBezTo>
                    <a:cubicBezTo>
                      <a:pt x="-1761" y="41565"/>
                      <a:pt x="2339" y="34000"/>
                      <a:pt x="6652" y="37817"/>
                    </a:cubicBezTo>
                    <a:cubicBezTo>
                      <a:pt x="8349" y="39302"/>
                      <a:pt x="15914" y="48635"/>
                      <a:pt x="18459" y="50897"/>
                    </a:cubicBezTo>
                    <a:cubicBezTo>
                      <a:pt x="18742" y="51109"/>
                      <a:pt x="19025" y="51322"/>
                      <a:pt x="19308" y="51322"/>
                    </a:cubicBezTo>
                    <a:cubicBezTo>
                      <a:pt x="19661" y="51322"/>
                      <a:pt x="19944" y="51039"/>
                      <a:pt x="20227" y="50827"/>
                    </a:cubicBezTo>
                    <a:cubicBezTo>
                      <a:pt x="23903" y="47362"/>
                      <a:pt x="27367" y="43615"/>
                      <a:pt x="30620" y="39656"/>
                    </a:cubicBezTo>
                    <a:cubicBezTo>
                      <a:pt x="33589" y="36050"/>
                      <a:pt x="36912" y="33081"/>
                      <a:pt x="39952" y="29475"/>
                    </a:cubicBezTo>
                    <a:cubicBezTo>
                      <a:pt x="46881" y="21061"/>
                      <a:pt x="54093" y="12931"/>
                      <a:pt x="61587" y="4942"/>
                    </a:cubicBezTo>
                    <a:cubicBezTo>
                      <a:pt x="65334" y="912"/>
                      <a:pt x="69576" y="699"/>
                      <a:pt x="74879" y="63"/>
                    </a:cubicBezTo>
                    <a:cubicBezTo>
                      <a:pt x="75515" y="-7"/>
                      <a:pt x="76222" y="-78"/>
                      <a:pt x="76788" y="204"/>
                    </a:cubicBezTo>
                    <a:cubicBezTo>
                      <a:pt x="77000" y="346"/>
                      <a:pt x="77141" y="488"/>
                      <a:pt x="77282" y="699"/>
                    </a:cubicBez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9" name="Google Shape;2269;p72"/>
              <p:cNvSpPr/>
              <p:nvPr/>
            </p:nvSpPr>
            <p:spPr>
              <a:xfrm>
                <a:off x="7391569" y="5575907"/>
                <a:ext cx="7254" cy="21447"/>
              </a:xfrm>
              <a:custGeom>
                <a:rect b="b" l="l" r="r" t="t"/>
                <a:pathLst>
                  <a:path extrusionOk="0" h="21447" w="7254">
                    <a:moveTo>
                      <a:pt x="6390" y="424"/>
                    </a:moveTo>
                    <a:cubicBezTo>
                      <a:pt x="6037" y="7565"/>
                      <a:pt x="3633" y="14352"/>
                      <a:pt x="98" y="20503"/>
                    </a:cubicBezTo>
                    <a:cubicBezTo>
                      <a:pt x="-326" y="21210"/>
                      <a:pt x="734" y="21847"/>
                      <a:pt x="1229" y="21140"/>
                    </a:cubicBezTo>
                    <a:cubicBezTo>
                      <a:pt x="5542" y="15130"/>
                      <a:pt x="7451" y="7777"/>
                      <a:pt x="7239" y="424"/>
                    </a:cubicBezTo>
                    <a:cubicBezTo>
                      <a:pt x="7239" y="-141"/>
                      <a:pt x="6390" y="-141"/>
                      <a:pt x="6390" y="424"/>
                    </a:cubicBezTo>
                    <a:lnTo>
                      <a:pt x="6390" y="424"/>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0" name="Google Shape;2270;p72"/>
              <p:cNvSpPr/>
              <p:nvPr/>
            </p:nvSpPr>
            <p:spPr>
              <a:xfrm>
                <a:off x="7385523" y="5598980"/>
                <a:ext cx="4446" cy="4118"/>
              </a:xfrm>
              <a:custGeom>
                <a:rect b="b" l="l" r="r" t="t"/>
                <a:pathLst>
                  <a:path extrusionOk="0" h="4118" w="4446">
                    <a:moveTo>
                      <a:pt x="629" y="3864"/>
                    </a:moveTo>
                    <a:cubicBezTo>
                      <a:pt x="982" y="3723"/>
                      <a:pt x="1336" y="3511"/>
                      <a:pt x="1689" y="3299"/>
                    </a:cubicBezTo>
                    <a:cubicBezTo>
                      <a:pt x="2043" y="3016"/>
                      <a:pt x="2396" y="2804"/>
                      <a:pt x="2750" y="2521"/>
                    </a:cubicBezTo>
                    <a:cubicBezTo>
                      <a:pt x="3033" y="2238"/>
                      <a:pt x="3386" y="2026"/>
                      <a:pt x="3669" y="1743"/>
                    </a:cubicBezTo>
                    <a:cubicBezTo>
                      <a:pt x="3810" y="1602"/>
                      <a:pt x="3952" y="1461"/>
                      <a:pt x="4093" y="1319"/>
                    </a:cubicBezTo>
                    <a:cubicBezTo>
                      <a:pt x="4164" y="1178"/>
                      <a:pt x="4305" y="1107"/>
                      <a:pt x="4376" y="966"/>
                    </a:cubicBezTo>
                    <a:cubicBezTo>
                      <a:pt x="4447" y="824"/>
                      <a:pt x="4376" y="683"/>
                      <a:pt x="4447" y="541"/>
                    </a:cubicBezTo>
                    <a:cubicBezTo>
                      <a:pt x="4447" y="400"/>
                      <a:pt x="4376" y="188"/>
                      <a:pt x="4234" y="117"/>
                    </a:cubicBezTo>
                    <a:cubicBezTo>
                      <a:pt x="4093" y="-24"/>
                      <a:pt x="3952" y="-24"/>
                      <a:pt x="3739" y="46"/>
                    </a:cubicBezTo>
                    <a:cubicBezTo>
                      <a:pt x="3810" y="46"/>
                      <a:pt x="3739" y="46"/>
                      <a:pt x="3739" y="46"/>
                    </a:cubicBezTo>
                    <a:cubicBezTo>
                      <a:pt x="3598" y="46"/>
                      <a:pt x="3457" y="46"/>
                      <a:pt x="3386" y="117"/>
                    </a:cubicBezTo>
                    <a:cubicBezTo>
                      <a:pt x="3245" y="117"/>
                      <a:pt x="3174" y="259"/>
                      <a:pt x="3103" y="400"/>
                    </a:cubicBezTo>
                    <a:cubicBezTo>
                      <a:pt x="2962" y="541"/>
                      <a:pt x="2820" y="683"/>
                      <a:pt x="2679" y="824"/>
                    </a:cubicBezTo>
                    <a:cubicBezTo>
                      <a:pt x="2396" y="1107"/>
                      <a:pt x="2114" y="1390"/>
                      <a:pt x="1831" y="1672"/>
                    </a:cubicBezTo>
                    <a:cubicBezTo>
                      <a:pt x="1548" y="1956"/>
                      <a:pt x="1265" y="2167"/>
                      <a:pt x="982" y="2451"/>
                    </a:cubicBezTo>
                    <a:cubicBezTo>
                      <a:pt x="699" y="2733"/>
                      <a:pt x="417" y="3016"/>
                      <a:pt x="134" y="3299"/>
                    </a:cubicBezTo>
                    <a:cubicBezTo>
                      <a:pt x="-7" y="3440"/>
                      <a:pt x="-78" y="3723"/>
                      <a:pt x="134" y="3935"/>
                    </a:cubicBezTo>
                    <a:cubicBezTo>
                      <a:pt x="275" y="4147"/>
                      <a:pt x="488" y="4147"/>
                      <a:pt x="770" y="4076"/>
                    </a:cubicBezTo>
                    <a:lnTo>
                      <a:pt x="770" y="4076"/>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1" name="Google Shape;2271;p72"/>
              <p:cNvSpPr/>
              <p:nvPr/>
            </p:nvSpPr>
            <p:spPr>
              <a:xfrm>
                <a:off x="7340031" y="5551006"/>
                <a:ext cx="14805" cy="14063"/>
              </a:xfrm>
              <a:custGeom>
                <a:rect b="b" l="l" r="r" t="t"/>
                <a:pathLst>
                  <a:path extrusionOk="0" h="14063" w="14805">
                    <a:moveTo>
                      <a:pt x="14164" y="86"/>
                    </a:moveTo>
                    <a:cubicBezTo>
                      <a:pt x="7871" y="1711"/>
                      <a:pt x="1932" y="6802"/>
                      <a:pt x="24" y="13094"/>
                    </a:cubicBezTo>
                    <a:cubicBezTo>
                      <a:pt x="-189" y="13872"/>
                      <a:pt x="1084" y="14508"/>
                      <a:pt x="1437" y="13660"/>
                    </a:cubicBezTo>
                    <a:cubicBezTo>
                      <a:pt x="2710" y="10832"/>
                      <a:pt x="4266" y="8145"/>
                      <a:pt x="6528" y="5953"/>
                    </a:cubicBezTo>
                    <a:cubicBezTo>
                      <a:pt x="8791" y="3762"/>
                      <a:pt x="11477" y="2065"/>
                      <a:pt x="14447" y="1005"/>
                    </a:cubicBezTo>
                    <a:cubicBezTo>
                      <a:pt x="15083" y="792"/>
                      <a:pt x="14800" y="-127"/>
                      <a:pt x="14164" y="15"/>
                    </a:cubicBezTo>
                    <a:lnTo>
                      <a:pt x="14164" y="15"/>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72" name="Google Shape;2272;p72"/>
            <p:cNvGrpSpPr/>
            <p:nvPr/>
          </p:nvGrpSpPr>
          <p:grpSpPr>
            <a:xfrm>
              <a:off x="7332249" y="5659837"/>
              <a:ext cx="93964" cy="85936"/>
              <a:chOff x="7332249" y="5659837"/>
              <a:chExt cx="93964" cy="85936"/>
            </a:xfrm>
          </p:grpSpPr>
          <p:sp>
            <p:nvSpPr>
              <p:cNvPr id="2273" name="Google Shape;2273;p72"/>
              <p:cNvSpPr/>
              <p:nvPr/>
            </p:nvSpPr>
            <p:spPr>
              <a:xfrm>
                <a:off x="7332249" y="5675126"/>
                <a:ext cx="72037" cy="70647"/>
              </a:xfrm>
              <a:custGeom>
                <a:rect b="b" l="l" r="r" t="t"/>
                <a:pathLst>
                  <a:path extrusionOk="0" h="70647" w="72037">
                    <a:moveTo>
                      <a:pt x="58286" y="7115"/>
                    </a:moveTo>
                    <a:cubicBezTo>
                      <a:pt x="35379" y="-9429"/>
                      <a:pt x="3776" y="4853"/>
                      <a:pt x="312" y="29669"/>
                    </a:cubicBezTo>
                    <a:cubicBezTo>
                      <a:pt x="-2092" y="47203"/>
                      <a:pt x="9574" y="66363"/>
                      <a:pt x="29652" y="70039"/>
                    </a:cubicBezTo>
                    <a:cubicBezTo>
                      <a:pt x="43651" y="72655"/>
                      <a:pt x="59135" y="66645"/>
                      <a:pt x="66629" y="55757"/>
                    </a:cubicBezTo>
                    <a:cubicBezTo>
                      <a:pt x="76245" y="41829"/>
                      <a:pt x="72780" y="17579"/>
                      <a:pt x="58286" y="7115"/>
                    </a:cubicBezTo>
                    <a:close/>
                  </a:path>
                </a:pathLst>
              </a:custGeom>
              <a:no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4" name="Google Shape;2274;p72"/>
              <p:cNvSpPr/>
              <p:nvPr/>
            </p:nvSpPr>
            <p:spPr>
              <a:xfrm>
                <a:off x="7348603" y="5659837"/>
                <a:ext cx="77610" cy="66005"/>
              </a:xfrm>
              <a:custGeom>
                <a:rect b="b" l="l" r="r" t="t"/>
                <a:pathLst>
                  <a:path extrusionOk="0" h="66005" w="77610">
                    <a:moveTo>
                      <a:pt x="77212" y="841"/>
                    </a:moveTo>
                    <a:cubicBezTo>
                      <a:pt x="77636" y="1406"/>
                      <a:pt x="77707" y="2255"/>
                      <a:pt x="77495" y="2891"/>
                    </a:cubicBezTo>
                    <a:cubicBezTo>
                      <a:pt x="75727" y="8123"/>
                      <a:pt x="23479" y="61785"/>
                      <a:pt x="20580" y="64825"/>
                    </a:cubicBezTo>
                    <a:cubicBezTo>
                      <a:pt x="20085" y="65320"/>
                      <a:pt x="19590" y="65815"/>
                      <a:pt x="18954" y="65956"/>
                    </a:cubicBezTo>
                    <a:cubicBezTo>
                      <a:pt x="17752" y="66239"/>
                      <a:pt x="16692" y="65250"/>
                      <a:pt x="15914" y="64330"/>
                    </a:cubicBezTo>
                    <a:cubicBezTo>
                      <a:pt x="10470" y="58321"/>
                      <a:pt x="5450" y="51958"/>
                      <a:pt x="784" y="45241"/>
                    </a:cubicBezTo>
                    <a:cubicBezTo>
                      <a:pt x="-1761" y="41564"/>
                      <a:pt x="2339" y="34000"/>
                      <a:pt x="6652" y="37818"/>
                    </a:cubicBezTo>
                    <a:cubicBezTo>
                      <a:pt x="8349" y="39302"/>
                      <a:pt x="15914" y="48635"/>
                      <a:pt x="18459" y="50897"/>
                    </a:cubicBezTo>
                    <a:cubicBezTo>
                      <a:pt x="18742" y="51109"/>
                      <a:pt x="19025" y="51321"/>
                      <a:pt x="19308" y="51321"/>
                    </a:cubicBezTo>
                    <a:cubicBezTo>
                      <a:pt x="19661" y="51321"/>
                      <a:pt x="19944" y="51039"/>
                      <a:pt x="20227" y="50826"/>
                    </a:cubicBezTo>
                    <a:cubicBezTo>
                      <a:pt x="23903" y="47362"/>
                      <a:pt x="27367" y="43615"/>
                      <a:pt x="30620" y="39656"/>
                    </a:cubicBezTo>
                    <a:cubicBezTo>
                      <a:pt x="33589" y="36050"/>
                      <a:pt x="36912" y="33081"/>
                      <a:pt x="39952" y="29475"/>
                    </a:cubicBezTo>
                    <a:cubicBezTo>
                      <a:pt x="46881" y="21061"/>
                      <a:pt x="54093" y="12931"/>
                      <a:pt x="61587" y="4941"/>
                    </a:cubicBezTo>
                    <a:cubicBezTo>
                      <a:pt x="65334" y="911"/>
                      <a:pt x="69576" y="699"/>
                      <a:pt x="74879" y="63"/>
                    </a:cubicBezTo>
                    <a:cubicBezTo>
                      <a:pt x="75515" y="-7"/>
                      <a:pt x="76222" y="-78"/>
                      <a:pt x="76788" y="205"/>
                    </a:cubicBezTo>
                    <a:cubicBezTo>
                      <a:pt x="77000" y="346"/>
                      <a:pt x="77141" y="487"/>
                      <a:pt x="77282" y="699"/>
                    </a:cubicBez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5" name="Google Shape;2275;p72"/>
              <p:cNvSpPr/>
              <p:nvPr/>
            </p:nvSpPr>
            <p:spPr>
              <a:xfrm>
                <a:off x="7391569" y="5708118"/>
                <a:ext cx="7254" cy="21447"/>
              </a:xfrm>
              <a:custGeom>
                <a:rect b="b" l="l" r="r" t="t"/>
                <a:pathLst>
                  <a:path extrusionOk="0" h="21447" w="7254">
                    <a:moveTo>
                      <a:pt x="6390" y="424"/>
                    </a:moveTo>
                    <a:cubicBezTo>
                      <a:pt x="6037" y="7565"/>
                      <a:pt x="3633" y="14352"/>
                      <a:pt x="98" y="20503"/>
                    </a:cubicBezTo>
                    <a:cubicBezTo>
                      <a:pt x="-326" y="21210"/>
                      <a:pt x="734" y="21847"/>
                      <a:pt x="1229" y="21139"/>
                    </a:cubicBezTo>
                    <a:cubicBezTo>
                      <a:pt x="5542" y="15130"/>
                      <a:pt x="7451" y="7777"/>
                      <a:pt x="7239" y="424"/>
                    </a:cubicBezTo>
                    <a:cubicBezTo>
                      <a:pt x="7239" y="-141"/>
                      <a:pt x="6390" y="-141"/>
                      <a:pt x="6390" y="424"/>
                    </a:cubicBezTo>
                    <a:lnTo>
                      <a:pt x="6390" y="424"/>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6" name="Google Shape;2276;p72"/>
              <p:cNvSpPr/>
              <p:nvPr/>
            </p:nvSpPr>
            <p:spPr>
              <a:xfrm>
                <a:off x="7385523" y="5731191"/>
                <a:ext cx="4446" cy="4118"/>
              </a:xfrm>
              <a:custGeom>
                <a:rect b="b" l="l" r="r" t="t"/>
                <a:pathLst>
                  <a:path extrusionOk="0" h="4118" w="4446">
                    <a:moveTo>
                      <a:pt x="629" y="3864"/>
                    </a:moveTo>
                    <a:cubicBezTo>
                      <a:pt x="982" y="3723"/>
                      <a:pt x="1336" y="3511"/>
                      <a:pt x="1689" y="3299"/>
                    </a:cubicBezTo>
                    <a:cubicBezTo>
                      <a:pt x="2043" y="3016"/>
                      <a:pt x="2396" y="2804"/>
                      <a:pt x="2750" y="2521"/>
                    </a:cubicBezTo>
                    <a:cubicBezTo>
                      <a:pt x="3033" y="2238"/>
                      <a:pt x="3386" y="2026"/>
                      <a:pt x="3669" y="1743"/>
                    </a:cubicBezTo>
                    <a:cubicBezTo>
                      <a:pt x="3810" y="1602"/>
                      <a:pt x="3952" y="1461"/>
                      <a:pt x="4093" y="1319"/>
                    </a:cubicBezTo>
                    <a:cubicBezTo>
                      <a:pt x="4164" y="1178"/>
                      <a:pt x="4305" y="1107"/>
                      <a:pt x="4376" y="966"/>
                    </a:cubicBezTo>
                    <a:cubicBezTo>
                      <a:pt x="4447" y="824"/>
                      <a:pt x="4376" y="683"/>
                      <a:pt x="4447" y="541"/>
                    </a:cubicBezTo>
                    <a:cubicBezTo>
                      <a:pt x="4447" y="400"/>
                      <a:pt x="4376" y="188"/>
                      <a:pt x="4234" y="117"/>
                    </a:cubicBezTo>
                    <a:cubicBezTo>
                      <a:pt x="4093" y="-24"/>
                      <a:pt x="3952" y="-24"/>
                      <a:pt x="3739" y="46"/>
                    </a:cubicBezTo>
                    <a:cubicBezTo>
                      <a:pt x="3810" y="46"/>
                      <a:pt x="3739" y="46"/>
                      <a:pt x="3739" y="46"/>
                    </a:cubicBezTo>
                    <a:cubicBezTo>
                      <a:pt x="3598" y="46"/>
                      <a:pt x="3457" y="46"/>
                      <a:pt x="3386" y="117"/>
                    </a:cubicBezTo>
                    <a:cubicBezTo>
                      <a:pt x="3245" y="117"/>
                      <a:pt x="3174" y="258"/>
                      <a:pt x="3103" y="400"/>
                    </a:cubicBezTo>
                    <a:cubicBezTo>
                      <a:pt x="2962" y="541"/>
                      <a:pt x="2820" y="683"/>
                      <a:pt x="2679" y="824"/>
                    </a:cubicBezTo>
                    <a:cubicBezTo>
                      <a:pt x="2396" y="1107"/>
                      <a:pt x="2114" y="1390"/>
                      <a:pt x="1831" y="1672"/>
                    </a:cubicBezTo>
                    <a:cubicBezTo>
                      <a:pt x="1548" y="1956"/>
                      <a:pt x="1265" y="2167"/>
                      <a:pt x="982" y="2450"/>
                    </a:cubicBezTo>
                    <a:cubicBezTo>
                      <a:pt x="699" y="2733"/>
                      <a:pt x="417" y="3016"/>
                      <a:pt x="134" y="3299"/>
                    </a:cubicBezTo>
                    <a:cubicBezTo>
                      <a:pt x="-7" y="3440"/>
                      <a:pt x="-78" y="3723"/>
                      <a:pt x="134" y="3935"/>
                    </a:cubicBezTo>
                    <a:cubicBezTo>
                      <a:pt x="275" y="4147"/>
                      <a:pt x="488" y="4147"/>
                      <a:pt x="770" y="4076"/>
                    </a:cubicBezTo>
                    <a:lnTo>
                      <a:pt x="770" y="4076"/>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7" name="Google Shape;2277;p72"/>
              <p:cNvSpPr/>
              <p:nvPr/>
            </p:nvSpPr>
            <p:spPr>
              <a:xfrm>
                <a:off x="7340031" y="5683217"/>
                <a:ext cx="14805" cy="14063"/>
              </a:xfrm>
              <a:custGeom>
                <a:rect b="b" l="l" r="r" t="t"/>
                <a:pathLst>
                  <a:path extrusionOk="0" h="14063" w="14805">
                    <a:moveTo>
                      <a:pt x="14164" y="85"/>
                    </a:moveTo>
                    <a:cubicBezTo>
                      <a:pt x="7871" y="1711"/>
                      <a:pt x="1932" y="6802"/>
                      <a:pt x="24" y="13094"/>
                    </a:cubicBezTo>
                    <a:cubicBezTo>
                      <a:pt x="-189" y="13872"/>
                      <a:pt x="1084" y="14508"/>
                      <a:pt x="1437" y="13660"/>
                    </a:cubicBezTo>
                    <a:cubicBezTo>
                      <a:pt x="2710" y="10832"/>
                      <a:pt x="4266" y="8145"/>
                      <a:pt x="6528" y="5953"/>
                    </a:cubicBezTo>
                    <a:cubicBezTo>
                      <a:pt x="8791" y="3762"/>
                      <a:pt x="11477" y="2065"/>
                      <a:pt x="14447" y="1004"/>
                    </a:cubicBezTo>
                    <a:cubicBezTo>
                      <a:pt x="15083" y="792"/>
                      <a:pt x="14800" y="-127"/>
                      <a:pt x="14164" y="15"/>
                    </a:cubicBezTo>
                    <a:lnTo>
                      <a:pt x="14164" y="15"/>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78" name="Google Shape;2278;p72"/>
            <p:cNvGrpSpPr/>
            <p:nvPr/>
          </p:nvGrpSpPr>
          <p:grpSpPr>
            <a:xfrm>
              <a:off x="7332249" y="5792047"/>
              <a:ext cx="93964" cy="85937"/>
              <a:chOff x="7332249" y="5792047"/>
              <a:chExt cx="93964" cy="85937"/>
            </a:xfrm>
          </p:grpSpPr>
          <p:sp>
            <p:nvSpPr>
              <p:cNvPr id="2279" name="Google Shape;2279;p72"/>
              <p:cNvSpPr/>
              <p:nvPr/>
            </p:nvSpPr>
            <p:spPr>
              <a:xfrm>
                <a:off x="7332249" y="5807337"/>
                <a:ext cx="72037" cy="70647"/>
              </a:xfrm>
              <a:custGeom>
                <a:rect b="b" l="l" r="r" t="t"/>
                <a:pathLst>
                  <a:path extrusionOk="0" h="70647" w="72037">
                    <a:moveTo>
                      <a:pt x="58286" y="7115"/>
                    </a:moveTo>
                    <a:cubicBezTo>
                      <a:pt x="35379" y="-9429"/>
                      <a:pt x="3776" y="4853"/>
                      <a:pt x="312" y="29669"/>
                    </a:cubicBezTo>
                    <a:cubicBezTo>
                      <a:pt x="-2092" y="47203"/>
                      <a:pt x="9574" y="66363"/>
                      <a:pt x="29652" y="70039"/>
                    </a:cubicBezTo>
                    <a:cubicBezTo>
                      <a:pt x="43651" y="72655"/>
                      <a:pt x="59135" y="66645"/>
                      <a:pt x="66629" y="55757"/>
                    </a:cubicBezTo>
                    <a:cubicBezTo>
                      <a:pt x="76245" y="41829"/>
                      <a:pt x="72780" y="17579"/>
                      <a:pt x="58286" y="7115"/>
                    </a:cubicBezTo>
                    <a:close/>
                  </a:path>
                </a:pathLst>
              </a:custGeom>
              <a:no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0" name="Google Shape;2280;p72"/>
              <p:cNvSpPr/>
              <p:nvPr/>
            </p:nvSpPr>
            <p:spPr>
              <a:xfrm>
                <a:off x="7348603" y="5792047"/>
                <a:ext cx="77610" cy="66005"/>
              </a:xfrm>
              <a:custGeom>
                <a:rect b="b" l="l" r="r" t="t"/>
                <a:pathLst>
                  <a:path extrusionOk="0" h="66005" w="77610">
                    <a:moveTo>
                      <a:pt x="77212" y="841"/>
                    </a:moveTo>
                    <a:cubicBezTo>
                      <a:pt x="77636" y="1407"/>
                      <a:pt x="77707" y="2255"/>
                      <a:pt x="77495" y="2892"/>
                    </a:cubicBezTo>
                    <a:cubicBezTo>
                      <a:pt x="75727" y="8123"/>
                      <a:pt x="23479" y="61785"/>
                      <a:pt x="20580" y="64826"/>
                    </a:cubicBezTo>
                    <a:cubicBezTo>
                      <a:pt x="20085" y="65320"/>
                      <a:pt x="19590" y="65815"/>
                      <a:pt x="18954" y="65957"/>
                    </a:cubicBezTo>
                    <a:cubicBezTo>
                      <a:pt x="17752" y="66239"/>
                      <a:pt x="16692" y="65250"/>
                      <a:pt x="15914" y="64331"/>
                    </a:cubicBezTo>
                    <a:cubicBezTo>
                      <a:pt x="10470" y="58321"/>
                      <a:pt x="5450" y="51958"/>
                      <a:pt x="784" y="45241"/>
                    </a:cubicBezTo>
                    <a:cubicBezTo>
                      <a:pt x="-1761" y="41565"/>
                      <a:pt x="2339" y="34000"/>
                      <a:pt x="6652" y="37818"/>
                    </a:cubicBezTo>
                    <a:cubicBezTo>
                      <a:pt x="8349" y="39302"/>
                      <a:pt x="15914" y="48635"/>
                      <a:pt x="18459" y="50897"/>
                    </a:cubicBezTo>
                    <a:cubicBezTo>
                      <a:pt x="18742" y="51110"/>
                      <a:pt x="19025" y="51322"/>
                      <a:pt x="19308" y="51322"/>
                    </a:cubicBezTo>
                    <a:cubicBezTo>
                      <a:pt x="19661" y="51322"/>
                      <a:pt x="19944" y="51039"/>
                      <a:pt x="20227" y="50827"/>
                    </a:cubicBezTo>
                    <a:cubicBezTo>
                      <a:pt x="23903" y="47362"/>
                      <a:pt x="27367" y="43615"/>
                      <a:pt x="30620" y="39656"/>
                    </a:cubicBezTo>
                    <a:cubicBezTo>
                      <a:pt x="33589" y="36050"/>
                      <a:pt x="36912" y="33081"/>
                      <a:pt x="39952" y="29475"/>
                    </a:cubicBezTo>
                    <a:cubicBezTo>
                      <a:pt x="46881" y="21062"/>
                      <a:pt x="54093" y="12931"/>
                      <a:pt x="61587" y="4942"/>
                    </a:cubicBezTo>
                    <a:cubicBezTo>
                      <a:pt x="65334" y="912"/>
                      <a:pt x="69576" y="700"/>
                      <a:pt x="74879" y="63"/>
                    </a:cubicBezTo>
                    <a:cubicBezTo>
                      <a:pt x="75515" y="-7"/>
                      <a:pt x="76222" y="-78"/>
                      <a:pt x="76788" y="205"/>
                    </a:cubicBezTo>
                    <a:cubicBezTo>
                      <a:pt x="77000" y="346"/>
                      <a:pt x="77141" y="487"/>
                      <a:pt x="77282" y="700"/>
                    </a:cubicBez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1" name="Google Shape;2281;p72"/>
              <p:cNvSpPr/>
              <p:nvPr/>
            </p:nvSpPr>
            <p:spPr>
              <a:xfrm>
                <a:off x="7391569" y="5840329"/>
                <a:ext cx="7254" cy="21447"/>
              </a:xfrm>
              <a:custGeom>
                <a:rect b="b" l="l" r="r" t="t"/>
                <a:pathLst>
                  <a:path extrusionOk="0" h="21447" w="7254">
                    <a:moveTo>
                      <a:pt x="6390" y="424"/>
                    </a:moveTo>
                    <a:cubicBezTo>
                      <a:pt x="6037" y="7565"/>
                      <a:pt x="3633" y="14353"/>
                      <a:pt x="98" y="20504"/>
                    </a:cubicBezTo>
                    <a:cubicBezTo>
                      <a:pt x="-326" y="21210"/>
                      <a:pt x="734" y="21847"/>
                      <a:pt x="1229" y="21140"/>
                    </a:cubicBezTo>
                    <a:cubicBezTo>
                      <a:pt x="5542" y="15130"/>
                      <a:pt x="7451" y="7777"/>
                      <a:pt x="7239" y="424"/>
                    </a:cubicBezTo>
                    <a:cubicBezTo>
                      <a:pt x="7239" y="-141"/>
                      <a:pt x="6390" y="-141"/>
                      <a:pt x="6390" y="424"/>
                    </a:cubicBezTo>
                    <a:lnTo>
                      <a:pt x="6390" y="424"/>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2" name="Google Shape;2282;p72"/>
              <p:cNvSpPr/>
              <p:nvPr/>
            </p:nvSpPr>
            <p:spPr>
              <a:xfrm>
                <a:off x="7385523" y="5863402"/>
                <a:ext cx="4446" cy="4118"/>
              </a:xfrm>
              <a:custGeom>
                <a:rect b="b" l="l" r="r" t="t"/>
                <a:pathLst>
                  <a:path extrusionOk="0" h="4118" w="4446">
                    <a:moveTo>
                      <a:pt x="629" y="3864"/>
                    </a:moveTo>
                    <a:cubicBezTo>
                      <a:pt x="982" y="3723"/>
                      <a:pt x="1336" y="3511"/>
                      <a:pt x="1689" y="3298"/>
                    </a:cubicBezTo>
                    <a:cubicBezTo>
                      <a:pt x="2043" y="3016"/>
                      <a:pt x="2396" y="2803"/>
                      <a:pt x="2750" y="2521"/>
                    </a:cubicBezTo>
                    <a:cubicBezTo>
                      <a:pt x="3033" y="2238"/>
                      <a:pt x="3386" y="2026"/>
                      <a:pt x="3669" y="1743"/>
                    </a:cubicBezTo>
                    <a:cubicBezTo>
                      <a:pt x="3810" y="1602"/>
                      <a:pt x="3952" y="1461"/>
                      <a:pt x="4093" y="1319"/>
                    </a:cubicBezTo>
                    <a:cubicBezTo>
                      <a:pt x="4164" y="1178"/>
                      <a:pt x="4305" y="1107"/>
                      <a:pt x="4376" y="966"/>
                    </a:cubicBezTo>
                    <a:cubicBezTo>
                      <a:pt x="4447" y="824"/>
                      <a:pt x="4376" y="683"/>
                      <a:pt x="4447" y="541"/>
                    </a:cubicBezTo>
                    <a:cubicBezTo>
                      <a:pt x="4447" y="400"/>
                      <a:pt x="4376" y="188"/>
                      <a:pt x="4234" y="117"/>
                    </a:cubicBezTo>
                    <a:cubicBezTo>
                      <a:pt x="4093" y="-24"/>
                      <a:pt x="3952" y="-24"/>
                      <a:pt x="3739" y="46"/>
                    </a:cubicBezTo>
                    <a:cubicBezTo>
                      <a:pt x="3810" y="46"/>
                      <a:pt x="3739" y="46"/>
                      <a:pt x="3739" y="46"/>
                    </a:cubicBezTo>
                    <a:cubicBezTo>
                      <a:pt x="3598" y="46"/>
                      <a:pt x="3457" y="46"/>
                      <a:pt x="3386" y="117"/>
                    </a:cubicBezTo>
                    <a:cubicBezTo>
                      <a:pt x="3245" y="117"/>
                      <a:pt x="3174" y="258"/>
                      <a:pt x="3103" y="400"/>
                    </a:cubicBezTo>
                    <a:cubicBezTo>
                      <a:pt x="2962" y="541"/>
                      <a:pt x="2820" y="683"/>
                      <a:pt x="2679" y="824"/>
                    </a:cubicBezTo>
                    <a:cubicBezTo>
                      <a:pt x="2396" y="1107"/>
                      <a:pt x="2114" y="1390"/>
                      <a:pt x="1831" y="1672"/>
                    </a:cubicBezTo>
                    <a:cubicBezTo>
                      <a:pt x="1548" y="1955"/>
                      <a:pt x="1265" y="2167"/>
                      <a:pt x="982" y="2450"/>
                    </a:cubicBezTo>
                    <a:cubicBezTo>
                      <a:pt x="699" y="2733"/>
                      <a:pt x="417" y="3016"/>
                      <a:pt x="134" y="3298"/>
                    </a:cubicBezTo>
                    <a:cubicBezTo>
                      <a:pt x="-7" y="3440"/>
                      <a:pt x="-78" y="3723"/>
                      <a:pt x="134" y="3935"/>
                    </a:cubicBezTo>
                    <a:cubicBezTo>
                      <a:pt x="275" y="4147"/>
                      <a:pt x="488" y="4147"/>
                      <a:pt x="770" y="4076"/>
                    </a:cubicBezTo>
                    <a:lnTo>
                      <a:pt x="770" y="4076"/>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3" name="Google Shape;2283;p72"/>
              <p:cNvSpPr/>
              <p:nvPr/>
            </p:nvSpPr>
            <p:spPr>
              <a:xfrm>
                <a:off x="7340031" y="5815427"/>
                <a:ext cx="14805" cy="14063"/>
              </a:xfrm>
              <a:custGeom>
                <a:rect b="b" l="l" r="r" t="t"/>
                <a:pathLst>
                  <a:path extrusionOk="0" h="14063" w="14805">
                    <a:moveTo>
                      <a:pt x="14164" y="85"/>
                    </a:moveTo>
                    <a:cubicBezTo>
                      <a:pt x="7871" y="1712"/>
                      <a:pt x="1932" y="6802"/>
                      <a:pt x="24" y="13095"/>
                    </a:cubicBezTo>
                    <a:cubicBezTo>
                      <a:pt x="-189" y="13872"/>
                      <a:pt x="1084" y="14509"/>
                      <a:pt x="1437" y="13660"/>
                    </a:cubicBezTo>
                    <a:cubicBezTo>
                      <a:pt x="2710" y="10832"/>
                      <a:pt x="4266" y="8145"/>
                      <a:pt x="6528" y="5954"/>
                    </a:cubicBezTo>
                    <a:cubicBezTo>
                      <a:pt x="8791" y="3762"/>
                      <a:pt x="11477" y="2065"/>
                      <a:pt x="14447" y="1005"/>
                    </a:cubicBezTo>
                    <a:cubicBezTo>
                      <a:pt x="15083" y="793"/>
                      <a:pt x="14800" y="-126"/>
                      <a:pt x="14164" y="15"/>
                    </a:cubicBezTo>
                    <a:lnTo>
                      <a:pt x="14164" y="15"/>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84" name="Google Shape;2284;p72"/>
            <p:cNvSpPr/>
            <p:nvPr/>
          </p:nvSpPr>
          <p:spPr>
            <a:xfrm>
              <a:off x="7449359" y="5573643"/>
              <a:ext cx="312401" cy="9431"/>
            </a:xfrm>
            <a:custGeom>
              <a:rect b="b" l="l" r="r" t="t"/>
              <a:pathLst>
                <a:path extrusionOk="0" h="9431" w="312401">
                  <a:moveTo>
                    <a:pt x="636" y="8698"/>
                  </a:moveTo>
                  <a:cubicBezTo>
                    <a:pt x="81306" y="10748"/>
                    <a:pt x="162259" y="8132"/>
                    <a:pt x="242929" y="5375"/>
                  </a:cubicBezTo>
                  <a:cubicBezTo>
                    <a:pt x="265765" y="4597"/>
                    <a:pt x="288601" y="3607"/>
                    <a:pt x="311367" y="2123"/>
                  </a:cubicBezTo>
                  <a:cubicBezTo>
                    <a:pt x="312711" y="2052"/>
                    <a:pt x="312781" y="-69"/>
                    <a:pt x="311367" y="2"/>
                  </a:cubicBezTo>
                  <a:cubicBezTo>
                    <a:pt x="230627" y="1910"/>
                    <a:pt x="149957" y="5163"/>
                    <a:pt x="69146" y="6294"/>
                  </a:cubicBezTo>
                  <a:cubicBezTo>
                    <a:pt x="46309" y="6577"/>
                    <a:pt x="23473" y="6860"/>
                    <a:pt x="636" y="7496"/>
                  </a:cubicBezTo>
                  <a:cubicBezTo>
                    <a:pt x="-212" y="7496"/>
                    <a:pt x="-212" y="8769"/>
                    <a:pt x="636" y="8769"/>
                  </a:cubicBezTo>
                  <a:lnTo>
                    <a:pt x="636" y="8769"/>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5" name="Google Shape;2285;p72"/>
            <p:cNvSpPr/>
            <p:nvPr/>
          </p:nvSpPr>
          <p:spPr>
            <a:xfrm>
              <a:off x="7449359" y="5597893"/>
              <a:ext cx="312401" cy="9431"/>
            </a:xfrm>
            <a:custGeom>
              <a:rect b="b" l="l" r="r" t="t"/>
              <a:pathLst>
                <a:path extrusionOk="0" h="9431" w="312401">
                  <a:moveTo>
                    <a:pt x="636" y="8698"/>
                  </a:moveTo>
                  <a:cubicBezTo>
                    <a:pt x="81306" y="10748"/>
                    <a:pt x="162259" y="8132"/>
                    <a:pt x="242929" y="5375"/>
                  </a:cubicBezTo>
                  <a:cubicBezTo>
                    <a:pt x="265765" y="4597"/>
                    <a:pt x="288601" y="3608"/>
                    <a:pt x="311367" y="2123"/>
                  </a:cubicBezTo>
                  <a:cubicBezTo>
                    <a:pt x="312711" y="2052"/>
                    <a:pt x="312781" y="-69"/>
                    <a:pt x="311367" y="2"/>
                  </a:cubicBezTo>
                  <a:cubicBezTo>
                    <a:pt x="230627" y="1910"/>
                    <a:pt x="149957" y="5163"/>
                    <a:pt x="69146" y="6294"/>
                  </a:cubicBezTo>
                  <a:cubicBezTo>
                    <a:pt x="46309" y="6577"/>
                    <a:pt x="23473" y="6860"/>
                    <a:pt x="636" y="7496"/>
                  </a:cubicBezTo>
                  <a:cubicBezTo>
                    <a:pt x="-212" y="7496"/>
                    <a:pt x="-212" y="8769"/>
                    <a:pt x="636" y="8769"/>
                  </a:cubicBezTo>
                  <a:lnTo>
                    <a:pt x="636" y="8769"/>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6" name="Google Shape;2286;p72"/>
            <p:cNvSpPr/>
            <p:nvPr/>
          </p:nvSpPr>
          <p:spPr>
            <a:xfrm>
              <a:off x="7449359" y="5704016"/>
              <a:ext cx="312401" cy="9431"/>
            </a:xfrm>
            <a:custGeom>
              <a:rect b="b" l="l" r="r" t="t"/>
              <a:pathLst>
                <a:path extrusionOk="0" h="9431" w="312401">
                  <a:moveTo>
                    <a:pt x="636" y="8698"/>
                  </a:moveTo>
                  <a:cubicBezTo>
                    <a:pt x="81306" y="10748"/>
                    <a:pt x="162259" y="8132"/>
                    <a:pt x="242929" y="5375"/>
                  </a:cubicBezTo>
                  <a:cubicBezTo>
                    <a:pt x="265765" y="4597"/>
                    <a:pt x="288601" y="3607"/>
                    <a:pt x="311367" y="2123"/>
                  </a:cubicBezTo>
                  <a:cubicBezTo>
                    <a:pt x="312711" y="2052"/>
                    <a:pt x="312781" y="-69"/>
                    <a:pt x="311367" y="2"/>
                  </a:cubicBezTo>
                  <a:cubicBezTo>
                    <a:pt x="230627" y="1910"/>
                    <a:pt x="149957" y="5163"/>
                    <a:pt x="69146" y="6294"/>
                  </a:cubicBezTo>
                  <a:cubicBezTo>
                    <a:pt x="46309" y="6577"/>
                    <a:pt x="23473" y="6860"/>
                    <a:pt x="636" y="7496"/>
                  </a:cubicBezTo>
                  <a:cubicBezTo>
                    <a:pt x="-212" y="7496"/>
                    <a:pt x="-212" y="8769"/>
                    <a:pt x="636" y="8769"/>
                  </a:cubicBezTo>
                  <a:lnTo>
                    <a:pt x="636" y="8769"/>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7" name="Google Shape;2287;p72"/>
            <p:cNvSpPr/>
            <p:nvPr/>
          </p:nvSpPr>
          <p:spPr>
            <a:xfrm>
              <a:off x="7449359" y="5724377"/>
              <a:ext cx="312401" cy="9431"/>
            </a:xfrm>
            <a:custGeom>
              <a:rect b="b" l="l" r="r" t="t"/>
              <a:pathLst>
                <a:path extrusionOk="0" h="9431" w="312401">
                  <a:moveTo>
                    <a:pt x="636" y="8698"/>
                  </a:moveTo>
                  <a:cubicBezTo>
                    <a:pt x="81306" y="10748"/>
                    <a:pt x="162259" y="8133"/>
                    <a:pt x="242929" y="5375"/>
                  </a:cubicBezTo>
                  <a:cubicBezTo>
                    <a:pt x="265765" y="4597"/>
                    <a:pt x="288601" y="3608"/>
                    <a:pt x="311367" y="2123"/>
                  </a:cubicBezTo>
                  <a:cubicBezTo>
                    <a:pt x="312711" y="2052"/>
                    <a:pt x="312781" y="-69"/>
                    <a:pt x="311367" y="2"/>
                  </a:cubicBezTo>
                  <a:cubicBezTo>
                    <a:pt x="230627" y="1911"/>
                    <a:pt x="149957" y="5163"/>
                    <a:pt x="69146" y="6294"/>
                  </a:cubicBezTo>
                  <a:cubicBezTo>
                    <a:pt x="46309" y="6577"/>
                    <a:pt x="23473" y="6860"/>
                    <a:pt x="636" y="7496"/>
                  </a:cubicBezTo>
                  <a:cubicBezTo>
                    <a:pt x="-212" y="7496"/>
                    <a:pt x="-212" y="8769"/>
                    <a:pt x="636" y="8769"/>
                  </a:cubicBezTo>
                  <a:lnTo>
                    <a:pt x="636" y="8769"/>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8" name="Google Shape;2288;p72"/>
            <p:cNvSpPr/>
            <p:nvPr/>
          </p:nvSpPr>
          <p:spPr>
            <a:xfrm>
              <a:off x="7449359" y="5834388"/>
              <a:ext cx="312401" cy="9431"/>
            </a:xfrm>
            <a:custGeom>
              <a:rect b="b" l="l" r="r" t="t"/>
              <a:pathLst>
                <a:path extrusionOk="0" h="9431" w="312401">
                  <a:moveTo>
                    <a:pt x="636" y="8698"/>
                  </a:moveTo>
                  <a:cubicBezTo>
                    <a:pt x="81306" y="10748"/>
                    <a:pt x="162259" y="8133"/>
                    <a:pt x="242929" y="5375"/>
                  </a:cubicBezTo>
                  <a:cubicBezTo>
                    <a:pt x="265765" y="4597"/>
                    <a:pt x="288601" y="3608"/>
                    <a:pt x="311367" y="2123"/>
                  </a:cubicBezTo>
                  <a:cubicBezTo>
                    <a:pt x="312711" y="2052"/>
                    <a:pt x="312781" y="-69"/>
                    <a:pt x="311367" y="2"/>
                  </a:cubicBezTo>
                  <a:cubicBezTo>
                    <a:pt x="230627" y="1911"/>
                    <a:pt x="149957" y="5163"/>
                    <a:pt x="69146" y="6294"/>
                  </a:cubicBezTo>
                  <a:cubicBezTo>
                    <a:pt x="46309" y="6577"/>
                    <a:pt x="23473" y="6860"/>
                    <a:pt x="636" y="7496"/>
                  </a:cubicBezTo>
                  <a:cubicBezTo>
                    <a:pt x="-212" y="7496"/>
                    <a:pt x="-212" y="8769"/>
                    <a:pt x="636" y="8769"/>
                  </a:cubicBezTo>
                  <a:lnTo>
                    <a:pt x="636" y="8769"/>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9" name="Google Shape;2289;p72"/>
            <p:cNvSpPr/>
            <p:nvPr/>
          </p:nvSpPr>
          <p:spPr>
            <a:xfrm>
              <a:off x="7449359" y="5856588"/>
              <a:ext cx="312401" cy="9431"/>
            </a:xfrm>
            <a:custGeom>
              <a:rect b="b" l="l" r="r" t="t"/>
              <a:pathLst>
                <a:path extrusionOk="0" h="9431" w="312401">
                  <a:moveTo>
                    <a:pt x="636" y="8698"/>
                  </a:moveTo>
                  <a:cubicBezTo>
                    <a:pt x="81306" y="10748"/>
                    <a:pt x="162259" y="8133"/>
                    <a:pt x="242929" y="5375"/>
                  </a:cubicBezTo>
                  <a:cubicBezTo>
                    <a:pt x="265765" y="4597"/>
                    <a:pt x="288601" y="3608"/>
                    <a:pt x="311367" y="2123"/>
                  </a:cubicBezTo>
                  <a:cubicBezTo>
                    <a:pt x="312711" y="2052"/>
                    <a:pt x="312781" y="-69"/>
                    <a:pt x="311367" y="2"/>
                  </a:cubicBezTo>
                  <a:cubicBezTo>
                    <a:pt x="230627" y="1911"/>
                    <a:pt x="149957" y="5163"/>
                    <a:pt x="69146" y="6294"/>
                  </a:cubicBezTo>
                  <a:cubicBezTo>
                    <a:pt x="46309" y="6577"/>
                    <a:pt x="23473" y="6860"/>
                    <a:pt x="636" y="7496"/>
                  </a:cubicBezTo>
                  <a:cubicBezTo>
                    <a:pt x="-212" y="7496"/>
                    <a:pt x="-212" y="8769"/>
                    <a:pt x="636" y="8769"/>
                  </a:cubicBezTo>
                  <a:lnTo>
                    <a:pt x="636" y="8769"/>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0" name="Google Shape;2290;p72"/>
            <p:cNvSpPr/>
            <p:nvPr/>
          </p:nvSpPr>
          <p:spPr>
            <a:xfrm>
              <a:off x="7539588" y="5174808"/>
              <a:ext cx="19089" cy="12345"/>
            </a:xfrm>
            <a:custGeom>
              <a:rect b="b" l="l" r="r" t="t"/>
              <a:pathLst>
                <a:path extrusionOk="0" h="12345" w="19089">
                  <a:moveTo>
                    <a:pt x="622" y="12102"/>
                  </a:moveTo>
                  <a:cubicBezTo>
                    <a:pt x="2601" y="12456"/>
                    <a:pt x="4369" y="12456"/>
                    <a:pt x="6278" y="11890"/>
                  </a:cubicBezTo>
                  <a:cubicBezTo>
                    <a:pt x="8187" y="11325"/>
                    <a:pt x="10166" y="10547"/>
                    <a:pt x="12005" y="9698"/>
                  </a:cubicBezTo>
                  <a:cubicBezTo>
                    <a:pt x="13772" y="8921"/>
                    <a:pt x="15469" y="7860"/>
                    <a:pt x="16812" y="6517"/>
                  </a:cubicBezTo>
                  <a:cubicBezTo>
                    <a:pt x="18156" y="5173"/>
                    <a:pt x="18862" y="3336"/>
                    <a:pt x="19075" y="1568"/>
                  </a:cubicBezTo>
                  <a:cubicBezTo>
                    <a:pt x="19287" y="-58"/>
                    <a:pt x="17236" y="-624"/>
                    <a:pt x="16600" y="861"/>
                  </a:cubicBezTo>
                  <a:cubicBezTo>
                    <a:pt x="16105" y="2133"/>
                    <a:pt x="14903" y="3123"/>
                    <a:pt x="13914" y="4042"/>
                  </a:cubicBezTo>
                  <a:cubicBezTo>
                    <a:pt x="12782" y="5173"/>
                    <a:pt x="11368" y="5881"/>
                    <a:pt x="10025" y="6729"/>
                  </a:cubicBezTo>
                  <a:cubicBezTo>
                    <a:pt x="8681" y="7577"/>
                    <a:pt x="7197" y="8355"/>
                    <a:pt x="5712" y="9062"/>
                  </a:cubicBezTo>
                  <a:cubicBezTo>
                    <a:pt x="4228" y="9769"/>
                    <a:pt x="2460" y="10476"/>
                    <a:pt x="834" y="10406"/>
                  </a:cubicBezTo>
                  <a:cubicBezTo>
                    <a:pt x="-85" y="10406"/>
                    <a:pt x="-368" y="11890"/>
                    <a:pt x="622" y="12102"/>
                  </a:cubicBezTo>
                  <a:lnTo>
                    <a:pt x="622" y="12102"/>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1" name="Google Shape;2291;p72"/>
            <p:cNvSpPr/>
            <p:nvPr/>
          </p:nvSpPr>
          <p:spPr>
            <a:xfrm>
              <a:off x="7560189" y="5158363"/>
              <a:ext cx="4400" cy="9765"/>
            </a:xfrm>
            <a:custGeom>
              <a:rect b="b" l="l" r="r" t="t"/>
              <a:pathLst>
                <a:path extrusionOk="0" h="9765" w="4400">
                  <a:moveTo>
                    <a:pt x="1797" y="974"/>
                  </a:moveTo>
                  <a:cubicBezTo>
                    <a:pt x="1797" y="1681"/>
                    <a:pt x="1655" y="2034"/>
                    <a:pt x="1514" y="2812"/>
                  </a:cubicBezTo>
                  <a:cubicBezTo>
                    <a:pt x="1372" y="3448"/>
                    <a:pt x="1302" y="4084"/>
                    <a:pt x="1090" y="4650"/>
                  </a:cubicBezTo>
                  <a:cubicBezTo>
                    <a:pt x="1090" y="4792"/>
                    <a:pt x="948" y="5004"/>
                    <a:pt x="948" y="5145"/>
                  </a:cubicBezTo>
                  <a:cubicBezTo>
                    <a:pt x="948" y="5216"/>
                    <a:pt x="948" y="5286"/>
                    <a:pt x="877" y="5357"/>
                  </a:cubicBezTo>
                  <a:cubicBezTo>
                    <a:pt x="1019" y="5074"/>
                    <a:pt x="948" y="5145"/>
                    <a:pt x="807" y="5569"/>
                  </a:cubicBezTo>
                  <a:cubicBezTo>
                    <a:pt x="736" y="5852"/>
                    <a:pt x="595" y="6135"/>
                    <a:pt x="524" y="6418"/>
                  </a:cubicBezTo>
                  <a:cubicBezTo>
                    <a:pt x="312" y="7054"/>
                    <a:pt x="171" y="7690"/>
                    <a:pt x="29" y="8327"/>
                  </a:cubicBezTo>
                  <a:cubicBezTo>
                    <a:pt x="-183" y="9175"/>
                    <a:pt x="807" y="10165"/>
                    <a:pt x="1655" y="9599"/>
                  </a:cubicBezTo>
                  <a:cubicBezTo>
                    <a:pt x="2362" y="9104"/>
                    <a:pt x="2928" y="8468"/>
                    <a:pt x="3423" y="7761"/>
                  </a:cubicBezTo>
                  <a:cubicBezTo>
                    <a:pt x="3918" y="7054"/>
                    <a:pt x="4059" y="6205"/>
                    <a:pt x="4201" y="5428"/>
                  </a:cubicBezTo>
                  <a:cubicBezTo>
                    <a:pt x="4342" y="4650"/>
                    <a:pt x="4483" y="3731"/>
                    <a:pt x="4342" y="2953"/>
                  </a:cubicBezTo>
                  <a:cubicBezTo>
                    <a:pt x="4271" y="2175"/>
                    <a:pt x="4059" y="1469"/>
                    <a:pt x="3847" y="691"/>
                  </a:cubicBezTo>
                  <a:cubicBezTo>
                    <a:pt x="3494" y="-370"/>
                    <a:pt x="2009" y="-157"/>
                    <a:pt x="1938" y="974"/>
                  </a:cubicBezTo>
                  <a:lnTo>
                    <a:pt x="1938" y="974"/>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2" name="Google Shape;2292;p72"/>
            <p:cNvSpPr/>
            <p:nvPr/>
          </p:nvSpPr>
          <p:spPr>
            <a:xfrm>
              <a:off x="7723599" y="5999546"/>
              <a:ext cx="66388" cy="6082"/>
            </a:xfrm>
            <a:custGeom>
              <a:rect b="b" l="l" r="r" t="t"/>
              <a:pathLst>
                <a:path extrusionOk="0" h="6082" w="66388">
                  <a:moveTo>
                    <a:pt x="928" y="6082"/>
                  </a:moveTo>
                  <a:cubicBezTo>
                    <a:pt x="22492" y="5870"/>
                    <a:pt x="44056" y="4739"/>
                    <a:pt x="65408" y="2052"/>
                  </a:cubicBezTo>
                  <a:cubicBezTo>
                    <a:pt x="66680" y="1910"/>
                    <a:pt x="66751" y="-69"/>
                    <a:pt x="65408" y="2"/>
                  </a:cubicBezTo>
                  <a:cubicBezTo>
                    <a:pt x="43914" y="1133"/>
                    <a:pt x="22421" y="2759"/>
                    <a:pt x="928" y="4102"/>
                  </a:cubicBezTo>
                  <a:cubicBezTo>
                    <a:pt x="-274" y="4173"/>
                    <a:pt x="-345" y="6082"/>
                    <a:pt x="928" y="6011"/>
                  </a:cubicBezTo>
                  <a:lnTo>
                    <a:pt x="928" y="6011"/>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3" name="Google Shape;2293;p72"/>
            <p:cNvSpPr/>
            <p:nvPr/>
          </p:nvSpPr>
          <p:spPr>
            <a:xfrm>
              <a:off x="7796572" y="5997894"/>
              <a:ext cx="11984" cy="3395"/>
            </a:xfrm>
            <a:custGeom>
              <a:rect b="b" l="l" r="r" t="t"/>
              <a:pathLst>
                <a:path extrusionOk="0" h="3395" w="11984">
                  <a:moveTo>
                    <a:pt x="707" y="2997"/>
                  </a:moveTo>
                  <a:cubicBezTo>
                    <a:pt x="2474" y="3280"/>
                    <a:pt x="4171" y="3492"/>
                    <a:pt x="5939" y="3351"/>
                  </a:cubicBezTo>
                  <a:cubicBezTo>
                    <a:pt x="7706" y="3209"/>
                    <a:pt x="9474" y="2926"/>
                    <a:pt x="11170" y="2290"/>
                  </a:cubicBezTo>
                  <a:cubicBezTo>
                    <a:pt x="12585" y="1725"/>
                    <a:pt x="12019" y="-255"/>
                    <a:pt x="10534" y="27"/>
                  </a:cubicBezTo>
                  <a:cubicBezTo>
                    <a:pt x="7353" y="593"/>
                    <a:pt x="4100" y="1088"/>
                    <a:pt x="919" y="1159"/>
                  </a:cubicBezTo>
                  <a:cubicBezTo>
                    <a:pt x="424" y="1159"/>
                    <a:pt x="70" y="1512"/>
                    <a:pt x="0" y="2007"/>
                  </a:cubicBezTo>
                  <a:cubicBezTo>
                    <a:pt x="0" y="2431"/>
                    <a:pt x="212" y="2926"/>
                    <a:pt x="707" y="3068"/>
                  </a:cubicBezTo>
                  <a:lnTo>
                    <a:pt x="707" y="3068"/>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4" name="Google Shape;2294;p72"/>
            <p:cNvSpPr/>
            <p:nvPr/>
          </p:nvSpPr>
          <p:spPr>
            <a:xfrm>
              <a:off x="7815558" y="5991947"/>
              <a:ext cx="19215" cy="5840"/>
            </a:xfrm>
            <a:custGeom>
              <a:rect b="b" l="l" r="r" t="t"/>
              <a:pathLst>
                <a:path extrusionOk="0" h="5840" w="19215">
                  <a:moveTo>
                    <a:pt x="951" y="5833"/>
                  </a:moveTo>
                  <a:cubicBezTo>
                    <a:pt x="1729" y="5762"/>
                    <a:pt x="2436" y="5833"/>
                    <a:pt x="3213" y="5762"/>
                  </a:cubicBezTo>
                  <a:cubicBezTo>
                    <a:pt x="3991" y="5691"/>
                    <a:pt x="4698" y="5621"/>
                    <a:pt x="5476" y="5479"/>
                  </a:cubicBezTo>
                  <a:cubicBezTo>
                    <a:pt x="6890" y="5267"/>
                    <a:pt x="8304" y="5126"/>
                    <a:pt x="9718" y="4843"/>
                  </a:cubicBezTo>
                  <a:cubicBezTo>
                    <a:pt x="12617" y="4277"/>
                    <a:pt x="15515" y="3641"/>
                    <a:pt x="18273" y="2651"/>
                  </a:cubicBezTo>
                  <a:cubicBezTo>
                    <a:pt x="19899" y="2085"/>
                    <a:pt x="19262" y="-318"/>
                    <a:pt x="17566" y="35"/>
                  </a:cubicBezTo>
                  <a:cubicBezTo>
                    <a:pt x="14737" y="671"/>
                    <a:pt x="11910" y="1379"/>
                    <a:pt x="9081" y="1944"/>
                  </a:cubicBezTo>
                  <a:cubicBezTo>
                    <a:pt x="7667" y="2227"/>
                    <a:pt x="6324" y="2580"/>
                    <a:pt x="4910" y="2934"/>
                  </a:cubicBezTo>
                  <a:cubicBezTo>
                    <a:pt x="4203" y="3075"/>
                    <a:pt x="3496" y="3217"/>
                    <a:pt x="2860" y="3429"/>
                  </a:cubicBezTo>
                  <a:cubicBezTo>
                    <a:pt x="2082" y="3570"/>
                    <a:pt x="1375" y="3853"/>
                    <a:pt x="668" y="3995"/>
                  </a:cubicBezTo>
                  <a:cubicBezTo>
                    <a:pt x="-393" y="4206"/>
                    <a:pt x="-110" y="5974"/>
                    <a:pt x="951" y="5833"/>
                  </a:cubicBezTo>
                  <a:lnTo>
                    <a:pt x="951" y="5833"/>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5" name="Google Shape;2295;p72"/>
            <p:cNvSpPr/>
            <p:nvPr/>
          </p:nvSpPr>
          <p:spPr>
            <a:xfrm>
              <a:off x="7249840" y="5506797"/>
              <a:ext cx="3488" cy="104858"/>
            </a:xfrm>
            <a:custGeom>
              <a:rect b="b" l="l" r="r" t="t"/>
              <a:pathLst>
                <a:path extrusionOk="0" h="104858" w="3488">
                  <a:moveTo>
                    <a:pt x="71" y="530"/>
                  </a:moveTo>
                  <a:cubicBezTo>
                    <a:pt x="212" y="17782"/>
                    <a:pt x="424" y="35033"/>
                    <a:pt x="566" y="52284"/>
                  </a:cubicBezTo>
                  <a:cubicBezTo>
                    <a:pt x="707" y="69534"/>
                    <a:pt x="283" y="86856"/>
                    <a:pt x="1555" y="104036"/>
                  </a:cubicBezTo>
                  <a:cubicBezTo>
                    <a:pt x="1626" y="105097"/>
                    <a:pt x="3252" y="105168"/>
                    <a:pt x="3252" y="104036"/>
                  </a:cubicBezTo>
                  <a:cubicBezTo>
                    <a:pt x="3959" y="86856"/>
                    <a:pt x="2899" y="69464"/>
                    <a:pt x="2474" y="52284"/>
                  </a:cubicBezTo>
                  <a:cubicBezTo>
                    <a:pt x="2050" y="35103"/>
                    <a:pt x="1626" y="17782"/>
                    <a:pt x="1131" y="530"/>
                  </a:cubicBezTo>
                  <a:cubicBezTo>
                    <a:pt x="1131" y="-177"/>
                    <a:pt x="0" y="-177"/>
                    <a:pt x="0" y="530"/>
                  </a:cubicBezTo>
                  <a:lnTo>
                    <a:pt x="0" y="530"/>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6" name="Google Shape;2296;p72"/>
            <p:cNvSpPr/>
            <p:nvPr/>
          </p:nvSpPr>
          <p:spPr>
            <a:xfrm>
              <a:off x="7250424" y="5616825"/>
              <a:ext cx="3166" cy="14352"/>
            </a:xfrm>
            <a:custGeom>
              <a:rect b="b" l="l" r="r" t="t"/>
              <a:pathLst>
                <a:path extrusionOk="0" h="14352" w="3166">
                  <a:moveTo>
                    <a:pt x="830" y="584"/>
                  </a:moveTo>
                  <a:cubicBezTo>
                    <a:pt x="547" y="2634"/>
                    <a:pt x="335" y="4684"/>
                    <a:pt x="123" y="6805"/>
                  </a:cubicBezTo>
                  <a:cubicBezTo>
                    <a:pt x="-89" y="8926"/>
                    <a:pt x="-18" y="10976"/>
                    <a:pt x="265" y="13027"/>
                  </a:cubicBezTo>
                  <a:cubicBezTo>
                    <a:pt x="477" y="14794"/>
                    <a:pt x="2739" y="14794"/>
                    <a:pt x="2951" y="13027"/>
                  </a:cubicBezTo>
                  <a:cubicBezTo>
                    <a:pt x="3163" y="10976"/>
                    <a:pt x="3234" y="8855"/>
                    <a:pt x="3092" y="6805"/>
                  </a:cubicBezTo>
                  <a:cubicBezTo>
                    <a:pt x="2951" y="4755"/>
                    <a:pt x="2668" y="2704"/>
                    <a:pt x="2386" y="584"/>
                  </a:cubicBezTo>
                  <a:cubicBezTo>
                    <a:pt x="2315" y="-195"/>
                    <a:pt x="972" y="-195"/>
                    <a:pt x="830" y="584"/>
                  </a:cubicBezTo>
                  <a:lnTo>
                    <a:pt x="830" y="584"/>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7" name="Google Shape;2297;p72"/>
            <p:cNvSpPr/>
            <p:nvPr/>
          </p:nvSpPr>
          <p:spPr>
            <a:xfrm>
              <a:off x="7878582" y="5428018"/>
              <a:ext cx="11950" cy="455226"/>
            </a:xfrm>
            <a:custGeom>
              <a:rect b="b" l="l" r="r" t="t"/>
              <a:pathLst>
                <a:path extrusionOk="0" h="455226" w="11950">
                  <a:moveTo>
                    <a:pt x="2" y="689"/>
                  </a:moveTo>
                  <a:cubicBezTo>
                    <a:pt x="497" y="22324"/>
                    <a:pt x="922" y="44029"/>
                    <a:pt x="1346" y="65734"/>
                  </a:cubicBezTo>
                  <a:cubicBezTo>
                    <a:pt x="1982" y="98752"/>
                    <a:pt x="2760" y="131769"/>
                    <a:pt x="3396" y="164786"/>
                  </a:cubicBezTo>
                  <a:cubicBezTo>
                    <a:pt x="4174" y="202117"/>
                    <a:pt x="4881" y="239376"/>
                    <a:pt x="5729" y="276706"/>
                  </a:cubicBezTo>
                  <a:cubicBezTo>
                    <a:pt x="6507" y="310642"/>
                    <a:pt x="7214" y="344508"/>
                    <a:pt x="7921" y="378445"/>
                  </a:cubicBezTo>
                  <a:cubicBezTo>
                    <a:pt x="8416" y="401918"/>
                    <a:pt x="8769" y="425461"/>
                    <a:pt x="9971" y="448934"/>
                  </a:cubicBezTo>
                  <a:cubicBezTo>
                    <a:pt x="10042" y="450772"/>
                    <a:pt x="10254" y="452539"/>
                    <a:pt x="10254" y="454378"/>
                  </a:cubicBezTo>
                  <a:cubicBezTo>
                    <a:pt x="10254" y="455509"/>
                    <a:pt x="11951" y="455509"/>
                    <a:pt x="11951" y="454378"/>
                  </a:cubicBezTo>
                  <a:cubicBezTo>
                    <a:pt x="11598" y="432743"/>
                    <a:pt x="11809" y="411038"/>
                    <a:pt x="11456" y="389333"/>
                  </a:cubicBezTo>
                  <a:cubicBezTo>
                    <a:pt x="10890" y="356315"/>
                    <a:pt x="10042" y="323298"/>
                    <a:pt x="9264" y="290281"/>
                  </a:cubicBezTo>
                  <a:cubicBezTo>
                    <a:pt x="8416" y="252951"/>
                    <a:pt x="7497" y="215691"/>
                    <a:pt x="6507" y="178361"/>
                  </a:cubicBezTo>
                  <a:cubicBezTo>
                    <a:pt x="5588" y="144424"/>
                    <a:pt x="4810" y="110559"/>
                    <a:pt x="3820" y="76622"/>
                  </a:cubicBezTo>
                  <a:cubicBezTo>
                    <a:pt x="3113" y="53149"/>
                    <a:pt x="2406" y="29606"/>
                    <a:pt x="1628" y="6133"/>
                  </a:cubicBezTo>
                  <a:cubicBezTo>
                    <a:pt x="1628" y="4295"/>
                    <a:pt x="1487" y="2527"/>
                    <a:pt x="1417" y="689"/>
                  </a:cubicBezTo>
                  <a:cubicBezTo>
                    <a:pt x="1417" y="-230"/>
                    <a:pt x="-68" y="-230"/>
                    <a:pt x="2" y="689"/>
                  </a:cubicBezTo>
                  <a:lnTo>
                    <a:pt x="2" y="689"/>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8" name="Google Shape;2298;p72"/>
            <p:cNvSpPr/>
            <p:nvPr/>
          </p:nvSpPr>
          <p:spPr>
            <a:xfrm>
              <a:off x="7260008" y="5881422"/>
              <a:ext cx="4360" cy="68919"/>
            </a:xfrm>
            <a:custGeom>
              <a:rect b="b" l="l" r="r" t="t"/>
              <a:pathLst>
                <a:path extrusionOk="0" h="68919" w="4360">
                  <a:moveTo>
                    <a:pt x="438" y="479"/>
                  </a:moveTo>
                  <a:cubicBezTo>
                    <a:pt x="-340" y="6064"/>
                    <a:pt x="155" y="12003"/>
                    <a:pt x="155" y="17659"/>
                  </a:cubicBezTo>
                  <a:cubicBezTo>
                    <a:pt x="155" y="23315"/>
                    <a:pt x="367" y="29113"/>
                    <a:pt x="509" y="34840"/>
                  </a:cubicBezTo>
                  <a:cubicBezTo>
                    <a:pt x="721" y="45798"/>
                    <a:pt x="14" y="57323"/>
                    <a:pt x="1923" y="68140"/>
                  </a:cubicBezTo>
                  <a:cubicBezTo>
                    <a:pt x="2135" y="69413"/>
                    <a:pt x="3902" y="68988"/>
                    <a:pt x="4044" y="67857"/>
                  </a:cubicBezTo>
                  <a:cubicBezTo>
                    <a:pt x="4680" y="62201"/>
                    <a:pt x="4185" y="56333"/>
                    <a:pt x="4044" y="50677"/>
                  </a:cubicBezTo>
                  <a:cubicBezTo>
                    <a:pt x="3902" y="45021"/>
                    <a:pt x="3620" y="39223"/>
                    <a:pt x="3337" y="33496"/>
                  </a:cubicBezTo>
                  <a:cubicBezTo>
                    <a:pt x="3054" y="27770"/>
                    <a:pt x="2912" y="22043"/>
                    <a:pt x="2630" y="16316"/>
                  </a:cubicBezTo>
                  <a:cubicBezTo>
                    <a:pt x="2347" y="11014"/>
                    <a:pt x="2417" y="5569"/>
                    <a:pt x="1357" y="338"/>
                  </a:cubicBezTo>
                  <a:cubicBezTo>
                    <a:pt x="1216" y="-228"/>
                    <a:pt x="509" y="-16"/>
                    <a:pt x="438" y="479"/>
                  </a:cubicBezTo>
                  <a:lnTo>
                    <a:pt x="438" y="479"/>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9" name="Google Shape;2299;p72"/>
            <p:cNvSpPr/>
            <p:nvPr/>
          </p:nvSpPr>
          <p:spPr>
            <a:xfrm>
              <a:off x="7262140" y="5966391"/>
              <a:ext cx="3878" cy="16751"/>
            </a:xfrm>
            <a:custGeom>
              <a:rect b="b" l="l" r="r" t="t"/>
              <a:pathLst>
                <a:path extrusionOk="0" h="16751" w="3878">
                  <a:moveTo>
                    <a:pt x="3" y="846"/>
                  </a:moveTo>
                  <a:cubicBezTo>
                    <a:pt x="214" y="3391"/>
                    <a:pt x="427" y="6007"/>
                    <a:pt x="709" y="8553"/>
                  </a:cubicBezTo>
                  <a:cubicBezTo>
                    <a:pt x="851" y="9826"/>
                    <a:pt x="992" y="11168"/>
                    <a:pt x="1275" y="12441"/>
                  </a:cubicBezTo>
                  <a:cubicBezTo>
                    <a:pt x="1558" y="13714"/>
                    <a:pt x="1770" y="14987"/>
                    <a:pt x="2265" y="16188"/>
                  </a:cubicBezTo>
                  <a:cubicBezTo>
                    <a:pt x="2618" y="17037"/>
                    <a:pt x="3749" y="16896"/>
                    <a:pt x="3820" y="15976"/>
                  </a:cubicBezTo>
                  <a:cubicBezTo>
                    <a:pt x="3962" y="14703"/>
                    <a:pt x="3820" y="13361"/>
                    <a:pt x="3679" y="12088"/>
                  </a:cubicBezTo>
                  <a:cubicBezTo>
                    <a:pt x="3538" y="10815"/>
                    <a:pt x="3325" y="9472"/>
                    <a:pt x="3113" y="8199"/>
                  </a:cubicBezTo>
                  <a:cubicBezTo>
                    <a:pt x="2618" y="5654"/>
                    <a:pt x="2053" y="3109"/>
                    <a:pt x="1558" y="563"/>
                  </a:cubicBezTo>
                  <a:cubicBezTo>
                    <a:pt x="1346" y="-285"/>
                    <a:pt x="-68" y="-144"/>
                    <a:pt x="3" y="776"/>
                  </a:cubicBezTo>
                  <a:lnTo>
                    <a:pt x="3" y="776"/>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0" name="Google Shape;2300;p72"/>
            <p:cNvSpPr/>
            <p:nvPr/>
          </p:nvSpPr>
          <p:spPr>
            <a:xfrm>
              <a:off x="7268364" y="5991059"/>
              <a:ext cx="7623" cy="9053"/>
            </a:xfrm>
            <a:custGeom>
              <a:rect b="b" l="l" r="r" t="t"/>
              <a:pathLst>
                <a:path extrusionOk="0" h="9053" w="7623">
                  <a:moveTo>
                    <a:pt x="0" y="1135"/>
                  </a:moveTo>
                  <a:cubicBezTo>
                    <a:pt x="353" y="2832"/>
                    <a:pt x="1131" y="4529"/>
                    <a:pt x="2192" y="5943"/>
                  </a:cubicBezTo>
                  <a:cubicBezTo>
                    <a:pt x="2828" y="6721"/>
                    <a:pt x="3394" y="7498"/>
                    <a:pt x="4242" y="8064"/>
                  </a:cubicBezTo>
                  <a:cubicBezTo>
                    <a:pt x="4666" y="8347"/>
                    <a:pt x="5020" y="8559"/>
                    <a:pt x="5514" y="8771"/>
                  </a:cubicBezTo>
                  <a:cubicBezTo>
                    <a:pt x="6009" y="8983"/>
                    <a:pt x="6434" y="8983"/>
                    <a:pt x="6858" y="9054"/>
                  </a:cubicBezTo>
                  <a:cubicBezTo>
                    <a:pt x="7141" y="9054"/>
                    <a:pt x="7424" y="8842"/>
                    <a:pt x="7565" y="8629"/>
                  </a:cubicBezTo>
                  <a:cubicBezTo>
                    <a:pt x="7706" y="8347"/>
                    <a:pt x="7565" y="8064"/>
                    <a:pt x="7424" y="7781"/>
                  </a:cubicBezTo>
                  <a:cubicBezTo>
                    <a:pt x="7282" y="7640"/>
                    <a:pt x="7141" y="7498"/>
                    <a:pt x="7070" y="7357"/>
                  </a:cubicBezTo>
                  <a:cubicBezTo>
                    <a:pt x="7070" y="7357"/>
                    <a:pt x="6929" y="7145"/>
                    <a:pt x="7070" y="7286"/>
                  </a:cubicBezTo>
                  <a:cubicBezTo>
                    <a:pt x="6999" y="7145"/>
                    <a:pt x="6858" y="7003"/>
                    <a:pt x="6787" y="6862"/>
                  </a:cubicBezTo>
                  <a:cubicBezTo>
                    <a:pt x="6504" y="6579"/>
                    <a:pt x="6222" y="6367"/>
                    <a:pt x="5939" y="6084"/>
                  </a:cubicBezTo>
                  <a:cubicBezTo>
                    <a:pt x="5373" y="5519"/>
                    <a:pt x="4737" y="5024"/>
                    <a:pt x="4171" y="4458"/>
                  </a:cubicBezTo>
                  <a:cubicBezTo>
                    <a:pt x="4030" y="4317"/>
                    <a:pt x="3888" y="4175"/>
                    <a:pt x="3818" y="4034"/>
                  </a:cubicBezTo>
                  <a:cubicBezTo>
                    <a:pt x="3818" y="3963"/>
                    <a:pt x="3677" y="3893"/>
                    <a:pt x="3606" y="3822"/>
                  </a:cubicBezTo>
                  <a:cubicBezTo>
                    <a:pt x="3606" y="3822"/>
                    <a:pt x="3394" y="3539"/>
                    <a:pt x="3535" y="3681"/>
                  </a:cubicBezTo>
                  <a:cubicBezTo>
                    <a:pt x="3323" y="3398"/>
                    <a:pt x="3040" y="3044"/>
                    <a:pt x="2899" y="2691"/>
                  </a:cubicBezTo>
                  <a:cubicBezTo>
                    <a:pt x="2474" y="1984"/>
                    <a:pt x="2192" y="1347"/>
                    <a:pt x="1909" y="640"/>
                  </a:cubicBezTo>
                  <a:cubicBezTo>
                    <a:pt x="1555" y="-491"/>
                    <a:pt x="-142" y="4"/>
                    <a:pt x="142" y="1135"/>
                  </a:cubicBezTo>
                  <a:lnTo>
                    <a:pt x="142" y="1135"/>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1" name="Google Shape;2301;p72"/>
            <p:cNvSpPr/>
            <p:nvPr/>
          </p:nvSpPr>
          <p:spPr>
            <a:xfrm>
              <a:off x="7836108" y="5255700"/>
              <a:ext cx="35274" cy="39957"/>
            </a:xfrm>
            <a:custGeom>
              <a:rect b="b" l="l" r="r" t="t"/>
              <a:pathLst>
                <a:path extrusionOk="0" h="39957" w="35274">
                  <a:moveTo>
                    <a:pt x="622" y="1628"/>
                  </a:moveTo>
                  <a:cubicBezTo>
                    <a:pt x="8894" y="2901"/>
                    <a:pt x="15893" y="6719"/>
                    <a:pt x="21408" y="12941"/>
                  </a:cubicBezTo>
                  <a:cubicBezTo>
                    <a:pt x="25721" y="17890"/>
                    <a:pt x="28619" y="23970"/>
                    <a:pt x="30316" y="30262"/>
                  </a:cubicBezTo>
                  <a:cubicBezTo>
                    <a:pt x="31023" y="32878"/>
                    <a:pt x="31659" y="35635"/>
                    <a:pt x="31942" y="38393"/>
                  </a:cubicBezTo>
                  <a:cubicBezTo>
                    <a:pt x="32154" y="40443"/>
                    <a:pt x="35477" y="40514"/>
                    <a:pt x="35265" y="38393"/>
                  </a:cubicBezTo>
                  <a:cubicBezTo>
                    <a:pt x="33992" y="25101"/>
                    <a:pt x="27417" y="11032"/>
                    <a:pt x="15398" y="4315"/>
                  </a:cubicBezTo>
                  <a:cubicBezTo>
                    <a:pt x="10944" y="1841"/>
                    <a:pt x="5924" y="426"/>
                    <a:pt x="834" y="2"/>
                  </a:cubicBezTo>
                  <a:cubicBezTo>
                    <a:pt x="-85" y="-69"/>
                    <a:pt x="-368" y="1558"/>
                    <a:pt x="622" y="1699"/>
                  </a:cubicBezTo>
                  <a:lnTo>
                    <a:pt x="622" y="1699"/>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2" name="Google Shape;2302;p72"/>
            <p:cNvSpPr/>
            <p:nvPr/>
          </p:nvSpPr>
          <p:spPr>
            <a:xfrm>
              <a:off x="7870285" y="5303944"/>
              <a:ext cx="3845" cy="15105"/>
            </a:xfrm>
            <a:custGeom>
              <a:rect b="b" l="l" r="r" t="t"/>
              <a:pathLst>
                <a:path extrusionOk="0" h="15105" w="3845">
                  <a:moveTo>
                    <a:pt x="240" y="329"/>
                  </a:moveTo>
                  <a:cubicBezTo>
                    <a:pt x="-114" y="824"/>
                    <a:pt x="28" y="1461"/>
                    <a:pt x="28" y="2026"/>
                  </a:cubicBezTo>
                  <a:cubicBezTo>
                    <a:pt x="28" y="2521"/>
                    <a:pt x="28" y="3016"/>
                    <a:pt x="28" y="3582"/>
                  </a:cubicBezTo>
                  <a:cubicBezTo>
                    <a:pt x="28" y="4713"/>
                    <a:pt x="169" y="5773"/>
                    <a:pt x="311" y="6904"/>
                  </a:cubicBezTo>
                  <a:cubicBezTo>
                    <a:pt x="523" y="9096"/>
                    <a:pt x="593" y="11358"/>
                    <a:pt x="735" y="13550"/>
                  </a:cubicBezTo>
                  <a:cubicBezTo>
                    <a:pt x="735" y="14399"/>
                    <a:pt x="1371" y="15106"/>
                    <a:pt x="2290" y="15106"/>
                  </a:cubicBezTo>
                  <a:cubicBezTo>
                    <a:pt x="3068" y="15106"/>
                    <a:pt x="3846" y="14399"/>
                    <a:pt x="3846" y="13550"/>
                  </a:cubicBezTo>
                  <a:cubicBezTo>
                    <a:pt x="3775" y="11217"/>
                    <a:pt x="3492" y="8884"/>
                    <a:pt x="3139" y="6551"/>
                  </a:cubicBezTo>
                  <a:cubicBezTo>
                    <a:pt x="2997" y="5490"/>
                    <a:pt x="2856" y="4359"/>
                    <a:pt x="2573" y="3298"/>
                  </a:cubicBezTo>
                  <a:cubicBezTo>
                    <a:pt x="2290" y="2238"/>
                    <a:pt x="2220" y="824"/>
                    <a:pt x="1301" y="117"/>
                  </a:cubicBezTo>
                  <a:cubicBezTo>
                    <a:pt x="876" y="-166"/>
                    <a:pt x="381" y="117"/>
                    <a:pt x="98" y="400"/>
                  </a:cubicBezTo>
                  <a:lnTo>
                    <a:pt x="98" y="400"/>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3" name="Google Shape;2303;p72"/>
            <p:cNvSpPr/>
            <p:nvPr/>
          </p:nvSpPr>
          <p:spPr>
            <a:xfrm>
              <a:off x="7871999" y="5331690"/>
              <a:ext cx="5060" cy="48481"/>
            </a:xfrm>
            <a:custGeom>
              <a:rect b="b" l="l" r="r" t="t"/>
              <a:pathLst>
                <a:path extrusionOk="0" h="48481" w="5060">
                  <a:moveTo>
                    <a:pt x="11" y="723"/>
                  </a:moveTo>
                  <a:cubicBezTo>
                    <a:pt x="-131" y="8642"/>
                    <a:pt x="1142" y="16631"/>
                    <a:pt x="1495" y="24479"/>
                  </a:cubicBezTo>
                  <a:cubicBezTo>
                    <a:pt x="1708" y="28438"/>
                    <a:pt x="1849" y="32468"/>
                    <a:pt x="1990" y="36427"/>
                  </a:cubicBezTo>
                  <a:cubicBezTo>
                    <a:pt x="2061" y="40174"/>
                    <a:pt x="1849" y="43992"/>
                    <a:pt x="2485" y="47739"/>
                  </a:cubicBezTo>
                  <a:cubicBezTo>
                    <a:pt x="2627" y="48729"/>
                    <a:pt x="4324" y="48729"/>
                    <a:pt x="4536" y="47739"/>
                  </a:cubicBezTo>
                  <a:cubicBezTo>
                    <a:pt x="5243" y="44063"/>
                    <a:pt x="5030" y="40174"/>
                    <a:pt x="5030" y="36427"/>
                  </a:cubicBezTo>
                  <a:cubicBezTo>
                    <a:pt x="5030" y="32256"/>
                    <a:pt x="4889" y="28155"/>
                    <a:pt x="4606" y="24055"/>
                  </a:cubicBezTo>
                  <a:cubicBezTo>
                    <a:pt x="4112" y="16277"/>
                    <a:pt x="3758" y="8076"/>
                    <a:pt x="1637" y="511"/>
                  </a:cubicBezTo>
                  <a:cubicBezTo>
                    <a:pt x="1425" y="-267"/>
                    <a:pt x="223" y="-126"/>
                    <a:pt x="152" y="723"/>
                  </a:cubicBezTo>
                  <a:lnTo>
                    <a:pt x="152" y="723"/>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4" name="Google Shape;2304;p72"/>
            <p:cNvSpPr/>
            <p:nvPr/>
          </p:nvSpPr>
          <p:spPr>
            <a:xfrm>
              <a:off x="7250830" y="5245081"/>
              <a:ext cx="182797" cy="72846"/>
            </a:xfrm>
            <a:custGeom>
              <a:rect b="b" l="l" r="r" t="t"/>
              <a:pathLst>
                <a:path extrusionOk="0" h="72846" w="182797">
                  <a:moveTo>
                    <a:pt x="182267" y="1006"/>
                  </a:moveTo>
                  <a:cubicBezTo>
                    <a:pt x="156461" y="-126"/>
                    <a:pt x="130655" y="-126"/>
                    <a:pt x="104849" y="157"/>
                  </a:cubicBezTo>
                  <a:cubicBezTo>
                    <a:pt x="88164" y="298"/>
                    <a:pt x="71549" y="511"/>
                    <a:pt x="54864" y="1076"/>
                  </a:cubicBezTo>
                  <a:cubicBezTo>
                    <a:pt x="45602" y="1359"/>
                    <a:pt x="35209" y="793"/>
                    <a:pt x="26089" y="2985"/>
                  </a:cubicBezTo>
                  <a:cubicBezTo>
                    <a:pt x="17463" y="5106"/>
                    <a:pt x="9050" y="14014"/>
                    <a:pt x="5514" y="21792"/>
                  </a:cubicBezTo>
                  <a:cubicBezTo>
                    <a:pt x="2404" y="28791"/>
                    <a:pt x="1768" y="36639"/>
                    <a:pt x="1202" y="44204"/>
                  </a:cubicBezTo>
                  <a:cubicBezTo>
                    <a:pt x="495" y="53466"/>
                    <a:pt x="283" y="62657"/>
                    <a:pt x="0" y="71919"/>
                  </a:cubicBezTo>
                  <a:cubicBezTo>
                    <a:pt x="0" y="73191"/>
                    <a:pt x="1838" y="73121"/>
                    <a:pt x="1909" y="71919"/>
                  </a:cubicBezTo>
                  <a:cubicBezTo>
                    <a:pt x="2545" y="64142"/>
                    <a:pt x="3181" y="56294"/>
                    <a:pt x="3888" y="48517"/>
                  </a:cubicBezTo>
                  <a:cubicBezTo>
                    <a:pt x="4525" y="41164"/>
                    <a:pt x="4878" y="33528"/>
                    <a:pt x="7211" y="26529"/>
                  </a:cubicBezTo>
                  <a:cubicBezTo>
                    <a:pt x="10039" y="17974"/>
                    <a:pt x="18524" y="8217"/>
                    <a:pt x="27078" y="6237"/>
                  </a:cubicBezTo>
                  <a:cubicBezTo>
                    <a:pt x="35633" y="4258"/>
                    <a:pt x="46168" y="4823"/>
                    <a:pt x="55217" y="4541"/>
                  </a:cubicBezTo>
                  <a:cubicBezTo>
                    <a:pt x="87033" y="3622"/>
                    <a:pt x="118848" y="3409"/>
                    <a:pt x="150664" y="3056"/>
                  </a:cubicBezTo>
                  <a:cubicBezTo>
                    <a:pt x="161198" y="2915"/>
                    <a:pt x="171733" y="2561"/>
                    <a:pt x="182267" y="2066"/>
                  </a:cubicBezTo>
                  <a:cubicBezTo>
                    <a:pt x="182974" y="2066"/>
                    <a:pt x="182974" y="1076"/>
                    <a:pt x="182267" y="1006"/>
                  </a:cubicBezTo>
                  <a:lnTo>
                    <a:pt x="182267" y="1006"/>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5" name="Google Shape;2305;p72"/>
            <p:cNvSpPr/>
            <p:nvPr/>
          </p:nvSpPr>
          <p:spPr>
            <a:xfrm>
              <a:off x="7249840" y="5330433"/>
              <a:ext cx="2841" cy="19560"/>
            </a:xfrm>
            <a:custGeom>
              <a:rect b="b" l="l" r="r" t="t"/>
              <a:pathLst>
                <a:path extrusionOk="0" h="19560" w="2841">
                  <a:moveTo>
                    <a:pt x="0" y="848"/>
                  </a:moveTo>
                  <a:cubicBezTo>
                    <a:pt x="71" y="3888"/>
                    <a:pt x="212" y="6999"/>
                    <a:pt x="283" y="10039"/>
                  </a:cubicBezTo>
                  <a:cubicBezTo>
                    <a:pt x="283" y="11595"/>
                    <a:pt x="353" y="13079"/>
                    <a:pt x="495" y="14635"/>
                  </a:cubicBezTo>
                  <a:cubicBezTo>
                    <a:pt x="636" y="16190"/>
                    <a:pt x="919" y="17604"/>
                    <a:pt x="1273" y="19089"/>
                  </a:cubicBezTo>
                  <a:cubicBezTo>
                    <a:pt x="1414" y="19867"/>
                    <a:pt x="2474" y="19584"/>
                    <a:pt x="2545" y="18948"/>
                  </a:cubicBezTo>
                  <a:cubicBezTo>
                    <a:pt x="2687" y="17393"/>
                    <a:pt x="2899" y="15908"/>
                    <a:pt x="2828" y="14352"/>
                  </a:cubicBezTo>
                  <a:cubicBezTo>
                    <a:pt x="2757" y="12797"/>
                    <a:pt x="2616" y="11383"/>
                    <a:pt x="2545" y="9898"/>
                  </a:cubicBezTo>
                  <a:cubicBezTo>
                    <a:pt x="2333" y="6858"/>
                    <a:pt x="2050" y="3888"/>
                    <a:pt x="1838" y="848"/>
                  </a:cubicBezTo>
                  <a:cubicBezTo>
                    <a:pt x="1768" y="-283"/>
                    <a:pt x="71" y="-283"/>
                    <a:pt x="71" y="848"/>
                  </a:cubicBezTo>
                  <a:lnTo>
                    <a:pt x="71" y="848"/>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6" name="Google Shape;2306;p72"/>
            <p:cNvSpPr/>
            <p:nvPr/>
          </p:nvSpPr>
          <p:spPr>
            <a:xfrm>
              <a:off x="7465814" y="5243469"/>
              <a:ext cx="226544" cy="3993"/>
            </a:xfrm>
            <a:custGeom>
              <a:rect b="b" l="l" r="r" t="t"/>
              <a:pathLst>
                <a:path extrusionOk="0" h="3993" w="226544">
                  <a:moveTo>
                    <a:pt x="654" y="3042"/>
                  </a:moveTo>
                  <a:cubicBezTo>
                    <a:pt x="61669" y="3961"/>
                    <a:pt x="122684" y="4456"/>
                    <a:pt x="183628" y="3395"/>
                  </a:cubicBezTo>
                  <a:cubicBezTo>
                    <a:pt x="197557" y="3183"/>
                    <a:pt x="211555" y="2900"/>
                    <a:pt x="225484" y="2193"/>
                  </a:cubicBezTo>
                  <a:cubicBezTo>
                    <a:pt x="226898" y="2193"/>
                    <a:pt x="226898" y="-69"/>
                    <a:pt x="225484" y="2"/>
                  </a:cubicBezTo>
                  <a:cubicBezTo>
                    <a:pt x="164610" y="2759"/>
                    <a:pt x="103453" y="1698"/>
                    <a:pt x="42509" y="1840"/>
                  </a:cubicBezTo>
                  <a:cubicBezTo>
                    <a:pt x="28511" y="1840"/>
                    <a:pt x="14582" y="1840"/>
                    <a:pt x="584" y="1840"/>
                  </a:cubicBezTo>
                  <a:cubicBezTo>
                    <a:pt x="-195" y="1840"/>
                    <a:pt x="-195" y="3042"/>
                    <a:pt x="584" y="3042"/>
                  </a:cubicBezTo>
                  <a:lnTo>
                    <a:pt x="584" y="3042"/>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7" name="Google Shape;2307;p72"/>
            <p:cNvSpPr/>
            <p:nvPr/>
          </p:nvSpPr>
          <p:spPr>
            <a:xfrm>
              <a:off x="7711394" y="5241839"/>
              <a:ext cx="26742" cy="2358"/>
            </a:xfrm>
            <a:custGeom>
              <a:rect b="b" l="l" r="r" t="t"/>
              <a:pathLst>
                <a:path extrusionOk="0" h="2358" w="26742">
                  <a:moveTo>
                    <a:pt x="901" y="1773"/>
                  </a:moveTo>
                  <a:cubicBezTo>
                    <a:pt x="5073" y="1915"/>
                    <a:pt x="9174" y="1986"/>
                    <a:pt x="13345" y="2127"/>
                  </a:cubicBezTo>
                  <a:cubicBezTo>
                    <a:pt x="17516" y="2268"/>
                    <a:pt x="21617" y="2480"/>
                    <a:pt x="25788" y="2268"/>
                  </a:cubicBezTo>
                  <a:cubicBezTo>
                    <a:pt x="27061" y="2268"/>
                    <a:pt x="27061" y="360"/>
                    <a:pt x="25788" y="289"/>
                  </a:cubicBezTo>
                  <a:cubicBezTo>
                    <a:pt x="21687" y="-65"/>
                    <a:pt x="17516" y="6"/>
                    <a:pt x="13345" y="6"/>
                  </a:cubicBezTo>
                  <a:cubicBezTo>
                    <a:pt x="9174" y="6"/>
                    <a:pt x="5073" y="6"/>
                    <a:pt x="901" y="6"/>
                  </a:cubicBezTo>
                  <a:cubicBezTo>
                    <a:pt x="-300" y="6"/>
                    <a:pt x="-300" y="1773"/>
                    <a:pt x="901" y="1844"/>
                  </a:cubicBezTo>
                  <a:lnTo>
                    <a:pt x="901" y="1844"/>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8" name="Google Shape;2308;p72"/>
            <p:cNvSpPr/>
            <p:nvPr/>
          </p:nvSpPr>
          <p:spPr>
            <a:xfrm>
              <a:off x="7751270" y="5242764"/>
              <a:ext cx="15960" cy="2718"/>
            </a:xfrm>
            <a:custGeom>
              <a:rect b="b" l="l" r="r" t="t"/>
              <a:pathLst>
                <a:path extrusionOk="0" h="2718" w="15960">
                  <a:moveTo>
                    <a:pt x="477" y="2051"/>
                  </a:moveTo>
                  <a:cubicBezTo>
                    <a:pt x="1608" y="2262"/>
                    <a:pt x="2740" y="2475"/>
                    <a:pt x="3942" y="2546"/>
                  </a:cubicBezTo>
                  <a:lnTo>
                    <a:pt x="7547" y="2687"/>
                  </a:lnTo>
                  <a:cubicBezTo>
                    <a:pt x="9952" y="2757"/>
                    <a:pt x="12284" y="2687"/>
                    <a:pt x="14688" y="2687"/>
                  </a:cubicBezTo>
                  <a:cubicBezTo>
                    <a:pt x="16385" y="2687"/>
                    <a:pt x="16385" y="0"/>
                    <a:pt x="14688" y="0"/>
                  </a:cubicBezTo>
                  <a:cubicBezTo>
                    <a:pt x="12284" y="0"/>
                    <a:pt x="9952" y="0"/>
                    <a:pt x="7547" y="0"/>
                  </a:cubicBezTo>
                  <a:lnTo>
                    <a:pt x="3942" y="142"/>
                  </a:lnTo>
                  <a:cubicBezTo>
                    <a:pt x="2740" y="142"/>
                    <a:pt x="1608" y="424"/>
                    <a:pt x="477" y="636"/>
                  </a:cubicBezTo>
                  <a:cubicBezTo>
                    <a:pt x="-159" y="778"/>
                    <a:pt x="-159" y="1768"/>
                    <a:pt x="477" y="1909"/>
                  </a:cubicBezTo>
                  <a:lnTo>
                    <a:pt x="477" y="1909"/>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9" name="Google Shape;2309;p72"/>
            <p:cNvSpPr/>
            <p:nvPr/>
          </p:nvSpPr>
          <p:spPr>
            <a:xfrm>
              <a:off x="7340956" y="6014466"/>
              <a:ext cx="270007" cy="7807"/>
            </a:xfrm>
            <a:custGeom>
              <a:rect b="b" l="l" r="r" t="t"/>
              <a:pathLst>
                <a:path extrusionOk="0" h="7807" w="270007">
                  <a:moveTo>
                    <a:pt x="583" y="7424"/>
                  </a:moveTo>
                  <a:cubicBezTo>
                    <a:pt x="33813" y="8343"/>
                    <a:pt x="67042" y="7424"/>
                    <a:pt x="100272" y="6646"/>
                  </a:cubicBezTo>
                  <a:cubicBezTo>
                    <a:pt x="139794" y="5656"/>
                    <a:pt x="179316" y="4454"/>
                    <a:pt x="218837" y="3252"/>
                  </a:cubicBezTo>
                  <a:cubicBezTo>
                    <a:pt x="235523" y="2757"/>
                    <a:pt x="252208" y="2333"/>
                    <a:pt x="268894" y="2262"/>
                  </a:cubicBezTo>
                  <a:cubicBezTo>
                    <a:pt x="270379" y="2262"/>
                    <a:pt x="270379" y="0"/>
                    <a:pt x="268894" y="0"/>
                  </a:cubicBezTo>
                  <a:cubicBezTo>
                    <a:pt x="235664" y="0"/>
                    <a:pt x="202364" y="1343"/>
                    <a:pt x="169135" y="2474"/>
                  </a:cubicBezTo>
                  <a:cubicBezTo>
                    <a:pt x="129613" y="3818"/>
                    <a:pt x="90162" y="5303"/>
                    <a:pt x="50640" y="6009"/>
                  </a:cubicBezTo>
                  <a:cubicBezTo>
                    <a:pt x="33954" y="6292"/>
                    <a:pt x="17269" y="6717"/>
                    <a:pt x="583" y="6292"/>
                  </a:cubicBezTo>
                  <a:cubicBezTo>
                    <a:pt x="-194" y="6292"/>
                    <a:pt x="-194" y="7424"/>
                    <a:pt x="583" y="7424"/>
                  </a:cubicBezTo>
                  <a:lnTo>
                    <a:pt x="583" y="7424"/>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0" name="Google Shape;2310;p72"/>
            <p:cNvSpPr/>
            <p:nvPr/>
          </p:nvSpPr>
          <p:spPr>
            <a:xfrm>
              <a:off x="7621533" y="6011000"/>
              <a:ext cx="20579" cy="3960"/>
            </a:xfrm>
            <a:custGeom>
              <a:rect b="b" l="l" r="r" t="t"/>
              <a:pathLst>
                <a:path extrusionOk="0" h="3960" w="20579">
                  <a:moveTo>
                    <a:pt x="973" y="3961"/>
                  </a:moveTo>
                  <a:cubicBezTo>
                    <a:pt x="7265" y="3961"/>
                    <a:pt x="13558" y="3607"/>
                    <a:pt x="19709" y="2405"/>
                  </a:cubicBezTo>
                  <a:cubicBezTo>
                    <a:pt x="21052" y="2123"/>
                    <a:pt x="20769" y="-69"/>
                    <a:pt x="19355" y="2"/>
                  </a:cubicBezTo>
                  <a:cubicBezTo>
                    <a:pt x="13204" y="355"/>
                    <a:pt x="7053" y="1274"/>
                    <a:pt x="902" y="2052"/>
                  </a:cubicBezTo>
                  <a:cubicBezTo>
                    <a:pt x="-229" y="2193"/>
                    <a:pt x="-371" y="3961"/>
                    <a:pt x="902" y="3961"/>
                  </a:cubicBezTo>
                  <a:lnTo>
                    <a:pt x="902" y="3961"/>
                  </a:lnTo>
                  <a:close/>
                </a:path>
              </a:pathLst>
            </a:custGeom>
            <a:solidFill>
              <a:srgbClr val="000000"/>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11" name="Google Shape;2311;p72"/>
          <p:cNvGrpSpPr/>
          <p:nvPr/>
        </p:nvGrpSpPr>
        <p:grpSpPr>
          <a:xfrm>
            <a:off x="5385947" y="2757731"/>
            <a:ext cx="1130133" cy="361967"/>
            <a:chOff x="9955247" y="4705881"/>
            <a:chExt cx="1130133" cy="361967"/>
          </a:xfrm>
        </p:grpSpPr>
        <p:sp>
          <p:nvSpPr>
            <p:cNvPr id="2312" name="Google Shape;2312;p72"/>
            <p:cNvSpPr/>
            <p:nvPr/>
          </p:nvSpPr>
          <p:spPr>
            <a:xfrm>
              <a:off x="9955247" y="4705881"/>
              <a:ext cx="1130133" cy="361967"/>
            </a:xfrm>
            <a:custGeom>
              <a:rect b="b" l="l" r="r" t="t"/>
              <a:pathLst>
                <a:path extrusionOk="0" h="361967" w="1130133">
                  <a:moveTo>
                    <a:pt x="790759" y="361968"/>
                  </a:moveTo>
                  <a:cubicBezTo>
                    <a:pt x="712069" y="361968"/>
                    <a:pt x="635288" y="356595"/>
                    <a:pt x="560557" y="351434"/>
                  </a:cubicBezTo>
                  <a:cubicBezTo>
                    <a:pt x="533408" y="349525"/>
                    <a:pt x="506329" y="347687"/>
                    <a:pt x="479180" y="345989"/>
                  </a:cubicBezTo>
                  <a:cubicBezTo>
                    <a:pt x="425589" y="342737"/>
                    <a:pt x="373482" y="343939"/>
                    <a:pt x="318335" y="345212"/>
                  </a:cubicBezTo>
                  <a:cubicBezTo>
                    <a:pt x="266512" y="346414"/>
                    <a:pt x="212849" y="347616"/>
                    <a:pt x="157985" y="344788"/>
                  </a:cubicBezTo>
                  <a:cubicBezTo>
                    <a:pt x="133876" y="343586"/>
                    <a:pt x="108070" y="343586"/>
                    <a:pt x="80851" y="343586"/>
                  </a:cubicBezTo>
                  <a:cubicBezTo>
                    <a:pt x="55115" y="343586"/>
                    <a:pt x="28532" y="343586"/>
                    <a:pt x="3432" y="342525"/>
                  </a:cubicBezTo>
                  <a:lnTo>
                    <a:pt x="110" y="342384"/>
                  </a:lnTo>
                  <a:lnTo>
                    <a:pt x="110" y="339061"/>
                  </a:lnTo>
                  <a:cubicBezTo>
                    <a:pt x="-809" y="300317"/>
                    <a:pt x="4210" y="266168"/>
                    <a:pt x="9089" y="233151"/>
                  </a:cubicBezTo>
                  <a:cubicBezTo>
                    <a:pt x="13048" y="206214"/>
                    <a:pt x="17149" y="178358"/>
                    <a:pt x="17856" y="148734"/>
                  </a:cubicBezTo>
                  <a:cubicBezTo>
                    <a:pt x="18068" y="140108"/>
                    <a:pt x="21674" y="129079"/>
                    <a:pt x="25209" y="118403"/>
                  </a:cubicBezTo>
                  <a:cubicBezTo>
                    <a:pt x="28673" y="107939"/>
                    <a:pt x="32208" y="97193"/>
                    <a:pt x="32350" y="89274"/>
                  </a:cubicBezTo>
                  <a:cubicBezTo>
                    <a:pt x="32420" y="85032"/>
                    <a:pt x="25491" y="79235"/>
                    <a:pt x="19340" y="74074"/>
                  </a:cubicBezTo>
                  <a:cubicBezTo>
                    <a:pt x="11492" y="67569"/>
                    <a:pt x="3432" y="60782"/>
                    <a:pt x="3503" y="52934"/>
                  </a:cubicBezTo>
                  <a:cubicBezTo>
                    <a:pt x="3716" y="37026"/>
                    <a:pt x="3857" y="20835"/>
                    <a:pt x="3928" y="4221"/>
                  </a:cubicBezTo>
                  <a:lnTo>
                    <a:pt x="3928" y="686"/>
                  </a:lnTo>
                  <a:lnTo>
                    <a:pt x="7463" y="686"/>
                  </a:lnTo>
                  <a:cubicBezTo>
                    <a:pt x="32844" y="686"/>
                    <a:pt x="58367" y="544"/>
                    <a:pt x="83819" y="332"/>
                  </a:cubicBezTo>
                  <a:cubicBezTo>
                    <a:pt x="170782" y="-233"/>
                    <a:pt x="260784" y="-870"/>
                    <a:pt x="348666" y="5705"/>
                  </a:cubicBezTo>
                  <a:cubicBezTo>
                    <a:pt x="437679" y="12422"/>
                    <a:pt x="515379" y="13059"/>
                    <a:pt x="597675" y="13765"/>
                  </a:cubicBezTo>
                  <a:cubicBezTo>
                    <a:pt x="628006" y="14048"/>
                    <a:pt x="658619" y="14260"/>
                    <a:pt x="690081" y="14897"/>
                  </a:cubicBezTo>
                  <a:cubicBezTo>
                    <a:pt x="770256" y="16381"/>
                    <a:pt x="842866" y="16240"/>
                    <a:pt x="919718" y="16099"/>
                  </a:cubicBezTo>
                  <a:cubicBezTo>
                    <a:pt x="983066" y="15957"/>
                    <a:pt x="1048465" y="15816"/>
                    <a:pt x="1119166" y="16664"/>
                  </a:cubicBezTo>
                  <a:lnTo>
                    <a:pt x="1122418" y="16664"/>
                  </a:lnTo>
                  <a:cubicBezTo>
                    <a:pt x="1122418" y="16664"/>
                    <a:pt x="1122630" y="19916"/>
                    <a:pt x="1122630" y="19916"/>
                  </a:cubicBezTo>
                  <a:cubicBezTo>
                    <a:pt x="1123691" y="35046"/>
                    <a:pt x="1125105" y="42399"/>
                    <a:pt x="1126448" y="49540"/>
                  </a:cubicBezTo>
                  <a:cubicBezTo>
                    <a:pt x="1127933" y="57459"/>
                    <a:pt x="1129346" y="64883"/>
                    <a:pt x="1130053" y="81426"/>
                  </a:cubicBezTo>
                  <a:cubicBezTo>
                    <a:pt x="1130832" y="99455"/>
                    <a:pt x="1125811" y="126958"/>
                    <a:pt x="1120933" y="153471"/>
                  </a:cubicBezTo>
                  <a:cubicBezTo>
                    <a:pt x="1116762" y="176307"/>
                    <a:pt x="1112449" y="199921"/>
                    <a:pt x="1112167" y="216041"/>
                  </a:cubicBezTo>
                  <a:cubicBezTo>
                    <a:pt x="1112025" y="225374"/>
                    <a:pt x="1115631" y="235060"/>
                    <a:pt x="1119378" y="245240"/>
                  </a:cubicBezTo>
                  <a:cubicBezTo>
                    <a:pt x="1123691" y="256765"/>
                    <a:pt x="1128074" y="268643"/>
                    <a:pt x="1127367" y="281086"/>
                  </a:cubicBezTo>
                  <a:cubicBezTo>
                    <a:pt x="1126801" y="290701"/>
                    <a:pt x="1122842" y="300741"/>
                    <a:pt x="1119024" y="310427"/>
                  </a:cubicBezTo>
                  <a:cubicBezTo>
                    <a:pt x="1115419" y="319618"/>
                    <a:pt x="1111671" y="329092"/>
                    <a:pt x="1110823" y="338142"/>
                  </a:cubicBezTo>
                  <a:lnTo>
                    <a:pt x="1110541" y="341041"/>
                  </a:lnTo>
                  <a:lnTo>
                    <a:pt x="1070665" y="344717"/>
                  </a:lnTo>
                  <a:cubicBezTo>
                    <a:pt x="992823" y="351999"/>
                    <a:pt x="925586" y="358292"/>
                    <a:pt x="843361" y="361049"/>
                  </a:cubicBezTo>
                  <a:cubicBezTo>
                    <a:pt x="825686" y="361615"/>
                    <a:pt x="808152" y="361897"/>
                    <a:pt x="790688" y="361897"/>
                  </a:cubicBezTo>
                  <a:close/>
                  <a:moveTo>
                    <a:pt x="402893" y="336869"/>
                  </a:moveTo>
                  <a:cubicBezTo>
                    <a:pt x="428416" y="336869"/>
                    <a:pt x="453869" y="337435"/>
                    <a:pt x="479604" y="338990"/>
                  </a:cubicBezTo>
                  <a:cubicBezTo>
                    <a:pt x="506754" y="340617"/>
                    <a:pt x="533832" y="342525"/>
                    <a:pt x="560981" y="344434"/>
                  </a:cubicBezTo>
                  <a:cubicBezTo>
                    <a:pt x="652114" y="350797"/>
                    <a:pt x="746359" y="357373"/>
                    <a:pt x="843149" y="354120"/>
                  </a:cubicBezTo>
                  <a:cubicBezTo>
                    <a:pt x="925162" y="351363"/>
                    <a:pt x="992257" y="345141"/>
                    <a:pt x="1070028" y="337859"/>
                  </a:cubicBezTo>
                  <a:lnTo>
                    <a:pt x="1104107" y="334677"/>
                  </a:lnTo>
                  <a:cubicBezTo>
                    <a:pt x="1105449" y="325628"/>
                    <a:pt x="1108985" y="316649"/>
                    <a:pt x="1112378" y="307952"/>
                  </a:cubicBezTo>
                  <a:cubicBezTo>
                    <a:pt x="1116125" y="298337"/>
                    <a:pt x="1119731" y="289288"/>
                    <a:pt x="1120227" y="280733"/>
                  </a:cubicBezTo>
                  <a:cubicBezTo>
                    <a:pt x="1120863" y="269774"/>
                    <a:pt x="1116692" y="258603"/>
                    <a:pt x="1112661" y="247786"/>
                  </a:cubicBezTo>
                  <a:cubicBezTo>
                    <a:pt x="1108773" y="237393"/>
                    <a:pt x="1104813" y="226717"/>
                    <a:pt x="1104955" y="216041"/>
                  </a:cubicBezTo>
                  <a:cubicBezTo>
                    <a:pt x="1105238" y="199356"/>
                    <a:pt x="1109409" y="176519"/>
                    <a:pt x="1113863" y="152340"/>
                  </a:cubicBezTo>
                  <a:cubicBezTo>
                    <a:pt x="1118671" y="126180"/>
                    <a:pt x="1123620" y="99102"/>
                    <a:pt x="1122842" y="81851"/>
                  </a:cubicBezTo>
                  <a:cubicBezTo>
                    <a:pt x="1122135" y="65801"/>
                    <a:pt x="1120792" y="58590"/>
                    <a:pt x="1119378" y="50954"/>
                  </a:cubicBezTo>
                  <a:cubicBezTo>
                    <a:pt x="1118105" y="44167"/>
                    <a:pt x="1116762" y="37097"/>
                    <a:pt x="1115702" y="23734"/>
                  </a:cubicBezTo>
                  <a:cubicBezTo>
                    <a:pt x="1046273" y="22956"/>
                    <a:pt x="981864" y="23098"/>
                    <a:pt x="919577" y="23169"/>
                  </a:cubicBezTo>
                  <a:cubicBezTo>
                    <a:pt x="842654" y="23310"/>
                    <a:pt x="770044" y="23451"/>
                    <a:pt x="689799" y="21967"/>
                  </a:cubicBezTo>
                  <a:cubicBezTo>
                    <a:pt x="658336" y="21401"/>
                    <a:pt x="627794" y="21119"/>
                    <a:pt x="597463" y="20835"/>
                  </a:cubicBezTo>
                  <a:cubicBezTo>
                    <a:pt x="515096" y="20129"/>
                    <a:pt x="437254" y="19492"/>
                    <a:pt x="348029" y="12775"/>
                  </a:cubicBezTo>
                  <a:cubicBezTo>
                    <a:pt x="260431" y="6200"/>
                    <a:pt x="170641" y="6766"/>
                    <a:pt x="83819" y="7403"/>
                  </a:cubicBezTo>
                  <a:cubicBezTo>
                    <a:pt x="59499" y="7544"/>
                    <a:pt x="35177" y="7756"/>
                    <a:pt x="10927" y="7756"/>
                  </a:cubicBezTo>
                  <a:cubicBezTo>
                    <a:pt x="10927" y="23169"/>
                    <a:pt x="10715" y="38228"/>
                    <a:pt x="10503" y="53004"/>
                  </a:cubicBezTo>
                  <a:cubicBezTo>
                    <a:pt x="10503" y="57459"/>
                    <a:pt x="17502" y="63398"/>
                    <a:pt x="23794" y="68629"/>
                  </a:cubicBezTo>
                  <a:cubicBezTo>
                    <a:pt x="31854" y="75346"/>
                    <a:pt x="39490" y="81709"/>
                    <a:pt x="39349" y="89345"/>
                  </a:cubicBezTo>
                  <a:cubicBezTo>
                    <a:pt x="39137" y="98324"/>
                    <a:pt x="35460" y="109636"/>
                    <a:pt x="31854" y="120524"/>
                  </a:cubicBezTo>
                  <a:cubicBezTo>
                    <a:pt x="28532" y="130705"/>
                    <a:pt x="25067" y="141240"/>
                    <a:pt x="24855" y="148875"/>
                  </a:cubicBezTo>
                  <a:cubicBezTo>
                    <a:pt x="24148" y="178923"/>
                    <a:pt x="20047" y="206991"/>
                    <a:pt x="16017" y="234140"/>
                  </a:cubicBezTo>
                  <a:cubicBezTo>
                    <a:pt x="11351" y="265956"/>
                    <a:pt x="6544" y="298761"/>
                    <a:pt x="7038" y="335526"/>
                  </a:cubicBezTo>
                  <a:cubicBezTo>
                    <a:pt x="31077" y="336516"/>
                    <a:pt x="56387" y="336445"/>
                    <a:pt x="80851" y="336445"/>
                  </a:cubicBezTo>
                  <a:cubicBezTo>
                    <a:pt x="108212" y="336445"/>
                    <a:pt x="134088" y="336445"/>
                    <a:pt x="158339" y="337647"/>
                  </a:cubicBezTo>
                  <a:cubicBezTo>
                    <a:pt x="212920" y="340404"/>
                    <a:pt x="266441" y="339202"/>
                    <a:pt x="318194" y="338071"/>
                  </a:cubicBezTo>
                  <a:cubicBezTo>
                    <a:pt x="347039" y="337435"/>
                    <a:pt x="375037" y="336798"/>
                    <a:pt x="402893" y="33679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3" name="Google Shape;2313;p72"/>
            <p:cNvSpPr/>
            <p:nvPr/>
          </p:nvSpPr>
          <p:spPr>
            <a:xfrm>
              <a:off x="10050404" y="4832369"/>
              <a:ext cx="22201" cy="19771"/>
            </a:xfrm>
            <a:custGeom>
              <a:rect b="b" l="l" r="r" t="t"/>
              <a:pathLst>
                <a:path extrusionOk="0" h="19771" w="22201">
                  <a:moveTo>
                    <a:pt x="18640" y="19771"/>
                  </a:moveTo>
                  <a:cubicBezTo>
                    <a:pt x="17933" y="19771"/>
                    <a:pt x="17155" y="19559"/>
                    <a:pt x="16590" y="19064"/>
                  </a:cubicBezTo>
                  <a:cubicBezTo>
                    <a:pt x="10934" y="14963"/>
                    <a:pt x="5914" y="10722"/>
                    <a:pt x="1106" y="6126"/>
                  </a:cubicBezTo>
                  <a:cubicBezTo>
                    <a:pt x="-308" y="4783"/>
                    <a:pt x="-378" y="2520"/>
                    <a:pt x="964" y="1106"/>
                  </a:cubicBezTo>
                  <a:cubicBezTo>
                    <a:pt x="2308" y="-308"/>
                    <a:pt x="4570" y="-379"/>
                    <a:pt x="5985" y="965"/>
                  </a:cubicBezTo>
                  <a:cubicBezTo>
                    <a:pt x="10510" y="5348"/>
                    <a:pt x="15388" y="9307"/>
                    <a:pt x="20761" y="13267"/>
                  </a:cubicBezTo>
                  <a:cubicBezTo>
                    <a:pt x="22316" y="14398"/>
                    <a:pt x="22670" y="16660"/>
                    <a:pt x="21539" y="18216"/>
                  </a:cubicBezTo>
                  <a:cubicBezTo>
                    <a:pt x="20832" y="19135"/>
                    <a:pt x="19771" y="19701"/>
                    <a:pt x="18711" y="1970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4" name="Google Shape;2314;p72"/>
            <p:cNvSpPr/>
            <p:nvPr/>
          </p:nvSpPr>
          <p:spPr>
            <a:xfrm>
              <a:off x="10207694" y="4878447"/>
              <a:ext cx="19451" cy="15973"/>
            </a:xfrm>
            <a:custGeom>
              <a:rect b="b" l="l" r="r" t="t"/>
              <a:pathLst>
                <a:path extrusionOk="0" h="15973" w="19451">
                  <a:moveTo>
                    <a:pt x="15903" y="15973"/>
                  </a:moveTo>
                  <a:cubicBezTo>
                    <a:pt x="15337" y="15973"/>
                    <a:pt x="14701" y="15832"/>
                    <a:pt x="14135" y="15478"/>
                  </a:cubicBezTo>
                  <a:cubicBezTo>
                    <a:pt x="11589" y="13993"/>
                    <a:pt x="9186" y="12155"/>
                    <a:pt x="6924" y="10388"/>
                  </a:cubicBezTo>
                  <a:cubicBezTo>
                    <a:pt x="5156" y="9044"/>
                    <a:pt x="3459" y="7631"/>
                    <a:pt x="1621" y="6499"/>
                  </a:cubicBezTo>
                  <a:cubicBezTo>
                    <a:pt x="-5" y="5439"/>
                    <a:pt x="-500" y="3247"/>
                    <a:pt x="560" y="1621"/>
                  </a:cubicBezTo>
                  <a:cubicBezTo>
                    <a:pt x="1621" y="-5"/>
                    <a:pt x="3812" y="-500"/>
                    <a:pt x="5438" y="561"/>
                  </a:cubicBezTo>
                  <a:cubicBezTo>
                    <a:pt x="7489" y="1833"/>
                    <a:pt x="9398" y="3318"/>
                    <a:pt x="11307" y="4873"/>
                  </a:cubicBezTo>
                  <a:cubicBezTo>
                    <a:pt x="13498" y="6570"/>
                    <a:pt x="15549" y="8196"/>
                    <a:pt x="17670" y="9398"/>
                  </a:cubicBezTo>
                  <a:cubicBezTo>
                    <a:pt x="19367" y="10388"/>
                    <a:pt x="19932" y="12509"/>
                    <a:pt x="19013" y="14206"/>
                  </a:cubicBezTo>
                  <a:cubicBezTo>
                    <a:pt x="18377" y="15337"/>
                    <a:pt x="17175" y="15973"/>
                    <a:pt x="15973" y="159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5" name="Google Shape;2315;p72"/>
            <p:cNvSpPr/>
            <p:nvPr/>
          </p:nvSpPr>
          <p:spPr>
            <a:xfrm>
              <a:off x="10177411" y="4755970"/>
              <a:ext cx="18116" cy="19035"/>
            </a:xfrm>
            <a:custGeom>
              <a:rect b="b" l="l" r="r" t="t"/>
              <a:pathLst>
                <a:path extrusionOk="0" h="19035" w="18116">
                  <a:moveTo>
                    <a:pt x="14582" y="19036"/>
                  </a:moveTo>
                  <a:cubicBezTo>
                    <a:pt x="13521" y="19036"/>
                    <a:pt x="12532" y="18612"/>
                    <a:pt x="11824" y="17692"/>
                  </a:cubicBezTo>
                  <a:cubicBezTo>
                    <a:pt x="10976" y="16703"/>
                    <a:pt x="9774" y="15642"/>
                    <a:pt x="8431" y="14582"/>
                  </a:cubicBezTo>
                  <a:cubicBezTo>
                    <a:pt x="5673" y="12390"/>
                    <a:pt x="2350" y="9632"/>
                    <a:pt x="300" y="4966"/>
                  </a:cubicBezTo>
                  <a:cubicBezTo>
                    <a:pt x="-478" y="3199"/>
                    <a:pt x="300" y="1078"/>
                    <a:pt x="2138" y="300"/>
                  </a:cubicBezTo>
                  <a:cubicBezTo>
                    <a:pt x="3906" y="-478"/>
                    <a:pt x="6027" y="300"/>
                    <a:pt x="6805" y="2138"/>
                  </a:cubicBezTo>
                  <a:cubicBezTo>
                    <a:pt x="8078" y="5178"/>
                    <a:pt x="10410" y="7017"/>
                    <a:pt x="12885" y="9067"/>
                  </a:cubicBezTo>
                  <a:cubicBezTo>
                    <a:pt x="14440" y="10340"/>
                    <a:pt x="15996" y="11612"/>
                    <a:pt x="17339" y="13238"/>
                  </a:cubicBezTo>
                  <a:cubicBezTo>
                    <a:pt x="18541" y="14723"/>
                    <a:pt x="18329" y="16986"/>
                    <a:pt x="16844" y="18187"/>
                  </a:cubicBezTo>
                  <a:cubicBezTo>
                    <a:pt x="16208" y="18753"/>
                    <a:pt x="15430" y="18965"/>
                    <a:pt x="14652" y="189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6" name="Google Shape;2316;p72"/>
            <p:cNvSpPr/>
            <p:nvPr/>
          </p:nvSpPr>
          <p:spPr>
            <a:xfrm>
              <a:off x="10103997" y="4980772"/>
              <a:ext cx="16707" cy="13053"/>
            </a:xfrm>
            <a:custGeom>
              <a:rect b="b" l="l" r="r" t="t"/>
              <a:pathLst>
                <a:path extrusionOk="0" h="13053" w="16707">
                  <a:moveTo>
                    <a:pt x="13124" y="13053"/>
                  </a:moveTo>
                  <a:cubicBezTo>
                    <a:pt x="12134" y="13053"/>
                    <a:pt x="11215" y="12629"/>
                    <a:pt x="10508" y="11851"/>
                  </a:cubicBezTo>
                  <a:cubicBezTo>
                    <a:pt x="8599" y="9730"/>
                    <a:pt x="5771" y="7963"/>
                    <a:pt x="2448" y="6902"/>
                  </a:cubicBezTo>
                  <a:cubicBezTo>
                    <a:pt x="610" y="6337"/>
                    <a:pt x="-451" y="4286"/>
                    <a:pt x="186" y="2448"/>
                  </a:cubicBezTo>
                  <a:cubicBezTo>
                    <a:pt x="751" y="610"/>
                    <a:pt x="2802" y="-451"/>
                    <a:pt x="4640" y="186"/>
                  </a:cubicBezTo>
                  <a:cubicBezTo>
                    <a:pt x="7821" y="1176"/>
                    <a:pt x="12275" y="3226"/>
                    <a:pt x="15810" y="7114"/>
                  </a:cubicBezTo>
                  <a:cubicBezTo>
                    <a:pt x="17083" y="8599"/>
                    <a:pt x="17013" y="10791"/>
                    <a:pt x="15527" y="12134"/>
                  </a:cubicBezTo>
                  <a:cubicBezTo>
                    <a:pt x="14821" y="12770"/>
                    <a:pt x="14043" y="13053"/>
                    <a:pt x="13195" y="130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7" name="Google Shape;2317;p72"/>
            <p:cNvSpPr/>
            <p:nvPr/>
          </p:nvSpPr>
          <p:spPr>
            <a:xfrm>
              <a:off x="10336154" y="4971909"/>
              <a:ext cx="21573" cy="18946"/>
            </a:xfrm>
            <a:custGeom>
              <a:rect b="b" l="l" r="r" t="t"/>
              <a:pathLst>
                <a:path extrusionOk="0" h="18946" w="21573">
                  <a:moveTo>
                    <a:pt x="17957" y="18947"/>
                  </a:moveTo>
                  <a:cubicBezTo>
                    <a:pt x="17321" y="18947"/>
                    <a:pt x="16684" y="18806"/>
                    <a:pt x="16119" y="18452"/>
                  </a:cubicBezTo>
                  <a:cubicBezTo>
                    <a:pt x="10816" y="15271"/>
                    <a:pt x="4878" y="11735"/>
                    <a:pt x="635" y="5585"/>
                  </a:cubicBezTo>
                  <a:cubicBezTo>
                    <a:pt x="-496" y="3958"/>
                    <a:pt x="-72" y="1766"/>
                    <a:pt x="1554" y="635"/>
                  </a:cubicBezTo>
                  <a:cubicBezTo>
                    <a:pt x="3181" y="-496"/>
                    <a:pt x="5372" y="-72"/>
                    <a:pt x="6504" y="1554"/>
                  </a:cubicBezTo>
                  <a:cubicBezTo>
                    <a:pt x="9897" y="6433"/>
                    <a:pt x="14917" y="9473"/>
                    <a:pt x="19866" y="12372"/>
                  </a:cubicBezTo>
                  <a:cubicBezTo>
                    <a:pt x="21563" y="13361"/>
                    <a:pt x="22057" y="15553"/>
                    <a:pt x="21068" y="17250"/>
                  </a:cubicBezTo>
                  <a:cubicBezTo>
                    <a:pt x="20431" y="18381"/>
                    <a:pt x="19229" y="18947"/>
                    <a:pt x="18028" y="189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8" name="Google Shape;2318;p72"/>
            <p:cNvSpPr/>
            <p:nvPr/>
          </p:nvSpPr>
          <p:spPr>
            <a:xfrm>
              <a:off x="10356118" y="4766479"/>
              <a:ext cx="17311" cy="15950"/>
            </a:xfrm>
            <a:custGeom>
              <a:rect b="b" l="l" r="r" t="t"/>
              <a:pathLst>
                <a:path extrusionOk="0" h="15950" w="17311">
                  <a:moveTo>
                    <a:pt x="13829" y="15950"/>
                  </a:moveTo>
                  <a:cubicBezTo>
                    <a:pt x="12910" y="15950"/>
                    <a:pt x="11991" y="15597"/>
                    <a:pt x="11284" y="14890"/>
                  </a:cubicBezTo>
                  <a:cubicBezTo>
                    <a:pt x="10011" y="13617"/>
                    <a:pt x="8668" y="12698"/>
                    <a:pt x="7395" y="11708"/>
                  </a:cubicBezTo>
                  <a:cubicBezTo>
                    <a:pt x="5346" y="10224"/>
                    <a:pt x="2941" y="8527"/>
                    <a:pt x="750" y="5699"/>
                  </a:cubicBezTo>
                  <a:cubicBezTo>
                    <a:pt x="-452" y="4143"/>
                    <a:pt x="-169" y="1952"/>
                    <a:pt x="1315" y="750"/>
                  </a:cubicBezTo>
                  <a:cubicBezTo>
                    <a:pt x="2870" y="-452"/>
                    <a:pt x="5062" y="-169"/>
                    <a:pt x="6264" y="1315"/>
                  </a:cubicBezTo>
                  <a:cubicBezTo>
                    <a:pt x="7891" y="3366"/>
                    <a:pt x="9658" y="4638"/>
                    <a:pt x="11497" y="5982"/>
                  </a:cubicBezTo>
                  <a:cubicBezTo>
                    <a:pt x="13052" y="7113"/>
                    <a:pt x="14678" y="8314"/>
                    <a:pt x="16304" y="9941"/>
                  </a:cubicBezTo>
                  <a:cubicBezTo>
                    <a:pt x="17647" y="11355"/>
                    <a:pt x="17647" y="13547"/>
                    <a:pt x="16304" y="14960"/>
                  </a:cubicBezTo>
                  <a:cubicBezTo>
                    <a:pt x="15597" y="15668"/>
                    <a:pt x="14748" y="15950"/>
                    <a:pt x="13829" y="159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9" name="Google Shape;2319;p72"/>
            <p:cNvSpPr/>
            <p:nvPr/>
          </p:nvSpPr>
          <p:spPr>
            <a:xfrm>
              <a:off x="10490730" y="4882072"/>
              <a:ext cx="18773" cy="17579"/>
            </a:xfrm>
            <a:custGeom>
              <a:rect b="b" l="l" r="r" t="t"/>
              <a:pathLst>
                <a:path extrusionOk="0" h="17579" w="18773">
                  <a:moveTo>
                    <a:pt x="15246" y="17580"/>
                  </a:moveTo>
                  <a:cubicBezTo>
                    <a:pt x="14044" y="17580"/>
                    <a:pt x="12843" y="16943"/>
                    <a:pt x="12206" y="15812"/>
                  </a:cubicBezTo>
                  <a:cubicBezTo>
                    <a:pt x="11004" y="13762"/>
                    <a:pt x="8388" y="11853"/>
                    <a:pt x="5843" y="9944"/>
                  </a:cubicBezTo>
                  <a:cubicBezTo>
                    <a:pt x="4147" y="8671"/>
                    <a:pt x="2520" y="7470"/>
                    <a:pt x="1106" y="6126"/>
                  </a:cubicBezTo>
                  <a:cubicBezTo>
                    <a:pt x="-308" y="4783"/>
                    <a:pt x="-378" y="2520"/>
                    <a:pt x="964" y="1106"/>
                  </a:cubicBezTo>
                  <a:cubicBezTo>
                    <a:pt x="2308" y="-308"/>
                    <a:pt x="4500" y="-379"/>
                    <a:pt x="5984" y="965"/>
                  </a:cubicBezTo>
                  <a:cubicBezTo>
                    <a:pt x="7186" y="2096"/>
                    <a:pt x="8601" y="3157"/>
                    <a:pt x="10085" y="4217"/>
                  </a:cubicBezTo>
                  <a:cubicBezTo>
                    <a:pt x="13196" y="6480"/>
                    <a:pt x="16378" y="8884"/>
                    <a:pt x="18287" y="12136"/>
                  </a:cubicBezTo>
                  <a:cubicBezTo>
                    <a:pt x="19276" y="13832"/>
                    <a:pt x="18711" y="15954"/>
                    <a:pt x="17014" y="17014"/>
                  </a:cubicBezTo>
                  <a:cubicBezTo>
                    <a:pt x="16448" y="17367"/>
                    <a:pt x="15812" y="17509"/>
                    <a:pt x="15246" y="1750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0" name="Google Shape;2320;p72"/>
            <p:cNvSpPr/>
            <p:nvPr/>
          </p:nvSpPr>
          <p:spPr>
            <a:xfrm>
              <a:off x="10582830" y="4803429"/>
              <a:ext cx="21557" cy="20502"/>
            </a:xfrm>
            <a:custGeom>
              <a:rect b="b" l="l" r="r" t="t"/>
              <a:pathLst>
                <a:path extrusionOk="0" h="20502" w="21557">
                  <a:moveTo>
                    <a:pt x="17957" y="20502"/>
                  </a:moveTo>
                  <a:cubicBezTo>
                    <a:pt x="16755" y="20502"/>
                    <a:pt x="15553" y="19866"/>
                    <a:pt x="14917" y="18734"/>
                  </a:cubicBezTo>
                  <a:cubicBezTo>
                    <a:pt x="13644" y="16543"/>
                    <a:pt x="11240" y="14846"/>
                    <a:pt x="8695" y="13008"/>
                  </a:cubicBezTo>
                  <a:cubicBezTo>
                    <a:pt x="5937" y="11028"/>
                    <a:pt x="2827" y="8766"/>
                    <a:pt x="635" y="5584"/>
                  </a:cubicBezTo>
                  <a:cubicBezTo>
                    <a:pt x="-496" y="3958"/>
                    <a:pt x="-72" y="1767"/>
                    <a:pt x="1554" y="635"/>
                  </a:cubicBezTo>
                  <a:cubicBezTo>
                    <a:pt x="3180" y="-496"/>
                    <a:pt x="5372" y="-72"/>
                    <a:pt x="6504" y="1554"/>
                  </a:cubicBezTo>
                  <a:cubicBezTo>
                    <a:pt x="7988" y="3746"/>
                    <a:pt x="10392" y="5443"/>
                    <a:pt x="12866" y="7210"/>
                  </a:cubicBezTo>
                  <a:cubicBezTo>
                    <a:pt x="15907" y="9402"/>
                    <a:pt x="19018" y="11664"/>
                    <a:pt x="21068" y="15058"/>
                  </a:cubicBezTo>
                  <a:cubicBezTo>
                    <a:pt x="22057" y="16755"/>
                    <a:pt x="21492" y="18876"/>
                    <a:pt x="19866" y="19866"/>
                  </a:cubicBezTo>
                  <a:cubicBezTo>
                    <a:pt x="19300" y="20219"/>
                    <a:pt x="18664" y="20361"/>
                    <a:pt x="18099" y="2036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1" name="Google Shape;2321;p72"/>
            <p:cNvSpPr/>
            <p:nvPr/>
          </p:nvSpPr>
          <p:spPr>
            <a:xfrm>
              <a:off x="10662528" y="4908156"/>
              <a:ext cx="13130" cy="13201"/>
            </a:xfrm>
            <a:custGeom>
              <a:rect b="b" l="l" r="r" t="t"/>
              <a:pathLst>
                <a:path extrusionOk="0" h="13201" w="13130">
                  <a:moveTo>
                    <a:pt x="9879" y="13201"/>
                  </a:moveTo>
                  <a:cubicBezTo>
                    <a:pt x="6414" y="11010"/>
                    <a:pt x="2738" y="8747"/>
                    <a:pt x="617" y="5495"/>
                  </a:cubicBezTo>
                  <a:cubicBezTo>
                    <a:pt x="-515" y="3869"/>
                    <a:pt x="-20" y="1677"/>
                    <a:pt x="1536" y="616"/>
                  </a:cubicBezTo>
                  <a:cubicBezTo>
                    <a:pt x="3162" y="-515"/>
                    <a:pt x="5354" y="-20"/>
                    <a:pt x="6414" y="1535"/>
                  </a:cubicBezTo>
                  <a:cubicBezTo>
                    <a:pt x="7757" y="3515"/>
                    <a:pt x="10727" y="5353"/>
                    <a:pt x="13131" y="6909"/>
                  </a:cubicBezTo>
                  <a:lnTo>
                    <a:pt x="11788" y="10232"/>
                  </a:lnTo>
                  <a:lnTo>
                    <a:pt x="9879" y="1320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2" name="Google Shape;2322;p72"/>
            <p:cNvSpPr/>
            <p:nvPr/>
          </p:nvSpPr>
          <p:spPr>
            <a:xfrm>
              <a:off x="10809640" y="4934086"/>
              <a:ext cx="22171" cy="13783"/>
            </a:xfrm>
            <a:custGeom>
              <a:rect b="b" l="l" r="r" t="t"/>
              <a:pathLst>
                <a:path extrusionOk="0" h="13783" w="22171">
                  <a:moveTo>
                    <a:pt x="18591" y="13784"/>
                  </a:moveTo>
                  <a:cubicBezTo>
                    <a:pt x="18591" y="13784"/>
                    <a:pt x="18026" y="13784"/>
                    <a:pt x="17743" y="13642"/>
                  </a:cubicBezTo>
                  <a:cubicBezTo>
                    <a:pt x="12158" y="12157"/>
                    <a:pt x="6784" y="9400"/>
                    <a:pt x="1835" y="6643"/>
                  </a:cubicBezTo>
                  <a:cubicBezTo>
                    <a:pt x="138" y="5724"/>
                    <a:pt x="-498" y="3532"/>
                    <a:pt x="421" y="1835"/>
                  </a:cubicBezTo>
                  <a:cubicBezTo>
                    <a:pt x="1340" y="138"/>
                    <a:pt x="3532" y="-498"/>
                    <a:pt x="5228" y="421"/>
                  </a:cubicBezTo>
                  <a:cubicBezTo>
                    <a:pt x="9824" y="2966"/>
                    <a:pt x="14703" y="5511"/>
                    <a:pt x="19510" y="6784"/>
                  </a:cubicBezTo>
                  <a:cubicBezTo>
                    <a:pt x="21419" y="7279"/>
                    <a:pt x="22551" y="9188"/>
                    <a:pt x="22055" y="11097"/>
                  </a:cubicBezTo>
                  <a:cubicBezTo>
                    <a:pt x="21631" y="12723"/>
                    <a:pt x="20218" y="13784"/>
                    <a:pt x="18662" y="137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3" name="Google Shape;2323;p72"/>
            <p:cNvSpPr/>
            <p:nvPr/>
          </p:nvSpPr>
          <p:spPr>
            <a:xfrm>
              <a:off x="10788602" y="4825802"/>
              <a:ext cx="20096" cy="15238"/>
            </a:xfrm>
            <a:custGeom>
              <a:rect b="b" l="l" r="r" t="t"/>
              <a:pathLst>
                <a:path extrusionOk="0" h="15238" w="20096">
                  <a:moveTo>
                    <a:pt x="16581" y="15238"/>
                  </a:moveTo>
                  <a:cubicBezTo>
                    <a:pt x="16581" y="15238"/>
                    <a:pt x="15945" y="15238"/>
                    <a:pt x="15662" y="15097"/>
                  </a:cubicBezTo>
                  <a:cubicBezTo>
                    <a:pt x="10572" y="13683"/>
                    <a:pt x="7178" y="10996"/>
                    <a:pt x="3572" y="8098"/>
                  </a:cubicBezTo>
                  <a:lnTo>
                    <a:pt x="1381" y="6330"/>
                  </a:lnTo>
                  <a:cubicBezTo>
                    <a:pt x="-175" y="5128"/>
                    <a:pt x="-457" y="2936"/>
                    <a:pt x="744" y="1381"/>
                  </a:cubicBezTo>
                  <a:cubicBezTo>
                    <a:pt x="1946" y="-175"/>
                    <a:pt x="4139" y="-457"/>
                    <a:pt x="5694" y="744"/>
                  </a:cubicBezTo>
                  <a:lnTo>
                    <a:pt x="8027" y="2583"/>
                  </a:lnTo>
                  <a:cubicBezTo>
                    <a:pt x="11279" y="5199"/>
                    <a:pt x="13894" y="7320"/>
                    <a:pt x="17500" y="8309"/>
                  </a:cubicBezTo>
                  <a:cubicBezTo>
                    <a:pt x="19409" y="8804"/>
                    <a:pt x="20470" y="10784"/>
                    <a:pt x="19976" y="12622"/>
                  </a:cubicBezTo>
                  <a:cubicBezTo>
                    <a:pt x="19551" y="14178"/>
                    <a:pt x="18137" y="15238"/>
                    <a:pt x="16581" y="152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4" name="Google Shape;2324;p72"/>
            <p:cNvSpPr/>
            <p:nvPr/>
          </p:nvSpPr>
          <p:spPr>
            <a:xfrm>
              <a:off x="10964171" y="4894048"/>
              <a:ext cx="24884" cy="15218"/>
            </a:xfrm>
            <a:custGeom>
              <a:rect b="b" l="l" r="r" t="t"/>
              <a:pathLst>
                <a:path extrusionOk="0" h="15218" w="24884">
                  <a:moveTo>
                    <a:pt x="21370" y="15219"/>
                  </a:moveTo>
                  <a:cubicBezTo>
                    <a:pt x="20805" y="15219"/>
                    <a:pt x="20310" y="15077"/>
                    <a:pt x="19815" y="14865"/>
                  </a:cubicBezTo>
                  <a:cubicBezTo>
                    <a:pt x="16067" y="13027"/>
                    <a:pt x="12108" y="11260"/>
                    <a:pt x="8220" y="9492"/>
                  </a:cubicBezTo>
                  <a:cubicBezTo>
                    <a:pt x="6170" y="8573"/>
                    <a:pt x="4119" y="7654"/>
                    <a:pt x="2069" y="6735"/>
                  </a:cubicBezTo>
                  <a:cubicBezTo>
                    <a:pt x="301" y="5886"/>
                    <a:pt x="-477" y="3836"/>
                    <a:pt x="301" y="2069"/>
                  </a:cubicBezTo>
                  <a:cubicBezTo>
                    <a:pt x="1149" y="301"/>
                    <a:pt x="3200" y="-477"/>
                    <a:pt x="4968" y="301"/>
                  </a:cubicBezTo>
                  <a:cubicBezTo>
                    <a:pt x="6947" y="1220"/>
                    <a:pt x="8997" y="2139"/>
                    <a:pt x="11048" y="2988"/>
                  </a:cubicBezTo>
                  <a:cubicBezTo>
                    <a:pt x="15077" y="4755"/>
                    <a:pt x="19108" y="6594"/>
                    <a:pt x="22926" y="8502"/>
                  </a:cubicBezTo>
                  <a:cubicBezTo>
                    <a:pt x="24693" y="9351"/>
                    <a:pt x="25400" y="11472"/>
                    <a:pt x="24481" y="13240"/>
                  </a:cubicBezTo>
                  <a:cubicBezTo>
                    <a:pt x="23845" y="14512"/>
                    <a:pt x="22643" y="15219"/>
                    <a:pt x="21299" y="152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5" name="Google Shape;2325;p72"/>
            <p:cNvSpPr/>
            <p:nvPr/>
          </p:nvSpPr>
          <p:spPr>
            <a:xfrm>
              <a:off x="10994334" y="4760538"/>
              <a:ext cx="20827" cy="19699"/>
            </a:xfrm>
            <a:custGeom>
              <a:rect b="b" l="l" r="r" t="t"/>
              <a:pathLst>
                <a:path extrusionOk="0" h="19699" w="20827">
                  <a:moveTo>
                    <a:pt x="17296" y="19629"/>
                  </a:moveTo>
                  <a:cubicBezTo>
                    <a:pt x="16730" y="19629"/>
                    <a:pt x="16094" y="19488"/>
                    <a:pt x="15599" y="19205"/>
                  </a:cubicBezTo>
                  <a:cubicBezTo>
                    <a:pt x="8529" y="15316"/>
                    <a:pt x="3580" y="10721"/>
                    <a:pt x="469" y="5277"/>
                  </a:cubicBezTo>
                  <a:cubicBezTo>
                    <a:pt x="-521" y="3580"/>
                    <a:pt x="116" y="1389"/>
                    <a:pt x="1812" y="469"/>
                  </a:cubicBezTo>
                  <a:cubicBezTo>
                    <a:pt x="3509" y="-521"/>
                    <a:pt x="5630" y="116"/>
                    <a:pt x="6620" y="1813"/>
                  </a:cubicBezTo>
                  <a:cubicBezTo>
                    <a:pt x="9095" y="6125"/>
                    <a:pt x="13125" y="9802"/>
                    <a:pt x="18993" y="13054"/>
                  </a:cubicBezTo>
                  <a:cubicBezTo>
                    <a:pt x="20690" y="13973"/>
                    <a:pt x="21326" y="16165"/>
                    <a:pt x="20407" y="17862"/>
                  </a:cubicBezTo>
                  <a:cubicBezTo>
                    <a:pt x="19771" y="19064"/>
                    <a:pt x="18568" y="19700"/>
                    <a:pt x="17296" y="1970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6" name="Google Shape;2326;p72"/>
            <p:cNvSpPr/>
            <p:nvPr/>
          </p:nvSpPr>
          <p:spPr>
            <a:xfrm>
              <a:off x="10834312" y="5009875"/>
              <a:ext cx="19392" cy="14493"/>
            </a:xfrm>
            <a:custGeom>
              <a:rect b="b" l="l" r="r" t="t"/>
              <a:pathLst>
                <a:path extrusionOk="0" h="14493" w="19392">
                  <a:moveTo>
                    <a:pt x="15907" y="14423"/>
                  </a:moveTo>
                  <a:cubicBezTo>
                    <a:pt x="15907" y="14423"/>
                    <a:pt x="15625" y="14423"/>
                    <a:pt x="15483" y="14423"/>
                  </a:cubicBezTo>
                  <a:cubicBezTo>
                    <a:pt x="9615" y="13716"/>
                    <a:pt x="5232" y="11100"/>
                    <a:pt x="778" y="5726"/>
                  </a:cubicBezTo>
                  <a:cubicBezTo>
                    <a:pt x="-425" y="4242"/>
                    <a:pt x="-212" y="1979"/>
                    <a:pt x="1272" y="778"/>
                  </a:cubicBezTo>
                  <a:cubicBezTo>
                    <a:pt x="2757" y="-425"/>
                    <a:pt x="5020" y="-212"/>
                    <a:pt x="6221" y="1273"/>
                  </a:cubicBezTo>
                  <a:cubicBezTo>
                    <a:pt x="9474" y="5302"/>
                    <a:pt x="12231" y="6929"/>
                    <a:pt x="16261" y="7424"/>
                  </a:cubicBezTo>
                  <a:cubicBezTo>
                    <a:pt x="18170" y="7635"/>
                    <a:pt x="19583" y="9403"/>
                    <a:pt x="19372" y="11383"/>
                  </a:cubicBezTo>
                  <a:cubicBezTo>
                    <a:pt x="19160" y="13150"/>
                    <a:pt x="17605" y="14494"/>
                    <a:pt x="15837" y="1449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7" name="Google Shape;2327;p72"/>
            <p:cNvSpPr/>
            <p:nvPr/>
          </p:nvSpPr>
          <p:spPr>
            <a:xfrm>
              <a:off x="10674270" y="5007566"/>
              <a:ext cx="18143" cy="16731"/>
            </a:xfrm>
            <a:custGeom>
              <a:rect b="b" l="l" r="r" t="t"/>
              <a:pathLst>
                <a:path extrusionOk="0" h="16731" w="18143">
                  <a:moveTo>
                    <a:pt x="14469" y="16731"/>
                  </a:moveTo>
                  <a:cubicBezTo>
                    <a:pt x="13762" y="16731"/>
                    <a:pt x="13055" y="16519"/>
                    <a:pt x="12489" y="16095"/>
                  </a:cubicBezTo>
                  <a:cubicBezTo>
                    <a:pt x="9237" y="13903"/>
                    <a:pt x="5985" y="10792"/>
                    <a:pt x="3157" y="8106"/>
                  </a:cubicBezTo>
                  <a:lnTo>
                    <a:pt x="1106" y="6126"/>
                  </a:lnTo>
                  <a:cubicBezTo>
                    <a:pt x="-308" y="4783"/>
                    <a:pt x="-378" y="2591"/>
                    <a:pt x="964" y="1106"/>
                  </a:cubicBezTo>
                  <a:cubicBezTo>
                    <a:pt x="2308" y="-308"/>
                    <a:pt x="4570" y="-379"/>
                    <a:pt x="5985" y="965"/>
                  </a:cubicBezTo>
                  <a:lnTo>
                    <a:pt x="8105" y="2945"/>
                  </a:lnTo>
                  <a:cubicBezTo>
                    <a:pt x="10934" y="5631"/>
                    <a:pt x="13833" y="8389"/>
                    <a:pt x="16590" y="10297"/>
                  </a:cubicBezTo>
                  <a:cubicBezTo>
                    <a:pt x="18216" y="11429"/>
                    <a:pt x="18640" y="13621"/>
                    <a:pt x="17509" y="15176"/>
                  </a:cubicBezTo>
                  <a:cubicBezTo>
                    <a:pt x="16802" y="16166"/>
                    <a:pt x="15742" y="16731"/>
                    <a:pt x="14610" y="1673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8" name="Google Shape;2328;p72"/>
            <p:cNvSpPr/>
            <p:nvPr/>
          </p:nvSpPr>
          <p:spPr>
            <a:xfrm>
              <a:off x="10507249" y="5003158"/>
              <a:ext cx="18700" cy="15200"/>
            </a:xfrm>
            <a:custGeom>
              <a:rect b="b" l="l" r="r" t="t"/>
              <a:pathLst>
                <a:path extrusionOk="0" h="15200" w="18700">
                  <a:moveTo>
                    <a:pt x="15200" y="15200"/>
                  </a:moveTo>
                  <a:cubicBezTo>
                    <a:pt x="14776" y="15200"/>
                    <a:pt x="14352" y="15130"/>
                    <a:pt x="13928" y="14918"/>
                  </a:cubicBezTo>
                  <a:cubicBezTo>
                    <a:pt x="9757" y="13292"/>
                    <a:pt x="6009" y="10181"/>
                    <a:pt x="2757" y="7423"/>
                  </a:cubicBezTo>
                  <a:lnTo>
                    <a:pt x="1272" y="6222"/>
                  </a:lnTo>
                  <a:cubicBezTo>
                    <a:pt x="-212" y="4949"/>
                    <a:pt x="-425" y="2757"/>
                    <a:pt x="778" y="1272"/>
                  </a:cubicBezTo>
                  <a:cubicBezTo>
                    <a:pt x="1979" y="-213"/>
                    <a:pt x="4242" y="-424"/>
                    <a:pt x="5726" y="777"/>
                  </a:cubicBezTo>
                  <a:lnTo>
                    <a:pt x="7211" y="1979"/>
                  </a:lnTo>
                  <a:cubicBezTo>
                    <a:pt x="10251" y="4524"/>
                    <a:pt x="13362" y="7140"/>
                    <a:pt x="16473" y="8342"/>
                  </a:cubicBezTo>
                  <a:cubicBezTo>
                    <a:pt x="18311" y="9049"/>
                    <a:pt x="19160" y="11099"/>
                    <a:pt x="18453" y="12938"/>
                  </a:cubicBezTo>
                  <a:cubicBezTo>
                    <a:pt x="17887" y="14352"/>
                    <a:pt x="16544" y="15200"/>
                    <a:pt x="15200" y="1520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9" name="Google Shape;2329;p72"/>
            <p:cNvSpPr/>
            <p:nvPr/>
          </p:nvSpPr>
          <p:spPr>
            <a:xfrm>
              <a:off x="9985784" y="4734520"/>
              <a:ext cx="15959" cy="15245"/>
            </a:xfrm>
            <a:custGeom>
              <a:rect b="b" l="l" r="r" t="t"/>
              <a:pathLst>
                <a:path extrusionOk="0" h="15245" w="15959">
                  <a:moveTo>
                    <a:pt x="12488" y="15246"/>
                  </a:moveTo>
                  <a:cubicBezTo>
                    <a:pt x="11994" y="15246"/>
                    <a:pt x="11570" y="15175"/>
                    <a:pt x="11074" y="14963"/>
                  </a:cubicBezTo>
                  <a:cubicBezTo>
                    <a:pt x="6691" y="13125"/>
                    <a:pt x="2944" y="9661"/>
                    <a:pt x="469" y="5277"/>
                  </a:cubicBezTo>
                  <a:cubicBezTo>
                    <a:pt x="-521" y="3580"/>
                    <a:pt x="115" y="1388"/>
                    <a:pt x="1813" y="469"/>
                  </a:cubicBezTo>
                  <a:cubicBezTo>
                    <a:pt x="3510" y="-520"/>
                    <a:pt x="5630" y="116"/>
                    <a:pt x="6620" y="1812"/>
                  </a:cubicBezTo>
                  <a:cubicBezTo>
                    <a:pt x="8317" y="4782"/>
                    <a:pt x="10933" y="7257"/>
                    <a:pt x="13832" y="8458"/>
                  </a:cubicBezTo>
                  <a:cubicBezTo>
                    <a:pt x="15599" y="9236"/>
                    <a:pt x="16448" y="11287"/>
                    <a:pt x="15670" y="13125"/>
                  </a:cubicBezTo>
                  <a:cubicBezTo>
                    <a:pt x="15105" y="14468"/>
                    <a:pt x="13761" y="15246"/>
                    <a:pt x="12418" y="152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0" name="Google Shape;2330;p72"/>
            <p:cNvSpPr/>
            <p:nvPr/>
          </p:nvSpPr>
          <p:spPr>
            <a:xfrm>
              <a:off x="9996717" y="4879148"/>
              <a:ext cx="15336" cy="13786"/>
            </a:xfrm>
            <a:custGeom>
              <a:rect b="b" l="l" r="r" t="t"/>
              <a:pathLst>
                <a:path extrusionOk="0" h="13786" w="15336">
                  <a:moveTo>
                    <a:pt x="11807" y="13787"/>
                  </a:moveTo>
                  <a:cubicBezTo>
                    <a:pt x="11171" y="13787"/>
                    <a:pt x="10463" y="13575"/>
                    <a:pt x="9898" y="13221"/>
                  </a:cubicBezTo>
                  <a:cubicBezTo>
                    <a:pt x="6857" y="11312"/>
                    <a:pt x="4030" y="8979"/>
                    <a:pt x="1060" y="6080"/>
                  </a:cubicBezTo>
                  <a:cubicBezTo>
                    <a:pt x="-353" y="4737"/>
                    <a:pt x="-353" y="2475"/>
                    <a:pt x="1060" y="1061"/>
                  </a:cubicBezTo>
                  <a:cubicBezTo>
                    <a:pt x="2474" y="-354"/>
                    <a:pt x="4666" y="-354"/>
                    <a:pt x="6080" y="1061"/>
                  </a:cubicBezTo>
                  <a:cubicBezTo>
                    <a:pt x="8625" y="3606"/>
                    <a:pt x="11171" y="5656"/>
                    <a:pt x="13716" y="7282"/>
                  </a:cubicBezTo>
                  <a:cubicBezTo>
                    <a:pt x="15342" y="8343"/>
                    <a:pt x="15837" y="10534"/>
                    <a:pt x="14777" y="12161"/>
                  </a:cubicBezTo>
                  <a:cubicBezTo>
                    <a:pt x="14140" y="13221"/>
                    <a:pt x="12938" y="13787"/>
                    <a:pt x="11807" y="137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1" name="Google Shape;2331;p72"/>
            <p:cNvSpPr/>
            <p:nvPr/>
          </p:nvSpPr>
          <p:spPr>
            <a:xfrm>
              <a:off x="10038696" y="5009009"/>
              <a:ext cx="25648" cy="19672"/>
            </a:xfrm>
            <a:custGeom>
              <a:rect b="b" l="l" r="r" t="t"/>
              <a:pathLst>
                <a:path extrusionOk="0" h="19672" w="25648">
                  <a:moveTo>
                    <a:pt x="22076" y="19672"/>
                  </a:moveTo>
                  <a:cubicBezTo>
                    <a:pt x="22076" y="19672"/>
                    <a:pt x="21722" y="19672"/>
                    <a:pt x="21510" y="19672"/>
                  </a:cubicBezTo>
                  <a:cubicBezTo>
                    <a:pt x="14794" y="18611"/>
                    <a:pt x="8572" y="12885"/>
                    <a:pt x="3553" y="8360"/>
                  </a:cubicBezTo>
                  <a:lnTo>
                    <a:pt x="1219" y="6239"/>
                  </a:lnTo>
                  <a:cubicBezTo>
                    <a:pt x="-266" y="4966"/>
                    <a:pt x="-407" y="2704"/>
                    <a:pt x="866" y="1219"/>
                  </a:cubicBezTo>
                  <a:cubicBezTo>
                    <a:pt x="2138" y="-266"/>
                    <a:pt x="4401" y="-407"/>
                    <a:pt x="5885" y="865"/>
                  </a:cubicBezTo>
                  <a:lnTo>
                    <a:pt x="8289" y="3057"/>
                  </a:lnTo>
                  <a:cubicBezTo>
                    <a:pt x="12390" y="6805"/>
                    <a:pt x="17975" y="11895"/>
                    <a:pt x="22641" y="12602"/>
                  </a:cubicBezTo>
                  <a:cubicBezTo>
                    <a:pt x="24551" y="12885"/>
                    <a:pt x="25893" y="14723"/>
                    <a:pt x="25611" y="16632"/>
                  </a:cubicBezTo>
                  <a:cubicBezTo>
                    <a:pt x="25328" y="18400"/>
                    <a:pt x="23844" y="19601"/>
                    <a:pt x="22147" y="1960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2" name="Google Shape;2332;p72"/>
            <p:cNvSpPr/>
            <p:nvPr/>
          </p:nvSpPr>
          <p:spPr>
            <a:xfrm>
              <a:off x="10425513" y="4756052"/>
              <a:ext cx="18107" cy="16762"/>
            </a:xfrm>
            <a:custGeom>
              <a:rect b="b" l="l" r="r" t="t"/>
              <a:pathLst>
                <a:path extrusionOk="0" h="16762" w="18107">
                  <a:moveTo>
                    <a:pt x="14500" y="16691"/>
                  </a:moveTo>
                  <a:cubicBezTo>
                    <a:pt x="13792" y="16691"/>
                    <a:pt x="13085" y="16480"/>
                    <a:pt x="12449" y="16055"/>
                  </a:cubicBezTo>
                  <a:cubicBezTo>
                    <a:pt x="9550" y="14005"/>
                    <a:pt x="7005" y="11601"/>
                    <a:pt x="4602" y="9339"/>
                  </a:cubicBezTo>
                  <a:cubicBezTo>
                    <a:pt x="3470" y="8278"/>
                    <a:pt x="2339" y="7217"/>
                    <a:pt x="1208" y="6228"/>
                  </a:cubicBezTo>
                  <a:cubicBezTo>
                    <a:pt x="-277" y="4955"/>
                    <a:pt x="-418" y="2693"/>
                    <a:pt x="925" y="1208"/>
                  </a:cubicBezTo>
                  <a:cubicBezTo>
                    <a:pt x="2198" y="-277"/>
                    <a:pt x="4460" y="-418"/>
                    <a:pt x="5944" y="925"/>
                  </a:cubicBezTo>
                  <a:cubicBezTo>
                    <a:pt x="7147" y="1985"/>
                    <a:pt x="8349" y="3117"/>
                    <a:pt x="9480" y="4177"/>
                  </a:cubicBezTo>
                  <a:cubicBezTo>
                    <a:pt x="11813" y="6440"/>
                    <a:pt x="14075" y="8490"/>
                    <a:pt x="16620" y="10328"/>
                  </a:cubicBezTo>
                  <a:cubicBezTo>
                    <a:pt x="18176" y="11460"/>
                    <a:pt x="18600" y="13651"/>
                    <a:pt x="17469" y="15277"/>
                  </a:cubicBezTo>
                  <a:cubicBezTo>
                    <a:pt x="16762" y="16267"/>
                    <a:pt x="15701" y="16762"/>
                    <a:pt x="14571" y="1676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3" name="Google Shape;2333;p72"/>
            <p:cNvSpPr/>
            <p:nvPr/>
          </p:nvSpPr>
          <p:spPr>
            <a:xfrm>
              <a:off x="10313455" y="4888034"/>
              <a:ext cx="17335" cy="13809"/>
            </a:xfrm>
            <a:custGeom>
              <a:rect b="b" l="l" r="r" t="t"/>
              <a:pathLst>
                <a:path extrusionOk="0" h="13809" w="17335">
                  <a:moveTo>
                    <a:pt x="13860" y="13809"/>
                  </a:moveTo>
                  <a:cubicBezTo>
                    <a:pt x="13860" y="13809"/>
                    <a:pt x="13153" y="13809"/>
                    <a:pt x="12800" y="13668"/>
                  </a:cubicBezTo>
                  <a:cubicBezTo>
                    <a:pt x="9194" y="12537"/>
                    <a:pt x="6578" y="10486"/>
                    <a:pt x="4174" y="8507"/>
                  </a:cubicBezTo>
                  <a:cubicBezTo>
                    <a:pt x="3326" y="7799"/>
                    <a:pt x="2477" y="7163"/>
                    <a:pt x="1488" y="6456"/>
                  </a:cubicBezTo>
                  <a:cubicBezTo>
                    <a:pt x="-68" y="5325"/>
                    <a:pt x="-492" y="3133"/>
                    <a:pt x="639" y="1507"/>
                  </a:cubicBezTo>
                  <a:cubicBezTo>
                    <a:pt x="1771" y="-119"/>
                    <a:pt x="3962" y="-473"/>
                    <a:pt x="5589" y="659"/>
                  </a:cubicBezTo>
                  <a:cubicBezTo>
                    <a:pt x="6649" y="1436"/>
                    <a:pt x="7639" y="2214"/>
                    <a:pt x="8558" y="2921"/>
                  </a:cubicBezTo>
                  <a:cubicBezTo>
                    <a:pt x="10750" y="4689"/>
                    <a:pt x="12517" y="6103"/>
                    <a:pt x="14850" y="6810"/>
                  </a:cubicBezTo>
                  <a:cubicBezTo>
                    <a:pt x="16688" y="7375"/>
                    <a:pt x="17749" y="9355"/>
                    <a:pt x="17183" y="11193"/>
                  </a:cubicBezTo>
                  <a:cubicBezTo>
                    <a:pt x="16688" y="12678"/>
                    <a:pt x="15345" y="13668"/>
                    <a:pt x="13789" y="136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4" name="Google Shape;2334;p72"/>
            <p:cNvSpPr/>
            <p:nvPr/>
          </p:nvSpPr>
          <p:spPr>
            <a:xfrm>
              <a:off x="10626084" y="4761188"/>
              <a:ext cx="19388" cy="13040"/>
            </a:xfrm>
            <a:custGeom>
              <a:rect b="b" l="l" r="r" t="t"/>
              <a:pathLst>
                <a:path extrusionOk="0" h="13040" w="19388">
                  <a:moveTo>
                    <a:pt x="15921" y="13040"/>
                  </a:moveTo>
                  <a:lnTo>
                    <a:pt x="15780" y="13040"/>
                  </a:lnTo>
                  <a:cubicBezTo>
                    <a:pt x="11184" y="12899"/>
                    <a:pt x="7155" y="10212"/>
                    <a:pt x="3619" y="7808"/>
                  </a:cubicBezTo>
                  <a:lnTo>
                    <a:pt x="1640" y="6535"/>
                  </a:lnTo>
                  <a:cubicBezTo>
                    <a:pt x="14" y="5475"/>
                    <a:pt x="-481" y="3283"/>
                    <a:pt x="509" y="1657"/>
                  </a:cubicBezTo>
                  <a:cubicBezTo>
                    <a:pt x="1569" y="-40"/>
                    <a:pt x="3761" y="-464"/>
                    <a:pt x="5387" y="526"/>
                  </a:cubicBezTo>
                  <a:lnTo>
                    <a:pt x="7508" y="1869"/>
                  </a:lnTo>
                  <a:cubicBezTo>
                    <a:pt x="10265" y="3708"/>
                    <a:pt x="13447" y="5829"/>
                    <a:pt x="15992" y="5899"/>
                  </a:cubicBezTo>
                  <a:cubicBezTo>
                    <a:pt x="17972" y="5899"/>
                    <a:pt x="19456" y="7596"/>
                    <a:pt x="19386" y="9576"/>
                  </a:cubicBezTo>
                  <a:cubicBezTo>
                    <a:pt x="19386" y="11485"/>
                    <a:pt x="17760" y="12969"/>
                    <a:pt x="15851" y="1296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5" name="Google Shape;2335;p72"/>
            <p:cNvSpPr/>
            <p:nvPr/>
          </p:nvSpPr>
          <p:spPr>
            <a:xfrm>
              <a:off x="10901597" y="4830201"/>
              <a:ext cx="19433" cy="12465"/>
            </a:xfrm>
            <a:custGeom>
              <a:rect b="b" l="l" r="r" t="t"/>
              <a:pathLst>
                <a:path extrusionOk="0" h="12465" w="19433">
                  <a:moveTo>
                    <a:pt x="13880" y="12466"/>
                  </a:moveTo>
                  <a:cubicBezTo>
                    <a:pt x="8718" y="12466"/>
                    <a:pt x="3840" y="9991"/>
                    <a:pt x="659" y="5608"/>
                  </a:cubicBezTo>
                  <a:cubicBezTo>
                    <a:pt x="-472" y="4052"/>
                    <a:pt x="-120" y="1790"/>
                    <a:pt x="1507" y="659"/>
                  </a:cubicBezTo>
                  <a:cubicBezTo>
                    <a:pt x="3063" y="-473"/>
                    <a:pt x="5325" y="-119"/>
                    <a:pt x="6456" y="1507"/>
                  </a:cubicBezTo>
                  <a:cubicBezTo>
                    <a:pt x="8577" y="4406"/>
                    <a:pt x="11900" y="5820"/>
                    <a:pt x="15364" y="5254"/>
                  </a:cubicBezTo>
                  <a:cubicBezTo>
                    <a:pt x="17274" y="4901"/>
                    <a:pt x="19112" y="6244"/>
                    <a:pt x="19394" y="8153"/>
                  </a:cubicBezTo>
                  <a:cubicBezTo>
                    <a:pt x="19677" y="10062"/>
                    <a:pt x="18405" y="11900"/>
                    <a:pt x="16496" y="12183"/>
                  </a:cubicBezTo>
                  <a:cubicBezTo>
                    <a:pt x="15648" y="12324"/>
                    <a:pt x="14728" y="12395"/>
                    <a:pt x="13880" y="1239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6" name="Google Shape;2336;p72"/>
            <p:cNvSpPr/>
            <p:nvPr/>
          </p:nvSpPr>
          <p:spPr>
            <a:xfrm>
              <a:off x="11030779" y="4961504"/>
              <a:ext cx="18129" cy="15990"/>
            </a:xfrm>
            <a:custGeom>
              <a:rect b="b" l="l" r="r" t="t"/>
              <a:pathLst>
                <a:path extrusionOk="0" h="15990" w="18129">
                  <a:moveTo>
                    <a:pt x="14576" y="15990"/>
                  </a:moveTo>
                  <a:cubicBezTo>
                    <a:pt x="14081" y="15990"/>
                    <a:pt x="13586" y="15919"/>
                    <a:pt x="13091" y="15636"/>
                  </a:cubicBezTo>
                  <a:cubicBezTo>
                    <a:pt x="10051" y="14222"/>
                    <a:pt x="7648" y="11960"/>
                    <a:pt x="5243" y="9698"/>
                  </a:cubicBezTo>
                  <a:cubicBezTo>
                    <a:pt x="3971" y="8496"/>
                    <a:pt x="2769" y="7364"/>
                    <a:pt x="1426" y="6374"/>
                  </a:cubicBezTo>
                  <a:cubicBezTo>
                    <a:pt x="-130" y="5173"/>
                    <a:pt x="-483" y="2981"/>
                    <a:pt x="718" y="1426"/>
                  </a:cubicBezTo>
                  <a:cubicBezTo>
                    <a:pt x="1920" y="-130"/>
                    <a:pt x="4113" y="-483"/>
                    <a:pt x="5668" y="718"/>
                  </a:cubicBezTo>
                  <a:cubicBezTo>
                    <a:pt x="7223" y="1850"/>
                    <a:pt x="8637" y="3193"/>
                    <a:pt x="10122" y="4607"/>
                  </a:cubicBezTo>
                  <a:cubicBezTo>
                    <a:pt x="12172" y="6516"/>
                    <a:pt x="14081" y="8354"/>
                    <a:pt x="16061" y="9273"/>
                  </a:cubicBezTo>
                  <a:cubicBezTo>
                    <a:pt x="17828" y="10122"/>
                    <a:pt x="18606" y="12172"/>
                    <a:pt x="17828" y="13939"/>
                  </a:cubicBezTo>
                  <a:cubicBezTo>
                    <a:pt x="17263" y="15212"/>
                    <a:pt x="15990" y="15990"/>
                    <a:pt x="14647" y="159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7" name="Google Shape;2337;p72"/>
            <p:cNvSpPr/>
            <p:nvPr/>
          </p:nvSpPr>
          <p:spPr>
            <a:xfrm>
              <a:off x="11042515" y="4747845"/>
              <a:ext cx="18075" cy="14505"/>
            </a:xfrm>
            <a:custGeom>
              <a:rect b="b" l="l" r="r" t="t"/>
              <a:pathLst>
                <a:path extrusionOk="0" h="14505" w="18075">
                  <a:moveTo>
                    <a:pt x="14505" y="14505"/>
                  </a:moveTo>
                  <a:cubicBezTo>
                    <a:pt x="14505" y="14505"/>
                    <a:pt x="14222" y="14505"/>
                    <a:pt x="14081" y="14505"/>
                  </a:cubicBezTo>
                  <a:cubicBezTo>
                    <a:pt x="8707" y="13798"/>
                    <a:pt x="3476" y="10334"/>
                    <a:pt x="506" y="5384"/>
                  </a:cubicBezTo>
                  <a:cubicBezTo>
                    <a:pt x="-484" y="3688"/>
                    <a:pt x="11" y="1567"/>
                    <a:pt x="1708" y="506"/>
                  </a:cubicBezTo>
                  <a:cubicBezTo>
                    <a:pt x="3334" y="-484"/>
                    <a:pt x="5526" y="11"/>
                    <a:pt x="6586" y="1708"/>
                  </a:cubicBezTo>
                  <a:cubicBezTo>
                    <a:pt x="8424" y="4748"/>
                    <a:pt x="11819" y="7011"/>
                    <a:pt x="15000" y="7435"/>
                  </a:cubicBezTo>
                  <a:cubicBezTo>
                    <a:pt x="16909" y="7718"/>
                    <a:pt x="18323" y="9485"/>
                    <a:pt x="18040" y="11394"/>
                  </a:cubicBezTo>
                  <a:cubicBezTo>
                    <a:pt x="17828" y="13162"/>
                    <a:pt x="16272" y="14505"/>
                    <a:pt x="14505" y="145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8" name="Google Shape;2338;p72"/>
            <p:cNvSpPr/>
            <p:nvPr/>
          </p:nvSpPr>
          <p:spPr>
            <a:xfrm>
              <a:off x="10819133" y="4756080"/>
              <a:ext cx="15301" cy="17441"/>
            </a:xfrm>
            <a:custGeom>
              <a:rect b="b" l="l" r="r" t="t"/>
              <a:pathLst>
                <a:path extrusionOk="0" h="17441" w="15301">
                  <a:moveTo>
                    <a:pt x="11785" y="17441"/>
                  </a:moveTo>
                  <a:cubicBezTo>
                    <a:pt x="11432" y="17441"/>
                    <a:pt x="11007" y="17441"/>
                    <a:pt x="10654" y="17229"/>
                  </a:cubicBezTo>
                  <a:cubicBezTo>
                    <a:pt x="5069" y="15391"/>
                    <a:pt x="2594" y="9947"/>
                    <a:pt x="615" y="5634"/>
                  </a:cubicBezTo>
                  <a:lnTo>
                    <a:pt x="331" y="4998"/>
                  </a:lnTo>
                  <a:cubicBezTo>
                    <a:pt x="-517" y="3230"/>
                    <a:pt x="331" y="1109"/>
                    <a:pt x="2099" y="331"/>
                  </a:cubicBezTo>
                  <a:cubicBezTo>
                    <a:pt x="3867" y="-517"/>
                    <a:pt x="5988" y="331"/>
                    <a:pt x="6766" y="2099"/>
                  </a:cubicBezTo>
                  <a:lnTo>
                    <a:pt x="7049" y="2735"/>
                  </a:lnTo>
                  <a:cubicBezTo>
                    <a:pt x="8604" y="6129"/>
                    <a:pt x="10230" y="9664"/>
                    <a:pt x="12916" y="10583"/>
                  </a:cubicBezTo>
                  <a:cubicBezTo>
                    <a:pt x="14755" y="11219"/>
                    <a:pt x="15745" y="13199"/>
                    <a:pt x="15109" y="15037"/>
                  </a:cubicBezTo>
                  <a:cubicBezTo>
                    <a:pt x="14613" y="16522"/>
                    <a:pt x="13270" y="17441"/>
                    <a:pt x="11785" y="174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9" name="Google Shape;2339;p72"/>
            <p:cNvSpPr/>
            <p:nvPr/>
          </p:nvSpPr>
          <p:spPr>
            <a:xfrm>
              <a:off x="10019765" y="4709395"/>
              <a:ext cx="145175" cy="130514"/>
            </a:xfrm>
            <a:custGeom>
              <a:rect b="b" l="l" r="r" t="t"/>
              <a:pathLst>
                <a:path extrusionOk="0" h="130514" w="145175">
                  <a:moveTo>
                    <a:pt x="125707" y="75014"/>
                  </a:moveTo>
                  <a:cubicBezTo>
                    <a:pt x="122878" y="68934"/>
                    <a:pt x="120050" y="62783"/>
                    <a:pt x="117293" y="56207"/>
                  </a:cubicBezTo>
                  <a:cubicBezTo>
                    <a:pt x="110293" y="39593"/>
                    <a:pt x="100749" y="18948"/>
                    <a:pt x="86821" y="0"/>
                  </a:cubicBezTo>
                  <a:cubicBezTo>
                    <a:pt x="83851" y="0"/>
                    <a:pt x="80882" y="0"/>
                    <a:pt x="77913" y="0"/>
                  </a:cubicBezTo>
                  <a:cubicBezTo>
                    <a:pt x="83569" y="7141"/>
                    <a:pt x="88518" y="14635"/>
                    <a:pt x="92830" y="22129"/>
                  </a:cubicBezTo>
                  <a:cubicBezTo>
                    <a:pt x="94174" y="24463"/>
                    <a:pt x="95517" y="26796"/>
                    <a:pt x="96649" y="29129"/>
                  </a:cubicBezTo>
                  <a:cubicBezTo>
                    <a:pt x="102375" y="39593"/>
                    <a:pt x="106971" y="49915"/>
                    <a:pt x="110789" y="58894"/>
                  </a:cubicBezTo>
                  <a:cubicBezTo>
                    <a:pt x="113617" y="65540"/>
                    <a:pt x="116444" y="71762"/>
                    <a:pt x="119343" y="77913"/>
                  </a:cubicBezTo>
                  <a:cubicBezTo>
                    <a:pt x="124434" y="88942"/>
                    <a:pt x="129312" y="99547"/>
                    <a:pt x="133484" y="111849"/>
                  </a:cubicBezTo>
                  <a:lnTo>
                    <a:pt x="133484" y="111849"/>
                  </a:lnTo>
                  <a:cubicBezTo>
                    <a:pt x="134120" y="113617"/>
                    <a:pt x="134615" y="115313"/>
                    <a:pt x="135180" y="117011"/>
                  </a:cubicBezTo>
                  <a:cubicBezTo>
                    <a:pt x="130585" y="113476"/>
                    <a:pt x="125990" y="110365"/>
                    <a:pt x="121465" y="107536"/>
                  </a:cubicBezTo>
                  <a:cubicBezTo>
                    <a:pt x="111425" y="101315"/>
                    <a:pt x="101597" y="96578"/>
                    <a:pt x="91841" y="91982"/>
                  </a:cubicBezTo>
                  <a:cubicBezTo>
                    <a:pt x="89579" y="90922"/>
                    <a:pt x="87245" y="89790"/>
                    <a:pt x="85054" y="88730"/>
                  </a:cubicBezTo>
                  <a:cubicBezTo>
                    <a:pt x="82225" y="87387"/>
                    <a:pt x="79468" y="85973"/>
                    <a:pt x="76710" y="84559"/>
                  </a:cubicBezTo>
                  <a:cubicBezTo>
                    <a:pt x="70559" y="81448"/>
                    <a:pt x="64550" y="77983"/>
                    <a:pt x="58470" y="73883"/>
                  </a:cubicBezTo>
                  <a:cubicBezTo>
                    <a:pt x="58470" y="73812"/>
                    <a:pt x="58258" y="73742"/>
                    <a:pt x="58187" y="73671"/>
                  </a:cubicBezTo>
                  <a:cubicBezTo>
                    <a:pt x="55642" y="71974"/>
                    <a:pt x="52955" y="69994"/>
                    <a:pt x="50198" y="67802"/>
                  </a:cubicBezTo>
                  <a:cubicBezTo>
                    <a:pt x="45107" y="63772"/>
                    <a:pt x="39663" y="58965"/>
                    <a:pt x="34502" y="53592"/>
                  </a:cubicBezTo>
                  <a:cubicBezTo>
                    <a:pt x="31674" y="50693"/>
                    <a:pt x="28916" y="47582"/>
                    <a:pt x="26301" y="44330"/>
                  </a:cubicBezTo>
                  <a:lnTo>
                    <a:pt x="26301" y="44330"/>
                  </a:lnTo>
                  <a:cubicBezTo>
                    <a:pt x="15979" y="31391"/>
                    <a:pt x="7918" y="16191"/>
                    <a:pt x="7070" y="354"/>
                  </a:cubicBezTo>
                  <a:cubicBezTo>
                    <a:pt x="4737" y="354"/>
                    <a:pt x="2334" y="354"/>
                    <a:pt x="0" y="354"/>
                  </a:cubicBezTo>
                  <a:cubicBezTo>
                    <a:pt x="1768" y="34361"/>
                    <a:pt x="32735" y="64833"/>
                    <a:pt x="54157" y="79468"/>
                  </a:cubicBezTo>
                  <a:cubicBezTo>
                    <a:pt x="65752" y="87316"/>
                    <a:pt x="77488" y="92901"/>
                    <a:pt x="88801" y="98275"/>
                  </a:cubicBezTo>
                  <a:cubicBezTo>
                    <a:pt x="105274" y="106122"/>
                    <a:pt x="122313" y="114253"/>
                    <a:pt x="139211" y="129595"/>
                  </a:cubicBezTo>
                  <a:cubicBezTo>
                    <a:pt x="139918" y="130232"/>
                    <a:pt x="140766" y="130514"/>
                    <a:pt x="141614" y="130514"/>
                  </a:cubicBezTo>
                  <a:cubicBezTo>
                    <a:pt x="142250" y="130514"/>
                    <a:pt x="142887" y="130373"/>
                    <a:pt x="143453" y="130019"/>
                  </a:cubicBezTo>
                  <a:cubicBezTo>
                    <a:pt x="144796" y="129242"/>
                    <a:pt x="145433" y="127616"/>
                    <a:pt x="145079" y="126131"/>
                  </a:cubicBezTo>
                  <a:cubicBezTo>
                    <a:pt x="139988" y="105627"/>
                    <a:pt x="132777" y="90003"/>
                    <a:pt x="125707" y="748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0" name="Google Shape;2340;p72"/>
            <p:cNvSpPr/>
            <p:nvPr/>
          </p:nvSpPr>
          <p:spPr>
            <a:xfrm>
              <a:off x="10050945" y="4709607"/>
              <a:ext cx="112626" cy="128392"/>
            </a:xfrm>
            <a:custGeom>
              <a:rect b="b" l="l" r="r" t="t"/>
              <a:pathLst>
                <a:path extrusionOk="0" h="128392" w="112626">
                  <a:moveTo>
                    <a:pt x="111566" y="127403"/>
                  </a:moveTo>
                  <a:cubicBezTo>
                    <a:pt x="110859" y="128110"/>
                    <a:pt x="110010" y="128393"/>
                    <a:pt x="109091" y="128393"/>
                  </a:cubicBezTo>
                  <a:cubicBezTo>
                    <a:pt x="108172" y="128393"/>
                    <a:pt x="107254" y="128110"/>
                    <a:pt x="106546" y="127403"/>
                  </a:cubicBezTo>
                  <a:cubicBezTo>
                    <a:pt x="100607" y="121394"/>
                    <a:pt x="95305" y="114465"/>
                    <a:pt x="90285" y="107395"/>
                  </a:cubicBezTo>
                  <a:cubicBezTo>
                    <a:pt x="88306" y="104567"/>
                    <a:pt x="86326" y="101668"/>
                    <a:pt x="84346" y="98840"/>
                  </a:cubicBezTo>
                  <a:cubicBezTo>
                    <a:pt x="82438" y="96153"/>
                    <a:pt x="80599" y="93467"/>
                    <a:pt x="78690" y="90851"/>
                  </a:cubicBezTo>
                  <a:lnTo>
                    <a:pt x="77700" y="89366"/>
                  </a:lnTo>
                  <a:cubicBezTo>
                    <a:pt x="69075" y="77276"/>
                    <a:pt x="60237" y="64903"/>
                    <a:pt x="50834" y="53308"/>
                  </a:cubicBezTo>
                  <a:cubicBezTo>
                    <a:pt x="48855" y="50905"/>
                    <a:pt x="46875" y="48572"/>
                    <a:pt x="44895" y="46238"/>
                  </a:cubicBezTo>
                  <a:cubicBezTo>
                    <a:pt x="43127" y="44188"/>
                    <a:pt x="41289" y="42138"/>
                    <a:pt x="39451" y="40158"/>
                  </a:cubicBezTo>
                  <a:cubicBezTo>
                    <a:pt x="34644" y="34926"/>
                    <a:pt x="29694" y="29624"/>
                    <a:pt x="24675" y="24392"/>
                  </a:cubicBezTo>
                  <a:cubicBezTo>
                    <a:pt x="22695" y="22341"/>
                    <a:pt x="20786" y="20291"/>
                    <a:pt x="18807" y="18311"/>
                  </a:cubicBezTo>
                  <a:cubicBezTo>
                    <a:pt x="13150" y="12514"/>
                    <a:pt x="7423" y="6858"/>
                    <a:pt x="1555" y="1414"/>
                  </a:cubicBezTo>
                  <a:cubicBezTo>
                    <a:pt x="990" y="990"/>
                    <a:pt x="495" y="495"/>
                    <a:pt x="0" y="71"/>
                  </a:cubicBezTo>
                  <a:lnTo>
                    <a:pt x="2121" y="71"/>
                  </a:lnTo>
                  <a:cubicBezTo>
                    <a:pt x="4878" y="0"/>
                    <a:pt x="7565" y="0"/>
                    <a:pt x="10322" y="0"/>
                  </a:cubicBezTo>
                  <a:cubicBezTo>
                    <a:pt x="10605" y="212"/>
                    <a:pt x="10817" y="495"/>
                    <a:pt x="11100" y="707"/>
                  </a:cubicBezTo>
                  <a:cubicBezTo>
                    <a:pt x="12867" y="2404"/>
                    <a:pt x="14635" y="4171"/>
                    <a:pt x="16402" y="5868"/>
                  </a:cubicBezTo>
                  <a:cubicBezTo>
                    <a:pt x="23897" y="13292"/>
                    <a:pt x="31250" y="20998"/>
                    <a:pt x="38320" y="28634"/>
                  </a:cubicBezTo>
                  <a:cubicBezTo>
                    <a:pt x="40158" y="30543"/>
                    <a:pt x="41996" y="32522"/>
                    <a:pt x="43693" y="34431"/>
                  </a:cubicBezTo>
                  <a:cubicBezTo>
                    <a:pt x="44047" y="34714"/>
                    <a:pt x="44330" y="35068"/>
                    <a:pt x="44612" y="35351"/>
                  </a:cubicBezTo>
                  <a:cubicBezTo>
                    <a:pt x="58752" y="50622"/>
                    <a:pt x="71337" y="68227"/>
                    <a:pt x="83427" y="85265"/>
                  </a:cubicBezTo>
                  <a:lnTo>
                    <a:pt x="84487" y="86750"/>
                  </a:lnTo>
                  <a:cubicBezTo>
                    <a:pt x="86396" y="89366"/>
                    <a:pt x="88235" y="92123"/>
                    <a:pt x="90144" y="94881"/>
                  </a:cubicBezTo>
                  <a:cubicBezTo>
                    <a:pt x="94032" y="100537"/>
                    <a:pt x="98062" y="106334"/>
                    <a:pt x="102304" y="111708"/>
                  </a:cubicBezTo>
                  <a:lnTo>
                    <a:pt x="102304" y="111708"/>
                  </a:lnTo>
                  <a:cubicBezTo>
                    <a:pt x="105274" y="115525"/>
                    <a:pt x="108314" y="119131"/>
                    <a:pt x="111566" y="122383"/>
                  </a:cubicBezTo>
                  <a:cubicBezTo>
                    <a:pt x="112980" y="123798"/>
                    <a:pt x="112980" y="125989"/>
                    <a:pt x="111566" y="12740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1" name="Google Shape;2341;p72"/>
            <p:cNvSpPr/>
            <p:nvPr/>
          </p:nvSpPr>
          <p:spPr>
            <a:xfrm>
              <a:off x="10043833" y="4706072"/>
              <a:ext cx="10526" cy="61580"/>
            </a:xfrm>
            <a:custGeom>
              <a:rect b="b" l="l" r="r" t="t"/>
              <a:pathLst>
                <a:path extrusionOk="0" h="61580" w="10526">
                  <a:moveTo>
                    <a:pt x="10505" y="57692"/>
                  </a:moveTo>
                  <a:cubicBezTo>
                    <a:pt x="10718" y="59601"/>
                    <a:pt x="9303" y="61368"/>
                    <a:pt x="7395" y="61581"/>
                  </a:cubicBezTo>
                  <a:lnTo>
                    <a:pt x="7041" y="61581"/>
                  </a:lnTo>
                  <a:cubicBezTo>
                    <a:pt x="5203" y="61581"/>
                    <a:pt x="3718" y="60237"/>
                    <a:pt x="3506" y="58399"/>
                  </a:cubicBezTo>
                  <a:cubicBezTo>
                    <a:pt x="3152" y="54793"/>
                    <a:pt x="2658" y="51258"/>
                    <a:pt x="2233" y="47723"/>
                  </a:cubicBezTo>
                  <a:lnTo>
                    <a:pt x="2233" y="47723"/>
                  </a:lnTo>
                  <a:cubicBezTo>
                    <a:pt x="961" y="38179"/>
                    <a:pt x="-241" y="28422"/>
                    <a:pt x="42" y="18241"/>
                  </a:cubicBezTo>
                  <a:lnTo>
                    <a:pt x="42" y="16756"/>
                  </a:lnTo>
                  <a:cubicBezTo>
                    <a:pt x="183" y="12655"/>
                    <a:pt x="395" y="7848"/>
                    <a:pt x="1597" y="3677"/>
                  </a:cubicBezTo>
                  <a:lnTo>
                    <a:pt x="1668" y="3677"/>
                  </a:lnTo>
                  <a:cubicBezTo>
                    <a:pt x="2022" y="2404"/>
                    <a:pt x="2516" y="1131"/>
                    <a:pt x="3152" y="0"/>
                  </a:cubicBezTo>
                  <a:cubicBezTo>
                    <a:pt x="4496" y="1131"/>
                    <a:pt x="5768" y="2333"/>
                    <a:pt x="7112" y="3606"/>
                  </a:cubicBezTo>
                  <a:lnTo>
                    <a:pt x="9232" y="3606"/>
                  </a:lnTo>
                  <a:cubicBezTo>
                    <a:pt x="9021" y="4030"/>
                    <a:pt x="8809" y="4454"/>
                    <a:pt x="8667" y="4949"/>
                  </a:cubicBezTo>
                  <a:cubicBezTo>
                    <a:pt x="7395" y="8343"/>
                    <a:pt x="7324" y="13080"/>
                    <a:pt x="7183" y="16968"/>
                  </a:cubicBezTo>
                  <a:lnTo>
                    <a:pt x="7183" y="18453"/>
                  </a:lnTo>
                  <a:cubicBezTo>
                    <a:pt x="6829" y="28068"/>
                    <a:pt x="7960" y="37189"/>
                    <a:pt x="9232" y="46804"/>
                  </a:cubicBezTo>
                  <a:cubicBezTo>
                    <a:pt x="9657" y="50198"/>
                    <a:pt x="10082" y="53521"/>
                    <a:pt x="10435" y="56985"/>
                  </a:cubicBezTo>
                  <a:cubicBezTo>
                    <a:pt x="10435" y="57197"/>
                    <a:pt x="10505" y="57480"/>
                    <a:pt x="10505" y="576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2" name="Google Shape;2342;p72"/>
            <p:cNvSpPr/>
            <p:nvPr/>
          </p:nvSpPr>
          <p:spPr>
            <a:xfrm>
              <a:off x="10067479" y="4724154"/>
              <a:ext cx="10846" cy="63506"/>
            </a:xfrm>
            <a:custGeom>
              <a:rect b="b" l="l" r="r" t="t"/>
              <a:pathLst>
                <a:path extrusionOk="0" h="63506" w="10846">
                  <a:moveTo>
                    <a:pt x="7292" y="63507"/>
                  </a:moveTo>
                  <a:cubicBezTo>
                    <a:pt x="5524" y="63507"/>
                    <a:pt x="3969" y="62163"/>
                    <a:pt x="3757" y="60325"/>
                  </a:cubicBezTo>
                  <a:cubicBezTo>
                    <a:pt x="3544" y="58416"/>
                    <a:pt x="3191" y="56507"/>
                    <a:pt x="2767" y="54669"/>
                  </a:cubicBezTo>
                  <a:cubicBezTo>
                    <a:pt x="2272" y="52407"/>
                    <a:pt x="1777" y="50145"/>
                    <a:pt x="1564" y="47670"/>
                  </a:cubicBezTo>
                  <a:cubicBezTo>
                    <a:pt x="1424" y="45549"/>
                    <a:pt x="1211" y="43499"/>
                    <a:pt x="999" y="41377"/>
                  </a:cubicBezTo>
                  <a:cubicBezTo>
                    <a:pt x="505" y="36429"/>
                    <a:pt x="9" y="31409"/>
                    <a:pt x="9" y="26318"/>
                  </a:cubicBezTo>
                  <a:cubicBezTo>
                    <a:pt x="-62" y="18753"/>
                    <a:pt x="222" y="10057"/>
                    <a:pt x="2696" y="2421"/>
                  </a:cubicBezTo>
                  <a:cubicBezTo>
                    <a:pt x="3332" y="583"/>
                    <a:pt x="5312" y="-407"/>
                    <a:pt x="7150" y="159"/>
                  </a:cubicBezTo>
                  <a:cubicBezTo>
                    <a:pt x="8988" y="795"/>
                    <a:pt x="9978" y="2775"/>
                    <a:pt x="9413" y="4613"/>
                  </a:cubicBezTo>
                  <a:cubicBezTo>
                    <a:pt x="7221" y="11188"/>
                    <a:pt x="7009" y="19248"/>
                    <a:pt x="7079" y="26177"/>
                  </a:cubicBezTo>
                  <a:cubicBezTo>
                    <a:pt x="7079" y="30914"/>
                    <a:pt x="7646" y="35863"/>
                    <a:pt x="8069" y="40600"/>
                  </a:cubicBezTo>
                  <a:cubicBezTo>
                    <a:pt x="8282" y="42721"/>
                    <a:pt x="8494" y="44912"/>
                    <a:pt x="8635" y="47034"/>
                  </a:cubicBezTo>
                  <a:cubicBezTo>
                    <a:pt x="8776" y="49084"/>
                    <a:pt x="9272" y="51134"/>
                    <a:pt x="9695" y="53114"/>
                  </a:cubicBezTo>
                  <a:cubicBezTo>
                    <a:pt x="10191" y="55235"/>
                    <a:pt x="10614" y="57427"/>
                    <a:pt x="10827" y="59618"/>
                  </a:cubicBezTo>
                  <a:cubicBezTo>
                    <a:pt x="11039" y="61598"/>
                    <a:pt x="9554" y="63295"/>
                    <a:pt x="7646" y="63507"/>
                  </a:cubicBezTo>
                  <a:cubicBezTo>
                    <a:pt x="7504" y="63507"/>
                    <a:pt x="7433" y="63507"/>
                    <a:pt x="7292" y="635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3" name="Google Shape;2343;p72"/>
            <p:cNvSpPr/>
            <p:nvPr/>
          </p:nvSpPr>
          <p:spPr>
            <a:xfrm>
              <a:off x="10094035" y="4754099"/>
              <a:ext cx="10575" cy="48126"/>
            </a:xfrm>
            <a:custGeom>
              <a:rect b="b" l="l" r="r" t="t"/>
              <a:pathLst>
                <a:path extrusionOk="0" h="48126" w="10575">
                  <a:moveTo>
                    <a:pt x="7178" y="48056"/>
                  </a:moveTo>
                  <a:cubicBezTo>
                    <a:pt x="5835" y="48056"/>
                    <a:pt x="4633" y="47349"/>
                    <a:pt x="3996" y="46076"/>
                  </a:cubicBezTo>
                  <a:cubicBezTo>
                    <a:pt x="2723" y="43461"/>
                    <a:pt x="2370" y="40350"/>
                    <a:pt x="2017" y="37592"/>
                  </a:cubicBezTo>
                  <a:lnTo>
                    <a:pt x="1450" y="33491"/>
                  </a:lnTo>
                  <a:cubicBezTo>
                    <a:pt x="814" y="29108"/>
                    <a:pt x="178" y="24583"/>
                    <a:pt x="37" y="19988"/>
                  </a:cubicBezTo>
                  <a:cubicBezTo>
                    <a:pt x="-105" y="16240"/>
                    <a:pt x="178" y="12776"/>
                    <a:pt x="602" y="8746"/>
                  </a:cubicBezTo>
                  <a:cubicBezTo>
                    <a:pt x="602" y="8322"/>
                    <a:pt x="602" y="7827"/>
                    <a:pt x="673" y="7332"/>
                  </a:cubicBezTo>
                  <a:cubicBezTo>
                    <a:pt x="744" y="5565"/>
                    <a:pt x="814" y="3585"/>
                    <a:pt x="1663" y="1959"/>
                  </a:cubicBezTo>
                  <a:cubicBezTo>
                    <a:pt x="2511" y="192"/>
                    <a:pt x="4633" y="-516"/>
                    <a:pt x="6400" y="403"/>
                  </a:cubicBezTo>
                  <a:cubicBezTo>
                    <a:pt x="8168" y="1252"/>
                    <a:pt x="8874" y="3373"/>
                    <a:pt x="7955" y="5141"/>
                  </a:cubicBezTo>
                  <a:cubicBezTo>
                    <a:pt x="7814" y="5565"/>
                    <a:pt x="7743" y="6908"/>
                    <a:pt x="7672" y="7686"/>
                  </a:cubicBezTo>
                  <a:cubicBezTo>
                    <a:pt x="7672" y="8322"/>
                    <a:pt x="7672" y="8958"/>
                    <a:pt x="7532" y="9453"/>
                  </a:cubicBezTo>
                  <a:cubicBezTo>
                    <a:pt x="7178" y="13271"/>
                    <a:pt x="6895" y="16453"/>
                    <a:pt x="7036" y="19775"/>
                  </a:cubicBezTo>
                  <a:cubicBezTo>
                    <a:pt x="7178" y="24018"/>
                    <a:pt x="7814" y="28330"/>
                    <a:pt x="8380" y="32573"/>
                  </a:cubicBezTo>
                  <a:lnTo>
                    <a:pt x="8945" y="36815"/>
                  </a:lnTo>
                  <a:cubicBezTo>
                    <a:pt x="9228" y="39006"/>
                    <a:pt x="9511" y="41551"/>
                    <a:pt x="10218" y="43036"/>
                  </a:cubicBezTo>
                  <a:cubicBezTo>
                    <a:pt x="11067" y="44804"/>
                    <a:pt x="10359" y="46925"/>
                    <a:pt x="8591" y="47773"/>
                  </a:cubicBezTo>
                  <a:cubicBezTo>
                    <a:pt x="8097" y="47985"/>
                    <a:pt x="7602" y="48127"/>
                    <a:pt x="7036" y="4812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4" name="Google Shape;2344;p72"/>
            <p:cNvSpPr/>
            <p:nvPr/>
          </p:nvSpPr>
          <p:spPr>
            <a:xfrm>
              <a:off x="10086992" y="4731595"/>
              <a:ext cx="34158" cy="13433"/>
            </a:xfrm>
            <a:custGeom>
              <a:rect b="b" l="l" r="r" t="t"/>
              <a:pathLst>
                <a:path extrusionOk="0" h="13433" w="34158">
                  <a:moveTo>
                    <a:pt x="3545" y="13433"/>
                  </a:moveTo>
                  <a:cubicBezTo>
                    <a:pt x="1707" y="13433"/>
                    <a:pt x="151" y="12019"/>
                    <a:pt x="10" y="10181"/>
                  </a:cubicBezTo>
                  <a:cubicBezTo>
                    <a:pt x="-132" y="8202"/>
                    <a:pt x="1283" y="6504"/>
                    <a:pt x="3262" y="6363"/>
                  </a:cubicBezTo>
                  <a:cubicBezTo>
                    <a:pt x="4464" y="6292"/>
                    <a:pt x="5737" y="5727"/>
                    <a:pt x="7221" y="5020"/>
                  </a:cubicBezTo>
                  <a:cubicBezTo>
                    <a:pt x="7999" y="4667"/>
                    <a:pt x="8777" y="4313"/>
                    <a:pt x="9554" y="4030"/>
                  </a:cubicBezTo>
                  <a:cubicBezTo>
                    <a:pt x="13302" y="2616"/>
                    <a:pt x="16130" y="1697"/>
                    <a:pt x="18958" y="919"/>
                  </a:cubicBezTo>
                  <a:cubicBezTo>
                    <a:pt x="22493" y="0"/>
                    <a:pt x="26099" y="0"/>
                    <a:pt x="29422" y="0"/>
                  </a:cubicBezTo>
                  <a:lnTo>
                    <a:pt x="30623" y="0"/>
                  </a:lnTo>
                  <a:cubicBezTo>
                    <a:pt x="32603" y="0"/>
                    <a:pt x="34158" y="1556"/>
                    <a:pt x="34158" y="3535"/>
                  </a:cubicBezTo>
                  <a:cubicBezTo>
                    <a:pt x="34158" y="5515"/>
                    <a:pt x="32603" y="7070"/>
                    <a:pt x="30623" y="7070"/>
                  </a:cubicBezTo>
                  <a:lnTo>
                    <a:pt x="29351" y="7070"/>
                  </a:lnTo>
                  <a:cubicBezTo>
                    <a:pt x="26381" y="7070"/>
                    <a:pt x="23341" y="7070"/>
                    <a:pt x="20796" y="7707"/>
                  </a:cubicBezTo>
                  <a:cubicBezTo>
                    <a:pt x="18250" y="8413"/>
                    <a:pt x="15564" y="9262"/>
                    <a:pt x="12099" y="10605"/>
                  </a:cubicBezTo>
                  <a:cubicBezTo>
                    <a:pt x="11463" y="10888"/>
                    <a:pt x="10756" y="11171"/>
                    <a:pt x="10120" y="11454"/>
                  </a:cubicBezTo>
                  <a:cubicBezTo>
                    <a:pt x="8282" y="12302"/>
                    <a:pt x="6231" y="13221"/>
                    <a:pt x="3828" y="13363"/>
                  </a:cubicBezTo>
                  <a:cubicBezTo>
                    <a:pt x="3757" y="13363"/>
                    <a:pt x="3616" y="13363"/>
                    <a:pt x="3545" y="1336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5" name="Google Shape;2345;p72"/>
            <p:cNvSpPr/>
            <p:nvPr/>
          </p:nvSpPr>
          <p:spPr>
            <a:xfrm>
              <a:off x="10059271" y="4709537"/>
              <a:ext cx="22569" cy="7989"/>
            </a:xfrm>
            <a:custGeom>
              <a:rect b="b" l="l" r="r" t="t"/>
              <a:pathLst>
                <a:path extrusionOk="0" h="7989" w="22569">
                  <a:moveTo>
                    <a:pt x="22570" y="0"/>
                  </a:moveTo>
                  <a:cubicBezTo>
                    <a:pt x="22570" y="0"/>
                    <a:pt x="22287" y="71"/>
                    <a:pt x="22145" y="142"/>
                  </a:cubicBezTo>
                  <a:cubicBezTo>
                    <a:pt x="17196" y="1768"/>
                    <a:pt x="12459" y="3394"/>
                    <a:pt x="8076" y="5939"/>
                  </a:cubicBezTo>
                  <a:cubicBezTo>
                    <a:pt x="7227" y="6363"/>
                    <a:pt x="6379" y="6858"/>
                    <a:pt x="5530" y="7424"/>
                  </a:cubicBezTo>
                  <a:cubicBezTo>
                    <a:pt x="4894" y="7777"/>
                    <a:pt x="4258" y="7989"/>
                    <a:pt x="3551" y="7989"/>
                  </a:cubicBezTo>
                  <a:cubicBezTo>
                    <a:pt x="2420" y="7989"/>
                    <a:pt x="1289" y="7424"/>
                    <a:pt x="582" y="6434"/>
                  </a:cubicBezTo>
                  <a:cubicBezTo>
                    <a:pt x="-479" y="4808"/>
                    <a:pt x="-54" y="2616"/>
                    <a:pt x="1572" y="1556"/>
                  </a:cubicBezTo>
                  <a:cubicBezTo>
                    <a:pt x="1995" y="1273"/>
                    <a:pt x="2349" y="990"/>
                    <a:pt x="2773" y="778"/>
                  </a:cubicBezTo>
                  <a:cubicBezTo>
                    <a:pt x="3198" y="495"/>
                    <a:pt x="3551" y="283"/>
                    <a:pt x="3904" y="71"/>
                  </a:cubicBezTo>
                  <a:cubicBezTo>
                    <a:pt x="10126" y="0"/>
                    <a:pt x="16348" y="0"/>
                    <a:pt x="2257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6" name="Google Shape;2346;p72"/>
            <p:cNvSpPr/>
            <p:nvPr/>
          </p:nvSpPr>
          <p:spPr>
            <a:xfrm>
              <a:off x="9960801" y="4913713"/>
              <a:ext cx="143981" cy="84071"/>
            </a:xfrm>
            <a:custGeom>
              <a:rect b="b" l="l" r="r" t="t"/>
              <a:pathLst>
                <a:path extrusionOk="0" h="84071" w="143981">
                  <a:moveTo>
                    <a:pt x="141119" y="2624"/>
                  </a:moveTo>
                  <a:cubicBezTo>
                    <a:pt x="124221" y="-557"/>
                    <a:pt x="110152" y="-133"/>
                    <a:pt x="96578" y="291"/>
                  </a:cubicBezTo>
                  <a:cubicBezTo>
                    <a:pt x="91134" y="503"/>
                    <a:pt x="85619" y="645"/>
                    <a:pt x="79892" y="645"/>
                  </a:cubicBezTo>
                  <a:cubicBezTo>
                    <a:pt x="62358" y="503"/>
                    <a:pt x="39309" y="1352"/>
                    <a:pt x="16685" y="9412"/>
                  </a:cubicBezTo>
                  <a:lnTo>
                    <a:pt x="15412" y="9836"/>
                  </a:lnTo>
                  <a:cubicBezTo>
                    <a:pt x="13221" y="10613"/>
                    <a:pt x="11100" y="11391"/>
                    <a:pt x="9050" y="12169"/>
                  </a:cubicBezTo>
                  <a:cubicBezTo>
                    <a:pt x="8696" y="14855"/>
                    <a:pt x="8272" y="17542"/>
                    <a:pt x="7918" y="20229"/>
                  </a:cubicBezTo>
                  <a:cubicBezTo>
                    <a:pt x="9828" y="19451"/>
                    <a:pt x="11807" y="18674"/>
                    <a:pt x="13999" y="17896"/>
                  </a:cubicBezTo>
                  <a:cubicBezTo>
                    <a:pt x="15201" y="17401"/>
                    <a:pt x="16473" y="16977"/>
                    <a:pt x="17817" y="16482"/>
                  </a:cubicBezTo>
                  <a:lnTo>
                    <a:pt x="19089" y="16058"/>
                  </a:lnTo>
                  <a:cubicBezTo>
                    <a:pt x="20079" y="15704"/>
                    <a:pt x="21069" y="15350"/>
                    <a:pt x="22059" y="15138"/>
                  </a:cubicBezTo>
                  <a:cubicBezTo>
                    <a:pt x="29906" y="12523"/>
                    <a:pt x="37825" y="10826"/>
                    <a:pt x="45531" y="9765"/>
                  </a:cubicBezTo>
                  <a:cubicBezTo>
                    <a:pt x="48218" y="9341"/>
                    <a:pt x="50904" y="8988"/>
                    <a:pt x="53520" y="8775"/>
                  </a:cubicBezTo>
                  <a:cubicBezTo>
                    <a:pt x="63066" y="7785"/>
                    <a:pt x="71973" y="7644"/>
                    <a:pt x="79822" y="7715"/>
                  </a:cubicBezTo>
                  <a:cubicBezTo>
                    <a:pt x="85690" y="7785"/>
                    <a:pt x="91275" y="7573"/>
                    <a:pt x="96789" y="7361"/>
                  </a:cubicBezTo>
                  <a:cubicBezTo>
                    <a:pt x="106052" y="7078"/>
                    <a:pt x="115031" y="6796"/>
                    <a:pt x="124787" y="7573"/>
                  </a:cubicBezTo>
                  <a:lnTo>
                    <a:pt x="124858" y="7573"/>
                  </a:lnTo>
                  <a:cubicBezTo>
                    <a:pt x="126413" y="7715"/>
                    <a:pt x="128039" y="7856"/>
                    <a:pt x="129736" y="8068"/>
                  </a:cubicBezTo>
                  <a:cubicBezTo>
                    <a:pt x="125211" y="10826"/>
                    <a:pt x="121182" y="13724"/>
                    <a:pt x="117293" y="16764"/>
                  </a:cubicBezTo>
                  <a:cubicBezTo>
                    <a:pt x="117293" y="16764"/>
                    <a:pt x="117222" y="16786"/>
                    <a:pt x="117151" y="16835"/>
                  </a:cubicBezTo>
                  <a:cubicBezTo>
                    <a:pt x="109445" y="22774"/>
                    <a:pt x="102729" y="29137"/>
                    <a:pt x="96153" y="35430"/>
                  </a:cubicBezTo>
                  <a:cubicBezTo>
                    <a:pt x="94598" y="36914"/>
                    <a:pt x="93043" y="38328"/>
                    <a:pt x="91557" y="39742"/>
                  </a:cubicBezTo>
                  <a:cubicBezTo>
                    <a:pt x="89437" y="41792"/>
                    <a:pt x="87316" y="43772"/>
                    <a:pt x="85124" y="45752"/>
                  </a:cubicBezTo>
                  <a:cubicBezTo>
                    <a:pt x="80741" y="49570"/>
                    <a:pt x="76287" y="53317"/>
                    <a:pt x="71266" y="56852"/>
                  </a:cubicBezTo>
                  <a:cubicBezTo>
                    <a:pt x="71054" y="56993"/>
                    <a:pt x="70843" y="57135"/>
                    <a:pt x="70630" y="57276"/>
                  </a:cubicBezTo>
                  <a:cubicBezTo>
                    <a:pt x="68438" y="58832"/>
                    <a:pt x="65893" y="60458"/>
                    <a:pt x="63136" y="62084"/>
                  </a:cubicBezTo>
                  <a:cubicBezTo>
                    <a:pt x="58541" y="64770"/>
                    <a:pt x="53309" y="67457"/>
                    <a:pt x="47652" y="69719"/>
                  </a:cubicBezTo>
                  <a:cubicBezTo>
                    <a:pt x="44188" y="71204"/>
                    <a:pt x="40582" y="72477"/>
                    <a:pt x="36906" y="73538"/>
                  </a:cubicBezTo>
                  <a:cubicBezTo>
                    <a:pt x="24745" y="77143"/>
                    <a:pt x="11807" y="78345"/>
                    <a:pt x="707" y="74103"/>
                  </a:cubicBezTo>
                  <a:cubicBezTo>
                    <a:pt x="424" y="76507"/>
                    <a:pt x="212" y="78981"/>
                    <a:pt x="0" y="81456"/>
                  </a:cubicBezTo>
                  <a:cubicBezTo>
                    <a:pt x="5232" y="83294"/>
                    <a:pt x="10817" y="84072"/>
                    <a:pt x="16402" y="84072"/>
                  </a:cubicBezTo>
                  <a:cubicBezTo>
                    <a:pt x="37754" y="84072"/>
                    <a:pt x="60590" y="72901"/>
                    <a:pt x="74660" y="63074"/>
                  </a:cubicBezTo>
                  <a:cubicBezTo>
                    <a:pt x="84629" y="56074"/>
                    <a:pt x="92972" y="48156"/>
                    <a:pt x="101032" y="40520"/>
                  </a:cubicBezTo>
                  <a:cubicBezTo>
                    <a:pt x="112697" y="29420"/>
                    <a:pt x="124787" y="17966"/>
                    <a:pt x="142038" y="9270"/>
                  </a:cubicBezTo>
                  <a:cubicBezTo>
                    <a:pt x="143382" y="8563"/>
                    <a:pt x="144160" y="7078"/>
                    <a:pt x="143947" y="5594"/>
                  </a:cubicBezTo>
                  <a:cubicBezTo>
                    <a:pt x="143735" y="4109"/>
                    <a:pt x="142604" y="2907"/>
                    <a:pt x="141119" y="26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7" name="Google Shape;2347;p72"/>
            <p:cNvSpPr/>
            <p:nvPr/>
          </p:nvSpPr>
          <p:spPr>
            <a:xfrm>
              <a:off x="9963404" y="4916684"/>
              <a:ext cx="139413" cy="53739"/>
            </a:xfrm>
            <a:custGeom>
              <a:rect b="b" l="l" r="r" t="t"/>
              <a:pathLst>
                <a:path extrusionOk="0" h="53739" w="139413">
                  <a:moveTo>
                    <a:pt x="137314" y="6794"/>
                  </a:moveTo>
                  <a:cubicBezTo>
                    <a:pt x="130102" y="9976"/>
                    <a:pt x="122395" y="12026"/>
                    <a:pt x="114689" y="13793"/>
                  </a:cubicBezTo>
                  <a:cubicBezTo>
                    <a:pt x="114689" y="13793"/>
                    <a:pt x="114618" y="13815"/>
                    <a:pt x="114548" y="13864"/>
                  </a:cubicBezTo>
                  <a:cubicBezTo>
                    <a:pt x="112498" y="14359"/>
                    <a:pt x="110377" y="14783"/>
                    <a:pt x="108326" y="15278"/>
                  </a:cubicBezTo>
                  <a:cubicBezTo>
                    <a:pt x="105710" y="15914"/>
                    <a:pt x="103023" y="16480"/>
                    <a:pt x="100478" y="17117"/>
                  </a:cubicBezTo>
                  <a:lnTo>
                    <a:pt x="99277" y="17399"/>
                  </a:lnTo>
                  <a:cubicBezTo>
                    <a:pt x="87328" y="20298"/>
                    <a:pt x="75168" y="23197"/>
                    <a:pt x="63360" y="26944"/>
                  </a:cubicBezTo>
                  <a:cubicBezTo>
                    <a:pt x="60603" y="27863"/>
                    <a:pt x="57845" y="28782"/>
                    <a:pt x="55159" y="29701"/>
                  </a:cubicBezTo>
                  <a:cubicBezTo>
                    <a:pt x="53250" y="30408"/>
                    <a:pt x="51341" y="31115"/>
                    <a:pt x="49432" y="31893"/>
                  </a:cubicBezTo>
                  <a:cubicBezTo>
                    <a:pt x="43917" y="34085"/>
                    <a:pt x="38262" y="36347"/>
                    <a:pt x="32676" y="38610"/>
                  </a:cubicBezTo>
                  <a:cubicBezTo>
                    <a:pt x="30273" y="39670"/>
                    <a:pt x="27868" y="40660"/>
                    <a:pt x="25465" y="41720"/>
                  </a:cubicBezTo>
                  <a:lnTo>
                    <a:pt x="25394" y="41720"/>
                  </a:lnTo>
                  <a:cubicBezTo>
                    <a:pt x="19384" y="44336"/>
                    <a:pt x="13446" y="47023"/>
                    <a:pt x="7577" y="49922"/>
                  </a:cubicBezTo>
                  <a:cubicBezTo>
                    <a:pt x="5386" y="50982"/>
                    <a:pt x="3264" y="52043"/>
                    <a:pt x="1144" y="53174"/>
                  </a:cubicBezTo>
                  <a:cubicBezTo>
                    <a:pt x="790" y="53386"/>
                    <a:pt x="507" y="53527"/>
                    <a:pt x="154" y="53740"/>
                  </a:cubicBezTo>
                  <a:cubicBezTo>
                    <a:pt x="225" y="53103"/>
                    <a:pt x="295" y="52467"/>
                    <a:pt x="366" y="51831"/>
                  </a:cubicBezTo>
                  <a:cubicBezTo>
                    <a:pt x="-271" y="50558"/>
                    <a:pt x="-58" y="49073"/>
                    <a:pt x="861" y="48083"/>
                  </a:cubicBezTo>
                  <a:cubicBezTo>
                    <a:pt x="1002" y="47094"/>
                    <a:pt x="1144" y="46175"/>
                    <a:pt x="1284" y="45185"/>
                  </a:cubicBezTo>
                  <a:lnTo>
                    <a:pt x="1284" y="45185"/>
                  </a:lnTo>
                  <a:cubicBezTo>
                    <a:pt x="3971" y="43771"/>
                    <a:pt x="6587" y="42498"/>
                    <a:pt x="9344" y="41225"/>
                  </a:cubicBezTo>
                  <a:cubicBezTo>
                    <a:pt x="11607" y="40165"/>
                    <a:pt x="13869" y="39104"/>
                    <a:pt x="16132" y="38115"/>
                  </a:cubicBezTo>
                  <a:cubicBezTo>
                    <a:pt x="23839" y="34650"/>
                    <a:pt x="31686" y="31398"/>
                    <a:pt x="39463" y="28287"/>
                  </a:cubicBezTo>
                  <a:cubicBezTo>
                    <a:pt x="41938" y="27298"/>
                    <a:pt x="44342" y="26308"/>
                    <a:pt x="46816" y="25318"/>
                  </a:cubicBezTo>
                  <a:cubicBezTo>
                    <a:pt x="46887" y="25247"/>
                    <a:pt x="47029" y="25247"/>
                    <a:pt x="47099" y="25247"/>
                  </a:cubicBezTo>
                  <a:cubicBezTo>
                    <a:pt x="63431" y="18813"/>
                    <a:pt x="80753" y="14642"/>
                    <a:pt x="97580" y="10541"/>
                  </a:cubicBezTo>
                  <a:lnTo>
                    <a:pt x="98781" y="10258"/>
                  </a:lnTo>
                  <a:cubicBezTo>
                    <a:pt x="101397" y="9622"/>
                    <a:pt x="104084" y="9057"/>
                    <a:pt x="106771" y="8420"/>
                  </a:cubicBezTo>
                  <a:cubicBezTo>
                    <a:pt x="111932" y="7289"/>
                    <a:pt x="117093" y="6087"/>
                    <a:pt x="122184" y="4602"/>
                  </a:cubicBezTo>
                  <a:lnTo>
                    <a:pt x="122255" y="4602"/>
                  </a:lnTo>
                  <a:cubicBezTo>
                    <a:pt x="126497" y="3401"/>
                    <a:pt x="130597" y="1986"/>
                    <a:pt x="134486" y="290"/>
                  </a:cubicBezTo>
                  <a:cubicBezTo>
                    <a:pt x="136253" y="-488"/>
                    <a:pt x="138303" y="360"/>
                    <a:pt x="139082" y="2128"/>
                  </a:cubicBezTo>
                  <a:cubicBezTo>
                    <a:pt x="139930" y="3895"/>
                    <a:pt x="139082" y="6016"/>
                    <a:pt x="137314" y="679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8" name="Google Shape;2348;p72"/>
            <p:cNvSpPr/>
            <p:nvPr/>
          </p:nvSpPr>
          <p:spPr>
            <a:xfrm>
              <a:off x="9963404" y="4963502"/>
              <a:ext cx="48502" cy="27212"/>
            </a:xfrm>
            <a:custGeom>
              <a:rect b="b" l="l" r="r" t="t"/>
              <a:pathLst>
                <a:path extrusionOk="0" h="27212" w="48502">
                  <a:moveTo>
                    <a:pt x="48301" y="24808"/>
                  </a:moveTo>
                  <a:cubicBezTo>
                    <a:pt x="47806" y="26293"/>
                    <a:pt x="46392" y="27212"/>
                    <a:pt x="44978" y="27212"/>
                  </a:cubicBezTo>
                  <a:cubicBezTo>
                    <a:pt x="44554" y="27212"/>
                    <a:pt x="44200" y="27142"/>
                    <a:pt x="43776" y="27000"/>
                  </a:cubicBezTo>
                  <a:cubicBezTo>
                    <a:pt x="41019" y="26010"/>
                    <a:pt x="38262" y="25091"/>
                    <a:pt x="35575" y="24172"/>
                  </a:cubicBezTo>
                  <a:cubicBezTo>
                    <a:pt x="35151" y="24031"/>
                    <a:pt x="34727" y="23889"/>
                    <a:pt x="34302" y="23748"/>
                  </a:cubicBezTo>
                  <a:cubicBezTo>
                    <a:pt x="27303" y="21486"/>
                    <a:pt x="20091" y="19011"/>
                    <a:pt x="13163" y="15193"/>
                  </a:cubicBezTo>
                  <a:lnTo>
                    <a:pt x="12102" y="14557"/>
                  </a:lnTo>
                  <a:cubicBezTo>
                    <a:pt x="8425" y="12577"/>
                    <a:pt x="3901" y="10173"/>
                    <a:pt x="1144" y="6355"/>
                  </a:cubicBezTo>
                  <a:cubicBezTo>
                    <a:pt x="931" y="6073"/>
                    <a:pt x="719" y="5719"/>
                    <a:pt x="507" y="5365"/>
                  </a:cubicBezTo>
                  <a:cubicBezTo>
                    <a:pt x="436" y="5224"/>
                    <a:pt x="366" y="5154"/>
                    <a:pt x="366" y="5012"/>
                  </a:cubicBezTo>
                  <a:cubicBezTo>
                    <a:pt x="-271" y="3739"/>
                    <a:pt x="-58" y="2255"/>
                    <a:pt x="861" y="1265"/>
                  </a:cubicBezTo>
                  <a:cubicBezTo>
                    <a:pt x="1073" y="982"/>
                    <a:pt x="1355" y="699"/>
                    <a:pt x="1709" y="487"/>
                  </a:cubicBezTo>
                  <a:cubicBezTo>
                    <a:pt x="3406" y="-503"/>
                    <a:pt x="5598" y="63"/>
                    <a:pt x="6587" y="1760"/>
                  </a:cubicBezTo>
                  <a:cubicBezTo>
                    <a:pt x="6870" y="2255"/>
                    <a:pt x="7224" y="2679"/>
                    <a:pt x="7577" y="3103"/>
                  </a:cubicBezTo>
                  <a:cubicBezTo>
                    <a:pt x="9557" y="5224"/>
                    <a:pt x="12809" y="6921"/>
                    <a:pt x="15425" y="8335"/>
                  </a:cubicBezTo>
                  <a:lnTo>
                    <a:pt x="16556" y="8971"/>
                  </a:lnTo>
                  <a:cubicBezTo>
                    <a:pt x="23414" y="12719"/>
                    <a:pt x="30343" y="15051"/>
                    <a:pt x="37766" y="17456"/>
                  </a:cubicBezTo>
                  <a:cubicBezTo>
                    <a:pt x="40241" y="18233"/>
                    <a:pt x="42574" y="19011"/>
                    <a:pt x="45049" y="19930"/>
                  </a:cubicBezTo>
                  <a:cubicBezTo>
                    <a:pt x="45403" y="20071"/>
                    <a:pt x="45826" y="20213"/>
                    <a:pt x="46180" y="20354"/>
                  </a:cubicBezTo>
                  <a:cubicBezTo>
                    <a:pt x="48019" y="20991"/>
                    <a:pt x="48938" y="23041"/>
                    <a:pt x="48301" y="248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9" name="Google Shape;2349;p72"/>
            <p:cNvSpPr/>
            <p:nvPr/>
          </p:nvSpPr>
          <p:spPr>
            <a:xfrm>
              <a:off x="9986561" y="4951147"/>
              <a:ext cx="48643" cy="26558"/>
            </a:xfrm>
            <a:custGeom>
              <a:rect b="b" l="l" r="r" t="t"/>
              <a:pathLst>
                <a:path extrusionOk="0" h="26558" w="48643">
                  <a:moveTo>
                    <a:pt x="45012" y="26559"/>
                  </a:moveTo>
                  <a:cubicBezTo>
                    <a:pt x="44587" y="26559"/>
                    <a:pt x="44163" y="26559"/>
                    <a:pt x="43810" y="26347"/>
                  </a:cubicBezTo>
                  <a:cubicBezTo>
                    <a:pt x="42396" y="25852"/>
                    <a:pt x="40911" y="25498"/>
                    <a:pt x="39497" y="25215"/>
                  </a:cubicBezTo>
                  <a:cubicBezTo>
                    <a:pt x="37588" y="24791"/>
                    <a:pt x="35679" y="24367"/>
                    <a:pt x="33771" y="23660"/>
                  </a:cubicBezTo>
                  <a:cubicBezTo>
                    <a:pt x="32144" y="23023"/>
                    <a:pt x="30518" y="22458"/>
                    <a:pt x="28963" y="21822"/>
                  </a:cubicBezTo>
                  <a:cubicBezTo>
                    <a:pt x="25215" y="20408"/>
                    <a:pt x="21327" y="18993"/>
                    <a:pt x="17580" y="17155"/>
                  </a:cubicBezTo>
                  <a:cubicBezTo>
                    <a:pt x="11994" y="14469"/>
                    <a:pt x="5631" y="11004"/>
                    <a:pt x="965" y="5985"/>
                  </a:cubicBezTo>
                  <a:cubicBezTo>
                    <a:pt x="-379" y="4571"/>
                    <a:pt x="-308" y="2308"/>
                    <a:pt x="1106" y="965"/>
                  </a:cubicBezTo>
                  <a:cubicBezTo>
                    <a:pt x="2520" y="-379"/>
                    <a:pt x="4782" y="-308"/>
                    <a:pt x="6126" y="1106"/>
                  </a:cubicBezTo>
                  <a:cubicBezTo>
                    <a:pt x="10014" y="5277"/>
                    <a:pt x="15671" y="8318"/>
                    <a:pt x="20690" y="10792"/>
                  </a:cubicBezTo>
                  <a:cubicBezTo>
                    <a:pt x="24084" y="12418"/>
                    <a:pt x="27831" y="13832"/>
                    <a:pt x="31437" y="15176"/>
                  </a:cubicBezTo>
                  <a:cubicBezTo>
                    <a:pt x="33063" y="15812"/>
                    <a:pt x="34760" y="16378"/>
                    <a:pt x="36387" y="17014"/>
                  </a:cubicBezTo>
                  <a:cubicBezTo>
                    <a:pt x="37871" y="17580"/>
                    <a:pt x="39497" y="17933"/>
                    <a:pt x="41052" y="18287"/>
                  </a:cubicBezTo>
                  <a:cubicBezTo>
                    <a:pt x="42820" y="18711"/>
                    <a:pt x="44587" y="19064"/>
                    <a:pt x="46355" y="19701"/>
                  </a:cubicBezTo>
                  <a:cubicBezTo>
                    <a:pt x="48193" y="20408"/>
                    <a:pt x="49112" y="22387"/>
                    <a:pt x="48405" y="24225"/>
                  </a:cubicBezTo>
                  <a:cubicBezTo>
                    <a:pt x="47911" y="25639"/>
                    <a:pt x="46496" y="26559"/>
                    <a:pt x="45083" y="265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0" name="Google Shape;2350;p72"/>
            <p:cNvSpPr/>
            <p:nvPr/>
          </p:nvSpPr>
          <p:spPr>
            <a:xfrm>
              <a:off x="10017575" y="4940478"/>
              <a:ext cx="37755" cy="20047"/>
            </a:xfrm>
            <a:custGeom>
              <a:rect b="b" l="l" r="r" t="t"/>
              <a:pathLst>
                <a:path extrusionOk="0" h="20047" w="37755">
                  <a:moveTo>
                    <a:pt x="33864" y="20047"/>
                  </a:moveTo>
                  <a:cubicBezTo>
                    <a:pt x="31461" y="20047"/>
                    <a:pt x="29057" y="19199"/>
                    <a:pt x="27077" y="18562"/>
                  </a:cubicBezTo>
                  <a:lnTo>
                    <a:pt x="23967" y="17573"/>
                  </a:lnTo>
                  <a:cubicBezTo>
                    <a:pt x="20502" y="16512"/>
                    <a:pt x="16897" y="15381"/>
                    <a:pt x="13502" y="13755"/>
                  </a:cubicBezTo>
                  <a:cubicBezTo>
                    <a:pt x="10675" y="12482"/>
                    <a:pt x="8200" y="10998"/>
                    <a:pt x="5373" y="9159"/>
                  </a:cubicBezTo>
                  <a:lnTo>
                    <a:pt x="4453" y="8593"/>
                  </a:lnTo>
                  <a:cubicBezTo>
                    <a:pt x="3180" y="7887"/>
                    <a:pt x="1625" y="6968"/>
                    <a:pt x="635" y="5553"/>
                  </a:cubicBezTo>
                  <a:cubicBezTo>
                    <a:pt x="-496" y="3927"/>
                    <a:pt x="-72" y="1736"/>
                    <a:pt x="1554" y="604"/>
                  </a:cubicBezTo>
                  <a:cubicBezTo>
                    <a:pt x="3180" y="-456"/>
                    <a:pt x="5373" y="-103"/>
                    <a:pt x="6503" y="1523"/>
                  </a:cubicBezTo>
                  <a:cubicBezTo>
                    <a:pt x="6645" y="1665"/>
                    <a:pt x="7493" y="2160"/>
                    <a:pt x="7988" y="2443"/>
                  </a:cubicBezTo>
                  <a:cubicBezTo>
                    <a:pt x="8483" y="2725"/>
                    <a:pt x="8908" y="3008"/>
                    <a:pt x="9331" y="3220"/>
                  </a:cubicBezTo>
                  <a:cubicBezTo>
                    <a:pt x="11876" y="4917"/>
                    <a:pt x="14139" y="6260"/>
                    <a:pt x="16472" y="7321"/>
                  </a:cubicBezTo>
                  <a:cubicBezTo>
                    <a:pt x="19513" y="8735"/>
                    <a:pt x="22765" y="9725"/>
                    <a:pt x="26158" y="10785"/>
                  </a:cubicBezTo>
                  <a:lnTo>
                    <a:pt x="29410" y="11846"/>
                  </a:lnTo>
                  <a:cubicBezTo>
                    <a:pt x="30966" y="12341"/>
                    <a:pt x="32805" y="12977"/>
                    <a:pt x="34077" y="12977"/>
                  </a:cubicBezTo>
                  <a:cubicBezTo>
                    <a:pt x="36269" y="12694"/>
                    <a:pt x="37683" y="14391"/>
                    <a:pt x="37753" y="16300"/>
                  </a:cubicBezTo>
                  <a:cubicBezTo>
                    <a:pt x="37824" y="18280"/>
                    <a:pt x="36340" y="19905"/>
                    <a:pt x="34431" y="19976"/>
                  </a:cubicBezTo>
                  <a:cubicBezTo>
                    <a:pt x="34289" y="19976"/>
                    <a:pt x="34077" y="19976"/>
                    <a:pt x="33935" y="199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1" name="Google Shape;2351;p72"/>
            <p:cNvSpPr/>
            <p:nvPr/>
          </p:nvSpPr>
          <p:spPr>
            <a:xfrm>
              <a:off x="10002745" y="4916472"/>
              <a:ext cx="12360" cy="32317"/>
            </a:xfrm>
            <a:custGeom>
              <a:rect b="b" l="l" r="r" t="t"/>
              <a:pathLst>
                <a:path extrusionOk="0" h="32317" w="12360">
                  <a:moveTo>
                    <a:pt x="3586" y="32317"/>
                  </a:moveTo>
                  <a:cubicBezTo>
                    <a:pt x="3233" y="32317"/>
                    <a:pt x="2809" y="32317"/>
                    <a:pt x="2385" y="32105"/>
                  </a:cubicBezTo>
                  <a:cubicBezTo>
                    <a:pt x="547" y="31469"/>
                    <a:pt x="-443" y="29418"/>
                    <a:pt x="193" y="27580"/>
                  </a:cubicBezTo>
                  <a:cubicBezTo>
                    <a:pt x="618" y="26449"/>
                    <a:pt x="618" y="25176"/>
                    <a:pt x="688" y="23691"/>
                  </a:cubicBezTo>
                  <a:cubicBezTo>
                    <a:pt x="688" y="22914"/>
                    <a:pt x="688" y="22136"/>
                    <a:pt x="829" y="21358"/>
                  </a:cubicBezTo>
                  <a:cubicBezTo>
                    <a:pt x="1112" y="18318"/>
                    <a:pt x="1466" y="15278"/>
                    <a:pt x="1960" y="12309"/>
                  </a:cubicBezTo>
                  <a:cubicBezTo>
                    <a:pt x="2527" y="8986"/>
                    <a:pt x="3869" y="6016"/>
                    <a:pt x="5142" y="3118"/>
                  </a:cubicBezTo>
                  <a:lnTo>
                    <a:pt x="5566" y="2128"/>
                  </a:lnTo>
                  <a:cubicBezTo>
                    <a:pt x="6344" y="360"/>
                    <a:pt x="8394" y="-488"/>
                    <a:pt x="10233" y="289"/>
                  </a:cubicBezTo>
                  <a:cubicBezTo>
                    <a:pt x="12000" y="1067"/>
                    <a:pt x="12849" y="3118"/>
                    <a:pt x="12071" y="4956"/>
                  </a:cubicBezTo>
                  <a:lnTo>
                    <a:pt x="11646" y="5945"/>
                  </a:lnTo>
                  <a:cubicBezTo>
                    <a:pt x="10516" y="8491"/>
                    <a:pt x="9384" y="11107"/>
                    <a:pt x="8960" y="13581"/>
                  </a:cubicBezTo>
                  <a:cubicBezTo>
                    <a:pt x="8465" y="16339"/>
                    <a:pt x="8111" y="19166"/>
                    <a:pt x="7899" y="21995"/>
                  </a:cubicBezTo>
                  <a:cubicBezTo>
                    <a:pt x="7899" y="22631"/>
                    <a:pt x="7829" y="23267"/>
                    <a:pt x="7829" y="23975"/>
                  </a:cubicBezTo>
                  <a:cubicBezTo>
                    <a:pt x="7829" y="25812"/>
                    <a:pt x="7688" y="27863"/>
                    <a:pt x="6981" y="29984"/>
                  </a:cubicBezTo>
                  <a:cubicBezTo>
                    <a:pt x="6485" y="31469"/>
                    <a:pt x="5072" y="32317"/>
                    <a:pt x="3657" y="3231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2" name="Google Shape;2352;p72"/>
            <p:cNvSpPr/>
            <p:nvPr/>
          </p:nvSpPr>
          <p:spPr>
            <a:xfrm>
              <a:off x="9972458" y="4922552"/>
              <a:ext cx="11185" cy="39740"/>
            </a:xfrm>
            <a:custGeom>
              <a:rect b="b" l="l" r="r" t="t"/>
              <a:pathLst>
                <a:path extrusionOk="0" h="39740" w="11185">
                  <a:moveTo>
                    <a:pt x="3826" y="39741"/>
                  </a:moveTo>
                  <a:cubicBezTo>
                    <a:pt x="2059" y="39741"/>
                    <a:pt x="503" y="38397"/>
                    <a:pt x="291" y="36559"/>
                  </a:cubicBezTo>
                  <a:cubicBezTo>
                    <a:pt x="-416" y="30196"/>
                    <a:pt x="291" y="24045"/>
                    <a:pt x="1069" y="18106"/>
                  </a:cubicBezTo>
                  <a:lnTo>
                    <a:pt x="1564" y="13652"/>
                  </a:lnTo>
                  <a:cubicBezTo>
                    <a:pt x="2059" y="8915"/>
                    <a:pt x="2907" y="5592"/>
                    <a:pt x="4392" y="2128"/>
                  </a:cubicBezTo>
                  <a:cubicBezTo>
                    <a:pt x="5170" y="360"/>
                    <a:pt x="7220" y="-488"/>
                    <a:pt x="9058" y="289"/>
                  </a:cubicBezTo>
                  <a:cubicBezTo>
                    <a:pt x="10825" y="1067"/>
                    <a:pt x="11674" y="3118"/>
                    <a:pt x="10896" y="4956"/>
                  </a:cubicBezTo>
                  <a:cubicBezTo>
                    <a:pt x="9695" y="7784"/>
                    <a:pt x="9058" y="10541"/>
                    <a:pt x="8634" y="14500"/>
                  </a:cubicBezTo>
                  <a:lnTo>
                    <a:pt x="8139" y="19025"/>
                  </a:lnTo>
                  <a:cubicBezTo>
                    <a:pt x="7432" y="24823"/>
                    <a:pt x="6796" y="30267"/>
                    <a:pt x="7361" y="35852"/>
                  </a:cubicBezTo>
                  <a:cubicBezTo>
                    <a:pt x="7573" y="37761"/>
                    <a:pt x="6160" y="39529"/>
                    <a:pt x="4251" y="39741"/>
                  </a:cubicBezTo>
                  <a:cubicBezTo>
                    <a:pt x="4109" y="39741"/>
                    <a:pt x="3968" y="39741"/>
                    <a:pt x="3897" y="397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3" name="Google Shape;2353;p72"/>
            <p:cNvSpPr/>
            <p:nvPr/>
          </p:nvSpPr>
          <p:spPr>
            <a:xfrm>
              <a:off x="10368233" y="4853696"/>
              <a:ext cx="105154" cy="164026"/>
            </a:xfrm>
            <a:custGeom>
              <a:rect b="b" l="l" r="r" t="t"/>
              <a:pathLst>
                <a:path extrusionOk="0" h="164026" w="105154">
                  <a:moveTo>
                    <a:pt x="96596" y="113192"/>
                  </a:moveTo>
                  <a:cubicBezTo>
                    <a:pt x="95182" y="107536"/>
                    <a:pt x="93697" y="101809"/>
                    <a:pt x="92353" y="95729"/>
                  </a:cubicBezTo>
                  <a:cubicBezTo>
                    <a:pt x="88324" y="77347"/>
                    <a:pt x="82031" y="53450"/>
                    <a:pt x="69446" y="31745"/>
                  </a:cubicBezTo>
                  <a:lnTo>
                    <a:pt x="68810" y="30543"/>
                  </a:lnTo>
                  <a:cubicBezTo>
                    <a:pt x="61316" y="17604"/>
                    <a:pt x="55377" y="7353"/>
                    <a:pt x="40813" y="2616"/>
                  </a:cubicBezTo>
                  <a:cubicBezTo>
                    <a:pt x="37278" y="1484"/>
                    <a:pt x="31480" y="0"/>
                    <a:pt x="25329" y="0"/>
                  </a:cubicBezTo>
                  <a:cubicBezTo>
                    <a:pt x="22430" y="0"/>
                    <a:pt x="19390" y="353"/>
                    <a:pt x="16491" y="1202"/>
                  </a:cubicBezTo>
                  <a:cubicBezTo>
                    <a:pt x="14865" y="1697"/>
                    <a:pt x="13310" y="2474"/>
                    <a:pt x="11896" y="3464"/>
                  </a:cubicBezTo>
                  <a:cubicBezTo>
                    <a:pt x="9987" y="4808"/>
                    <a:pt x="8361" y="6575"/>
                    <a:pt x="7088" y="8625"/>
                  </a:cubicBezTo>
                  <a:cubicBezTo>
                    <a:pt x="6947" y="8767"/>
                    <a:pt x="6805" y="8979"/>
                    <a:pt x="6735" y="9120"/>
                  </a:cubicBezTo>
                  <a:cubicBezTo>
                    <a:pt x="-12920" y="42491"/>
                    <a:pt x="14795" y="84983"/>
                    <a:pt x="34308" y="104779"/>
                  </a:cubicBezTo>
                  <a:cubicBezTo>
                    <a:pt x="42934" y="113546"/>
                    <a:pt x="52054" y="120404"/>
                    <a:pt x="60821" y="127050"/>
                  </a:cubicBezTo>
                  <a:cubicBezTo>
                    <a:pt x="73618" y="136665"/>
                    <a:pt x="86769" y="146563"/>
                    <a:pt x="98788" y="162612"/>
                  </a:cubicBezTo>
                  <a:cubicBezTo>
                    <a:pt x="99424" y="163532"/>
                    <a:pt x="100484" y="164026"/>
                    <a:pt x="101616" y="164026"/>
                  </a:cubicBezTo>
                  <a:cubicBezTo>
                    <a:pt x="102039" y="164026"/>
                    <a:pt x="102393" y="163956"/>
                    <a:pt x="102818" y="163814"/>
                  </a:cubicBezTo>
                  <a:cubicBezTo>
                    <a:pt x="104302" y="163248"/>
                    <a:pt x="105222" y="161835"/>
                    <a:pt x="105151" y="160279"/>
                  </a:cubicBezTo>
                  <a:cubicBezTo>
                    <a:pt x="104019" y="141897"/>
                    <a:pt x="100272" y="127333"/>
                    <a:pt x="96596" y="113192"/>
                  </a:cubicBezTo>
                  <a:close/>
                  <a:moveTo>
                    <a:pt x="65134" y="121394"/>
                  </a:moveTo>
                  <a:cubicBezTo>
                    <a:pt x="63366" y="120050"/>
                    <a:pt x="61669" y="118778"/>
                    <a:pt x="59902" y="117434"/>
                  </a:cubicBezTo>
                  <a:cubicBezTo>
                    <a:pt x="57428" y="115596"/>
                    <a:pt x="54953" y="113687"/>
                    <a:pt x="52549" y="111708"/>
                  </a:cubicBezTo>
                  <a:cubicBezTo>
                    <a:pt x="48165" y="108172"/>
                    <a:pt x="43923" y="104426"/>
                    <a:pt x="39682" y="100183"/>
                  </a:cubicBezTo>
                  <a:lnTo>
                    <a:pt x="39328" y="99830"/>
                  </a:lnTo>
                  <a:cubicBezTo>
                    <a:pt x="37207" y="97638"/>
                    <a:pt x="34874" y="95093"/>
                    <a:pt x="32541" y="92265"/>
                  </a:cubicBezTo>
                  <a:cubicBezTo>
                    <a:pt x="29218" y="88235"/>
                    <a:pt x="25754" y="83569"/>
                    <a:pt x="22501" y="78478"/>
                  </a:cubicBezTo>
                  <a:cubicBezTo>
                    <a:pt x="20168" y="74943"/>
                    <a:pt x="17977" y="71125"/>
                    <a:pt x="16068" y="67166"/>
                  </a:cubicBezTo>
                  <a:cubicBezTo>
                    <a:pt x="7583" y="50339"/>
                    <a:pt x="3200" y="30967"/>
                    <a:pt x="11825" y="14423"/>
                  </a:cubicBezTo>
                  <a:cubicBezTo>
                    <a:pt x="12108" y="13857"/>
                    <a:pt x="12462" y="13221"/>
                    <a:pt x="12815" y="12655"/>
                  </a:cubicBezTo>
                  <a:cubicBezTo>
                    <a:pt x="13734" y="11100"/>
                    <a:pt x="15007" y="9828"/>
                    <a:pt x="16421" y="8979"/>
                  </a:cubicBezTo>
                  <a:cubicBezTo>
                    <a:pt x="17058" y="8555"/>
                    <a:pt x="17835" y="8201"/>
                    <a:pt x="18542" y="7989"/>
                  </a:cubicBezTo>
                  <a:cubicBezTo>
                    <a:pt x="20733" y="7282"/>
                    <a:pt x="23067" y="7070"/>
                    <a:pt x="25400" y="7070"/>
                  </a:cubicBezTo>
                  <a:cubicBezTo>
                    <a:pt x="30561" y="7070"/>
                    <a:pt x="35581" y="8343"/>
                    <a:pt x="38621" y="9333"/>
                  </a:cubicBezTo>
                  <a:cubicBezTo>
                    <a:pt x="49580" y="12868"/>
                    <a:pt x="54529" y="20150"/>
                    <a:pt x="60821" y="30967"/>
                  </a:cubicBezTo>
                  <a:cubicBezTo>
                    <a:pt x="61386" y="31957"/>
                    <a:pt x="62023" y="33017"/>
                    <a:pt x="62659" y="34078"/>
                  </a:cubicBezTo>
                  <a:lnTo>
                    <a:pt x="63366" y="35280"/>
                  </a:lnTo>
                  <a:cubicBezTo>
                    <a:pt x="63932" y="36270"/>
                    <a:pt x="64427" y="37189"/>
                    <a:pt x="64921" y="38178"/>
                  </a:cubicBezTo>
                  <a:cubicBezTo>
                    <a:pt x="69235" y="45956"/>
                    <a:pt x="72699" y="54016"/>
                    <a:pt x="75527" y="61934"/>
                  </a:cubicBezTo>
                  <a:cubicBezTo>
                    <a:pt x="76517" y="64550"/>
                    <a:pt x="77436" y="67166"/>
                    <a:pt x="78213" y="69711"/>
                  </a:cubicBezTo>
                  <a:cubicBezTo>
                    <a:pt x="81395" y="79539"/>
                    <a:pt x="83657" y="89012"/>
                    <a:pt x="85496" y="97285"/>
                  </a:cubicBezTo>
                  <a:cubicBezTo>
                    <a:pt x="86839" y="103365"/>
                    <a:pt x="88324" y="109162"/>
                    <a:pt x="89808" y="114960"/>
                  </a:cubicBezTo>
                  <a:cubicBezTo>
                    <a:pt x="92142" y="124222"/>
                    <a:pt x="94475" y="133130"/>
                    <a:pt x="96030" y="142957"/>
                  </a:cubicBezTo>
                  <a:cubicBezTo>
                    <a:pt x="96384" y="145008"/>
                    <a:pt x="96666" y="147129"/>
                    <a:pt x="96949" y="149250"/>
                  </a:cubicBezTo>
                  <a:cubicBezTo>
                    <a:pt x="93343" y="145149"/>
                    <a:pt x="89667" y="141473"/>
                    <a:pt x="85920" y="138150"/>
                  </a:cubicBezTo>
                  <a:cubicBezTo>
                    <a:pt x="78991" y="131857"/>
                    <a:pt x="71992" y="126625"/>
                    <a:pt x="65134" y="12139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4" name="Google Shape;2354;p72"/>
            <p:cNvSpPr/>
            <p:nvPr/>
          </p:nvSpPr>
          <p:spPr>
            <a:xfrm>
              <a:off x="10351413" y="4822718"/>
              <a:ext cx="120996" cy="193095"/>
            </a:xfrm>
            <a:custGeom>
              <a:rect b="b" l="l" r="r" t="t"/>
              <a:pathLst>
                <a:path extrusionOk="0" h="193095" w="120996">
                  <a:moveTo>
                    <a:pt x="117587" y="193096"/>
                  </a:moveTo>
                  <a:cubicBezTo>
                    <a:pt x="116456" y="193096"/>
                    <a:pt x="115324" y="192530"/>
                    <a:pt x="114617" y="191540"/>
                  </a:cubicBezTo>
                  <a:cubicBezTo>
                    <a:pt x="108820" y="182915"/>
                    <a:pt x="104366" y="172946"/>
                    <a:pt x="100124" y="163259"/>
                  </a:cubicBezTo>
                  <a:cubicBezTo>
                    <a:pt x="98922" y="160573"/>
                    <a:pt x="97791" y="157957"/>
                    <a:pt x="96589" y="155412"/>
                  </a:cubicBezTo>
                  <a:lnTo>
                    <a:pt x="95952" y="153998"/>
                  </a:lnTo>
                  <a:cubicBezTo>
                    <a:pt x="88388" y="137525"/>
                    <a:pt x="80540" y="120485"/>
                    <a:pt x="71065" y="105356"/>
                  </a:cubicBezTo>
                  <a:cubicBezTo>
                    <a:pt x="58552" y="85206"/>
                    <a:pt x="45048" y="64066"/>
                    <a:pt x="29776" y="46744"/>
                  </a:cubicBezTo>
                  <a:cubicBezTo>
                    <a:pt x="17828" y="33170"/>
                    <a:pt x="7859" y="17545"/>
                    <a:pt x="506" y="5384"/>
                  </a:cubicBezTo>
                  <a:cubicBezTo>
                    <a:pt x="-484" y="3688"/>
                    <a:pt x="11" y="1566"/>
                    <a:pt x="1708" y="506"/>
                  </a:cubicBezTo>
                  <a:cubicBezTo>
                    <a:pt x="3405" y="-484"/>
                    <a:pt x="5526" y="11"/>
                    <a:pt x="6586" y="1708"/>
                  </a:cubicBezTo>
                  <a:cubicBezTo>
                    <a:pt x="13798" y="13585"/>
                    <a:pt x="23484" y="28857"/>
                    <a:pt x="35079" y="42007"/>
                  </a:cubicBezTo>
                  <a:cubicBezTo>
                    <a:pt x="50704" y="59753"/>
                    <a:pt x="64420" y="81176"/>
                    <a:pt x="77076" y="101538"/>
                  </a:cubicBezTo>
                  <a:cubicBezTo>
                    <a:pt x="86762" y="117092"/>
                    <a:pt x="94680" y="134272"/>
                    <a:pt x="102316" y="150958"/>
                  </a:cubicBezTo>
                  <a:lnTo>
                    <a:pt x="102952" y="152372"/>
                  </a:lnTo>
                  <a:cubicBezTo>
                    <a:pt x="104154" y="154988"/>
                    <a:pt x="105356" y="157603"/>
                    <a:pt x="106487" y="160290"/>
                  </a:cubicBezTo>
                  <a:cubicBezTo>
                    <a:pt x="110659" y="169623"/>
                    <a:pt x="114971" y="179309"/>
                    <a:pt x="120415" y="187440"/>
                  </a:cubicBezTo>
                  <a:cubicBezTo>
                    <a:pt x="121475" y="189066"/>
                    <a:pt x="121051" y="191257"/>
                    <a:pt x="119425" y="192318"/>
                  </a:cubicBezTo>
                  <a:cubicBezTo>
                    <a:pt x="118789" y="192742"/>
                    <a:pt x="118152" y="192883"/>
                    <a:pt x="117446" y="19288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5" name="Google Shape;2355;p72"/>
            <p:cNvSpPr/>
            <p:nvPr/>
          </p:nvSpPr>
          <p:spPr>
            <a:xfrm>
              <a:off x="10383583" y="4881040"/>
              <a:ext cx="15369" cy="55376"/>
            </a:xfrm>
            <a:custGeom>
              <a:rect b="b" l="l" r="r" t="t"/>
              <a:pathLst>
                <a:path extrusionOk="0" h="55376" w="15369">
                  <a:moveTo>
                    <a:pt x="3545" y="55376"/>
                  </a:moveTo>
                  <a:cubicBezTo>
                    <a:pt x="3545" y="55376"/>
                    <a:pt x="3333" y="55376"/>
                    <a:pt x="3262" y="55376"/>
                  </a:cubicBezTo>
                  <a:cubicBezTo>
                    <a:pt x="1283" y="55235"/>
                    <a:pt x="-131" y="53538"/>
                    <a:pt x="10" y="51558"/>
                  </a:cubicBezTo>
                  <a:cubicBezTo>
                    <a:pt x="222" y="48447"/>
                    <a:pt x="434" y="45336"/>
                    <a:pt x="576" y="42225"/>
                  </a:cubicBezTo>
                  <a:cubicBezTo>
                    <a:pt x="1000" y="33954"/>
                    <a:pt x="1424" y="25399"/>
                    <a:pt x="3333" y="16702"/>
                  </a:cubicBezTo>
                  <a:lnTo>
                    <a:pt x="3615" y="15430"/>
                  </a:lnTo>
                  <a:cubicBezTo>
                    <a:pt x="4605" y="10764"/>
                    <a:pt x="5808" y="4966"/>
                    <a:pt x="9130" y="1219"/>
                  </a:cubicBezTo>
                  <a:cubicBezTo>
                    <a:pt x="10403" y="-266"/>
                    <a:pt x="12665" y="-407"/>
                    <a:pt x="14150" y="865"/>
                  </a:cubicBezTo>
                  <a:cubicBezTo>
                    <a:pt x="15635" y="2138"/>
                    <a:pt x="15777" y="4401"/>
                    <a:pt x="14504" y="5885"/>
                  </a:cubicBezTo>
                  <a:cubicBezTo>
                    <a:pt x="12453" y="8218"/>
                    <a:pt x="11393" y="13238"/>
                    <a:pt x="10615" y="16915"/>
                  </a:cubicBezTo>
                  <a:lnTo>
                    <a:pt x="10333" y="18258"/>
                  </a:lnTo>
                  <a:cubicBezTo>
                    <a:pt x="8565" y="26318"/>
                    <a:pt x="8140" y="34236"/>
                    <a:pt x="7717" y="42579"/>
                  </a:cubicBezTo>
                  <a:cubicBezTo>
                    <a:pt x="7575" y="45690"/>
                    <a:pt x="7363" y="48871"/>
                    <a:pt x="7151" y="52053"/>
                  </a:cubicBezTo>
                  <a:cubicBezTo>
                    <a:pt x="7010" y="53891"/>
                    <a:pt x="5454" y="55305"/>
                    <a:pt x="3615" y="553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6" name="Google Shape;2356;p72"/>
            <p:cNvSpPr/>
            <p:nvPr/>
          </p:nvSpPr>
          <p:spPr>
            <a:xfrm>
              <a:off x="10400773" y="4902341"/>
              <a:ext cx="14773" cy="55285"/>
            </a:xfrm>
            <a:custGeom>
              <a:rect b="b" l="l" r="r" t="t"/>
              <a:pathLst>
                <a:path extrusionOk="0" h="55285" w="14773">
                  <a:moveTo>
                    <a:pt x="3606" y="55285"/>
                  </a:moveTo>
                  <a:cubicBezTo>
                    <a:pt x="3606" y="55285"/>
                    <a:pt x="3394" y="55285"/>
                    <a:pt x="3323" y="55285"/>
                  </a:cubicBezTo>
                  <a:cubicBezTo>
                    <a:pt x="1344" y="55144"/>
                    <a:pt x="-71" y="53447"/>
                    <a:pt x="71" y="51467"/>
                  </a:cubicBezTo>
                  <a:cubicBezTo>
                    <a:pt x="212" y="49841"/>
                    <a:pt x="71" y="48215"/>
                    <a:pt x="71" y="46518"/>
                  </a:cubicBezTo>
                  <a:cubicBezTo>
                    <a:pt x="0" y="44468"/>
                    <a:pt x="-71" y="42347"/>
                    <a:pt x="142" y="40226"/>
                  </a:cubicBezTo>
                  <a:cubicBezTo>
                    <a:pt x="283" y="38458"/>
                    <a:pt x="495" y="36620"/>
                    <a:pt x="636" y="34782"/>
                  </a:cubicBezTo>
                  <a:cubicBezTo>
                    <a:pt x="990" y="30540"/>
                    <a:pt x="1344" y="26086"/>
                    <a:pt x="2121" y="21773"/>
                  </a:cubicBezTo>
                  <a:cubicBezTo>
                    <a:pt x="3252" y="15339"/>
                    <a:pt x="4808" y="7915"/>
                    <a:pt x="8131" y="1835"/>
                  </a:cubicBezTo>
                  <a:cubicBezTo>
                    <a:pt x="9050" y="138"/>
                    <a:pt x="11241" y="-498"/>
                    <a:pt x="12938" y="421"/>
                  </a:cubicBezTo>
                  <a:cubicBezTo>
                    <a:pt x="14635" y="1340"/>
                    <a:pt x="15272" y="3532"/>
                    <a:pt x="14353" y="5229"/>
                  </a:cubicBezTo>
                  <a:cubicBezTo>
                    <a:pt x="11524" y="10390"/>
                    <a:pt x="10111" y="17036"/>
                    <a:pt x="9121" y="22975"/>
                  </a:cubicBezTo>
                  <a:cubicBezTo>
                    <a:pt x="8414" y="27005"/>
                    <a:pt x="8060" y="31317"/>
                    <a:pt x="7706" y="35418"/>
                  </a:cubicBezTo>
                  <a:cubicBezTo>
                    <a:pt x="7565" y="37256"/>
                    <a:pt x="7424" y="39094"/>
                    <a:pt x="7212" y="40933"/>
                  </a:cubicBezTo>
                  <a:cubicBezTo>
                    <a:pt x="6999" y="42700"/>
                    <a:pt x="7070" y="44468"/>
                    <a:pt x="7212" y="46235"/>
                  </a:cubicBezTo>
                  <a:cubicBezTo>
                    <a:pt x="7212" y="48144"/>
                    <a:pt x="7353" y="50053"/>
                    <a:pt x="7212" y="51962"/>
                  </a:cubicBezTo>
                  <a:cubicBezTo>
                    <a:pt x="7070" y="53800"/>
                    <a:pt x="5515" y="55214"/>
                    <a:pt x="3677" y="552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7" name="Google Shape;2357;p72"/>
            <p:cNvSpPr/>
            <p:nvPr/>
          </p:nvSpPr>
          <p:spPr>
            <a:xfrm>
              <a:off x="10420709" y="4932420"/>
              <a:ext cx="11776" cy="42387"/>
            </a:xfrm>
            <a:custGeom>
              <a:rect b="b" l="l" r="r" t="t"/>
              <a:pathLst>
                <a:path extrusionOk="0" h="42387" w="11776">
                  <a:moveTo>
                    <a:pt x="3891" y="42317"/>
                  </a:moveTo>
                  <a:cubicBezTo>
                    <a:pt x="2336" y="42317"/>
                    <a:pt x="921" y="41256"/>
                    <a:pt x="497" y="39701"/>
                  </a:cubicBezTo>
                  <a:cubicBezTo>
                    <a:pt x="-209" y="37226"/>
                    <a:pt x="2" y="34398"/>
                    <a:pt x="144" y="31994"/>
                  </a:cubicBezTo>
                  <a:lnTo>
                    <a:pt x="285" y="28601"/>
                  </a:lnTo>
                  <a:cubicBezTo>
                    <a:pt x="427" y="24712"/>
                    <a:pt x="568" y="20682"/>
                    <a:pt x="1204" y="16652"/>
                  </a:cubicBezTo>
                  <a:cubicBezTo>
                    <a:pt x="1700" y="13470"/>
                    <a:pt x="2406" y="10501"/>
                    <a:pt x="3396" y="7108"/>
                  </a:cubicBezTo>
                  <a:lnTo>
                    <a:pt x="3679" y="5976"/>
                  </a:lnTo>
                  <a:cubicBezTo>
                    <a:pt x="4032" y="4421"/>
                    <a:pt x="4456" y="2724"/>
                    <a:pt x="5446" y="1381"/>
                  </a:cubicBezTo>
                  <a:cubicBezTo>
                    <a:pt x="6648" y="-175"/>
                    <a:pt x="8840" y="-457"/>
                    <a:pt x="10396" y="744"/>
                  </a:cubicBezTo>
                  <a:cubicBezTo>
                    <a:pt x="11951" y="1946"/>
                    <a:pt x="12234" y="4138"/>
                    <a:pt x="11032" y="5694"/>
                  </a:cubicBezTo>
                  <a:cubicBezTo>
                    <a:pt x="10890" y="5905"/>
                    <a:pt x="10678" y="6966"/>
                    <a:pt x="10537" y="7602"/>
                  </a:cubicBezTo>
                  <a:cubicBezTo>
                    <a:pt x="10396" y="8168"/>
                    <a:pt x="10254" y="8663"/>
                    <a:pt x="10183" y="9158"/>
                  </a:cubicBezTo>
                  <a:cubicBezTo>
                    <a:pt x="9264" y="12269"/>
                    <a:pt x="8628" y="14955"/>
                    <a:pt x="8204" y="17713"/>
                  </a:cubicBezTo>
                  <a:cubicBezTo>
                    <a:pt x="7638" y="21389"/>
                    <a:pt x="7497" y="25207"/>
                    <a:pt x="7355" y="28954"/>
                  </a:cubicBezTo>
                  <a:lnTo>
                    <a:pt x="7214" y="32489"/>
                  </a:lnTo>
                  <a:cubicBezTo>
                    <a:pt x="7072" y="34327"/>
                    <a:pt x="6931" y="36519"/>
                    <a:pt x="7355" y="37933"/>
                  </a:cubicBezTo>
                  <a:cubicBezTo>
                    <a:pt x="7851" y="39842"/>
                    <a:pt x="6790" y="41751"/>
                    <a:pt x="4881" y="42246"/>
                  </a:cubicBezTo>
                  <a:cubicBezTo>
                    <a:pt x="4598" y="42317"/>
                    <a:pt x="4245" y="42387"/>
                    <a:pt x="3962" y="423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8" name="Google Shape;2358;p72"/>
            <p:cNvSpPr/>
            <p:nvPr/>
          </p:nvSpPr>
          <p:spPr>
            <a:xfrm>
              <a:off x="10420816" y="4915380"/>
              <a:ext cx="31017" cy="8946"/>
            </a:xfrm>
            <a:custGeom>
              <a:rect b="b" l="l" r="r" t="t"/>
              <a:pathLst>
                <a:path extrusionOk="0" h="8946" w="31017">
                  <a:moveTo>
                    <a:pt x="4561" y="8947"/>
                  </a:moveTo>
                  <a:cubicBezTo>
                    <a:pt x="4066" y="8947"/>
                    <a:pt x="3571" y="8947"/>
                    <a:pt x="3076" y="8876"/>
                  </a:cubicBezTo>
                  <a:cubicBezTo>
                    <a:pt x="1167" y="8593"/>
                    <a:pt x="-246" y="6826"/>
                    <a:pt x="36" y="4917"/>
                  </a:cubicBezTo>
                  <a:cubicBezTo>
                    <a:pt x="319" y="3008"/>
                    <a:pt x="2087" y="1523"/>
                    <a:pt x="3996" y="1877"/>
                  </a:cubicBezTo>
                  <a:cubicBezTo>
                    <a:pt x="4986" y="2018"/>
                    <a:pt x="6116" y="1735"/>
                    <a:pt x="7389" y="1452"/>
                  </a:cubicBezTo>
                  <a:cubicBezTo>
                    <a:pt x="8096" y="1311"/>
                    <a:pt x="8874" y="1099"/>
                    <a:pt x="9581" y="1028"/>
                  </a:cubicBezTo>
                  <a:cubicBezTo>
                    <a:pt x="12409" y="604"/>
                    <a:pt x="15237" y="251"/>
                    <a:pt x="18065" y="38"/>
                  </a:cubicBezTo>
                  <a:cubicBezTo>
                    <a:pt x="21317" y="-174"/>
                    <a:pt x="24428" y="533"/>
                    <a:pt x="27257" y="1170"/>
                  </a:cubicBezTo>
                  <a:lnTo>
                    <a:pt x="28246" y="1382"/>
                  </a:lnTo>
                  <a:cubicBezTo>
                    <a:pt x="30155" y="1806"/>
                    <a:pt x="31357" y="3644"/>
                    <a:pt x="30932" y="5553"/>
                  </a:cubicBezTo>
                  <a:cubicBezTo>
                    <a:pt x="30509" y="7462"/>
                    <a:pt x="28599" y="8664"/>
                    <a:pt x="26761" y="8240"/>
                  </a:cubicBezTo>
                  <a:lnTo>
                    <a:pt x="25771" y="8028"/>
                  </a:lnTo>
                  <a:cubicBezTo>
                    <a:pt x="23297" y="7462"/>
                    <a:pt x="20610" y="6897"/>
                    <a:pt x="18489" y="7038"/>
                  </a:cubicBezTo>
                  <a:cubicBezTo>
                    <a:pt x="15873" y="7179"/>
                    <a:pt x="13257" y="7533"/>
                    <a:pt x="10712" y="7957"/>
                  </a:cubicBezTo>
                  <a:cubicBezTo>
                    <a:pt x="10076" y="8028"/>
                    <a:pt x="9511" y="8169"/>
                    <a:pt x="8944" y="8310"/>
                  </a:cubicBezTo>
                  <a:cubicBezTo>
                    <a:pt x="7672" y="8593"/>
                    <a:pt x="6187" y="8947"/>
                    <a:pt x="4561" y="89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9" name="Google Shape;2359;p72"/>
            <p:cNvSpPr/>
            <p:nvPr/>
          </p:nvSpPr>
          <p:spPr>
            <a:xfrm>
              <a:off x="10401515" y="4884658"/>
              <a:ext cx="37427" cy="11458"/>
            </a:xfrm>
            <a:custGeom>
              <a:rect b="b" l="l" r="r" t="t"/>
              <a:pathLst>
                <a:path extrusionOk="0" h="11458" w="37427">
                  <a:moveTo>
                    <a:pt x="3500" y="11317"/>
                  </a:moveTo>
                  <a:cubicBezTo>
                    <a:pt x="2086" y="11317"/>
                    <a:pt x="813" y="10469"/>
                    <a:pt x="248" y="9126"/>
                  </a:cubicBezTo>
                  <a:cubicBezTo>
                    <a:pt x="-459" y="7287"/>
                    <a:pt x="390" y="5237"/>
                    <a:pt x="2228" y="4530"/>
                  </a:cubicBezTo>
                  <a:cubicBezTo>
                    <a:pt x="7883" y="2268"/>
                    <a:pt x="13611" y="1561"/>
                    <a:pt x="19195" y="925"/>
                  </a:cubicBezTo>
                  <a:cubicBezTo>
                    <a:pt x="20539" y="783"/>
                    <a:pt x="21953" y="571"/>
                    <a:pt x="23297" y="430"/>
                  </a:cubicBezTo>
                  <a:cubicBezTo>
                    <a:pt x="27680" y="-207"/>
                    <a:pt x="31003" y="-136"/>
                    <a:pt x="34609" y="642"/>
                  </a:cubicBezTo>
                  <a:cubicBezTo>
                    <a:pt x="36518" y="1066"/>
                    <a:pt x="37720" y="2904"/>
                    <a:pt x="37366" y="4813"/>
                  </a:cubicBezTo>
                  <a:cubicBezTo>
                    <a:pt x="37012" y="6722"/>
                    <a:pt x="35103" y="7995"/>
                    <a:pt x="33195" y="7571"/>
                  </a:cubicBezTo>
                  <a:cubicBezTo>
                    <a:pt x="30438" y="7005"/>
                    <a:pt x="27892" y="6934"/>
                    <a:pt x="24287" y="7429"/>
                  </a:cubicBezTo>
                  <a:cubicBezTo>
                    <a:pt x="22872" y="7641"/>
                    <a:pt x="21458" y="7782"/>
                    <a:pt x="20045" y="7995"/>
                  </a:cubicBezTo>
                  <a:cubicBezTo>
                    <a:pt x="14742" y="8631"/>
                    <a:pt x="9722" y="9267"/>
                    <a:pt x="4915" y="11176"/>
                  </a:cubicBezTo>
                  <a:cubicBezTo>
                    <a:pt x="4490" y="11317"/>
                    <a:pt x="4066" y="11459"/>
                    <a:pt x="3571" y="114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0" name="Google Shape;2360;p72"/>
            <p:cNvSpPr/>
            <p:nvPr/>
          </p:nvSpPr>
          <p:spPr>
            <a:xfrm>
              <a:off x="10732553" y="4988436"/>
              <a:ext cx="81821" cy="76090"/>
            </a:xfrm>
            <a:custGeom>
              <a:rect b="b" l="l" r="r" t="t"/>
              <a:pathLst>
                <a:path extrusionOk="0" h="76090" w="81821">
                  <a:moveTo>
                    <a:pt x="64005" y="29145"/>
                  </a:moveTo>
                  <a:lnTo>
                    <a:pt x="63369" y="28084"/>
                  </a:lnTo>
                  <a:cubicBezTo>
                    <a:pt x="56511" y="16207"/>
                    <a:pt x="51067" y="6804"/>
                    <a:pt x="37704" y="2420"/>
                  </a:cubicBezTo>
                  <a:cubicBezTo>
                    <a:pt x="32896" y="865"/>
                    <a:pt x="23564" y="-1398"/>
                    <a:pt x="15292" y="1147"/>
                  </a:cubicBezTo>
                  <a:cubicBezTo>
                    <a:pt x="13878" y="1572"/>
                    <a:pt x="12534" y="2208"/>
                    <a:pt x="11333" y="3127"/>
                  </a:cubicBezTo>
                  <a:cubicBezTo>
                    <a:pt x="9353" y="4329"/>
                    <a:pt x="7656" y="6097"/>
                    <a:pt x="6313" y="8218"/>
                  </a:cubicBezTo>
                  <a:cubicBezTo>
                    <a:pt x="6313" y="8218"/>
                    <a:pt x="6313" y="8430"/>
                    <a:pt x="6172" y="8501"/>
                  </a:cubicBezTo>
                  <a:cubicBezTo>
                    <a:pt x="-6625" y="30276"/>
                    <a:pt x="2495" y="56224"/>
                    <a:pt x="15221" y="75878"/>
                  </a:cubicBezTo>
                  <a:lnTo>
                    <a:pt x="16494" y="75878"/>
                  </a:lnTo>
                  <a:cubicBezTo>
                    <a:pt x="16494" y="75878"/>
                    <a:pt x="17059" y="76091"/>
                    <a:pt x="17342" y="76091"/>
                  </a:cubicBezTo>
                  <a:lnTo>
                    <a:pt x="17625" y="76091"/>
                  </a:lnTo>
                  <a:cubicBezTo>
                    <a:pt x="18049" y="76091"/>
                    <a:pt x="18403" y="76020"/>
                    <a:pt x="18756" y="75808"/>
                  </a:cubicBezTo>
                  <a:cubicBezTo>
                    <a:pt x="18756" y="75808"/>
                    <a:pt x="18827" y="75808"/>
                    <a:pt x="18898" y="75808"/>
                  </a:cubicBezTo>
                  <a:cubicBezTo>
                    <a:pt x="20524" y="75808"/>
                    <a:pt x="22150" y="75808"/>
                    <a:pt x="23776" y="75808"/>
                  </a:cubicBezTo>
                  <a:cubicBezTo>
                    <a:pt x="22857" y="74535"/>
                    <a:pt x="22009" y="73121"/>
                    <a:pt x="21160" y="71778"/>
                  </a:cubicBezTo>
                  <a:cubicBezTo>
                    <a:pt x="18827" y="68243"/>
                    <a:pt x="16635" y="64425"/>
                    <a:pt x="14726" y="60466"/>
                  </a:cubicBezTo>
                  <a:cubicBezTo>
                    <a:pt x="7515" y="45548"/>
                    <a:pt x="3838" y="28579"/>
                    <a:pt x="11121" y="14086"/>
                  </a:cubicBezTo>
                  <a:cubicBezTo>
                    <a:pt x="11474" y="13379"/>
                    <a:pt x="11827" y="12742"/>
                    <a:pt x="12252" y="12036"/>
                  </a:cubicBezTo>
                  <a:cubicBezTo>
                    <a:pt x="13171" y="10551"/>
                    <a:pt x="14373" y="9349"/>
                    <a:pt x="15787" y="8571"/>
                  </a:cubicBezTo>
                  <a:cubicBezTo>
                    <a:pt x="16282" y="8288"/>
                    <a:pt x="16777" y="8076"/>
                    <a:pt x="17342" y="7935"/>
                  </a:cubicBezTo>
                  <a:cubicBezTo>
                    <a:pt x="19322" y="7298"/>
                    <a:pt x="21443" y="7086"/>
                    <a:pt x="23493" y="7086"/>
                  </a:cubicBezTo>
                  <a:cubicBezTo>
                    <a:pt x="28160" y="7086"/>
                    <a:pt x="32756" y="8288"/>
                    <a:pt x="35512" y="9137"/>
                  </a:cubicBezTo>
                  <a:cubicBezTo>
                    <a:pt x="45269" y="12318"/>
                    <a:pt x="49723" y="18752"/>
                    <a:pt x="55309" y="28297"/>
                  </a:cubicBezTo>
                  <a:cubicBezTo>
                    <a:pt x="55945" y="29357"/>
                    <a:pt x="56582" y="30489"/>
                    <a:pt x="57218" y="31620"/>
                  </a:cubicBezTo>
                  <a:lnTo>
                    <a:pt x="57925" y="32680"/>
                  </a:lnTo>
                  <a:cubicBezTo>
                    <a:pt x="58490" y="33599"/>
                    <a:pt x="58985" y="34589"/>
                    <a:pt x="59480" y="35508"/>
                  </a:cubicBezTo>
                  <a:cubicBezTo>
                    <a:pt x="63227" y="42366"/>
                    <a:pt x="66268" y="49507"/>
                    <a:pt x="68813" y="56506"/>
                  </a:cubicBezTo>
                  <a:cubicBezTo>
                    <a:pt x="69803" y="59052"/>
                    <a:pt x="70651" y="61667"/>
                    <a:pt x="71500" y="64213"/>
                  </a:cubicBezTo>
                  <a:cubicBezTo>
                    <a:pt x="72630" y="67818"/>
                    <a:pt x="73620" y="71353"/>
                    <a:pt x="74539" y="74747"/>
                  </a:cubicBezTo>
                  <a:cubicBezTo>
                    <a:pt x="77014" y="74677"/>
                    <a:pt x="79418" y="74535"/>
                    <a:pt x="81822" y="74464"/>
                  </a:cubicBezTo>
                  <a:cubicBezTo>
                    <a:pt x="78074" y="60254"/>
                    <a:pt x="72701" y="44134"/>
                    <a:pt x="64005" y="291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1" name="Google Shape;2361;p72"/>
            <p:cNvSpPr/>
            <p:nvPr/>
          </p:nvSpPr>
          <p:spPr>
            <a:xfrm>
              <a:off x="10717220" y="4960232"/>
              <a:ext cx="77075" cy="103516"/>
            </a:xfrm>
            <a:custGeom>
              <a:rect b="b" l="l" r="r" t="t"/>
              <a:pathLst>
                <a:path extrusionOk="0" h="103516" w="77075">
                  <a:moveTo>
                    <a:pt x="77075" y="103305"/>
                  </a:moveTo>
                  <a:cubicBezTo>
                    <a:pt x="76298" y="103376"/>
                    <a:pt x="75449" y="103447"/>
                    <a:pt x="74671" y="103376"/>
                  </a:cubicBezTo>
                  <a:cubicBezTo>
                    <a:pt x="72763" y="103517"/>
                    <a:pt x="70924" y="103517"/>
                    <a:pt x="69086" y="103517"/>
                  </a:cubicBezTo>
                  <a:cubicBezTo>
                    <a:pt x="68732" y="102952"/>
                    <a:pt x="68379" y="102386"/>
                    <a:pt x="68096" y="101820"/>
                  </a:cubicBezTo>
                  <a:cubicBezTo>
                    <a:pt x="67035" y="100053"/>
                    <a:pt x="65975" y="98285"/>
                    <a:pt x="64915" y="96588"/>
                  </a:cubicBezTo>
                  <a:cubicBezTo>
                    <a:pt x="62157" y="92205"/>
                    <a:pt x="59400" y="87751"/>
                    <a:pt x="56501" y="83297"/>
                  </a:cubicBezTo>
                  <a:cubicBezTo>
                    <a:pt x="55017" y="80822"/>
                    <a:pt x="53391" y="78418"/>
                    <a:pt x="51834" y="75944"/>
                  </a:cubicBezTo>
                  <a:cubicBezTo>
                    <a:pt x="48512" y="70995"/>
                    <a:pt x="45189" y="66116"/>
                    <a:pt x="41725" y="61379"/>
                  </a:cubicBezTo>
                  <a:cubicBezTo>
                    <a:pt x="40170" y="59259"/>
                    <a:pt x="38684" y="57208"/>
                    <a:pt x="37129" y="55229"/>
                  </a:cubicBezTo>
                  <a:cubicBezTo>
                    <a:pt x="33877" y="50986"/>
                    <a:pt x="30624" y="46956"/>
                    <a:pt x="27231" y="43138"/>
                  </a:cubicBezTo>
                  <a:cubicBezTo>
                    <a:pt x="27018" y="42856"/>
                    <a:pt x="26736" y="42573"/>
                    <a:pt x="26453" y="42290"/>
                  </a:cubicBezTo>
                  <a:cubicBezTo>
                    <a:pt x="24827" y="40381"/>
                    <a:pt x="23201" y="38402"/>
                    <a:pt x="21645" y="36422"/>
                  </a:cubicBezTo>
                  <a:cubicBezTo>
                    <a:pt x="13232" y="25746"/>
                    <a:pt x="6020" y="14505"/>
                    <a:pt x="505" y="5384"/>
                  </a:cubicBezTo>
                  <a:cubicBezTo>
                    <a:pt x="-484" y="3687"/>
                    <a:pt x="11" y="1495"/>
                    <a:pt x="1708" y="506"/>
                  </a:cubicBezTo>
                  <a:cubicBezTo>
                    <a:pt x="3334" y="-484"/>
                    <a:pt x="5526" y="11"/>
                    <a:pt x="6587" y="1708"/>
                  </a:cubicBezTo>
                  <a:cubicBezTo>
                    <a:pt x="11818" y="10475"/>
                    <a:pt x="18676" y="21221"/>
                    <a:pt x="26665" y="31332"/>
                  </a:cubicBezTo>
                  <a:cubicBezTo>
                    <a:pt x="28150" y="33170"/>
                    <a:pt x="29634" y="35008"/>
                    <a:pt x="31120" y="36776"/>
                  </a:cubicBezTo>
                  <a:cubicBezTo>
                    <a:pt x="31614" y="37341"/>
                    <a:pt x="32039" y="37907"/>
                    <a:pt x="32533" y="38402"/>
                  </a:cubicBezTo>
                  <a:cubicBezTo>
                    <a:pt x="38472" y="45189"/>
                    <a:pt x="44128" y="52471"/>
                    <a:pt x="49502" y="60107"/>
                  </a:cubicBezTo>
                  <a:cubicBezTo>
                    <a:pt x="50915" y="62086"/>
                    <a:pt x="52330" y="64066"/>
                    <a:pt x="53673" y="66116"/>
                  </a:cubicBezTo>
                  <a:cubicBezTo>
                    <a:pt x="58198" y="72691"/>
                    <a:pt x="62510" y="79408"/>
                    <a:pt x="66752" y="86125"/>
                  </a:cubicBezTo>
                  <a:cubicBezTo>
                    <a:pt x="68096" y="88317"/>
                    <a:pt x="69510" y="90579"/>
                    <a:pt x="70924" y="92842"/>
                  </a:cubicBezTo>
                  <a:cubicBezTo>
                    <a:pt x="70924" y="92912"/>
                    <a:pt x="70995" y="92912"/>
                    <a:pt x="70995" y="92983"/>
                  </a:cubicBezTo>
                  <a:cubicBezTo>
                    <a:pt x="73116" y="96377"/>
                    <a:pt x="75095" y="99841"/>
                    <a:pt x="77075" y="1033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2" name="Google Shape;2362;p72"/>
            <p:cNvSpPr/>
            <p:nvPr/>
          </p:nvSpPr>
          <p:spPr>
            <a:xfrm>
              <a:off x="10746616" y="5013456"/>
              <a:ext cx="14537" cy="51070"/>
            </a:xfrm>
            <a:custGeom>
              <a:rect b="b" l="l" r="r" t="t"/>
              <a:pathLst>
                <a:path extrusionOk="0" h="51070" w="14537">
                  <a:moveTo>
                    <a:pt x="13672" y="5821"/>
                  </a:moveTo>
                  <a:cubicBezTo>
                    <a:pt x="13177" y="6458"/>
                    <a:pt x="12682" y="7236"/>
                    <a:pt x="12329" y="8155"/>
                  </a:cubicBezTo>
                  <a:cubicBezTo>
                    <a:pt x="11268" y="10417"/>
                    <a:pt x="10632" y="13386"/>
                    <a:pt x="10208" y="15790"/>
                  </a:cubicBezTo>
                  <a:lnTo>
                    <a:pt x="9924" y="16992"/>
                  </a:lnTo>
                  <a:cubicBezTo>
                    <a:pt x="8298" y="24345"/>
                    <a:pt x="7946" y="31557"/>
                    <a:pt x="7592" y="39193"/>
                  </a:cubicBezTo>
                  <a:cubicBezTo>
                    <a:pt x="7379" y="41667"/>
                    <a:pt x="7309" y="44212"/>
                    <a:pt x="7097" y="46757"/>
                  </a:cubicBezTo>
                  <a:cubicBezTo>
                    <a:pt x="7097" y="47111"/>
                    <a:pt x="7026" y="47464"/>
                    <a:pt x="7026" y="47818"/>
                  </a:cubicBezTo>
                  <a:cubicBezTo>
                    <a:pt x="6956" y="49161"/>
                    <a:pt x="6036" y="50363"/>
                    <a:pt x="4834" y="50787"/>
                  </a:cubicBezTo>
                  <a:cubicBezTo>
                    <a:pt x="4763" y="50787"/>
                    <a:pt x="4693" y="50787"/>
                    <a:pt x="4693" y="50787"/>
                  </a:cubicBezTo>
                  <a:cubicBezTo>
                    <a:pt x="4340" y="50999"/>
                    <a:pt x="3986" y="51070"/>
                    <a:pt x="3562" y="51070"/>
                  </a:cubicBezTo>
                  <a:lnTo>
                    <a:pt x="3279" y="51070"/>
                  </a:lnTo>
                  <a:cubicBezTo>
                    <a:pt x="3279" y="51070"/>
                    <a:pt x="2714" y="50999"/>
                    <a:pt x="2431" y="50858"/>
                  </a:cubicBezTo>
                  <a:cubicBezTo>
                    <a:pt x="875" y="50363"/>
                    <a:pt x="-185" y="48949"/>
                    <a:pt x="27" y="47323"/>
                  </a:cubicBezTo>
                  <a:cubicBezTo>
                    <a:pt x="238" y="44424"/>
                    <a:pt x="380" y="41596"/>
                    <a:pt x="522" y="38839"/>
                  </a:cubicBezTo>
                  <a:cubicBezTo>
                    <a:pt x="592" y="37708"/>
                    <a:pt x="663" y="36577"/>
                    <a:pt x="663" y="35445"/>
                  </a:cubicBezTo>
                  <a:cubicBezTo>
                    <a:pt x="1017" y="28870"/>
                    <a:pt x="1582" y="22224"/>
                    <a:pt x="2996" y="15507"/>
                  </a:cubicBezTo>
                  <a:lnTo>
                    <a:pt x="3279" y="14306"/>
                  </a:lnTo>
                  <a:cubicBezTo>
                    <a:pt x="4127" y="10346"/>
                    <a:pt x="5188" y="5468"/>
                    <a:pt x="7733" y="2004"/>
                  </a:cubicBezTo>
                  <a:cubicBezTo>
                    <a:pt x="7946" y="1721"/>
                    <a:pt x="8157" y="1438"/>
                    <a:pt x="8369" y="1155"/>
                  </a:cubicBezTo>
                  <a:cubicBezTo>
                    <a:pt x="9642" y="-259"/>
                    <a:pt x="11904" y="-400"/>
                    <a:pt x="13319" y="872"/>
                  </a:cubicBezTo>
                  <a:cubicBezTo>
                    <a:pt x="14803" y="2145"/>
                    <a:pt x="14945" y="4407"/>
                    <a:pt x="13672" y="582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3" name="Google Shape;2363;p72"/>
            <p:cNvSpPr/>
            <p:nvPr/>
          </p:nvSpPr>
          <p:spPr>
            <a:xfrm>
              <a:off x="10762974" y="5032912"/>
              <a:ext cx="13407" cy="31261"/>
            </a:xfrm>
            <a:custGeom>
              <a:rect b="b" l="l" r="r" t="t"/>
              <a:pathLst>
                <a:path extrusionOk="0" h="31261" w="13407">
                  <a:moveTo>
                    <a:pt x="12939" y="5243"/>
                  </a:moveTo>
                  <a:cubicBezTo>
                    <a:pt x="12020" y="6870"/>
                    <a:pt x="11312" y="8708"/>
                    <a:pt x="10747" y="10616"/>
                  </a:cubicBezTo>
                  <a:cubicBezTo>
                    <a:pt x="9544" y="14081"/>
                    <a:pt x="8767" y="17828"/>
                    <a:pt x="8202" y="21292"/>
                  </a:cubicBezTo>
                  <a:cubicBezTo>
                    <a:pt x="7636" y="24474"/>
                    <a:pt x="7353" y="27868"/>
                    <a:pt x="7070" y="31191"/>
                  </a:cubicBezTo>
                  <a:cubicBezTo>
                    <a:pt x="4667" y="31261"/>
                    <a:pt x="2334" y="31261"/>
                    <a:pt x="0" y="31261"/>
                  </a:cubicBezTo>
                  <a:cubicBezTo>
                    <a:pt x="283" y="27585"/>
                    <a:pt x="636" y="23838"/>
                    <a:pt x="1202" y="20161"/>
                  </a:cubicBezTo>
                  <a:cubicBezTo>
                    <a:pt x="2192" y="14717"/>
                    <a:pt x="3464" y="8496"/>
                    <a:pt x="6080" y="3264"/>
                  </a:cubicBezTo>
                  <a:cubicBezTo>
                    <a:pt x="6292" y="2769"/>
                    <a:pt x="6505" y="2274"/>
                    <a:pt x="6788" y="1850"/>
                  </a:cubicBezTo>
                  <a:cubicBezTo>
                    <a:pt x="7706" y="82"/>
                    <a:pt x="9898" y="-484"/>
                    <a:pt x="11595" y="436"/>
                  </a:cubicBezTo>
                  <a:cubicBezTo>
                    <a:pt x="13292" y="1355"/>
                    <a:pt x="13928" y="3546"/>
                    <a:pt x="12939" y="524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4" name="Google Shape;2364;p72"/>
            <p:cNvSpPr/>
            <p:nvPr/>
          </p:nvSpPr>
          <p:spPr>
            <a:xfrm>
              <a:off x="10784468" y="5060273"/>
              <a:ext cx="7423" cy="3546"/>
            </a:xfrm>
            <a:custGeom>
              <a:rect b="b" l="l" r="r" t="t"/>
              <a:pathLst>
                <a:path extrusionOk="0" h="3546" w="7423">
                  <a:moveTo>
                    <a:pt x="7423" y="3334"/>
                  </a:moveTo>
                  <a:cubicBezTo>
                    <a:pt x="5515" y="3476"/>
                    <a:pt x="3677" y="3476"/>
                    <a:pt x="1838" y="3476"/>
                  </a:cubicBezTo>
                  <a:cubicBezTo>
                    <a:pt x="1202" y="3546"/>
                    <a:pt x="565" y="3546"/>
                    <a:pt x="0" y="3546"/>
                  </a:cubicBezTo>
                  <a:cubicBezTo>
                    <a:pt x="212" y="2910"/>
                    <a:pt x="424" y="2345"/>
                    <a:pt x="848" y="1779"/>
                  </a:cubicBezTo>
                  <a:cubicBezTo>
                    <a:pt x="919" y="1638"/>
                    <a:pt x="990" y="1567"/>
                    <a:pt x="1061" y="1425"/>
                  </a:cubicBezTo>
                  <a:cubicBezTo>
                    <a:pt x="2262" y="-130"/>
                    <a:pt x="4454" y="-484"/>
                    <a:pt x="6009" y="719"/>
                  </a:cubicBezTo>
                  <a:cubicBezTo>
                    <a:pt x="6858" y="1425"/>
                    <a:pt x="7353" y="2415"/>
                    <a:pt x="7423" y="333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5" name="Google Shape;2365;p72"/>
            <p:cNvSpPr/>
            <p:nvPr/>
          </p:nvSpPr>
          <p:spPr>
            <a:xfrm>
              <a:off x="10780543" y="5044852"/>
              <a:ext cx="29014" cy="8716"/>
            </a:xfrm>
            <a:custGeom>
              <a:rect b="b" l="l" r="r" t="t"/>
              <a:pathLst>
                <a:path extrusionOk="0" h="8716" w="29014">
                  <a:moveTo>
                    <a:pt x="4490" y="8716"/>
                  </a:moveTo>
                  <a:cubicBezTo>
                    <a:pt x="4066" y="8716"/>
                    <a:pt x="3571" y="8716"/>
                    <a:pt x="3076" y="8646"/>
                  </a:cubicBezTo>
                  <a:cubicBezTo>
                    <a:pt x="1167" y="8363"/>
                    <a:pt x="-246" y="6595"/>
                    <a:pt x="36" y="4686"/>
                  </a:cubicBezTo>
                  <a:cubicBezTo>
                    <a:pt x="319" y="2777"/>
                    <a:pt x="2228" y="1363"/>
                    <a:pt x="3996" y="1646"/>
                  </a:cubicBezTo>
                  <a:cubicBezTo>
                    <a:pt x="4844" y="1787"/>
                    <a:pt x="5834" y="1576"/>
                    <a:pt x="6965" y="1293"/>
                  </a:cubicBezTo>
                  <a:cubicBezTo>
                    <a:pt x="7601" y="1151"/>
                    <a:pt x="8308" y="1010"/>
                    <a:pt x="9015" y="868"/>
                  </a:cubicBezTo>
                  <a:cubicBezTo>
                    <a:pt x="11560" y="444"/>
                    <a:pt x="14176" y="162"/>
                    <a:pt x="16792" y="20"/>
                  </a:cubicBezTo>
                  <a:cubicBezTo>
                    <a:pt x="19762" y="-121"/>
                    <a:pt x="22661" y="515"/>
                    <a:pt x="25206" y="1010"/>
                  </a:cubicBezTo>
                  <a:lnTo>
                    <a:pt x="26196" y="1222"/>
                  </a:lnTo>
                  <a:cubicBezTo>
                    <a:pt x="28105" y="1646"/>
                    <a:pt x="29306" y="3484"/>
                    <a:pt x="28953" y="5393"/>
                  </a:cubicBezTo>
                  <a:cubicBezTo>
                    <a:pt x="28529" y="7302"/>
                    <a:pt x="26620" y="8575"/>
                    <a:pt x="24781" y="8151"/>
                  </a:cubicBezTo>
                  <a:lnTo>
                    <a:pt x="23791" y="7938"/>
                  </a:lnTo>
                  <a:cubicBezTo>
                    <a:pt x="21600" y="7443"/>
                    <a:pt x="19197" y="7019"/>
                    <a:pt x="17287" y="7090"/>
                  </a:cubicBezTo>
                  <a:cubicBezTo>
                    <a:pt x="14954" y="7232"/>
                    <a:pt x="12550" y="7514"/>
                    <a:pt x="10217" y="7868"/>
                  </a:cubicBezTo>
                  <a:cubicBezTo>
                    <a:pt x="9651" y="7938"/>
                    <a:pt x="9157" y="8080"/>
                    <a:pt x="8662" y="8151"/>
                  </a:cubicBezTo>
                  <a:cubicBezTo>
                    <a:pt x="7460" y="8433"/>
                    <a:pt x="6116" y="8716"/>
                    <a:pt x="4632" y="871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6" name="Google Shape;2366;p72"/>
            <p:cNvSpPr/>
            <p:nvPr/>
          </p:nvSpPr>
          <p:spPr>
            <a:xfrm>
              <a:off x="10762939" y="5016709"/>
              <a:ext cx="34741" cy="11123"/>
            </a:xfrm>
            <a:custGeom>
              <a:rect b="b" l="l" r="r" t="t"/>
              <a:pathLst>
                <a:path extrusionOk="0" h="11123" w="34741">
                  <a:moveTo>
                    <a:pt x="3500" y="10982"/>
                  </a:moveTo>
                  <a:cubicBezTo>
                    <a:pt x="2086" y="10982"/>
                    <a:pt x="813" y="10134"/>
                    <a:pt x="248" y="8791"/>
                  </a:cubicBezTo>
                  <a:cubicBezTo>
                    <a:pt x="-459" y="6952"/>
                    <a:pt x="390" y="4902"/>
                    <a:pt x="2228" y="4195"/>
                  </a:cubicBezTo>
                  <a:cubicBezTo>
                    <a:pt x="7460" y="2074"/>
                    <a:pt x="12691" y="1438"/>
                    <a:pt x="17782" y="872"/>
                  </a:cubicBezTo>
                  <a:lnTo>
                    <a:pt x="21529" y="377"/>
                  </a:lnTo>
                  <a:cubicBezTo>
                    <a:pt x="25559" y="-189"/>
                    <a:pt x="28670" y="-118"/>
                    <a:pt x="31922" y="589"/>
                  </a:cubicBezTo>
                  <a:cubicBezTo>
                    <a:pt x="33831" y="1014"/>
                    <a:pt x="35033" y="2851"/>
                    <a:pt x="34679" y="4761"/>
                  </a:cubicBezTo>
                  <a:cubicBezTo>
                    <a:pt x="34255" y="6670"/>
                    <a:pt x="32417" y="7942"/>
                    <a:pt x="30508" y="7518"/>
                  </a:cubicBezTo>
                  <a:cubicBezTo>
                    <a:pt x="27963" y="7023"/>
                    <a:pt x="25771" y="6952"/>
                    <a:pt x="22519" y="7447"/>
                  </a:cubicBezTo>
                  <a:lnTo>
                    <a:pt x="18630" y="7942"/>
                  </a:lnTo>
                  <a:cubicBezTo>
                    <a:pt x="13823" y="8508"/>
                    <a:pt x="9227" y="9073"/>
                    <a:pt x="4915" y="10841"/>
                  </a:cubicBezTo>
                  <a:cubicBezTo>
                    <a:pt x="4490" y="10982"/>
                    <a:pt x="4066" y="11124"/>
                    <a:pt x="3571" y="111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7" name="Google Shape;2367;p72"/>
            <p:cNvSpPr/>
            <p:nvPr/>
          </p:nvSpPr>
          <p:spPr>
            <a:xfrm>
              <a:off x="10164383" y="4938720"/>
              <a:ext cx="156003" cy="110605"/>
            </a:xfrm>
            <a:custGeom>
              <a:rect b="b" l="l" r="r" t="t"/>
              <a:pathLst>
                <a:path extrusionOk="0" h="110605" w="156003">
                  <a:moveTo>
                    <a:pt x="98665" y="47187"/>
                  </a:moveTo>
                  <a:cubicBezTo>
                    <a:pt x="85938" y="39763"/>
                    <a:pt x="73213" y="34743"/>
                    <a:pt x="60911" y="29936"/>
                  </a:cubicBezTo>
                  <a:cubicBezTo>
                    <a:pt x="43023" y="22936"/>
                    <a:pt x="24570" y="15654"/>
                    <a:pt x="5693" y="736"/>
                  </a:cubicBezTo>
                  <a:cubicBezTo>
                    <a:pt x="4490" y="-183"/>
                    <a:pt x="2794" y="-254"/>
                    <a:pt x="1522" y="594"/>
                  </a:cubicBezTo>
                  <a:cubicBezTo>
                    <a:pt x="249" y="1514"/>
                    <a:pt x="-317" y="3069"/>
                    <a:pt x="178" y="4554"/>
                  </a:cubicBezTo>
                  <a:cubicBezTo>
                    <a:pt x="6824" y="25764"/>
                    <a:pt x="15096" y="41036"/>
                    <a:pt x="23863" y="57155"/>
                  </a:cubicBezTo>
                  <a:cubicBezTo>
                    <a:pt x="27257" y="63377"/>
                    <a:pt x="30650" y="69599"/>
                    <a:pt x="33973" y="76245"/>
                  </a:cubicBezTo>
                  <a:cubicBezTo>
                    <a:pt x="38993" y="86426"/>
                    <a:pt x="45144" y="98091"/>
                    <a:pt x="52709" y="109828"/>
                  </a:cubicBezTo>
                  <a:cubicBezTo>
                    <a:pt x="53204" y="109898"/>
                    <a:pt x="53699" y="109898"/>
                    <a:pt x="54123" y="109828"/>
                  </a:cubicBezTo>
                  <a:cubicBezTo>
                    <a:pt x="54689" y="110323"/>
                    <a:pt x="55467" y="110605"/>
                    <a:pt x="56244" y="110605"/>
                  </a:cubicBezTo>
                  <a:lnTo>
                    <a:pt x="57799" y="110605"/>
                  </a:lnTo>
                  <a:cubicBezTo>
                    <a:pt x="59002" y="110464"/>
                    <a:pt x="60203" y="110323"/>
                    <a:pt x="61405" y="110252"/>
                  </a:cubicBezTo>
                  <a:cubicBezTo>
                    <a:pt x="61334" y="110110"/>
                    <a:pt x="61264" y="109969"/>
                    <a:pt x="61122" y="109757"/>
                  </a:cubicBezTo>
                  <a:cubicBezTo>
                    <a:pt x="59708" y="107707"/>
                    <a:pt x="58365" y="105585"/>
                    <a:pt x="57092" y="103464"/>
                  </a:cubicBezTo>
                  <a:cubicBezTo>
                    <a:pt x="50376" y="92859"/>
                    <a:pt x="44861" y="82396"/>
                    <a:pt x="40266" y="73134"/>
                  </a:cubicBezTo>
                  <a:cubicBezTo>
                    <a:pt x="36872" y="66346"/>
                    <a:pt x="33479" y="60054"/>
                    <a:pt x="30084" y="53762"/>
                  </a:cubicBezTo>
                  <a:cubicBezTo>
                    <a:pt x="23722" y="42167"/>
                    <a:pt x="17712" y="31067"/>
                    <a:pt x="12339" y="17775"/>
                  </a:cubicBezTo>
                  <a:cubicBezTo>
                    <a:pt x="11702" y="16220"/>
                    <a:pt x="11137" y="14664"/>
                    <a:pt x="10501" y="13038"/>
                  </a:cubicBezTo>
                  <a:cubicBezTo>
                    <a:pt x="15449" y="16431"/>
                    <a:pt x="20328" y="19330"/>
                    <a:pt x="25206" y="21876"/>
                  </a:cubicBezTo>
                  <a:cubicBezTo>
                    <a:pt x="36518" y="27956"/>
                    <a:pt x="47548" y="32268"/>
                    <a:pt x="58365" y="36511"/>
                  </a:cubicBezTo>
                  <a:cubicBezTo>
                    <a:pt x="60911" y="37501"/>
                    <a:pt x="63385" y="38490"/>
                    <a:pt x="65859" y="39480"/>
                  </a:cubicBezTo>
                  <a:cubicBezTo>
                    <a:pt x="68758" y="40611"/>
                    <a:pt x="71587" y="41813"/>
                    <a:pt x="74414" y="43015"/>
                  </a:cubicBezTo>
                  <a:cubicBezTo>
                    <a:pt x="81202" y="45914"/>
                    <a:pt x="87918" y="49166"/>
                    <a:pt x="94776" y="53125"/>
                  </a:cubicBezTo>
                  <a:cubicBezTo>
                    <a:pt x="94847" y="53125"/>
                    <a:pt x="94988" y="53196"/>
                    <a:pt x="95059" y="53267"/>
                  </a:cubicBezTo>
                  <a:cubicBezTo>
                    <a:pt x="97675" y="54822"/>
                    <a:pt x="100503" y="56590"/>
                    <a:pt x="103402" y="58569"/>
                  </a:cubicBezTo>
                  <a:cubicBezTo>
                    <a:pt x="109199" y="62458"/>
                    <a:pt x="115279" y="67124"/>
                    <a:pt x="121289" y="72497"/>
                  </a:cubicBezTo>
                  <a:lnTo>
                    <a:pt x="121359" y="72497"/>
                  </a:lnTo>
                  <a:cubicBezTo>
                    <a:pt x="124329" y="75325"/>
                    <a:pt x="127298" y="78224"/>
                    <a:pt x="130126" y="81335"/>
                  </a:cubicBezTo>
                  <a:cubicBezTo>
                    <a:pt x="137550" y="89324"/>
                    <a:pt x="144055" y="98303"/>
                    <a:pt x="148368" y="108060"/>
                  </a:cubicBezTo>
                  <a:cubicBezTo>
                    <a:pt x="150913" y="107989"/>
                    <a:pt x="153458" y="107919"/>
                    <a:pt x="156003" y="107919"/>
                  </a:cubicBezTo>
                  <a:cubicBezTo>
                    <a:pt x="144833" y="80628"/>
                    <a:pt x="118037" y="58428"/>
                    <a:pt x="98665" y="471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8" name="Google Shape;2368;p72"/>
            <p:cNvSpPr/>
            <p:nvPr/>
          </p:nvSpPr>
          <p:spPr>
            <a:xfrm>
              <a:off x="10165951" y="4940723"/>
              <a:ext cx="102964" cy="107188"/>
            </a:xfrm>
            <a:custGeom>
              <a:rect b="b" l="l" r="r" t="t"/>
              <a:pathLst>
                <a:path extrusionOk="0" h="107188" w="102964">
                  <a:moveTo>
                    <a:pt x="102965" y="106906"/>
                  </a:moveTo>
                  <a:cubicBezTo>
                    <a:pt x="101480" y="106977"/>
                    <a:pt x="100066" y="106977"/>
                    <a:pt x="98581" y="107047"/>
                  </a:cubicBezTo>
                  <a:cubicBezTo>
                    <a:pt x="96672" y="107047"/>
                    <a:pt x="94693" y="107118"/>
                    <a:pt x="92784" y="107188"/>
                  </a:cubicBezTo>
                  <a:cubicBezTo>
                    <a:pt x="89956" y="104643"/>
                    <a:pt x="87269" y="102027"/>
                    <a:pt x="84512" y="99412"/>
                  </a:cubicBezTo>
                  <a:lnTo>
                    <a:pt x="84441" y="99412"/>
                  </a:lnTo>
                  <a:cubicBezTo>
                    <a:pt x="82461" y="97573"/>
                    <a:pt x="80482" y="95735"/>
                    <a:pt x="78573" y="93897"/>
                  </a:cubicBezTo>
                  <a:cubicBezTo>
                    <a:pt x="78219" y="93543"/>
                    <a:pt x="77795" y="93190"/>
                    <a:pt x="77442" y="92836"/>
                  </a:cubicBezTo>
                  <a:cubicBezTo>
                    <a:pt x="61534" y="77848"/>
                    <a:pt x="47181" y="60243"/>
                    <a:pt x="33253" y="43204"/>
                  </a:cubicBezTo>
                  <a:lnTo>
                    <a:pt x="32122" y="41719"/>
                  </a:lnTo>
                  <a:cubicBezTo>
                    <a:pt x="29931" y="39103"/>
                    <a:pt x="27809" y="36346"/>
                    <a:pt x="25618" y="33660"/>
                  </a:cubicBezTo>
                  <a:cubicBezTo>
                    <a:pt x="20810" y="27579"/>
                    <a:pt x="15932" y="21428"/>
                    <a:pt x="10771" y="15772"/>
                  </a:cubicBezTo>
                  <a:cubicBezTo>
                    <a:pt x="7660" y="12379"/>
                    <a:pt x="4478" y="9126"/>
                    <a:pt x="1155" y="6228"/>
                  </a:cubicBezTo>
                  <a:cubicBezTo>
                    <a:pt x="-259" y="4884"/>
                    <a:pt x="-400" y="2693"/>
                    <a:pt x="873" y="1208"/>
                  </a:cubicBezTo>
                  <a:cubicBezTo>
                    <a:pt x="2145" y="-277"/>
                    <a:pt x="4408" y="-418"/>
                    <a:pt x="5821" y="925"/>
                  </a:cubicBezTo>
                  <a:cubicBezTo>
                    <a:pt x="12255" y="6510"/>
                    <a:pt x="18053" y="13085"/>
                    <a:pt x="23638" y="19873"/>
                  </a:cubicBezTo>
                  <a:cubicBezTo>
                    <a:pt x="26183" y="22984"/>
                    <a:pt x="28658" y="26095"/>
                    <a:pt x="31133" y="29205"/>
                  </a:cubicBezTo>
                  <a:cubicBezTo>
                    <a:pt x="33324" y="31963"/>
                    <a:pt x="35446" y="34649"/>
                    <a:pt x="37566" y="37265"/>
                  </a:cubicBezTo>
                  <a:lnTo>
                    <a:pt x="38768" y="38750"/>
                  </a:lnTo>
                  <a:cubicBezTo>
                    <a:pt x="48737" y="50982"/>
                    <a:pt x="58989" y="63566"/>
                    <a:pt x="69806" y="75161"/>
                  </a:cubicBezTo>
                  <a:cubicBezTo>
                    <a:pt x="71856" y="77353"/>
                    <a:pt x="73977" y="79545"/>
                    <a:pt x="76028" y="81666"/>
                  </a:cubicBezTo>
                  <a:cubicBezTo>
                    <a:pt x="78078" y="83786"/>
                    <a:pt x="80199" y="85766"/>
                    <a:pt x="82250" y="87746"/>
                  </a:cubicBezTo>
                  <a:cubicBezTo>
                    <a:pt x="87834" y="92978"/>
                    <a:pt x="93491" y="98280"/>
                    <a:pt x="99217" y="103512"/>
                  </a:cubicBezTo>
                  <a:cubicBezTo>
                    <a:pt x="100490" y="104643"/>
                    <a:pt x="101692" y="105775"/>
                    <a:pt x="102965" y="1069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9" name="Google Shape;2369;p72"/>
            <p:cNvSpPr/>
            <p:nvPr/>
          </p:nvSpPr>
          <p:spPr>
            <a:xfrm>
              <a:off x="10285562" y="5006583"/>
              <a:ext cx="12977" cy="40550"/>
            </a:xfrm>
            <a:custGeom>
              <a:rect b="b" l="l" r="r" t="t"/>
              <a:pathLst>
                <a:path extrusionOk="0" h="40550" w="12977">
                  <a:moveTo>
                    <a:pt x="5979" y="40551"/>
                  </a:moveTo>
                  <a:cubicBezTo>
                    <a:pt x="5342" y="32137"/>
                    <a:pt x="3787" y="24007"/>
                    <a:pt x="2161" y="15523"/>
                  </a:cubicBezTo>
                  <a:cubicBezTo>
                    <a:pt x="1454" y="11988"/>
                    <a:pt x="817" y="8311"/>
                    <a:pt x="181" y="4705"/>
                  </a:cubicBezTo>
                  <a:lnTo>
                    <a:pt x="110" y="4705"/>
                  </a:lnTo>
                  <a:cubicBezTo>
                    <a:pt x="110" y="4705"/>
                    <a:pt x="39" y="4281"/>
                    <a:pt x="39" y="4140"/>
                  </a:cubicBezTo>
                  <a:cubicBezTo>
                    <a:pt x="-243" y="2231"/>
                    <a:pt x="1029" y="393"/>
                    <a:pt x="2938" y="39"/>
                  </a:cubicBezTo>
                  <a:cubicBezTo>
                    <a:pt x="4847" y="-244"/>
                    <a:pt x="6685" y="1029"/>
                    <a:pt x="7038" y="2938"/>
                  </a:cubicBezTo>
                  <a:cubicBezTo>
                    <a:pt x="7605" y="6544"/>
                    <a:pt x="8311" y="9937"/>
                    <a:pt x="8948" y="13472"/>
                  </a:cubicBezTo>
                  <a:cubicBezTo>
                    <a:pt x="9018" y="13685"/>
                    <a:pt x="9018" y="13967"/>
                    <a:pt x="9089" y="14180"/>
                  </a:cubicBezTo>
                  <a:cubicBezTo>
                    <a:pt x="10715" y="22664"/>
                    <a:pt x="12412" y="31360"/>
                    <a:pt x="12978" y="40409"/>
                  </a:cubicBezTo>
                  <a:cubicBezTo>
                    <a:pt x="10644" y="40409"/>
                    <a:pt x="8311" y="40551"/>
                    <a:pt x="5979" y="4055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0" name="Google Shape;2370;p72"/>
            <p:cNvSpPr/>
            <p:nvPr/>
          </p:nvSpPr>
          <p:spPr>
            <a:xfrm>
              <a:off x="10259049" y="4987406"/>
              <a:ext cx="13678" cy="62344"/>
            </a:xfrm>
            <a:custGeom>
              <a:rect b="b" l="l" r="r" t="t"/>
              <a:pathLst>
                <a:path extrusionOk="0" h="62344" w="13678">
                  <a:moveTo>
                    <a:pt x="12766" y="60152"/>
                  </a:moveTo>
                  <a:cubicBezTo>
                    <a:pt x="12624" y="60860"/>
                    <a:pt x="12483" y="61637"/>
                    <a:pt x="12271" y="62344"/>
                  </a:cubicBezTo>
                  <a:cubicBezTo>
                    <a:pt x="11493" y="61708"/>
                    <a:pt x="10715" y="61001"/>
                    <a:pt x="9937" y="60223"/>
                  </a:cubicBezTo>
                  <a:lnTo>
                    <a:pt x="9867" y="60223"/>
                  </a:lnTo>
                  <a:cubicBezTo>
                    <a:pt x="8382" y="60294"/>
                    <a:pt x="6969" y="60294"/>
                    <a:pt x="5483" y="60365"/>
                  </a:cubicBezTo>
                  <a:cubicBezTo>
                    <a:pt x="5766" y="59233"/>
                    <a:pt x="5979" y="58031"/>
                    <a:pt x="6119" y="56830"/>
                  </a:cubicBezTo>
                  <a:cubicBezTo>
                    <a:pt x="6898" y="50961"/>
                    <a:pt x="6615" y="44669"/>
                    <a:pt x="6190" y="39084"/>
                  </a:cubicBezTo>
                  <a:cubicBezTo>
                    <a:pt x="5837" y="34064"/>
                    <a:pt x="5059" y="28903"/>
                    <a:pt x="4211" y="23883"/>
                  </a:cubicBezTo>
                  <a:cubicBezTo>
                    <a:pt x="3857" y="21691"/>
                    <a:pt x="3503" y="19429"/>
                    <a:pt x="3221" y="17166"/>
                  </a:cubicBezTo>
                  <a:cubicBezTo>
                    <a:pt x="2867" y="15045"/>
                    <a:pt x="2302" y="12995"/>
                    <a:pt x="1666" y="10803"/>
                  </a:cubicBezTo>
                  <a:cubicBezTo>
                    <a:pt x="1029" y="8753"/>
                    <a:pt x="464" y="6561"/>
                    <a:pt x="110" y="4440"/>
                  </a:cubicBezTo>
                  <a:cubicBezTo>
                    <a:pt x="110" y="4299"/>
                    <a:pt x="39" y="4228"/>
                    <a:pt x="39" y="4087"/>
                  </a:cubicBezTo>
                  <a:cubicBezTo>
                    <a:pt x="-243" y="2178"/>
                    <a:pt x="1029" y="339"/>
                    <a:pt x="3009" y="57"/>
                  </a:cubicBezTo>
                  <a:cubicBezTo>
                    <a:pt x="4847" y="-297"/>
                    <a:pt x="6685" y="1046"/>
                    <a:pt x="7038" y="2956"/>
                  </a:cubicBezTo>
                  <a:cubicBezTo>
                    <a:pt x="7322" y="4935"/>
                    <a:pt x="7887" y="6915"/>
                    <a:pt x="8453" y="8823"/>
                  </a:cubicBezTo>
                  <a:cubicBezTo>
                    <a:pt x="8524" y="9177"/>
                    <a:pt x="8665" y="9531"/>
                    <a:pt x="8736" y="9884"/>
                  </a:cubicBezTo>
                  <a:cubicBezTo>
                    <a:pt x="9372" y="11864"/>
                    <a:pt x="9867" y="13914"/>
                    <a:pt x="10220" y="16177"/>
                  </a:cubicBezTo>
                  <a:cubicBezTo>
                    <a:pt x="10504" y="18368"/>
                    <a:pt x="10857" y="20560"/>
                    <a:pt x="11210" y="22823"/>
                  </a:cubicBezTo>
                  <a:cubicBezTo>
                    <a:pt x="12059" y="27913"/>
                    <a:pt x="12907" y="33215"/>
                    <a:pt x="13260" y="38518"/>
                  </a:cubicBezTo>
                  <a:cubicBezTo>
                    <a:pt x="13756" y="45305"/>
                    <a:pt x="14039" y="52941"/>
                    <a:pt x="12766" y="601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1" name="Google Shape;2371;p72"/>
            <p:cNvSpPr/>
            <p:nvPr/>
          </p:nvSpPr>
          <p:spPr>
            <a:xfrm>
              <a:off x="10230268" y="4974055"/>
              <a:ext cx="12700" cy="50242"/>
            </a:xfrm>
            <a:custGeom>
              <a:rect b="b" l="l" r="r" t="t"/>
              <a:pathLst>
                <a:path extrusionOk="0" h="50242" w="12700">
                  <a:moveTo>
                    <a:pt x="8600" y="50243"/>
                  </a:moveTo>
                  <a:cubicBezTo>
                    <a:pt x="8105" y="50243"/>
                    <a:pt x="7680" y="50172"/>
                    <a:pt x="7257" y="49960"/>
                  </a:cubicBezTo>
                  <a:cubicBezTo>
                    <a:pt x="5489" y="49182"/>
                    <a:pt x="4641" y="47132"/>
                    <a:pt x="5348" y="45294"/>
                  </a:cubicBezTo>
                  <a:cubicBezTo>
                    <a:pt x="5489" y="44870"/>
                    <a:pt x="5489" y="43385"/>
                    <a:pt x="5489" y="42466"/>
                  </a:cubicBezTo>
                  <a:cubicBezTo>
                    <a:pt x="5489" y="41829"/>
                    <a:pt x="5489" y="41193"/>
                    <a:pt x="5489" y="40628"/>
                  </a:cubicBezTo>
                  <a:cubicBezTo>
                    <a:pt x="5631" y="36598"/>
                    <a:pt x="5701" y="33204"/>
                    <a:pt x="5348" y="29669"/>
                  </a:cubicBezTo>
                  <a:cubicBezTo>
                    <a:pt x="4923" y="25214"/>
                    <a:pt x="4004" y="20548"/>
                    <a:pt x="3085" y="16094"/>
                  </a:cubicBezTo>
                  <a:lnTo>
                    <a:pt x="2236" y="11852"/>
                  </a:lnTo>
                  <a:cubicBezTo>
                    <a:pt x="1813" y="9519"/>
                    <a:pt x="1317" y="6903"/>
                    <a:pt x="469" y="5277"/>
                  </a:cubicBezTo>
                  <a:cubicBezTo>
                    <a:pt x="-520" y="3580"/>
                    <a:pt x="116" y="1459"/>
                    <a:pt x="1813" y="469"/>
                  </a:cubicBezTo>
                  <a:cubicBezTo>
                    <a:pt x="3509" y="-520"/>
                    <a:pt x="5631" y="116"/>
                    <a:pt x="6620" y="1812"/>
                  </a:cubicBezTo>
                  <a:cubicBezTo>
                    <a:pt x="8105" y="4428"/>
                    <a:pt x="8670" y="7681"/>
                    <a:pt x="9236" y="10580"/>
                  </a:cubicBezTo>
                  <a:lnTo>
                    <a:pt x="10014" y="14680"/>
                  </a:lnTo>
                  <a:cubicBezTo>
                    <a:pt x="10933" y="19276"/>
                    <a:pt x="11922" y="24083"/>
                    <a:pt x="12418" y="28962"/>
                  </a:cubicBezTo>
                  <a:cubicBezTo>
                    <a:pt x="12841" y="33063"/>
                    <a:pt x="12701" y="37093"/>
                    <a:pt x="12559" y="40840"/>
                  </a:cubicBezTo>
                  <a:cubicBezTo>
                    <a:pt x="12559" y="41264"/>
                    <a:pt x="12559" y="41759"/>
                    <a:pt x="12559" y="42324"/>
                  </a:cubicBezTo>
                  <a:cubicBezTo>
                    <a:pt x="12559" y="44163"/>
                    <a:pt x="12559" y="46213"/>
                    <a:pt x="11852" y="47980"/>
                  </a:cubicBezTo>
                  <a:cubicBezTo>
                    <a:pt x="11286" y="49324"/>
                    <a:pt x="9943" y="50172"/>
                    <a:pt x="8600" y="5017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2" name="Google Shape;2372;p72"/>
            <p:cNvSpPr/>
            <p:nvPr/>
          </p:nvSpPr>
          <p:spPr>
            <a:xfrm>
              <a:off x="10217083" y="5033522"/>
              <a:ext cx="35205" cy="15803"/>
            </a:xfrm>
            <a:custGeom>
              <a:rect b="b" l="l" r="r" t="t"/>
              <a:pathLst>
                <a:path extrusionOk="0" h="15803" w="35205">
                  <a:moveTo>
                    <a:pt x="35148" y="3007"/>
                  </a:moveTo>
                  <a:cubicBezTo>
                    <a:pt x="35431" y="4492"/>
                    <a:pt x="34653" y="5906"/>
                    <a:pt x="33380" y="6613"/>
                  </a:cubicBezTo>
                  <a:lnTo>
                    <a:pt x="33309" y="6613"/>
                  </a:lnTo>
                  <a:cubicBezTo>
                    <a:pt x="32956" y="6825"/>
                    <a:pt x="32602" y="6966"/>
                    <a:pt x="32178" y="7037"/>
                  </a:cubicBezTo>
                  <a:cubicBezTo>
                    <a:pt x="30906" y="7249"/>
                    <a:pt x="29562" y="7956"/>
                    <a:pt x="28077" y="8734"/>
                  </a:cubicBezTo>
                  <a:cubicBezTo>
                    <a:pt x="27300" y="9158"/>
                    <a:pt x="26451" y="9582"/>
                    <a:pt x="25603" y="10006"/>
                  </a:cubicBezTo>
                  <a:cubicBezTo>
                    <a:pt x="21926" y="11703"/>
                    <a:pt x="18816" y="12976"/>
                    <a:pt x="15988" y="13966"/>
                  </a:cubicBezTo>
                  <a:cubicBezTo>
                    <a:pt x="14856" y="14390"/>
                    <a:pt x="13654" y="14673"/>
                    <a:pt x="12524" y="14885"/>
                  </a:cubicBezTo>
                  <a:lnTo>
                    <a:pt x="12453" y="14885"/>
                  </a:lnTo>
                  <a:cubicBezTo>
                    <a:pt x="11180" y="15168"/>
                    <a:pt x="9978" y="15309"/>
                    <a:pt x="8705" y="15450"/>
                  </a:cubicBezTo>
                  <a:cubicBezTo>
                    <a:pt x="7503" y="15521"/>
                    <a:pt x="6302" y="15662"/>
                    <a:pt x="5100" y="15733"/>
                  </a:cubicBezTo>
                  <a:lnTo>
                    <a:pt x="3827" y="15733"/>
                  </a:lnTo>
                  <a:cubicBezTo>
                    <a:pt x="3827" y="15733"/>
                    <a:pt x="3544" y="15804"/>
                    <a:pt x="3544" y="15804"/>
                  </a:cubicBezTo>
                  <a:cubicBezTo>
                    <a:pt x="2767" y="15804"/>
                    <a:pt x="1989" y="15521"/>
                    <a:pt x="1423" y="15026"/>
                  </a:cubicBezTo>
                  <a:cubicBezTo>
                    <a:pt x="645" y="14461"/>
                    <a:pt x="80" y="13612"/>
                    <a:pt x="9" y="12551"/>
                  </a:cubicBezTo>
                  <a:cubicBezTo>
                    <a:pt x="-132" y="10572"/>
                    <a:pt x="1352" y="8875"/>
                    <a:pt x="3261" y="8734"/>
                  </a:cubicBezTo>
                  <a:lnTo>
                    <a:pt x="4393" y="8734"/>
                  </a:lnTo>
                  <a:cubicBezTo>
                    <a:pt x="4393" y="8734"/>
                    <a:pt x="4605" y="8663"/>
                    <a:pt x="4605" y="8663"/>
                  </a:cubicBezTo>
                  <a:cubicBezTo>
                    <a:pt x="7716" y="8451"/>
                    <a:pt x="10967" y="8239"/>
                    <a:pt x="13654" y="7320"/>
                  </a:cubicBezTo>
                  <a:cubicBezTo>
                    <a:pt x="16270" y="6401"/>
                    <a:pt x="19169" y="5199"/>
                    <a:pt x="22633" y="3573"/>
                  </a:cubicBezTo>
                  <a:cubicBezTo>
                    <a:pt x="23340" y="3219"/>
                    <a:pt x="24048" y="2865"/>
                    <a:pt x="24684" y="2512"/>
                  </a:cubicBezTo>
                  <a:cubicBezTo>
                    <a:pt x="25532" y="2017"/>
                    <a:pt x="26451" y="1593"/>
                    <a:pt x="27441" y="1098"/>
                  </a:cubicBezTo>
                  <a:cubicBezTo>
                    <a:pt x="28573" y="603"/>
                    <a:pt x="29845" y="250"/>
                    <a:pt x="31189" y="38"/>
                  </a:cubicBezTo>
                  <a:cubicBezTo>
                    <a:pt x="33027" y="-245"/>
                    <a:pt x="34864" y="1098"/>
                    <a:pt x="35148" y="30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3" name="Google Shape;2373;p72"/>
            <p:cNvSpPr/>
            <p:nvPr/>
          </p:nvSpPr>
          <p:spPr>
            <a:xfrm>
              <a:off x="10556076" y="4871953"/>
              <a:ext cx="97283" cy="190027"/>
            </a:xfrm>
            <a:custGeom>
              <a:rect b="b" l="l" r="r" t="t"/>
              <a:pathLst>
                <a:path extrusionOk="0" h="190027" w="97283">
                  <a:moveTo>
                    <a:pt x="71860" y="89208"/>
                  </a:moveTo>
                  <a:cubicBezTo>
                    <a:pt x="63729" y="76341"/>
                    <a:pt x="54539" y="65665"/>
                    <a:pt x="45630" y="55272"/>
                  </a:cubicBezTo>
                  <a:cubicBezTo>
                    <a:pt x="32691" y="40213"/>
                    <a:pt x="19259" y="24588"/>
                    <a:pt x="8794" y="2034"/>
                  </a:cubicBezTo>
                  <a:cubicBezTo>
                    <a:pt x="8158" y="620"/>
                    <a:pt x="6603" y="-229"/>
                    <a:pt x="5048" y="54"/>
                  </a:cubicBezTo>
                  <a:cubicBezTo>
                    <a:pt x="3492" y="266"/>
                    <a:pt x="2291" y="1468"/>
                    <a:pt x="2078" y="3024"/>
                  </a:cubicBezTo>
                  <a:cubicBezTo>
                    <a:pt x="-962" y="25153"/>
                    <a:pt x="-43" y="42829"/>
                    <a:pt x="947" y="61493"/>
                  </a:cubicBezTo>
                  <a:cubicBezTo>
                    <a:pt x="1301" y="68634"/>
                    <a:pt x="1724" y="75846"/>
                    <a:pt x="1866" y="83482"/>
                  </a:cubicBezTo>
                  <a:cubicBezTo>
                    <a:pt x="2291" y="106460"/>
                    <a:pt x="3987" y="136578"/>
                    <a:pt x="13744" y="165919"/>
                  </a:cubicBezTo>
                  <a:lnTo>
                    <a:pt x="14309" y="167545"/>
                  </a:lnTo>
                  <a:cubicBezTo>
                    <a:pt x="16572" y="174262"/>
                    <a:pt x="18551" y="180342"/>
                    <a:pt x="21167" y="185927"/>
                  </a:cubicBezTo>
                  <a:cubicBezTo>
                    <a:pt x="23854" y="186139"/>
                    <a:pt x="26611" y="186281"/>
                    <a:pt x="29298" y="186493"/>
                  </a:cubicBezTo>
                  <a:cubicBezTo>
                    <a:pt x="26470" y="181332"/>
                    <a:pt x="24349" y="175322"/>
                    <a:pt x="22086" y="168535"/>
                  </a:cubicBezTo>
                  <a:cubicBezTo>
                    <a:pt x="21733" y="167475"/>
                    <a:pt x="21379" y="166414"/>
                    <a:pt x="21026" y="165282"/>
                  </a:cubicBezTo>
                  <a:lnTo>
                    <a:pt x="20460" y="163727"/>
                  </a:lnTo>
                  <a:cubicBezTo>
                    <a:pt x="20037" y="162525"/>
                    <a:pt x="19683" y="161394"/>
                    <a:pt x="19329" y="160192"/>
                  </a:cubicBezTo>
                  <a:cubicBezTo>
                    <a:pt x="15865" y="149092"/>
                    <a:pt x="13603" y="137921"/>
                    <a:pt x="12047" y="127033"/>
                  </a:cubicBezTo>
                  <a:cubicBezTo>
                    <a:pt x="11693" y="124276"/>
                    <a:pt x="11340" y="121519"/>
                    <a:pt x="10987" y="118832"/>
                  </a:cubicBezTo>
                  <a:cubicBezTo>
                    <a:pt x="9572" y="105965"/>
                    <a:pt x="9148" y="93875"/>
                    <a:pt x="8936" y="83340"/>
                  </a:cubicBezTo>
                  <a:cubicBezTo>
                    <a:pt x="8794" y="75634"/>
                    <a:pt x="8371" y="68352"/>
                    <a:pt x="8017" y="61069"/>
                  </a:cubicBezTo>
                  <a:cubicBezTo>
                    <a:pt x="7310" y="47848"/>
                    <a:pt x="6674" y="35193"/>
                    <a:pt x="7522" y="21053"/>
                  </a:cubicBezTo>
                  <a:cubicBezTo>
                    <a:pt x="7522" y="19285"/>
                    <a:pt x="7664" y="17518"/>
                    <a:pt x="7805" y="15750"/>
                  </a:cubicBezTo>
                  <a:cubicBezTo>
                    <a:pt x="10845" y="21264"/>
                    <a:pt x="14026" y="26355"/>
                    <a:pt x="17350" y="31092"/>
                  </a:cubicBezTo>
                  <a:cubicBezTo>
                    <a:pt x="24702" y="41768"/>
                    <a:pt x="32550" y="50959"/>
                    <a:pt x="40257" y="59938"/>
                  </a:cubicBezTo>
                  <a:cubicBezTo>
                    <a:pt x="42166" y="62130"/>
                    <a:pt x="44074" y="64392"/>
                    <a:pt x="45912" y="66584"/>
                  </a:cubicBezTo>
                  <a:cubicBezTo>
                    <a:pt x="47963" y="68988"/>
                    <a:pt x="49943" y="71321"/>
                    <a:pt x="51923" y="73796"/>
                  </a:cubicBezTo>
                  <a:cubicBezTo>
                    <a:pt x="56730" y="79734"/>
                    <a:pt x="61396" y="85885"/>
                    <a:pt x="65780" y="92744"/>
                  </a:cubicBezTo>
                  <a:cubicBezTo>
                    <a:pt x="65851" y="92814"/>
                    <a:pt x="65851" y="92885"/>
                    <a:pt x="65921" y="92955"/>
                  </a:cubicBezTo>
                  <a:cubicBezTo>
                    <a:pt x="67618" y="95642"/>
                    <a:pt x="69456" y="98611"/>
                    <a:pt x="71224" y="101935"/>
                  </a:cubicBezTo>
                  <a:cubicBezTo>
                    <a:pt x="71224" y="101935"/>
                    <a:pt x="71153" y="101935"/>
                    <a:pt x="71224" y="102005"/>
                  </a:cubicBezTo>
                  <a:cubicBezTo>
                    <a:pt x="74688" y="108297"/>
                    <a:pt x="78153" y="115651"/>
                    <a:pt x="81122" y="123569"/>
                  </a:cubicBezTo>
                  <a:lnTo>
                    <a:pt x="81122" y="123569"/>
                  </a:lnTo>
                  <a:cubicBezTo>
                    <a:pt x="82678" y="127458"/>
                    <a:pt x="84020" y="131558"/>
                    <a:pt x="85223" y="135588"/>
                  </a:cubicBezTo>
                  <a:lnTo>
                    <a:pt x="85223" y="135729"/>
                  </a:lnTo>
                  <a:cubicBezTo>
                    <a:pt x="90454" y="153829"/>
                    <a:pt x="92434" y="173342"/>
                    <a:pt x="86142" y="189674"/>
                  </a:cubicBezTo>
                  <a:cubicBezTo>
                    <a:pt x="88687" y="189816"/>
                    <a:pt x="91232" y="189887"/>
                    <a:pt x="93706" y="190028"/>
                  </a:cubicBezTo>
                  <a:cubicBezTo>
                    <a:pt x="105089" y="156374"/>
                    <a:pt x="86990" y="112964"/>
                    <a:pt x="71860" y="892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4" name="Google Shape;2374;p72"/>
            <p:cNvSpPr/>
            <p:nvPr/>
          </p:nvSpPr>
          <p:spPr>
            <a:xfrm>
              <a:off x="10558653" y="4874486"/>
              <a:ext cx="66808" cy="186292"/>
            </a:xfrm>
            <a:custGeom>
              <a:rect b="b" l="l" r="r" t="t"/>
              <a:pathLst>
                <a:path extrusionOk="0" h="186292" w="66808">
                  <a:moveTo>
                    <a:pt x="63203" y="179011"/>
                  </a:moveTo>
                  <a:cubicBezTo>
                    <a:pt x="64405" y="181485"/>
                    <a:pt x="65535" y="183889"/>
                    <a:pt x="66808" y="186293"/>
                  </a:cubicBezTo>
                  <a:cubicBezTo>
                    <a:pt x="64051" y="186152"/>
                    <a:pt x="61364" y="186010"/>
                    <a:pt x="58678" y="185869"/>
                  </a:cubicBezTo>
                  <a:cubicBezTo>
                    <a:pt x="55849" y="180000"/>
                    <a:pt x="53092" y="174062"/>
                    <a:pt x="50476" y="167982"/>
                  </a:cubicBezTo>
                  <a:cubicBezTo>
                    <a:pt x="49486" y="165719"/>
                    <a:pt x="48497" y="163457"/>
                    <a:pt x="47578" y="161123"/>
                  </a:cubicBezTo>
                  <a:cubicBezTo>
                    <a:pt x="43053" y="150377"/>
                    <a:pt x="38810" y="139489"/>
                    <a:pt x="34851" y="128742"/>
                  </a:cubicBezTo>
                  <a:cubicBezTo>
                    <a:pt x="33861" y="126126"/>
                    <a:pt x="32942" y="123581"/>
                    <a:pt x="31952" y="121036"/>
                  </a:cubicBezTo>
                  <a:cubicBezTo>
                    <a:pt x="31811" y="120541"/>
                    <a:pt x="31599" y="120117"/>
                    <a:pt x="31458" y="119622"/>
                  </a:cubicBezTo>
                  <a:cubicBezTo>
                    <a:pt x="23681" y="98412"/>
                    <a:pt x="18378" y="75646"/>
                    <a:pt x="13216" y="53658"/>
                  </a:cubicBezTo>
                  <a:lnTo>
                    <a:pt x="12793" y="51820"/>
                  </a:lnTo>
                  <a:cubicBezTo>
                    <a:pt x="11944" y="48355"/>
                    <a:pt x="11167" y="44891"/>
                    <a:pt x="10389" y="41356"/>
                  </a:cubicBezTo>
                  <a:cubicBezTo>
                    <a:pt x="8762" y="33791"/>
                    <a:pt x="7066" y="26014"/>
                    <a:pt x="4945" y="18519"/>
                  </a:cubicBezTo>
                  <a:cubicBezTo>
                    <a:pt x="3601" y="13853"/>
                    <a:pt x="2046" y="9258"/>
                    <a:pt x="278" y="4874"/>
                  </a:cubicBezTo>
                  <a:cubicBezTo>
                    <a:pt x="-499" y="3107"/>
                    <a:pt x="420" y="986"/>
                    <a:pt x="2188" y="278"/>
                  </a:cubicBezTo>
                  <a:cubicBezTo>
                    <a:pt x="4026" y="-499"/>
                    <a:pt x="6076" y="420"/>
                    <a:pt x="6854" y="2188"/>
                  </a:cubicBezTo>
                  <a:cubicBezTo>
                    <a:pt x="10248" y="10530"/>
                    <a:pt x="12651" y="19509"/>
                    <a:pt x="14773" y="28559"/>
                  </a:cubicBezTo>
                  <a:cubicBezTo>
                    <a:pt x="15692" y="32306"/>
                    <a:pt x="16469" y="36124"/>
                    <a:pt x="17318" y="39871"/>
                  </a:cubicBezTo>
                  <a:cubicBezTo>
                    <a:pt x="18095" y="43336"/>
                    <a:pt x="18873" y="46800"/>
                    <a:pt x="19650" y="50193"/>
                  </a:cubicBezTo>
                  <a:lnTo>
                    <a:pt x="20075" y="52032"/>
                  </a:lnTo>
                  <a:cubicBezTo>
                    <a:pt x="23752" y="67869"/>
                    <a:pt x="27569" y="84059"/>
                    <a:pt x="32377" y="99755"/>
                  </a:cubicBezTo>
                  <a:cubicBezTo>
                    <a:pt x="33225" y="102724"/>
                    <a:pt x="34145" y="105623"/>
                    <a:pt x="35134" y="108593"/>
                  </a:cubicBezTo>
                  <a:cubicBezTo>
                    <a:pt x="36054" y="111491"/>
                    <a:pt x="37043" y="114319"/>
                    <a:pt x="38103" y="117147"/>
                  </a:cubicBezTo>
                  <a:cubicBezTo>
                    <a:pt x="40861" y="124571"/>
                    <a:pt x="43618" y="131995"/>
                    <a:pt x="46588" y="139560"/>
                  </a:cubicBezTo>
                  <a:lnTo>
                    <a:pt x="46588" y="139560"/>
                  </a:lnTo>
                  <a:cubicBezTo>
                    <a:pt x="47578" y="142246"/>
                    <a:pt x="48567" y="144862"/>
                    <a:pt x="49628" y="147478"/>
                  </a:cubicBezTo>
                  <a:cubicBezTo>
                    <a:pt x="52950" y="155821"/>
                    <a:pt x="56416" y="164163"/>
                    <a:pt x="60091" y="172223"/>
                  </a:cubicBezTo>
                  <a:cubicBezTo>
                    <a:pt x="61081" y="174486"/>
                    <a:pt x="62142" y="176748"/>
                    <a:pt x="63203" y="1790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5" name="Google Shape;2375;p72"/>
            <p:cNvSpPr/>
            <p:nvPr/>
          </p:nvSpPr>
          <p:spPr>
            <a:xfrm>
              <a:off x="10615940" y="4992224"/>
              <a:ext cx="28518" cy="62404"/>
            </a:xfrm>
            <a:custGeom>
              <a:rect b="b" l="l" r="r" t="t"/>
              <a:pathLst>
                <a:path extrusionOk="0" h="62404" w="28518">
                  <a:moveTo>
                    <a:pt x="3512" y="62262"/>
                  </a:moveTo>
                  <a:cubicBezTo>
                    <a:pt x="2451" y="62262"/>
                    <a:pt x="1390" y="61768"/>
                    <a:pt x="683" y="60849"/>
                  </a:cubicBezTo>
                  <a:cubicBezTo>
                    <a:pt x="-448" y="59293"/>
                    <a:pt x="-165" y="57031"/>
                    <a:pt x="1461" y="55900"/>
                  </a:cubicBezTo>
                  <a:cubicBezTo>
                    <a:pt x="4642" y="53566"/>
                    <a:pt x="7117" y="47840"/>
                    <a:pt x="8955" y="43598"/>
                  </a:cubicBezTo>
                  <a:lnTo>
                    <a:pt x="9592" y="42113"/>
                  </a:lnTo>
                  <a:cubicBezTo>
                    <a:pt x="13621" y="32922"/>
                    <a:pt x="16025" y="23589"/>
                    <a:pt x="18571" y="13691"/>
                  </a:cubicBezTo>
                  <a:cubicBezTo>
                    <a:pt x="19490" y="10015"/>
                    <a:pt x="20479" y="6338"/>
                    <a:pt x="21540" y="2591"/>
                  </a:cubicBezTo>
                  <a:cubicBezTo>
                    <a:pt x="22035" y="753"/>
                    <a:pt x="24014" y="-379"/>
                    <a:pt x="25923" y="116"/>
                  </a:cubicBezTo>
                  <a:cubicBezTo>
                    <a:pt x="27832" y="611"/>
                    <a:pt x="28893" y="2591"/>
                    <a:pt x="28398" y="4500"/>
                  </a:cubicBezTo>
                  <a:cubicBezTo>
                    <a:pt x="27338" y="8176"/>
                    <a:pt x="26419" y="11853"/>
                    <a:pt x="25500" y="15458"/>
                  </a:cubicBezTo>
                  <a:cubicBezTo>
                    <a:pt x="23025" y="25215"/>
                    <a:pt x="20408" y="35255"/>
                    <a:pt x="16167" y="45011"/>
                  </a:cubicBezTo>
                  <a:lnTo>
                    <a:pt x="15530" y="46496"/>
                  </a:lnTo>
                  <a:cubicBezTo>
                    <a:pt x="13268" y="51728"/>
                    <a:pt x="10440" y="58233"/>
                    <a:pt x="5774" y="61697"/>
                  </a:cubicBezTo>
                  <a:cubicBezTo>
                    <a:pt x="5138" y="62192"/>
                    <a:pt x="4431" y="62404"/>
                    <a:pt x="3652" y="6240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6" name="Google Shape;2376;p72"/>
            <p:cNvSpPr/>
            <p:nvPr/>
          </p:nvSpPr>
          <p:spPr>
            <a:xfrm>
              <a:off x="10601123" y="4961929"/>
              <a:ext cx="27742" cy="62439"/>
            </a:xfrm>
            <a:custGeom>
              <a:rect b="b" l="l" r="r" t="t"/>
              <a:pathLst>
                <a:path extrusionOk="0" h="62439" w="27742">
                  <a:moveTo>
                    <a:pt x="3552" y="62440"/>
                  </a:moveTo>
                  <a:cubicBezTo>
                    <a:pt x="2703" y="62440"/>
                    <a:pt x="1926" y="62157"/>
                    <a:pt x="1219" y="61591"/>
                  </a:cubicBezTo>
                  <a:cubicBezTo>
                    <a:pt x="-265" y="60318"/>
                    <a:pt x="-407" y="58056"/>
                    <a:pt x="865" y="56571"/>
                  </a:cubicBezTo>
                  <a:cubicBezTo>
                    <a:pt x="5602" y="51127"/>
                    <a:pt x="8854" y="43491"/>
                    <a:pt x="11470" y="36704"/>
                  </a:cubicBezTo>
                  <a:cubicBezTo>
                    <a:pt x="13238" y="32038"/>
                    <a:pt x="14723" y="27089"/>
                    <a:pt x="16137" y="22211"/>
                  </a:cubicBezTo>
                  <a:cubicBezTo>
                    <a:pt x="16773" y="20019"/>
                    <a:pt x="17410" y="17827"/>
                    <a:pt x="18046" y="15706"/>
                  </a:cubicBezTo>
                  <a:cubicBezTo>
                    <a:pt x="18682" y="13726"/>
                    <a:pt x="19036" y="11606"/>
                    <a:pt x="19389" y="9343"/>
                  </a:cubicBezTo>
                  <a:cubicBezTo>
                    <a:pt x="19743" y="7081"/>
                    <a:pt x="20167" y="4747"/>
                    <a:pt x="20803" y="2556"/>
                  </a:cubicBezTo>
                  <a:cubicBezTo>
                    <a:pt x="21369" y="647"/>
                    <a:pt x="23348" y="-414"/>
                    <a:pt x="25187" y="152"/>
                  </a:cubicBezTo>
                  <a:cubicBezTo>
                    <a:pt x="27096" y="717"/>
                    <a:pt x="28156" y="2626"/>
                    <a:pt x="27590" y="4535"/>
                  </a:cubicBezTo>
                  <a:cubicBezTo>
                    <a:pt x="27025" y="6515"/>
                    <a:pt x="26671" y="8495"/>
                    <a:pt x="26388" y="10545"/>
                  </a:cubicBezTo>
                  <a:cubicBezTo>
                    <a:pt x="25964" y="12949"/>
                    <a:pt x="25610" y="15423"/>
                    <a:pt x="24833" y="17898"/>
                  </a:cubicBezTo>
                  <a:cubicBezTo>
                    <a:pt x="24197" y="20019"/>
                    <a:pt x="23561" y="22140"/>
                    <a:pt x="22924" y="24261"/>
                  </a:cubicBezTo>
                  <a:cubicBezTo>
                    <a:pt x="21510" y="29210"/>
                    <a:pt x="19955" y="34371"/>
                    <a:pt x="18046" y="39320"/>
                  </a:cubicBezTo>
                  <a:cubicBezTo>
                    <a:pt x="15218" y="46673"/>
                    <a:pt x="11612" y="55016"/>
                    <a:pt x="6168" y="61237"/>
                  </a:cubicBezTo>
                  <a:cubicBezTo>
                    <a:pt x="5461" y="62015"/>
                    <a:pt x="4471" y="62440"/>
                    <a:pt x="3481" y="624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7" name="Google Shape;2377;p72"/>
            <p:cNvSpPr/>
            <p:nvPr/>
          </p:nvSpPr>
          <p:spPr>
            <a:xfrm>
              <a:off x="10588073" y="4935912"/>
              <a:ext cx="20665" cy="47944"/>
            </a:xfrm>
            <a:custGeom>
              <a:rect b="b" l="l" r="r" t="t"/>
              <a:pathLst>
                <a:path extrusionOk="0" h="47944" w="20665">
                  <a:moveTo>
                    <a:pt x="3522" y="47944"/>
                  </a:moveTo>
                  <a:cubicBezTo>
                    <a:pt x="2532" y="47944"/>
                    <a:pt x="1542" y="47520"/>
                    <a:pt x="835" y="46672"/>
                  </a:cubicBezTo>
                  <a:cubicBezTo>
                    <a:pt x="-437" y="45187"/>
                    <a:pt x="-225" y="42925"/>
                    <a:pt x="1260" y="41652"/>
                  </a:cubicBezTo>
                  <a:cubicBezTo>
                    <a:pt x="1542" y="41369"/>
                    <a:pt x="2108" y="40097"/>
                    <a:pt x="2461" y="39319"/>
                  </a:cubicBezTo>
                  <a:cubicBezTo>
                    <a:pt x="2745" y="38753"/>
                    <a:pt x="3028" y="38117"/>
                    <a:pt x="3239" y="37622"/>
                  </a:cubicBezTo>
                  <a:cubicBezTo>
                    <a:pt x="5077" y="34087"/>
                    <a:pt x="6563" y="31118"/>
                    <a:pt x="7693" y="27866"/>
                  </a:cubicBezTo>
                  <a:cubicBezTo>
                    <a:pt x="9249" y="23623"/>
                    <a:pt x="10380" y="19028"/>
                    <a:pt x="11441" y="14574"/>
                  </a:cubicBezTo>
                  <a:lnTo>
                    <a:pt x="12431" y="10544"/>
                  </a:lnTo>
                  <a:cubicBezTo>
                    <a:pt x="13067" y="8281"/>
                    <a:pt x="13774" y="5665"/>
                    <a:pt x="13633" y="3756"/>
                  </a:cubicBezTo>
                  <a:cubicBezTo>
                    <a:pt x="13491" y="1777"/>
                    <a:pt x="14976" y="150"/>
                    <a:pt x="16885" y="9"/>
                  </a:cubicBezTo>
                  <a:cubicBezTo>
                    <a:pt x="18723" y="-132"/>
                    <a:pt x="20491" y="1353"/>
                    <a:pt x="20632" y="3261"/>
                  </a:cubicBezTo>
                  <a:cubicBezTo>
                    <a:pt x="20844" y="6302"/>
                    <a:pt x="19995" y="9483"/>
                    <a:pt x="19218" y="12311"/>
                  </a:cubicBezTo>
                  <a:lnTo>
                    <a:pt x="18228" y="16200"/>
                  </a:lnTo>
                  <a:cubicBezTo>
                    <a:pt x="17097" y="20866"/>
                    <a:pt x="15966" y="25603"/>
                    <a:pt x="14269" y="30269"/>
                  </a:cubicBezTo>
                  <a:cubicBezTo>
                    <a:pt x="12925" y="33946"/>
                    <a:pt x="11370" y="37198"/>
                    <a:pt x="9390" y="40945"/>
                  </a:cubicBezTo>
                  <a:cubicBezTo>
                    <a:pt x="9179" y="41299"/>
                    <a:pt x="8966" y="41793"/>
                    <a:pt x="8754" y="42218"/>
                  </a:cubicBezTo>
                  <a:cubicBezTo>
                    <a:pt x="7976" y="43914"/>
                    <a:pt x="7128" y="45823"/>
                    <a:pt x="5643" y="47025"/>
                  </a:cubicBezTo>
                  <a:cubicBezTo>
                    <a:pt x="5007" y="47591"/>
                    <a:pt x="4158" y="47874"/>
                    <a:pt x="3381" y="4787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8" name="Google Shape;2378;p72"/>
            <p:cNvSpPr/>
            <p:nvPr/>
          </p:nvSpPr>
          <p:spPr>
            <a:xfrm>
              <a:off x="10561274" y="4990158"/>
              <a:ext cx="35862" cy="13141"/>
            </a:xfrm>
            <a:custGeom>
              <a:rect b="b" l="l" r="r" t="t"/>
              <a:pathLst>
                <a:path extrusionOk="0" h="13141" w="35862">
                  <a:moveTo>
                    <a:pt x="32230" y="13070"/>
                  </a:moveTo>
                  <a:cubicBezTo>
                    <a:pt x="31806" y="13070"/>
                    <a:pt x="31382" y="13000"/>
                    <a:pt x="30957" y="12858"/>
                  </a:cubicBezTo>
                  <a:cubicBezTo>
                    <a:pt x="29685" y="12364"/>
                    <a:pt x="28271" y="12364"/>
                    <a:pt x="26574" y="12364"/>
                  </a:cubicBezTo>
                  <a:cubicBezTo>
                    <a:pt x="25655" y="12364"/>
                    <a:pt x="24807" y="12364"/>
                    <a:pt x="23887" y="12293"/>
                  </a:cubicBezTo>
                  <a:cubicBezTo>
                    <a:pt x="19716" y="11939"/>
                    <a:pt x="16535" y="11586"/>
                    <a:pt x="13636" y="11091"/>
                  </a:cubicBezTo>
                  <a:cubicBezTo>
                    <a:pt x="9889" y="10454"/>
                    <a:pt x="6566" y="8828"/>
                    <a:pt x="3243" y="7273"/>
                  </a:cubicBezTo>
                  <a:lnTo>
                    <a:pt x="2041" y="6708"/>
                  </a:lnTo>
                  <a:cubicBezTo>
                    <a:pt x="273" y="5859"/>
                    <a:pt x="-504" y="3809"/>
                    <a:pt x="344" y="2041"/>
                  </a:cubicBezTo>
                  <a:cubicBezTo>
                    <a:pt x="1193" y="273"/>
                    <a:pt x="3314" y="-504"/>
                    <a:pt x="5011" y="344"/>
                  </a:cubicBezTo>
                  <a:lnTo>
                    <a:pt x="6283" y="910"/>
                  </a:lnTo>
                  <a:cubicBezTo>
                    <a:pt x="9111" y="2253"/>
                    <a:pt x="12081" y="3667"/>
                    <a:pt x="14909" y="4162"/>
                  </a:cubicBezTo>
                  <a:cubicBezTo>
                    <a:pt x="17596" y="4657"/>
                    <a:pt x="20565" y="5011"/>
                    <a:pt x="24454" y="5293"/>
                  </a:cubicBezTo>
                  <a:cubicBezTo>
                    <a:pt x="25231" y="5293"/>
                    <a:pt x="25938" y="5293"/>
                    <a:pt x="26716" y="5293"/>
                  </a:cubicBezTo>
                  <a:cubicBezTo>
                    <a:pt x="28766" y="5293"/>
                    <a:pt x="31099" y="5293"/>
                    <a:pt x="33573" y="6283"/>
                  </a:cubicBezTo>
                  <a:cubicBezTo>
                    <a:pt x="35412" y="6990"/>
                    <a:pt x="36331" y="9041"/>
                    <a:pt x="35624" y="10879"/>
                  </a:cubicBezTo>
                  <a:cubicBezTo>
                    <a:pt x="35059" y="12293"/>
                    <a:pt x="33715" y="13141"/>
                    <a:pt x="32301" y="131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9" name="Google Shape;2379;p72"/>
            <p:cNvSpPr/>
            <p:nvPr/>
          </p:nvSpPr>
          <p:spPr>
            <a:xfrm>
              <a:off x="10569192" y="5031306"/>
              <a:ext cx="44076" cy="11585"/>
            </a:xfrm>
            <a:custGeom>
              <a:rect b="b" l="l" r="r" t="t"/>
              <a:pathLst>
                <a:path extrusionOk="0" h="11585" w="44076">
                  <a:moveTo>
                    <a:pt x="33362" y="11586"/>
                  </a:moveTo>
                  <a:cubicBezTo>
                    <a:pt x="28908" y="11586"/>
                    <a:pt x="24524" y="11091"/>
                    <a:pt x="20282" y="10596"/>
                  </a:cubicBezTo>
                  <a:cubicBezTo>
                    <a:pt x="18585" y="10384"/>
                    <a:pt x="16888" y="10243"/>
                    <a:pt x="15191" y="10030"/>
                  </a:cubicBezTo>
                  <a:cubicBezTo>
                    <a:pt x="9889" y="9535"/>
                    <a:pt x="6071" y="8546"/>
                    <a:pt x="2041" y="6708"/>
                  </a:cubicBezTo>
                  <a:cubicBezTo>
                    <a:pt x="273" y="5859"/>
                    <a:pt x="-504" y="3809"/>
                    <a:pt x="344" y="2041"/>
                  </a:cubicBezTo>
                  <a:cubicBezTo>
                    <a:pt x="1193" y="273"/>
                    <a:pt x="3243" y="-504"/>
                    <a:pt x="5011" y="344"/>
                  </a:cubicBezTo>
                  <a:cubicBezTo>
                    <a:pt x="8263" y="1829"/>
                    <a:pt x="11374" y="2607"/>
                    <a:pt x="15828" y="3031"/>
                  </a:cubicBezTo>
                  <a:cubicBezTo>
                    <a:pt x="17596" y="3172"/>
                    <a:pt x="19363" y="3384"/>
                    <a:pt x="21060" y="3597"/>
                  </a:cubicBezTo>
                  <a:cubicBezTo>
                    <a:pt x="27564" y="4303"/>
                    <a:pt x="33715" y="5011"/>
                    <a:pt x="40007" y="4021"/>
                  </a:cubicBezTo>
                  <a:cubicBezTo>
                    <a:pt x="41846" y="3738"/>
                    <a:pt x="43755" y="5011"/>
                    <a:pt x="44038" y="6990"/>
                  </a:cubicBezTo>
                  <a:cubicBezTo>
                    <a:pt x="44320" y="8899"/>
                    <a:pt x="43048" y="10738"/>
                    <a:pt x="41068" y="11020"/>
                  </a:cubicBezTo>
                  <a:cubicBezTo>
                    <a:pt x="38452" y="11444"/>
                    <a:pt x="35907" y="11586"/>
                    <a:pt x="33362" y="115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0" name="Google Shape;2380;p72"/>
            <p:cNvSpPr/>
            <p:nvPr/>
          </p:nvSpPr>
          <p:spPr>
            <a:xfrm>
              <a:off x="10219432" y="4710880"/>
              <a:ext cx="84839" cy="181701"/>
            </a:xfrm>
            <a:custGeom>
              <a:rect b="b" l="l" r="r" t="t"/>
              <a:pathLst>
                <a:path extrusionOk="0" h="181701" w="84839">
                  <a:moveTo>
                    <a:pt x="83349" y="17604"/>
                  </a:moveTo>
                  <a:lnTo>
                    <a:pt x="83137" y="15908"/>
                  </a:lnTo>
                  <a:cubicBezTo>
                    <a:pt x="82642" y="11807"/>
                    <a:pt x="82218" y="7848"/>
                    <a:pt x="81653" y="4101"/>
                  </a:cubicBezTo>
                  <a:cubicBezTo>
                    <a:pt x="79249" y="3888"/>
                    <a:pt x="76845" y="3677"/>
                    <a:pt x="74441" y="3606"/>
                  </a:cubicBezTo>
                  <a:cubicBezTo>
                    <a:pt x="74935" y="6646"/>
                    <a:pt x="75360" y="9898"/>
                    <a:pt x="75714" y="13292"/>
                  </a:cubicBezTo>
                  <a:cubicBezTo>
                    <a:pt x="75855" y="14423"/>
                    <a:pt x="75996" y="15554"/>
                    <a:pt x="76138" y="16685"/>
                  </a:cubicBezTo>
                  <a:lnTo>
                    <a:pt x="76350" y="18453"/>
                  </a:lnTo>
                  <a:cubicBezTo>
                    <a:pt x="76492" y="19655"/>
                    <a:pt x="76633" y="20857"/>
                    <a:pt x="76703" y="22059"/>
                  </a:cubicBezTo>
                  <a:cubicBezTo>
                    <a:pt x="77834" y="33654"/>
                    <a:pt x="77834" y="45107"/>
                    <a:pt x="77128" y="55995"/>
                  </a:cubicBezTo>
                  <a:cubicBezTo>
                    <a:pt x="76986" y="58823"/>
                    <a:pt x="76774" y="61652"/>
                    <a:pt x="76562" y="64409"/>
                  </a:cubicBezTo>
                  <a:cubicBezTo>
                    <a:pt x="75360" y="77276"/>
                    <a:pt x="73451" y="89225"/>
                    <a:pt x="71542" y="99618"/>
                  </a:cubicBezTo>
                  <a:cubicBezTo>
                    <a:pt x="70128" y="107112"/>
                    <a:pt x="68997" y="114394"/>
                    <a:pt x="67936" y="121535"/>
                  </a:cubicBezTo>
                  <a:cubicBezTo>
                    <a:pt x="65957" y="134544"/>
                    <a:pt x="64119" y="147058"/>
                    <a:pt x="60513" y="160562"/>
                  </a:cubicBezTo>
                  <a:cubicBezTo>
                    <a:pt x="60513" y="160562"/>
                    <a:pt x="60513" y="160611"/>
                    <a:pt x="60513" y="160703"/>
                  </a:cubicBezTo>
                  <a:lnTo>
                    <a:pt x="60513" y="160916"/>
                  </a:lnTo>
                  <a:cubicBezTo>
                    <a:pt x="60088" y="162542"/>
                    <a:pt x="59594" y="164097"/>
                    <a:pt x="59098" y="165723"/>
                  </a:cubicBezTo>
                  <a:cubicBezTo>
                    <a:pt x="57190" y="159572"/>
                    <a:pt x="55069" y="153775"/>
                    <a:pt x="52806" y="148331"/>
                  </a:cubicBezTo>
                  <a:cubicBezTo>
                    <a:pt x="52806" y="148260"/>
                    <a:pt x="52806" y="148119"/>
                    <a:pt x="52806" y="147977"/>
                  </a:cubicBezTo>
                  <a:cubicBezTo>
                    <a:pt x="47786" y="135888"/>
                    <a:pt x="41989" y="125494"/>
                    <a:pt x="36262" y="114960"/>
                  </a:cubicBezTo>
                  <a:cubicBezTo>
                    <a:pt x="34849" y="112415"/>
                    <a:pt x="33505" y="109869"/>
                    <a:pt x="32091" y="107324"/>
                  </a:cubicBezTo>
                  <a:cubicBezTo>
                    <a:pt x="30607" y="104496"/>
                    <a:pt x="29121" y="101668"/>
                    <a:pt x="27708" y="98770"/>
                  </a:cubicBezTo>
                  <a:cubicBezTo>
                    <a:pt x="24173" y="91770"/>
                    <a:pt x="20850" y="84629"/>
                    <a:pt x="17951" y="76852"/>
                  </a:cubicBezTo>
                  <a:cubicBezTo>
                    <a:pt x="17951" y="76781"/>
                    <a:pt x="17951" y="76781"/>
                    <a:pt x="17951" y="76710"/>
                  </a:cubicBezTo>
                  <a:cubicBezTo>
                    <a:pt x="16819" y="73741"/>
                    <a:pt x="15688" y="70418"/>
                    <a:pt x="14628" y="66813"/>
                  </a:cubicBezTo>
                  <a:cubicBezTo>
                    <a:pt x="12507" y="59813"/>
                    <a:pt x="10598" y="51824"/>
                    <a:pt x="9184" y="43340"/>
                  </a:cubicBezTo>
                  <a:lnTo>
                    <a:pt x="9184" y="43340"/>
                  </a:lnTo>
                  <a:cubicBezTo>
                    <a:pt x="8548" y="39098"/>
                    <a:pt x="8053" y="34926"/>
                    <a:pt x="7700" y="30614"/>
                  </a:cubicBezTo>
                  <a:cubicBezTo>
                    <a:pt x="6850" y="20362"/>
                    <a:pt x="7063" y="9969"/>
                    <a:pt x="8901" y="212"/>
                  </a:cubicBezTo>
                  <a:cubicBezTo>
                    <a:pt x="6497" y="142"/>
                    <a:pt x="4023" y="0"/>
                    <a:pt x="1619" y="0"/>
                  </a:cubicBezTo>
                  <a:cubicBezTo>
                    <a:pt x="-3259" y="27290"/>
                    <a:pt x="3740" y="58965"/>
                    <a:pt x="11305" y="79185"/>
                  </a:cubicBezTo>
                  <a:cubicBezTo>
                    <a:pt x="16749" y="93608"/>
                    <a:pt x="23537" y="106193"/>
                    <a:pt x="30182" y="118353"/>
                  </a:cubicBezTo>
                  <a:cubicBezTo>
                    <a:pt x="39797" y="136099"/>
                    <a:pt x="49766" y="154482"/>
                    <a:pt x="55493" y="179015"/>
                  </a:cubicBezTo>
                  <a:cubicBezTo>
                    <a:pt x="55847" y="180500"/>
                    <a:pt x="57190" y="181631"/>
                    <a:pt x="58745" y="181702"/>
                  </a:cubicBezTo>
                  <a:lnTo>
                    <a:pt x="58958" y="181702"/>
                  </a:lnTo>
                  <a:cubicBezTo>
                    <a:pt x="60442" y="181702"/>
                    <a:pt x="61785" y="180783"/>
                    <a:pt x="62281" y="179368"/>
                  </a:cubicBezTo>
                  <a:cubicBezTo>
                    <a:pt x="69633" y="158441"/>
                    <a:pt x="72249" y="141049"/>
                    <a:pt x="75077" y="122596"/>
                  </a:cubicBezTo>
                  <a:cubicBezTo>
                    <a:pt x="76138" y="115526"/>
                    <a:pt x="77198" y="108314"/>
                    <a:pt x="78612" y="100891"/>
                  </a:cubicBezTo>
                  <a:cubicBezTo>
                    <a:pt x="82784" y="78337"/>
                    <a:pt x="87097" y="48501"/>
                    <a:pt x="83491" y="1760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1" name="Google Shape;2381;p72"/>
            <p:cNvSpPr/>
            <p:nvPr/>
          </p:nvSpPr>
          <p:spPr>
            <a:xfrm>
              <a:off x="10257604" y="4712294"/>
              <a:ext cx="24180" cy="177671"/>
            </a:xfrm>
            <a:custGeom>
              <a:rect b="b" l="l" r="r" t="t"/>
              <a:pathLst>
                <a:path extrusionOk="0" h="177671" w="24180">
                  <a:moveTo>
                    <a:pt x="24109" y="173500"/>
                  </a:moveTo>
                  <a:cubicBezTo>
                    <a:pt x="24462" y="175409"/>
                    <a:pt x="23190" y="177318"/>
                    <a:pt x="21210" y="177601"/>
                  </a:cubicBezTo>
                  <a:cubicBezTo>
                    <a:pt x="20998" y="177672"/>
                    <a:pt x="20787" y="177672"/>
                    <a:pt x="20574" y="177672"/>
                  </a:cubicBezTo>
                  <a:cubicBezTo>
                    <a:pt x="18948" y="177672"/>
                    <a:pt x="17463" y="176470"/>
                    <a:pt x="17110" y="174773"/>
                  </a:cubicBezTo>
                  <a:cubicBezTo>
                    <a:pt x="15484" y="165723"/>
                    <a:pt x="14847" y="156320"/>
                    <a:pt x="14635" y="146917"/>
                  </a:cubicBezTo>
                  <a:cubicBezTo>
                    <a:pt x="14635" y="146846"/>
                    <a:pt x="14635" y="146705"/>
                    <a:pt x="14635" y="146563"/>
                  </a:cubicBezTo>
                  <a:cubicBezTo>
                    <a:pt x="14565" y="142887"/>
                    <a:pt x="14565" y="139210"/>
                    <a:pt x="14494" y="135534"/>
                  </a:cubicBezTo>
                  <a:cubicBezTo>
                    <a:pt x="14423" y="131999"/>
                    <a:pt x="14353" y="128464"/>
                    <a:pt x="14282" y="124999"/>
                  </a:cubicBezTo>
                  <a:lnTo>
                    <a:pt x="14282" y="123303"/>
                  </a:lnTo>
                  <a:cubicBezTo>
                    <a:pt x="13786" y="106829"/>
                    <a:pt x="13363" y="89861"/>
                    <a:pt x="11878" y="73317"/>
                  </a:cubicBezTo>
                  <a:cubicBezTo>
                    <a:pt x="11524" y="70348"/>
                    <a:pt x="11241" y="67308"/>
                    <a:pt x="10888" y="64338"/>
                  </a:cubicBezTo>
                  <a:cubicBezTo>
                    <a:pt x="10534" y="61298"/>
                    <a:pt x="10111" y="58258"/>
                    <a:pt x="9686" y="55288"/>
                  </a:cubicBezTo>
                  <a:cubicBezTo>
                    <a:pt x="8484" y="47299"/>
                    <a:pt x="7282" y="39239"/>
                    <a:pt x="5868" y="31179"/>
                  </a:cubicBezTo>
                  <a:cubicBezTo>
                    <a:pt x="5444" y="28492"/>
                    <a:pt x="5019" y="25735"/>
                    <a:pt x="4525" y="23049"/>
                  </a:cubicBezTo>
                  <a:cubicBezTo>
                    <a:pt x="3181" y="15342"/>
                    <a:pt x="1697" y="7636"/>
                    <a:pt x="0" y="0"/>
                  </a:cubicBezTo>
                  <a:cubicBezTo>
                    <a:pt x="2474" y="142"/>
                    <a:pt x="4949" y="212"/>
                    <a:pt x="7353" y="424"/>
                  </a:cubicBezTo>
                  <a:cubicBezTo>
                    <a:pt x="7565" y="1202"/>
                    <a:pt x="7706" y="1909"/>
                    <a:pt x="7848" y="2687"/>
                  </a:cubicBezTo>
                  <a:cubicBezTo>
                    <a:pt x="8343" y="5090"/>
                    <a:pt x="8838" y="7565"/>
                    <a:pt x="9332" y="10039"/>
                  </a:cubicBezTo>
                  <a:cubicBezTo>
                    <a:pt x="11524" y="21564"/>
                    <a:pt x="13433" y="33230"/>
                    <a:pt x="15201" y="44683"/>
                  </a:cubicBezTo>
                  <a:cubicBezTo>
                    <a:pt x="15625" y="47440"/>
                    <a:pt x="16049" y="50127"/>
                    <a:pt x="16473" y="52813"/>
                  </a:cubicBezTo>
                  <a:cubicBezTo>
                    <a:pt x="16544" y="53308"/>
                    <a:pt x="16615" y="53733"/>
                    <a:pt x="16685" y="54228"/>
                  </a:cubicBezTo>
                  <a:cubicBezTo>
                    <a:pt x="20008" y="76781"/>
                    <a:pt x="20645" y="100325"/>
                    <a:pt x="21281" y="123090"/>
                  </a:cubicBezTo>
                  <a:lnTo>
                    <a:pt x="21281" y="124787"/>
                  </a:lnTo>
                  <a:cubicBezTo>
                    <a:pt x="21423" y="128322"/>
                    <a:pt x="21493" y="131857"/>
                    <a:pt x="21564" y="135463"/>
                  </a:cubicBezTo>
                  <a:cubicBezTo>
                    <a:pt x="21635" y="143311"/>
                    <a:pt x="21776" y="151300"/>
                    <a:pt x="22413" y="159148"/>
                  </a:cubicBezTo>
                  <a:cubicBezTo>
                    <a:pt x="22413" y="159148"/>
                    <a:pt x="22413" y="159197"/>
                    <a:pt x="22413" y="159289"/>
                  </a:cubicBezTo>
                  <a:lnTo>
                    <a:pt x="22413" y="159502"/>
                  </a:lnTo>
                  <a:cubicBezTo>
                    <a:pt x="22766" y="164238"/>
                    <a:pt x="23332" y="168975"/>
                    <a:pt x="24180" y="17350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2" name="Google Shape;2382;p72"/>
            <p:cNvSpPr/>
            <p:nvPr/>
          </p:nvSpPr>
          <p:spPr>
            <a:xfrm>
              <a:off x="10221480" y="4711657"/>
              <a:ext cx="31527" cy="45178"/>
            </a:xfrm>
            <a:custGeom>
              <a:rect b="b" l="l" r="r" t="t"/>
              <a:pathLst>
                <a:path extrusionOk="0" h="45178" w="31527">
                  <a:moveTo>
                    <a:pt x="31528" y="424"/>
                  </a:moveTo>
                  <a:cubicBezTo>
                    <a:pt x="29902" y="2262"/>
                    <a:pt x="28417" y="4383"/>
                    <a:pt x="27144" y="6151"/>
                  </a:cubicBezTo>
                  <a:lnTo>
                    <a:pt x="26225" y="7424"/>
                  </a:lnTo>
                  <a:cubicBezTo>
                    <a:pt x="20428" y="15413"/>
                    <a:pt x="16186" y="23968"/>
                    <a:pt x="11732" y="33088"/>
                  </a:cubicBezTo>
                  <a:cubicBezTo>
                    <a:pt x="10246" y="36199"/>
                    <a:pt x="8691" y="39381"/>
                    <a:pt x="6994" y="42491"/>
                  </a:cubicBezTo>
                  <a:lnTo>
                    <a:pt x="6994" y="42491"/>
                  </a:lnTo>
                  <a:cubicBezTo>
                    <a:pt x="6994" y="42491"/>
                    <a:pt x="6782" y="43057"/>
                    <a:pt x="6641" y="43269"/>
                  </a:cubicBezTo>
                  <a:cubicBezTo>
                    <a:pt x="6005" y="44471"/>
                    <a:pt x="4802" y="45178"/>
                    <a:pt x="3530" y="45178"/>
                  </a:cubicBezTo>
                  <a:cubicBezTo>
                    <a:pt x="2965" y="45178"/>
                    <a:pt x="2399" y="45037"/>
                    <a:pt x="1904" y="44754"/>
                  </a:cubicBezTo>
                  <a:cubicBezTo>
                    <a:pt x="137" y="43835"/>
                    <a:pt x="-500" y="41714"/>
                    <a:pt x="419" y="40017"/>
                  </a:cubicBezTo>
                  <a:cubicBezTo>
                    <a:pt x="2116" y="36623"/>
                    <a:pt x="3813" y="33300"/>
                    <a:pt x="5439" y="29977"/>
                  </a:cubicBezTo>
                  <a:cubicBezTo>
                    <a:pt x="5439" y="29907"/>
                    <a:pt x="5510" y="29907"/>
                    <a:pt x="5510" y="29836"/>
                  </a:cubicBezTo>
                  <a:cubicBezTo>
                    <a:pt x="9893" y="20928"/>
                    <a:pt x="14348" y="11737"/>
                    <a:pt x="20499" y="3252"/>
                  </a:cubicBezTo>
                  <a:lnTo>
                    <a:pt x="21347" y="2051"/>
                  </a:lnTo>
                  <a:cubicBezTo>
                    <a:pt x="21841" y="1414"/>
                    <a:pt x="22337" y="707"/>
                    <a:pt x="22831" y="0"/>
                  </a:cubicBezTo>
                  <a:cubicBezTo>
                    <a:pt x="25730" y="142"/>
                    <a:pt x="28629" y="283"/>
                    <a:pt x="31528" y="4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3" name="Google Shape;2383;p72"/>
            <p:cNvSpPr/>
            <p:nvPr/>
          </p:nvSpPr>
          <p:spPr>
            <a:xfrm>
              <a:off x="10230544" y="4733669"/>
              <a:ext cx="38348" cy="56254"/>
            </a:xfrm>
            <a:custGeom>
              <a:rect b="b" l="l" r="r" t="t"/>
              <a:pathLst>
                <a:path extrusionOk="0" h="56254" w="38348">
                  <a:moveTo>
                    <a:pt x="3517" y="56254"/>
                  </a:moveTo>
                  <a:cubicBezTo>
                    <a:pt x="2951" y="56254"/>
                    <a:pt x="2385" y="56113"/>
                    <a:pt x="1891" y="55830"/>
                  </a:cubicBezTo>
                  <a:cubicBezTo>
                    <a:pt x="193" y="54911"/>
                    <a:pt x="-514" y="52790"/>
                    <a:pt x="405" y="51023"/>
                  </a:cubicBezTo>
                  <a:cubicBezTo>
                    <a:pt x="1325" y="49255"/>
                    <a:pt x="2031" y="47346"/>
                    <a:pt x="2809" y="45508"/>
                  </a:cubicBezTo>
                  <a:cubicBezTo>
                    <a:pt x="3658" y="43246"/>
                    <a:pt x="4576" y="40912"/>
                    <a:pt x="5779" y="38721"/>
                  </a:cubicBezTo>
                  <a:cubicBezTo>
                    <a:pt x="6839" y="36812"/>
                    <a:pt x="7900" y="34832"/>
                    <a:pt x="8961" y="32852"/>
                  </a:cubicBezTo>
                  <a:cubicBezTo>
                    <a:pt x="11364" y="28327"/>
                    <a:pt x="13839" y="23732"/>
                    <a:pt x="16667" y="19349"/>
                  </a:cubicBezTo>
                  <a:cubicBezTo>
                    <a:pt x="20909" y="12844"/>
                    <a:pt x="26141" y="5491"/>
                    <a:pt x="32716" y="683"/>
                  </a:cubicBezTo>
                  <a:cubicBezTo>
                    <a:pt x="34271" y="-448"/>
                    <a:pt x="36463" y="-165"/>
                    <a:pt x="37665" y="1461"/>
                  </a:cubicBezTo>
                  <a:cubicBezTo>
                    <a:pt x="38796" y="3017"/>
                    <a:pt x="38513" y="5279"/>
                    <a:pt x="36887" y="6410"/>
                  </a:cubicBezTo>
                  <a:cubicBezTo>
                    <a:pt x="31231" y="10582"/>
                    <a:pt x="26494" y="17298"/>
                    <a:pt x="22606" y="23237"/>
                  </a:cubicBezTo>
                  <a:cubicBezTo>
                    <a:pt x="19919" y="27338"/>
                    <a:pt x="17515" y="31862"/>
                    <a:pt x="15182" y="36175"/>
                  </a:cubicBezTo>
                  <a:cubicBezTo>
                    <a:pt x="14122" y="38155"/>
                    <a:pt x="13061" y="40135"/>
                    <a:pt x="12000" y="42114"/>
                  </a:cubicBezTo>
                  <a:cubicBezTo>
                    <a:pt x="11011" y="43952"/>
                    <a:pt x="10233" y="45932"/>
                    <a:pt x="9385" y="48053"/>
                  </a:cubicBezTo>
                  <a:cubicBezTo>
                    <a:pt x="8536" y="50174"/>
                    <a:pt x="7759" y="52366"/>
                    <a:pt x="6627" y="54345"/>
                  </a:cubicBezTo>
                  <a:cubicBezTo>
                    <a:pt x="5991" y="55547"/>
                    <a:pt x="4789" y="56254"/>
                    <a:pt x="3517" y="562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4" name="Google Shape;2384;p72"/>
            <p:cNvSpPr/>
            <p:nvPr/>
          </p:nvSpPr>
          <p:spPr>
            <a:xfrm>
              <a:off x="10244841" y="4776368"/>
              <a:ext cx="28510" cy="43815"/>
            </a:xfrm>
            <a:custGeom>
              <a:rect b="b" l="l" r="r" t="t"/>
              <a:pathLst>
                <a:path extrusionOk="0" h="43815" w="28510">
                  <a:moveTo>
                    <a:pt x="3571" y="43674"/>
                  </a:moveTo>
                  <a:cubicBezTo>
                    <a:pt x="3571" y="43674"/>
                    <a:pt x="3289" y="43674"/>
                    <a:pt x="3076" y="43674"/>
                  </a:cubicBezTo>
                  <a:cubicBezTo>
                    <a:pt x="1167" y="43392"/>
                    <a:pt x="-246" y="41624"/>
                    <a:pt x="36" y="39715"/>
                  </a:cubicBezTo>
                  <a:cubicBezTo>
                    <a:pt x="461" y="36675"/>
                    <a:pt x="1945" y="33776"/>
                    <a:pt x="3218" y="31160"/>
                  </a:cubicBezTo>
                  <a:lnTo>
                    <a:pt x="4986" y="27484"/>
                  </a:lnTo>
                  <a:cubicBezTo>
                    <a:pt x="6965" y="23242"/>
                    <a:pt x="9086" y="18929"/>
                    <a:pt x="11560" y="14828"/>
                  </a:cubicBezTo>
                  <a:cubicBezTo>
                    <a:pt x="13540" y="11576"/>
                    <a:pt x="15803" y="8748"/>
                    <a:pt x="18490" y="5566"/>
                  </a:cubicBezTo>
                  <a:cubicBezTo>
                    <a:pt x="18772" y="5213"/>
                    <a:pt x="19055" y="4860"/>
                    <a:pt x="19338" y="4435"/>
                  </a:cubicBezTo>
                  <a:cubicBezTo>
                    <a:pt x="20398" y="2951"/>
                    <a:pt x="21671" y="1325"/>
                    <a:pt x="23368" y="405"/>
                  </a:cubicBezTo>
                  <a:cubicBezTo>
                    <a:pt x="25064" y="-514"/>
                    <a:pt x="27257" y="193"/>
                    <a:pt x="28105" y="1890"/>
                  </a:cubicBezTo>
                  <a:cubicBezTo>
                    <a:pt x="29024" y="3658"/>
                    <a:pt x="28316" y="5779"/>
                    <a:pt x="26620" y="6627"/>
                  </a:cubicBezTo>
                  <a:cubicBezTo>
                    <a:pt x="26267" y="6839"/>
                    <a:pt x="25489" y="7900"/>
                    <a:pt x="24994" y="8607"/>
                  </a:cubicBezTo>
                  <a:cubicBezTo>
                    <a:pt x="24641" y="9101"/>
                    <a:pt x="24216" y="9596"/>
                    <a:pt x="23862" y="10091"/>
                  </a:cubicBezTo>
                  <a:cubicBezTo>
                    <a:pt x="21388" y="13061"/>
                    <a:pt x="19338" y="15677"/>
                    <a:pt x="17571" y="18576"/>
                  </a:cubicBezTo>
                  <a:cubicBezTo>
                    <a:pt x="15237" y="22323"/>
                    <a:pt x="13257" y="26494"/>
                    <a:pt x="11349" y="30595"/>
                  </a:cubicBezTo>
                  <a:lnTo>
                    <a:pt x="9440" y="34483"/>
                  </a:lnTo>
                  <a:cubicBezTo>
                    <a:pt x="8379" y="36534"/>
                    <a:pt x="7177" y="38938"/>
                    <a:pt x="6965" y="40776"/>
                  </a:cubicBezTo>
                  <a:cubicBezTo>
                    <a:pt x="6753" y="42543"/>
                    <a:pt x="5198" y="43816"/>
                    <a:pt x="3501" y="4381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5" name="Google Shape;2385;p72"/>
            <p:cNvSpPr/>
            <p:nvPr/>
          </p:nvSpPr>
          <p:spPr>
            <a:xfrm>
              <a:off x="10268475" y="4756890"/>
              <a:ext cx="33848" cy="19670"/>
            </a:xfrm>
            <a:custGeom>
              <a:rect b="b" l="l" r="r" t="t"/>
              <a:pathLst>
                <a:path extrusionOk="0" h="19670" w="33848">
                  <a:moveTo>
                    <a:pt x="30347" y="19671"/>
                  </a:moveTo>
                  <a:cubicBezTo>
                    <a:pt x="29569" y="19671"/>
                    <a:pt x="28791" y="19459"/>
                    <a:pt x="28155" y="18893"/>
                  </a:cubicBezTo>
                  <a:lnTo>
                    <a:pt x="27024" y="18045"/>
                  </a:lnTo>
                  <a:cubicBezTo>
                    <a:pt x="24479" y="16065"/>
                    <a:pt x="21863" y="14015"/>
                    <a:pt x="19247" y="12884"/>
                  </a:cubicBezTo>
                  <a:cubicBezTo>
                    <a:pt x="16702" y="11752"/>
                    <a:pt x="13874" y="10763"/>
                    <a:pt x="10126" y="9561"/>
                  </a:cubicBezTo>
                  <a:cubicBezTo>
                    <a:pt x="9419" y="9349"/>
                    <a:pt x="8713" y="9136"/>
                    <a:pt x="8006" y="8995"/>
                  </a:cubicBezTo>
                  <a:cubicBezTo>
                    <a:pt x="6026" y="8500"/>
                    <a:pt x="3763" y="7935"/>
                    <a:pt x="1572" y="6450"/>
                  </a:cubicBezTo>
                  <a:cubicBezTo>
                    <a:pt x="-54" y="5389"/>
                    <a:pt x="-479" y="3198"/>
                    <a:pt x="582" y="1571"/>
                  </a:cubicBezTo>
                  <a:cubicBezTo>
                    <a:pt x="1642" y="-55"/>
                    <a:pt x="3834" y="-479"/>
                    <a:pt x="5461" y="582"/>
                  </a:cubicBezTo>
                  <a:cubicBezTo>
                    <a:pt x="6591" y="1359"/>
                    <a:pt x="8076" y="1713"/>
                    <a:pt x="9702" y="2137"/>
                  </a:cubicBezTo>
                  <a:cubicBezTo>
                    <a:pt x="10551" y="2349"/>
                    <a:pt x="11470" y="2561"/>
                    <a:pt x="12318" y="2844"/>
                  </a:cubicBezTo>
                  <a:cubicBezTo>
                    <a:pt x="16277" y="4117"/>
                    <a:pt x="19318" y="5248"/>
                    <a:pt x="22075" y="6450"/>
                  </a:cubicBezTo>
                  <a:cubicBezTo>
                    <a:pt x="25539" y="7935"/>
                    <a:pt x="28508" y="10268"/>
                    <a:pt x="31407" y="12530"/>
                  </a:cubicBezTo>
                  <a:lnTo>
                    <a:pt x="32468" y="13379"/>
                  </a:lnTo>
                  <a:cubicBezTo>
                    <a:pt x="34023" y="14581"/>
                    <a:pt x="34306" y="16772"/>
                    <a:pt x="33104" y="18327"/>
                  </a:cubicBezTo>
                  <a:cubicBezTo>
                    <a:pt x="32397" y="19247"/>
                    <a:pt x="31337" y="19671"/>
                    <a:pt x="30347" y="196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6" name="Google Shape;2386;p72"/>
            <p:cNvSpPr/>
            <p:nvPr/>
          </p:nvSpPr>
          <p:spPr>
            <a:xfrm>
              <a:off x="10260351" y="4714829"/>
              <a:ext cx="42467" cy="19594"/>
            </a:xfrm>
            <a:custGeom>
              <a:rect b="b" l="l" r="r" t="t"/>
              <a:pathLst>
                <a:path extrusionOk="0" h="19594" w="42467">
                  <a:moveTo>
                    <a:pt x="38966" y="19594"/>
                  </a:moveTo>
                  <a:cubicBezTo>
                    <a:pt x="38188" y="19594"/>
                    <a:pt x="37482" y="19382"/>
                    <a:pt x="36774" y="18887"/>
                  </a:cubicBezTo>
                  <a:cubicBezTo>
                    <a:pt x="33876" y="16624"/>
                    <a:pt x="30977" y="15140"/>
                    <a:pt x="26735" y="13726"/>
                  </a:cubicBezTo>
                  <a:cubicBezTo>
                    <a:pt x="25038" y="13160"/>
                    <a:pt x="23411" y="12595"/>
                    <a:pt x="21785" y="11958"/>
                  </a:cubicBezTo>
                  <a:cubicBezTo>
                    <a:pt x="15564" y="9696"/>
                    <a:pt x="9625" y="7575"/>
                    <a:pt x="3262" y="7080"/>
                  </a:cubicBezTo>
                  <a:cubicBezTo>
                    <a:pt x="1282" y="6938"/>
                    <a:pt x="-132" y="5242"/>
                    <a:pt x="10" y="3262"/>
                  </a:cubicBezTo>
                  <a:cubicBezTo>
                    <a:pt x="151" y="1282"/>
                    <a:pt x="1919" y="-132"/>
                    <a:pt x="3828" y="10"/>
                  </a:cubicBezTo>
                  <a:cubicBezTo>
                    <a:pt x="11109" y="575"/>
                    <a:pt x="17756" y="2979"/>
                    <a:pt x="24119" y="5312"/>
                  </a:cubicBezTo>
                  <a:cubicBezTo>
                    <a:pt x="25745" y="5878"/>
                    <a:pt x="27300" y="6444"/>
                    <a:pt x="28926" y="7009"/>
                  </a:cubicBezTo>
                  <a:cubicBezTo>
                    <a:pt x="34017" y="8706"/>
                    <a:pt x="37552" y="10544"/>
                    <a:pt x="41087" y="13302"/>
                  </a:cubicBezTo>
                  <a:cubicBezTo>
                    <a:pt x="42643" y="14503"/>
                    <a:pt x="42925" y="16695"/>
                    <a:pt x="41724" y="18251"/>
                  </a:cubicBezTo>
                  <a:cubicBezTo>
                    <a:pt x="41017" y="19170"/>
                    <a:pt x="39956" y="19594"/>
                    <a:pt x="38895" y="1959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7" name="Google Shape;2387;p72"/>
            <p:cNvSpPr/>
            <p:nvPr/>
          </p:nvSpPr>
          <p:spPr>
            <a:xfrm>
              <a:off x="10471013" y="4719293"/>
              <a:ext cx="102482" cy="122807"/>
            </a:xfrm>
            <a:custGeom>
              <a:rect b="b" l="l" r="r" t="t"/>
              <a:pathLst>
                <a:path extrusionOk="0" h="122807" w="102482">
                  <a:moveTo>
                    <a:pt x="94705" y="4030"/>
                  </a:moveTo>
                  <a:cubicBezTo>
                    <a:pt x="90463" y="12373"/>
                    <a:pt x="85727" y="20220"/>
                    <a:pt x="80706" y="27432"/>
                  </a:cubicBezTo>
                  <a:cubicBezTo>
                    <a:pt x="79080" y="29836"/>
                    <a:pt x="77454" y="32169"/>
                    <a:pt x="75758" y="34361"/>
                  </a:cubicBezTo>
                  <a:cubicBezTo>
                    <a:pt x="68334" y="44471"/>
                    <a:pt x="60698" y="53379"/>
                    <a:pt x="53841" y="61015"/>
                  </a:cubicBezTo>
                  <a:cubicBezTo>
                    <a:pt x="48891" y="66459"/>
                    <a:pt x="44295" y="71903"/>
                    <a:pt x="39771" y="77276"/>
                  </a:cubicBezTo>
                  <a:cubicBezTo>
                    <a:pt x="31570" y="87174"/>
                    <a:pt x="23580" y="96577"/>
                    <a:pt x="13611" y="105910"/>
                  </a:cubicBezTo>
                  <a:cubicBezTo>
                    <a:pt x="12480" y="107041"/>
                    <a:pt x="11278" y="108172"/>
                    <a:pt x="10076" y="109233"/>
                  </a:cubicBezTo>
                  <a:cubicBezTo>
                    <a:pt x="11631" y="102870"/>
                    <a:pt x="12763" y="96861"/>
                    <a:pt x="13611" y="90851"/>
                  </a:cubicBezTo>
                  <a:lnTo>
                    <a:pt x="13611" y="90851"/>
                  </a:lnTo>
                  <a:cubicBezTo>
                    <a:pt x="15591" y="77488"/>
                    <a:pt x="16086" y="64974"/>
                    <a:pt x="16581" y="52672"/>
                  </a:cubicBezTo>
                  <a:cubicBezTo>
                    <a:pt x="16722" y="49703"/>
                    <a:pt x="16863" y="46733"/>
                    <a:pt x="17005" y="43835"/>
                  </a:cubicBezTo>
                  <a:lnTo>
                    <a:pt x="17005" y="43835"/>
                  </a:lnTo>
                  <a:cubicBezTo>
                    <a:pt x="17146" y="40582"/>
                    <a:pt x="17288" y="37542"/>
                    <a:pt x="17500" y="34431"/>
                  </a:cubicBezTo>
                  <a:cubicBezTo>
                    <a:pt x="18065" y="26442"/>
                    <a:pt x="18914" y="18382"/>
                    <a:pt x="20328" y="10039"/>
                  </a:cubicBezTo>
                  <a:cubicBezTo>
                    <a:pt x="20328" y="10039"/>
                    <a:pt x="20328" y="9828"/>
                    <a:pt x="20328" y="9757"/>
                  </a:cubicBezTo>
                  <a:cubicBezTo>
                    <a:pt x="20681" y="7707"/>
                    <a:pt x="21106" y="5585"/>
                    <a:pt x="21671" y="3323"/>
                  </a:cubicBezTo>
                  <a:cubicBezTo>
                    <a:pt x="21884" y="2262"/>
                    <a:pt x="22096" y="1131"/>
                    <a:pt x="22378" y="0"/>
                  </a:cubicBezTo>
                  <a:cubicBezTo>
                    <a:pt x="21954" y="283"/>
                    <a:pt x="21600" y="566"/>
                    <a:pt x="21247" y="848"/>
                  </a:cubicBezTo>
                  <a:cubicBezTo>
                    <a:pt x="20116" y="1697"/>
                    <a:pt x="18985" y="2545"/>
                    <a:pt x="17782" y="3252"/>
                  </a:cubicBezTo>
                  <a:lnTo>
                    <a:pt x="14460" y="3252"/>
                  </a:lnTo>
                  <a:cubicBezTo>
                    <a:pt x="14036" y="5090"/>
                    <a:pt x="13682" y="6787"/>
                    <a:pt x="13399" y="8484"/>
                  </a:cubicBezTo>
                  <a:cubicBezTo>
                    <a:pt x="10642" y="23755"/>
                    <a:pt x="10005" y="38320"/>
                    <a:pt x="9440" y="52389"/>
                  </a:cubicBezTo>
                  <a:cubicBezTo>
                    <a:pt x="8592" y="72964"/>
                    <a:pt x="7743" y="94245"/>
                    <a:pt x="178" y="118212"/>
                  </a:cubicBezTo>
                  <a:cubicBezTo>
                    <a:pt x="-317" y="119697"/>
                    <a:pt x="249" y="121323"/>
                    <a:pt x="1522" y="122172"/>
                  </a:cubicBezTo>
                  <a:cubicBezTo>
                    <a:pt x="2158" y="122596"/>
                    <a:pt x="2864" y="122808"/>
                    <a:pt x="3501" y="122808"/>
                  </a:cubicBezTo>
                  <a:cubicBezTo>
                    <a:pt x="4279" y="122808"/>
                    <a:pt x="5057" y="122525"/>
                    <a:pt x="5693" y="122030"/>
                  </a:cubicBezTo>
                  <a:cubicBezTo>
                    <a:pt x="22520" y="108809"/>
                    <a:pt x="33973" y="95093"/>
                    <a:pt x="45144" y="81872"/>
                  </a:cubicBezTo>
                  <a:cubicBezTo>
                    <a:pt x="49598" y="76499"/>
                    <a:pt x="54123" y="71125"/>
                    <a:pt x="59002" y="65752"/>
                  </a:cubicBezTo>
                  <a:cubicBezTo>
                    <a:pt x="72859" y="50339"/>
                    <a:pt x="90181" y="29624"/>
                    <a:pt x="102483" y="4101"/>
                  </a:cubicBezTo>
                  <a:cubicBezTo>
                    <a:pt x="99867" y="4101"/>
                    <a:pt x="97251" y="4030"/>
                    <a:pt x="94634" y="403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8" name="Google Shape;2388;p72"/>
            <p:cNvSpPr/>
            <p:nvPr/>
          </p:nvSpPr>
          <p:spPr>
            <a:xfrm>
              <a:off x="10472404" y="4723041"/>
              <a:ext cx="64680" cy="116797"/>
            </a:xfrm>
            <a:custGeom>
              <a:rect b="b" l="l" r="r" t="t"/>
              <a:pathLst>
                <a:path extrusionOk="0" h="116797" w="64680">
                  <a:moveTo>
                    <a:pt x="57115" y="0"/>
                  </a:moveTo>
                  <a:cubicBezTo>
                    <a:pt x="59660" y="0"/>
                    <a:pt x="62206" y="0"/>
                    <a:pt x="64681" y="70"/>
                  </a:cubicBezTo>
                  <a:cubicBezTo>
                    <a:pt x="64539" y="495"/>
                    <a:pt x="64327" y="848"/>
                    <a:pt x="64185" y="1273"/>
                  </a:cubicBezTo>
                  <a:cubicBezTo>
                    <a:pt x="63125" y="3888"/>
                    <a:pt x="62065" y="6504"/>
                    <a:pt x="61004" y="9120"/>
                  </a:cubicBezTo>
                  <a:cubicBezTo>
                    <a:pt x="60863" y="9403"/>
                    <a:pt x="60792" y="9756"/>
                    <a:pt x="60650" y="10039"/>
                  </a:cubicBezTo>
                  <a:cubicBezTo>
                    <a:pt x="52096" y="30967"/>
                    <a:pt x="40784" y="51117"/>
                    <a:pt x="29825" y="70630"/>
                  </a:cubicBezTo>
                  <a:lnTo>
                    <a:pt x="29047" y="71974"/>
                  </a:lnTo>
                  <a:cubicBezTo>
                    <a:pt x="27350" y="75014"/>
                    <a:pt x="25583" y="78054"/>
                    <a:pt x="23815" y="81094"/>
                  </a:cubicBezTo>
                  <a:cubicBezTo>
                    <a:pt x="19786" y="88022"/>
                    <a:pt x="15755" y="95022"/>
                    <a:pt x="12220" y="102163"/>
                  </a:cubicBezTo>
                  <a:cubicBezTo>
                    <a:pt x="10240" y="106263"/>
                    <a:pt x="8402" y="110364"/>
                    <a:pt x="6847" y="114535"/>
                  </a:cubicBezTo>
                  <a:cubicBezTo>
                    <a:pt x="6352" y="115949"/>
                    <a:pt x="5009" y="116798"/>
                    <a:pt x="3524" y="116798"/>
                  </a:cubicBezTo>
                  <a:cubicBezTo>
                    <a:pt x="3099" y="116798"/>
                    <a:pt x="2746" y="116798"/>
                    <a:pt x="2322" y="116586"/>
                  </a:cubicBezTo>
                  <a:cubicBezTo>
                    <a:pt x="484" y="115949"/>
                    <a:pt x="-436" y="113899"/>
                    <a:pt x="201" y="112061"/>
                  </a:cubicBezTo>
                  <a:cubicBezTo>
                    <a:pt x="3383" y="103506"/>
                    <a:pt x="7695" y="95163"/>
                    <a:pt x="12220" y="87103"/>
                  </a:cubicBezTo>
                  <a:lnTo>
                    <a:pt x="12220" y="87103"/>
                  </a:lnTo>
                  <a:cubicBezTo>
                    <a:pt x="14058" y="83851"/>
                    <a:pt x="15897" y="80670"/>
                    <a:pt x="17664" y="77559"/>
                  </a:cubicBezTo>
                  <a:cubicBezTo>
                    <a:pt x="19432" y="74519"/>
                    <a:pt x="21199" y="71549"/>
                    <a:pt x="22896" y="68509"/>
                  </a:cubicBezTo>
                  <a:lnTo>
                    <a:pt x="23603" y="67166"/>
                  </a:lnTo>
                  <a:cubicBezTo>
                    <a:pt x="31663" y="52884"/>
                    <a:pt x="39865" y="38249"/>
                    <a:pt x="47076" y="23331"/>
                  </a:cubicBezTo>
                  <a:cubicBezTo>
                    <a:pt x="48278" y="20645"/>
                    <a:pt x="49480" y="18029"/>
                    <a:pt x="50682" y="15413"/>
                  </a:cubicBezTo>
                  <a:cubicBezTo>
                    <a:pt x="51813" y="12726"/>
                    <a:pt x="53015" y="10039"/>
                    <a:pt x="54076" y="7353"/>
                  </a:cubicBezTo>
                  <a:cubicBezTo>
                    <a:pt x="55065" y="4878"/>
                    <a:pt x="56055" y="2474"/>
                    <a:pt x="57044" y="0"/>
                  </a:cubicBezTo>
                  <a:lnTo>
                    <a:pt x="5711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9" name="Google Shape;2389;p72"/>
            <p:cNvSpPr/>
            <p:nvPr/>
          </p:nvSpPr>
          <p:spPr>
            <a:xfrm>
              <a:off x="10485781" y="4719293"/>
              <a:ext cx="15175" cy="10675"/>
            </a:xfrm>
            <a:custGeom>
              <a:rect b="b" l="l" r="r" t="t"/>
              <a:pathLst>
                <a:path extrusionOk="0" h="10675" w="15175">
                  <a:moveTo>
                    <a:pt x="15176" y="3394"/>
                  </a:moveTo>
                  <a:cubicBezTo>
                    <a:pt x="13690" y="4313"/>
                    <a:pt x="12277" y="5373"/>
                    <a:pt x="10721" y="6504"/>
                  </a:cubicBezTo>
                  <a:cubicBezTo>
                    <a:pt x="9095" y="7777"/>
                    <a:pt x="7398" y="8979"/>
                    <a:pt x="5560" y="10039"/>
                  </a:cubicBezTo>
                  <a:cubicBezTo>
                    <a:pt x="5419" y="10110"/>
                    <a:pt x="5348" y="10181"/>
                    <a:pt x="5206" y="10252"/>
                  </a:cubicBezTo>
                  <a:cubicBezTo>
                    <a:pt x="4712" y="10534"/>
                    <a:pt x="4075" y="10676"/>
                    <a:pt x="3510" y="10676"/>
                  </a:cubicBezTo>
                  <a:cubicBezTo>
                    <a:pt x="2307" y="10676"/>
                    <a:pt x="1106" y="10039"/>
                    <a:pt x="469" y="8838"/>
                  </a:cubicBezTo>
                  <a:cubicBezTo>
                    <a:pt x="-521" y="7141"/>
                    <a:pt x="116" y="5020"/>
                    <a:pt x="1813" y="4030"/>
                  </a:cubicBezTo>
                  <a:cubicBezTo>
                    <a:pt x="2237" y="3818"/>
                    <a:pt x="2661" y="3535"/>
                    <a:pt x="3085" y="3252"/>
                  </a:cubicBezTo>
                  <a:cubicBezTo>
                    <a:pt x="4287" y="2545"/>
                    <a:pt x="5419" y="1697"/>
                    <a:pt x="6549" y="848"/>
                  </a:cubicBezTo>
                  <a:cubicBezTo>
                    <a:pt x="6903" y="566"/>
                    <a:pt x="7257" y="283"/>
                    <a:pt x="7681" y="0"/>
                  </a:cubicBezTo>
                  <a:cubicBezTo>
                    <a:pt x="7398" y="1131"/>
                    <a:pt x="7186" y="2262"/>
                    <a:pt x="6974" y="3323"/>
                  </a:cubicBezTo>
                  <a:cubicBezTo>
                    <a:pt x="9731" y="3394"/>
                    <a:pt x="12418" y="3394"/>
                    <a:pt x="15176" y="339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0" name="Google Shape;2390;p72"/>
            <p:cNvSpPr/>
            <p:nvPr/>
          </p:nvSpPr>
          <p:spPr>
            <a:xfrm>
              <a:off x="10482616" y="4738530"/>
              <a:ext cx="43546" cy="25163"/>
            </a:xfrm>
            <a:custGeom>
              <a:rect b="b" l="l" r="r" t="t"/>
              <a:pathLst>
                <a:path extrusionOk="0" h="25163" w="43546">
                  <a:moveTo>
                    <a:pt x="3564" y="25164"/>
                  </a:moveTo>
                  <a:cubicBezTo>
                    <a:pt x="2786" y="25164"/>
                    <a:pt x="2009" y="24880"/>
                    <a:pt x="1302" y="24386"/>
                  </a:cubicBezTo>
                  <a:cubicBezTo>
                    <a:pt x="-183" y="23184"/>
                    <a:pt x="-466" y="20921"/>
                    <a:pt x="807" y="19436"/>
                  </a:cubicBezTo>
                  <a:cubicBezTo>
                    <a:pt x="2715" y="17104"/>
                    <a:pt x="5614" y="15407"/>
                    <a:pt x="7877" y="14063"/>
                  </a:cubicBezTo>
                  <a:lnTo>
                    <a:pt x="11200" y="12013"/>
                  </a:lnTo>
                  <a:cubicBezTo>
                    <a:pt x="15017" y="9609"/>
                    <a:pt x="18977" y="7205"/>
                    <a:pt x="23148" y="5226"/>
                  </a:cubicBezTo>
                  <a:cubicBezTo>
                    <a:pt x="26471" y="3670"/>
                    <a:pt x="29794" y="2610"/>
                    <a:pt x="33683" y="1478"/>
                  </a:cubicBezTo>
                  <a:cubicBezTo>
                    <a:pt x="34107" y="1337"/>
                    <a:pt x="34531" y="1196"/>
                    <a:pt x="34956" y="1054"/>
                  </a:cubicBezTo>
                  <a:cubicBezTo>
                    <a:pt x="36652" y="489"/>
                    <a:pt x="38491" y="-218"/>
                    <a:pt x="40470" y="64"/>
                  </a:cubicBezTo>
                  <a:cubicBezTo>
                    <a:pt x="42379" y="347"/>
                    <a:pt x="43793" y="2115"/>
                    <a:pt x="43510" y="4024"/>
                  </a:cubicBezTo>
                  <a:cubicBezTo>
                    <a:pt x="43228" y="5933"/>
                    <a:pt x="41390" y="7347"/>
                    <a:pt x="39551" y="7064"/>
                  </a:cubicBezTo>
                  <a:cubicBezTo>
                    <a:pt x="39197" y="7064"/>
                    <a:pt x="38066" y="7488"/>
                    <a:pt x="37359" y="7700"/>
                  </a:cubicBezTo>
                  <a:cubicBezTo>
                    <a:pt x="36794" y="7912"/>
                    <a:pt x="36158" y="8124"/>
                    <a:pt x="35662" y="8266"/>
                  </a:cubicBezTo>
                  <a:cubicBezTo>
                    <a:pt x="32057" y="9326"/>
                    <a:pt x="29088" y="10245"/>
                    <a:pt x="26118" y="11659"/>
                  </a:cubicBezTo>
                  <a:cubicBezTo>
                    <a:pt x="22300" y="13427"/>
                    <a:pt x="18482" y="15760"/>
                    <a:pt x="14877" y="18023"/>
                  </a:cubicBezTo>
                  <a:lnTo>
                    <a:pt x="11412" y="20144"/>
                  </a:lnTo>
                  <a:cubicBezTo>
                    <a:pt x="9503" y="21275"/>
                    <a:pt x="7311" y="22547"/>
                    <a:pt x="6250" y="23891"/>
                  </a:cubicBezTo>
                  <a:cubicBezTo>
                    <a:pt x="5544" y="24739"/>
                    <a:pt x="4554" y="25164"/>
                    <a:pt x="3493" y="2516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1" name="Google Shape;2391;p72"/>
            <p:cNvSpPr/>
            <p:nvPr/>
          </p:nvSpPr>
          <p:spPr>
            <a:xfrm>
              <a:off x="10530634" y="4723306"/>
              <a:ext cx="23266" cy="33529"/>
            </a:xfrm>
            <a:custGeom>
              <a:rect b="b" l="l" r="r" t="t"/>
              <a:pathLst>
                <a:path extrusionOk="0" h="33529" w="23266">
                  <a:moveTo>
                    <a:pt x="19672" y="33529"/>
                  </a:moveTo>
                  <a:cubicBezTo>
                    <a:pt x="18187" y="33529"/>
                    <a:pt x="16844" y="32610"/>
                    <a:pt x="16349" y="31196"/>
                  </a:cubicBezTo>
                  <a:lnTo>
                    <a:pt x="15854" y="29853"/>
                  </a:lnTo>
                  <a:cubicBezTo>
                    <a:pt x="14722" y="26672"/>
                    <a:pt x="13521" y="23348"/>
                    <a:pt x="11895" y="20803"/>
                  </a:cubicBezTo>
                  <a:cubicBezTo>
                    <a:pt x="10268" y="18329"/>
                    <a:pt x="8360" y="15713"/>
                    <a:pt x="5885" y="12602"/>
                  </a:cubicBezTo>
                  <a:cubicBezTo>
                    <a:pt x="5390" y="11966"/>
                    <a:pt x="4825" y="11400"/>
                    <a:pt x="4329" y="10764"/>
                  </a:cubicBezTo>
                  <a:cubicBezTo>
                    <a:pt x="2916" y="9208"/>
                    <a:pt x="1361" y="7441"/>
                    <a:pt x="300" y="4966"/>
                  </a:cubicBezTo>
                  <a:cubicBezTo>
                    <a:pt x="-478" y="3199"/>
                    <a:pt x="300" y="1077"/>
                    <a:pt x="2138" y="300"/>
                  </a:cubicBezTo>
                  <a:cubicBezTo>
                    <a:pt x="3906" y="-478"/>
                    <a:pt x="6026" y="300"/>
                    <a:pt x="6804" y="2138"/>
                  </a:cubicBezTo>
                  <a:cubicBezTo>
                    <a:pt x="7441" y="3552"/>
                    <a:pt x="8431" y="4683"/>
                    <a:pt x="9632" y="6027"/>
                  </a:cubicBezTo>
                  <a:cubicBezTo>
                    <a:pt x="10268" y="6734"/>
                    <a:pt x="10905" y="7441"/>
                    <a:pt x="11470" y="8148"/>
                  </a:cubicBezTo>
                  <a:cubicBezTo>
                    <a:pt x="14086" y="11471"/>
                    <a:pt x="16137" y="14228"/>
                    <a:pt x="17834" y="16844"/>
                  </a:cubicBezTo>
                  <a:cubicBezTo>
                    <a:pt x="19955" y="20096"/>
                    <a:pt x="21298" y="23843"/>
                    <a:pt x="22571" y="27378"/>
                  </a:cubicBezTo>
                  <a:lnTo>
                    <a:pt x="23065" y="28651"/>
                  </a:lnTo>
                  <a:cubicBezTo>
                    <a:pt x="23701" y="30489"/>
                    <a:pt x="22782" y="32539"/>
                    <a:pt x="20944" y="33176"/>
                  </a:cubicBezTo>
                  <a:cubicBezTo>
                    <a:pt x="20520" y="33318"/>
                    <a:pt x="20166" y="33388"/>
                    <a:pt x="19743" y="3338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2" name="Google Shape;2392;p72"/>
            <p:cNvSpPr/>
            <p:nvPr/>
          </p:nvSpPr>
          <p:spPr>
            <a:xfrm>
              <a:off x="10674094" y="4724808"/>
              <a:ext cx="74789" cy="133129"/>
            </a:xfrm>
            <a:custGeom>
              <a:rect b="b" l="l" r="r" t="t"/>
              <a:pathLst>
                <a:path extrusionOk="0" h="133129" w="74789">
                  <a:moveTo>
                    <a:pt x="58762" y="28492"/>
                  </a:moveTo>
                  <a:cubicBezTo>
                    <a:pt x="53248" y="17958"/>
                    <a:pt x="46814" y="9050"/>
                    <a:pt x="40663" y="424"/>
                  </a:cubicBezTo>
                  <a:cubicBezTo>
                    <a:pt x="37764" y="424"/>
                    <a:pt x="34794" y="424"/>
                    <a:pt x="31896" y="353"/>
                  </a:cubicBezTo>
                  <a:cubicBezTo>
                    <a:pt x="32532" y="1202"/>
                    <a:pt x="33097" y="2050"/>
                    <a:pt x="33734" y="2899"/>
                  </a:cubicBezTo>
                  <a:cubicBezTo>
                    <a:pt x="35077" y="4737"/>
                    <a:pt x="36421" y="6575"/>
                    <a:pt x="37693" y="8413"/>
                  </a:cubicBezTo>
                  <a:cubicBezTo>
                    <a:pt x="39531" y="10959"/>
                    <a:pt x="41299" y="13504"/>
                    <a:pt x="43066" y="16120"/>
                  </a:cubicBezTo>
                  <a:cubicBezTo>
                    <a:pt x="46318" y="20927"/>
                    <a:pt x="49359" y="25876"/>
                    <a:pt x="52258" y="31321"/>
                  </a:cubicBezTo>
                  <a:cubicBezTo>
                    <a:pt x="52328" y="31462"/>
                    <a:pt x="52398" y="31603"/>
                    <a:pt x="52469" y="31745"/>
                  </a:cubicBezTo>
                  <a:cubicBezTo>
                    <a:pt x="53884" y="34502"/>
                    <a:pt x="55439" y="37613"/>
                    <a:pt x="56923" y="41077"/>
                  </a:cubicBezTo>
                  <a:lnTo>
                    <a:pt x="56923" y="41077"/>
                  </a:lnTo>
                  <a:cubicBezTo>
                    <a:pt x="59045" y="46026"/>
                    <a:pt x="61095" y="51612"/>
                    <a:pt x="62792" y="57480"/>
                  </a:cubicBezTo>
                  <a:cubicBezTo>
                    <a:pt x="63993" y="61651"/>
                    <a:pt x="65054" y="65893"/>
                    <a:pt x="65832" y="70276"/>
                  </a:cubicBezTo>
                  <a:cubicBezTo>
                    <a:pt x="69367" y="89083"/>
                    <a:pt x="68306" y="109092"/>
                    <a:pt x="55580" y="122030"/>
                  </a:cubicBezTo>
                  <a:cubicBezTo>
                    <a:pt x="55156" y="122525"/>
                    <a:pt x="54661" y="123020"/>
                    <a:pt x="54166" y="123444"/>
                  </a:cubicBezTo>
                  <a:cubicBezTo>
                    <a:pt x="52823" y="124716"/>
                    <a:pt x="51339" y="125706"/>
                    <a:pt x="49642" y="125989"/>
                  </a:cubicBezTo>
                  <a:lnTo>
                    <a:pt x="49571" y="125989"/>
                  </a:lnTo>
                  <a:cubicBezTo>
                    <a:pt x="49571" y="125989"/>
                    <a:pt x="48793" y="126130"/>
                    <a:pt x="48369" y="126130"/>
                  </a:cubicBezTo>
                  <a:cubicBezTo>
                    <a:pt x="48086" y="126130"/>
                    <a:pt x="47804" y="126130"/>
                    <a:pt x="47520" y="126060"/>
                  </a:cubicBezTo>
                  <a:cubicBezTo>
                    <a:pt x="39814" y="125848"/>
                    <a:pt x="31754" y="120616"/>
                    <a:pt x="28643" y="118353"/>
                  </a:cubicBezTo>
                  <a:cubicBezTo>
                    <a:pt x="19098" y="111495"/>
                    <a:pt x="16341" y="103011"/>
                    <a:pt x="13231" y="90709"/>
                  </a:cubicBezTo>
                  <a:cubicBezTo>
                    <a:pt x="12948" y="89507"/>
                    <a:pt x="12595" y="88235"/>
                    <a:pt x="12311" y="86962"/>
                  </a:cubicBezTo>
                  <a:lnTo>
                    <a:pt x="12028" y="85548"/>
                  </a:lnTo>
                  <a:cubicBezTo>
                    <a:pt x="11745" y="84487"/>
                    <a:pt x="11534" y="83427"/>
                    <a:pt x="11322" y="82366"/>
                  </a:cubicBezTo>
                  <a:cubicBezTo>
                    <a:pt x="9342" y="73600"/>
                    <a:pt x="8210" y="64833"/>
                    <a:pt x="7645" y="56349"/>
                  </a:cubicBezTo>
                  <a:cubicBezTo>
                    <a:pt x="7433" y="53520"/>
                    <a:pt x="7292" y="50763"/>
                    <a:pt x="7221" y="48006"/>
                  </a:cubicBezTo>
                  <a:cubicBezTo>
                    <a:pt x="6867" y="37542"/>
                    <a:pt x="7292" y="27785"/>
                    <a:pt x="7786" y="19301"/>
                  </a:cubicBezTo>
                  <a:cubicBezTo>
                    <a:pt x="8140" y="13009"/>
                    <a:pt x="8352" y="6999"/>
                    <a:pt x="8493" y="989"/>
                  </a:cubicBezTo>
                  <a:lnTo>
                    <a:pt x="8493" y="70"/>
                  </a:lnTo>
                  <a:cubicBezTo>
                    <a:pt x="6160" y="70"/>
                    <a:pt x="3827" y="70"/>
                    <a:pt x="1423" y="0"/>
                  </a:cubicBezTo>
                  <a:lnTo>
                    <a:pt x="1423" y="848"/>
                  </a:lnTo>
                  <a:cubicBezTo>
                    <a:pt x="1282" y="6716"/>
                    <a:pt x="1070" y="12655"/>
                    <a:pt x="716" y="18877"/>
                  </a:cubicBezTo>
                  <a:cubicBezTo>
                    <a:pt x="-415" y="37683"/>
                    <a:pt x="-980" y="62499"/>
                    <a:pt x="5171" y="87245"/>
                  </a:cubicBezTo>
                  <a:lnTo>
                    <a:pt x="5454" y="88588"/>
                  </a:lnTo>
                  <a:cubicBezTo>
                    <a:pt x="9059" y="103365"/>
                    <a:pt x="11958" y="114960"/>
                    <a:pt x="24472" y="124080"/>
                  </a:cubicBezTo>
                  <a:cubicBezTo>
                    <a:pt x="28997" y="127332"/>
                    <a:pt x="37976" y="132918"/>
                    <a:pt x="47308" y="133130"/>
                  </a:cubicBezTo>
                  <a:lnTo>
                    <a:pt x="47804" y="133130"/>
                  </a:lnTo>
                  <a:cubicBezTo>
                    <a:pt x="49359" y="133130"/>
                    <a:pt x="50843" y="132918"/>
                    <a:pt x="52328" y="132494"/>
                  </a:cubicBezTo>
                  <a:cubicBezTo>
                    <a:pt x="54591" y="131786"/>
                    <a:pt x="56712" y="130655"/>
                    <a:pt x="58550" y="129029"/>
                  </a:cubicBezTo>
                  <a:cubicBezTo>
                    <a:pt x="58691" y="128959"/>
                    <a:pt x="58832" y="128817"/>
                    <a:pt x="58974" y="128676"/>
                  </a:cubicBezTo>
                  <a:cubicBezTo>
                    <a:pt x="86901" y="102941"/>
                    <a:pt x="71983" y="53591"/>
                    <a:pt x="58762" y="284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3" name="Google Shape;2393;p72"/>
            <p:cNvSpPr/>
            <p:nvPr/>
          </p:nvSpPr>
          <p:spPr>
            <a:xfrm>
              <a:off x="10688315" y="4724949"/>
              <a:ext cx="57454" cy="173359"/>
            </a:xfrm>
            <a:custGeom>
              <a:rect b="b" l="l" r="r" t="t"/>
              <a:pathLst>
                <a:path extrusionOk="0" h="173359" w="57454">
                  <a:moveTo>
                    <a:pt x="54793" y="173288"/>
                  </a:moveTo>
                  <a:cubicBezTo>
                    <a:pt x="54793" y="173288"/>
                    <a:pt x="54227" y="173359"/>
                    <a:pt x="53874" y="173359"/>
                  </a:cubicBezTo>
                  <a:cubicBezTo>
                    <a:pt x="52318" y="173359"/>
                    <a:pt x="50904" y="172369"/>
                    <a:pt x="50481" y="170743"/>
                  </a:cubicBezTo>
                  <a:cubicBezTo>
                    <a:pt x="47511" y="159643"/>
                    <a:pt x="43551" y="145856"/>
                    <a:pt x="38108" y="132353"/>
                  </a:cubicBezTo>
                  <a:cubicBezTo>
                    <a:pt x="37260" y="130161"/>
                    <a:pt x="36410" y="127969"/>
                    <a:pt x="35421" y="125848"/>
                  </a:cubicBezTo>
                  <a:lnTo>
                    <a:pt x="35351" y="125848"/>
                  </a:lnTo>
                  <a:cubicBezTo>
                    <a:pt x="34997" y="124929"/>
                    <a:pt x="34643" y="124080"/>
                    <a:pt x="34219" y="123161"/>
                  </a:cubicBezTo>
                  <a:cubicBezTo>
                    <a:pt x="29977" y="113970"/>
                    <a:pt x="26230" y="104213"/>
                    <a:pt x="22836" y="94315"/>
                  </a:cubicBezTo>
                  <a:cubicBezTo>
                    <a:pt x="22059" y="91911"/>
                    <a:pt x="21210" y="89578"/>
                    <a:pt x="20433" y="87174"/>
                  </a:cubicBezTo>
                  <a:cubicBezTo>
                    <a:pt x="17675" y="78478"/>
                    <a:pt x="15059" y="69641"/>
                    <a:pt x="12584" y="61015"/>
                  </a:cubicBezTo>
                  <a:cubicBezTo>
                    <a:pt x="11877" y="58328"/>
                    <a:pt x="11100" y="55712"/>
                    <a:pt x="10393" y="53097"/>
                  </a:cubicBezTo>
                  <a:cubicBezTo>
                    <a:pt x="10393" y="53026"/>
                    <a:pt x="10322" y="52955"/>
                    <a:pt x="10322" y="52885"/>
                  </a:cubicBezTo>
                  <a:cubicBezTo>
                    <a:pt x="5514" y="35704"/>
                    <a:pt x="2687" y="17604"/>
                    <a:pt x="0" y="0"/>
                  </a:cubicBezTo>
                  <a:cubicBezTo>
                    <a:pt x="2404" y="71"/>
                    <a:pt x="4736" y="71"/>
                    <a:pt x="7141" y="71"/>
                  </a:cubicBezTo>
                  <a:cubicBezTo>
                    <a:pt x="8908" y="11666"/>
                    <a:pt x="10817" y="23402"/>
                    <a:pt x="13221" y="34926"/>
                  </a:cubicBezTo>
                  <a:cubicBezTo>
                    <a:pt x="13857" y="38037"/>
                    <a:pt x="14564" y="41148"/>
                    <a:pt x="15342" y="44188"/>
                  </a:cubicBezTo>
                  <a:cubicBezTo>
                    <a:pt x="15908" y="46451"/>
                    <a:pt x="16473" y="48713"/>
                    <a:pt x="17109" y="50976"/>
                  </a:cubicBezTo>
                  <a:cubicBezTo>
                    <a:pt x="18735" y="56844"/>
                    <a:pt x="20433" y="62853"/>
                    <a:pt x="22200" y="68792"/>
                  </a:cubicBezTo>
                  <a:cubicBezTo>
                    <a:pt x="22978" y="71549"/>
                    <a:pt x="23826" y="74236"/>
                    <a:pt x="24675" y="76923"/>
                  </a:cubicBezTo>
                  <a:cubicBezTo>
                    <a:pt x="26724" y="83639"/>
                    <a:pt x="28846" y="90215"/>
                    <a:pt x="31179" y="96719"/>
                  </a:cubicBezTo>
                  <a:cubicBezTo>
                    <a:pt x="32027" y="99123"/>
                    <a:pt x="32875" y="101456"/>
                    <a:pt x="33794" y="103789"/>
                  </a:cubicBezTo>
                  <a:cubicBezTo>
                    <a:pt x="35916" y="109375"/>
                    <a:pt x="38178" y="114889"/>
                    <a:pt x="40653" y="120192"/>
                  </a:cubicBezTo>
                  <a:cubicBezTo>
                    <a:pt x="40935" y="120757"/>
                    <a:pt x="41148" y="121323"/>
                    <a:pt x="41360" y="121889"/>
                  </a:cubicBezTo>
                  <a:cubicBezTo>
                    <a:pt x="42421" y="124222"/>
                    <a:pt x="43411" y="126555"/>
                    <a:pt x="44330" y="128888"/>
                  </a:cubicBezTo>
                  <a:cubicBezTo>
                    <a:pt x="50127" y="143028"/>
                    <a:pt x="54227" y="157381"/>
                    <a:pt x="57338" y="168905"/>
                  </a:cubicBezTo>
                  <a:cubicBezTo>
                    <a:pt x="57833" y="170814"/>
                    <a:pt x="56702" y="172793"/>
                    <a:pt x="54793" y="17328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4" name="Google Shape;2394;p72"/>
            <p:cNvSpPr/>
            <p:nvPr/>
          </p:nvSpPr>
          <p:spPr>
            <a:xfrm>
              <a:off x="10715947" y="4779188"/>
              <a:ext cx="28068" cy="50611"/>
            </a:xfrm>
            <a:custGeom>
              <a:rect b="b" l="l" r="r" t="t"/>
              <a:pathLst>
                <a:path extrusionOk="0" h="50611" w="28068">
                  <a:moveTo>
                    <a:pt x="3546" y="50611"/>
                  </a:moveTo>
                  <a:cubicBezTo>
                    <a:pt x="2344" y="50611"/>
                    <a:pt x="1213" y="49975"/>
                    <a:pt x="506" y="48914"/>
                  </a:cubicBezTo>
                  <a:cubicBezTo>
                    <a:pt x="-484" y="47218"/>
                    <a:pt x="11" y="45096"/>
                    <a:pt x="1707" y="44036"/>
                  </a:cubicBezTo>
                  <a:cubicBezTo>
                    <a:pt x="4253" y="42480"/>
                    <a:pt x="6657" y="38026"/>
                    <a:pt x="8354" y="34774"/>
                  </a:cubicBezTo>
                  <a:lnTo>
                    <a:pt x="8990" y="33643"/>
                  </a:lnTo>
                  <a:cubicBezTo>
                    <a:pt x="12879" y="26502"/>
                    <a:pt x="15424" y="19078"/>
                    <a:pt x="18111" y="11160"/>
                  </a:cubicBezTo>
                  <a:cubicBezTo>
                    <a:pt x="19101" y="8190"/>
                    <a:pt x="20161" y="5291"/>
                    <a:pt x="21221" y="2322"/>
                  </a:cubicBezTo>
                  <a:cubicBezTo>
                    <a:pt x="21929" y="484"/>
                    <a:pt x="23978" y="-435"/>
                    <a:pt x="25746" y="201"/>
                  </a:cubicBezTo>
                  <a:cubicBezTo>
                    <a:pt x="27584" y="838"/>
                    <a:pt x="28503" y="2888"/>
                    <a:pt x="27867" y="4726"/>
                  </a:cubicBezTo>
                  <a:cubicBezTo>
                    <a:pt x="26807" y="7625"/>
                    <a:pt x="25817" y="10524"/>
                    <a:pt x="24827" y="13422"/>
                  </a:cubicBezTo>
                  <a:cubicBezTo>
                    <a:pt x="22140" y="21199"/>
                    <a:pt x="19383" y="29259"/>
                    <a:pt x="15212" y="36966"/>
                  </a:cubicBezTo>
                  <a:lnTo>
                    <a:pt x="14646" y="38097"/>
                  </a:lnTo>
                  <a:cubicBezTo>
                    <a:pt x="12383" y="42268"/>
                    <a:pt x="9627" y="47500"/>
                    <a:pt x="5384" y="50045"/>
                  </a:cubicBezTo>
                  <a:cubicBezTo>
                    <a:pt x="4819" y="50399"/>
                    <a:pt x="4183" y="50540"/>
                    <a:pt x="3546" y="505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5" name="Google Shape;2395;p72"/>
            <p:cNvSpPr/>
            <p:nvPr/>
          </p:nvSpPr>
          <p:spPr>
            <a:xfrm>
              <a:off x="10705830" y="4753416"/>
              <a:ext cx="27405" cy="50718"/>
            </a:xfrm>
            <a:custGeom>
              <a:rect b="b" l="l" r="r" t="t"/>
              <a:pathLst>
                <a:path extrusionOk="0" h="50718" w="27405">
                  <a:moveTo>
                    <a:pt x="3553" y="50719"/>
                  </a:moveTo>
                  <a:cubicBezTo>
                    <a:pt x="2634" y="50719"/>
                    <a:pt x="1715" y="50366"/>
                    <a:pt x="1008" y="49658"/>
                  </a:cubicBezTo>
                  <a:cubicBezTo>
                    <a:pt x="-336" y="48245"/>
                    <a:pt x="-336" y="46053"/>
                    <a:pt x="1008" y="44639"/>
                  </a:cubicBezTo>
                  <a:cubicBezTo>
                    <a:pt x="5108" y="40679"/>
                    <a:pt x="8289" y="34740"/>
                    <a:pt x="10835" y="29438"/>
                  </a:cubicBezTo>
                  <a:cubicBezTo>
                    <a:pt x="12603" y="25832"/>
                    <a:pt x="14087" y="21873"/>
                    <a:pt x="15501" y="18055"/>
                  </a:cubicBezTo>
                  <a:cubicBezTo>
                    <a:pt x="16138" y="16288"/>
                    <a:pt x="16845" y="14591"/>
                    <a:pt x="17481" y="12823"/>
                  </a:cubicBezTo>
                  <a:cubicBezTo>
                    <a:pt x="18117" y="11197"/>
                    <a:pt x="18542" y="9500"/>
                    <a:pt x="18965" y="7803"/>
                  </a:cubicBezTo>
                  <a:cubicBezTo>
                    <a:pt x="19390" y="5965"/>
                    <a:pt x="19884" y="4056"/>
                    <a:pt x="20592" y="2289"/>
                  </a:cubicBezTo>
                  <a:cubicBezTo>
                    <a:pt x="21299" y="451"/>
                    <a:pt x="23279" y="-469"/>
                    <a:pt x="25116" y="238"/>
                  </a:cubicBezTo>
                  <a:cubicBezTo>
                    <a:pt x="26955" y="946"/>
                    <a:pt x="27874" y="2996"/>
                    <a:pt x="27167" y="4763"/>
                  </a:cubicBezTo>
                  <a:cubicBezTo>
                    <a:pt x="26602" y="6318"/>
                    <a:pt x="26177" y="7874"/>
                    <a:pt x="25824" y="9500"/>
                  </a:cubicBezTo>
                  <a:cubicBezTo>
                    <a:pt x="25329" y="11480"/>
                    <a:pt x="24834" y="13530"/>
                    <a:pt x="24056" y="15439"/>
                  </a:cubicBezTo>
                  <a:cubicBezTo>
                    <a:pt x="23349" y="17136"/>
                    <a:pt x="22713" y="18833"/>
                    <a:pt x="22077" y="20529"/>
                  </a:cubicBezTo>
                  <a:cubicBezTo>
                    <a:pt x="20592" y="24489"/>
                    <a:pt x="19036" y="28589"/>
                    <a:pt x="17127" y="32478"/>
                  </a:cubicBezTo>
                  <a:cubicBezTo>
                    <a:pt x="14300" y="38346"/>
                    <a:pt x="10765" y="44921"/>
                    <a:pt x="5886" y="49658"/>
                  </a:cubicBezTo>
                  <a:cubicBezTo>
                    <a:pt x="5179" y="50295"/>
                    <a:pt x="4331" y="50648"/>
                    <a:pt x="3411" y="506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6" name="Google Shape;2396;p72"/>
            <p:cNvSpPr/>
            <p:nvPr/>
          </p:nvSpPr>
          <p:spPr>
            <a:xfrm>
              <a:off x="10697766" y="4730676"/>
              <a:ext cx="20740" cy="39380"/>
            </a:xfrm>
            <a:custGeom>
              <a:rect b="b" l="l" r="r" t="t"/>
              <a:pathLst>
                <a:path extrusionOk="0" h="39380" w="20740">
                  <a:moveTo>
                    <a:pt x="3557" y="39381"/>
                  </a:moveTo>
                  <a:cubicBezTo>
                    <a:pt x="2426" y="39381"/>
                    <a:pt x="1365" y="38886"/>
                    <a:pt x="658" y="37896"/>
                  </a:cubicBezTo>
                  <a:cubicBezTo>
                    <a:pt x="-472" y="36270"/>
                    <a:pt x="-119" y="34078"/>
                    <a:pt x="1507" y="32947"/>
                  </a:cubicBezTo>
                  <a:cubicBezTo>
                    <a:pt x="1648" y="32805"/>
                    <a:pt x="2144" y="31886"/>
                    <a:pt x="2426" y="31321"/>
                  </a:cubicBezTo>
                  <a:cubicBezTo>
                    <a:pt x="2709" y="30826"/>
                    <a:pt x="2921" y="30401"/>
                    <a:pt x="3203" y="29977"/>
                  </a:cubicBezTo>
                  <a:cubicBezTo>
                    <a:pt x="4900" y="27290"/>
                    <a:pt x="6315" y="24958"/>
                    <a:pt x="7446" y="22413"/>
                  </a:cubicBezTo>
                  <a:cubicBezTo>
                    <a:pt x="8931" y="19089"/>
                    <a:pt x="10133" y="15484"/>
                    <a:pt x="11264" y="12019"/>
                  </a:cubicBezTo>
                  <a:lnTo>
                    <a:pt x="12395" y="8626"/>
                  </a:lnTo>
                  <a:cubicBezTo>
                    <a:pt x="13031" y="6858"/>
                    <a:pt x="13738" y="4878"/>
                    <a:pt x="13738" y="3464"/>
                  </a:cubicBezTo>
                  <a:cubicBezTo>
                    <a:pt x="13738" y="1556"/>
                    <a:pt x="15365" y="0"/>
                    <a:pt x="17273" y="0"/>
                  </a:cubicBezTo>
                  <a:lnTo>
                    <a:pt x="17273" y="0"/>
                  </a:lnTo>
                  <a:cubicBezTo>
                    <a:pt x="19253" y="0"/>
                    <a:pt x="20808" y="1626"/>
                    <a:pt x="20738" y="3606"/>
                  </a:cubicBezTo>
                  <a:cubicBezTo>
                    <a:pt x="20738" y="6222"/>
                    <a:pt x="19819" y="8767"/>
                    <a:pt x="18971" y="11029"/>
                  </a:cubicBezTo>
                  <a:lnTo>
                    <a:pt x="17839" y="14282"/>
                  </a:lnTo>
                  <a:cubicBezTo>
                    <a:pt x="16637" y="17958"/>
                    <a:pt x="15365" y="21776"/>
                    <a:pt x="13738" y="25382"/>
                  </a:cubicBezTo>
                  <a:cubicBezTo>
                    <a:pt x="12395" y="28280"/>
                    <a:pt x="10911" y="30826"/>
                    <a:pt x="9001" y="33795"/>
                  </a:cubicBezTo>
                  <a:lnTo>
                    <a:pt x="8435" y="34785"/>
                  </a:lnTo>
                  <a:cubicBezTo>
                    <a:pt x="7658" y="36128"/>
                    <a:pt x="6809" y="37684"/>
                    <a:pt x="5396" y="38674"/>
                  </a:cubicBezTo>
                  <a:cubicBezTo>
                    <a:pt x="4760" y="39098"/>
                    <a:pt x="4052" y="39310"/>
                    <a:pt x="3345" y="3931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7" name="Google Shape;2397;p72"/>
            <p:cNvSpPr/>
            <p:nvPr/>
          </p:nvSpPr>
          <p:spPr>
            <a:xfrm>
              <a:off x="10675101" y="4771832"/>
              <a:ext cx="30115" cy="14203"/>
            </a:xfrm>
            <a:custGeom>
              <a:rect b="b" l="l" r="r" t="t"/>
              <a:pathLst>
                <a:path extrusionOk="0" h="14203" w="30115">
                  <a:moveTo>
                    <a:pt x="26576" y="14203"/>
                  </a:moveTo>
                  <a:cubicBezTo>
                    <a:pt x="26081" y="14203"/>
                    <a:pt x="25515" y="14062"/>
                    <a:pt x="25020" y="13850"/>
                  </a:cubicBezTo>
                  <a:cubicBezTo>
                    <a:pt x="24101" y="13426"/>
                    <a:pt x="22970" y="13284"/>
                    <a:pt x="21697" y="13142"/>
                  </a:cubicBezTo>
                  <a:cubicBezTo>
                    <a:pt x="20920" y="13072"/>
                    <a:pt x="20213" y="13001"/>
                    <a:pt x="19435" y="12860"/>
                  </a:cubicBezTo>
                  <a:cubicBezTo>
                    <a:pt x="16607" y="12365"/>
                    <a:pt x="13850" y="11799"/>
                    <a:pt x="11092" y="11092"/>
                  </a:cubicBezTo>
                  <a:cubicBezTo>
                    <a:pt x="8052" y="10244"/>
                    <a:pt x="5224" y="8618"/>
                    <a:pt x="2679" y="7133"/>
                  </a:cubicBezTo>
                  <a:lnTo>
                    <a:pt x="1760" y="6567"/>
                  </a:lnTo>
                  <a:cubicBezTo>
                    <a:pt x="63" y="5577"/>
                    <a:pt x="-503" y="3456"/>
                    <a:pt x="487" y="1760"/>
                  </a:cubicBezTo>
                  <a:cubicBezTo>
                    <a:pt x="1477" y="63"/>
                    <a:pt x="3668" y="-503"/>
                    <a:pt x="5295" y="487"/>
                  </a:cubicBezTo>
                  <a:lnTo>
                    <a:pt x="6214" y="1053"/>
                  </a:lnTo>
                  <a:cubicBezTo>
                    <a:pt x="8405" y="2325"/>
                    <a:pt x="10738" y="3669"/>
                    <a:pt x="12930" y="4305"/>
                  </a:cubicBezTo>
                  <a:cubicBezTo>
                    <a:pt x="15476" y="5012"/>
                    <a:pt x="18021" y="5507"/>
                    <a:pt x="20637" y="5931"/>
                  </a:cubicBezTo>
                  <a:cubicBezTo>
                    <a:pt x="21274" y="6002"/>
                    <a:pt x="21839" y="6072"/>
                    <a:pt x="22404" y="6143"/>
                  </a:cubicBezTo>
                  <a:cubicBezTo>
                    <a:pt x="24101" y="6355"/>
                    <a:pt x="26081" y="6497"/>
                    <a:pt x="28131" y="7486"/>
                  </a:cubicBezTo>
                  <a:cubicBezTo>
                    <a:pt x="29899" y="8335"/>
                    <a:pt x="30606" y="10456"/>
                    <a:pt x="29757" y="12223"/>
                  </a:cubicBezTo>
                  <a:cubicBezTo>
                    <a:pt x="29121" y="13496"/>
                    <a:pt x="27919" y="14203"/>
                    <a:pt x="26576" y="1420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8" name="Google Shape;2398;p72"/>
            <p:cNvSpPr/>
            <p:nvPr/>
          </p:nvSpPr>
          <p:spPr>
            <a:xfrm>
              <a:off x="10678919" y="4806122"/>
              <a:ext cx="37048" cy="13213"/>
            </a:xfrm>
            <a:custGeom>
              <a:rect b="b" l="l" r="r" t="t"/>
              <a:pathLst>
                <a:path extrusionOk="0" h="13213" w="37048">
                  <a:moveTo>
                    <a:pt x="31313" y="13143"/>
                  </a:moveTo>
                  <a:cubicBezTo>
                    <a:pt x="26152" y="13143"/>
                    <a:pt x="21273" y="12153"/>
                    <a:pt x="16536" y="11163"/>
                  </a:cubicBezTo>
                  <a:cubicBezTo>
                    <a:pt x="15193" y="10880"/>
                    <a:pt x="13779" y="10598"/>
                    <a:pt x="12435" y="10314"/>
                  </a:cubicBezTo>
                  <a:cubicBezTo>
                    <a:pt x="8123" y="9466"/>
                    <a:pt x="4871" y="8405"/>
                    <a:pt x="1759" y="6568"/>
                  </a:cubicBezTo>
                  <a:cubicBezTo>
                    <a:pt x="63" y="5578"/>
                    <a:pt x="-503" y="3457"/>
                    <a:pt x="487" y="1760"/>
                  </a:cubicBezTo>
                  <a:cubicBezTo>
                    <a:pt x="1477" y="63"/>
                    <a:pt x="3598" y="-503"/>
                    <a:pt x="5294" y="487"/>
                  </a:cubicBezTo>
                  <a:cubicBezTo>
                    <a:pt x="7840" y="1901"/>
                    <a:pt x="10173" y="2749"/>
                    <a:pt x="13779" y="3457"/>
                  </a:cubicBezTo>
                  <a:cubicBezTo>
                    <a:pt x="15193" y="3739"/>
                    <a:pt x="16607" y="4022"/>
                    <a:pt x="18021" y="4305"/>
                  </a:cubicBezTo>
                  <a:cubicBezTo>
                    <a:pt x="23253" y="5365"/>
                    <a:pt x="28201" y="6426"/>
                    <a:pt x="33293" y="6073"/>
                  </a:cubicBezTo>
                  <a:cubicBezTo>
                    <a:pt x="35060" y="5860"/>
                    <a:pt x="36898" y="7416"/>
                    <a:pt x="37039" y="9395"/>
                  </a:cubicBezTo>
                  <a:cubicBezTo>
                    <a:pt x="37181" y="11375"/>
                    <a:pt x="35696" y="13001"/>
                    <a:pt x="33716" y="13143"/>
                  </a:cubicBezTo>
                  <a:cubicBezTo>
                    <a:pt x="32939" y="13143"/>
                    <a:pt x="32090" y="13213"/>
                    <a:pt x="31313" y="1321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9" name="Google Shape;2399;p72"/>
            <p:cNvSpPr/>
            <p:nvPr/>
          </p:nvSpPr>
          <p:spPr>
            <a:xfrm>
              <a:off x="10971154" y="4805902"/>
              <a:ext cx="109693" cy="75013"/>
            </a:xfrm>
            <a:custGeom>
              <a:rect b="b" l="l" r="r" t="t"/>
              <a:pathLst>
                <a:path extrusionOk="0" h="75013" w="109693">
                  <a:moveTo>
                    <a:pt x="28457" y="14069"/>
                  </a:moveTo>
                  <a:cubicBezTo>
                    <a:pt x="37861" y="13504"/>
                    <a:pt x="46628" y="12019"/>
                    <a:pt x="55253" y="10605"/>
                  </a:cubicBezTo>
                  <a:cubicBezTo>
                    <a:pt x="57304" y="10252"/>
                    <a:pt x="59353" y="9898"/>
                    <a:pt x="61404" y="9615"/>
                  </a:cubicBezTo>
                  <a:cubicBezTo>
                    <a:pt x="64303" y="9120"/>
                    <a:pt x="67202" y="8696"/>
                    <a:pt x="70100" y="8343"/>
                  </a:cubicBezTo>
                  <a:cubicBezTo>
                    <a:pt x="75615" y="7636"/>
                    <a:pt x="81130" y="7141"/>
                    <a:pt x="86927" y="7070"/>
                  </a:cubicBezTo>
                  <a:lnTo>
                    <a:pt x="88271" y="7070"/>
                  </a:lnTo>
                  <a:cubicBezTo>
                    <a:pt x="90887" y="7070"/>
                    <a:pt x="93715" y="7141"/>
                    <a:pt x="96684" y="7424"/>
                  </a:cubicBezTo>
                  <a:lnTo>
                    <a:pt x="96754" y="7424"/>
                  </a:lnTo>
                  <a:cubicBezTo>
                    <a:pt x="100573" y="7707"/>
                    <a:pt x="104602" y="8201"/>
                    <a:pt x="108844" y="8908"/>
                  </a:cubicBezTo>
                  <a:cubicBezTo>
                    <a:pt x="109198" y="6504"/>
                    <a:pt x="109481" y="4172"/>
                    <a:pt x="109693" y="1909"/>
                  </a:cubicBezTo>
                  <a:cubicBezTo>
                    <a:pt x="101986" y="566"/>
                    <a:pt x="94563" y="0"/>
                    <a:pt x="88271" y="0"/>
                  </a:cubicBezTo>
                  <a:lnTo>
                    <a:pt x="87564" y="0"/>
                  </a:lnTo>
                  <a:cubicBezTo>
                    <a:pt x="75686" y="71"/>
                    <a:pt x="64727" y="1838"/>
                    <a:pt x="54121" y="3606"/>
                  </a:cubicBezTo>
                  <a:cubicBezTo>
                    <a:pt x="38709" y="6151"/>
                    <a:pt x="22872" y="8767"/>
                    <a:pt x="4065" y="6080"/>
                  </a:cubicBezTo>
                  <a:cubicBezTo>
                    <a:pt x="2510" y="5868"/>
                    <a:pt x="1025" y="6646"/>
                    <a:pt x="389" y="7989"/>
                  </a:cubicBezTo>
                  <a:cubicBezTo>
                    <a:pt x="-318" y="9333"/>
                    <a:pt x="-35" y="11029"/>
                    <a:pt x="1025" y="12090"/>
                  </a:cubicBezTo>
                  <a:cubicBezTo>
                    <a:pt x="13610" y="24533"/>
                    <a:pt x="25700" y="32381"/>
                    <a:pt x="37365" y="39946"/>
                  </a:cubicBezTo>
                  <a:cubicBezTo>
                    <a:pt x="42032" y="42916"/>
                    <a:pt x="46698" y="46026"/>
                    <a:pt x="51506" y="49349"/>
                  </a:cubicBezTo>
                  <a:cubicBezTo>
                    <a:pt x="63738" y="57904"/>
                    <a:pt x="79433" y="68085"/>
                    <a:pt x="97603" y="75014"/>
                  </a:cubicBezTo>
                  <a:cubicBezTo>
                    <a:pt x="98027" y="72681"/>
                    <a:pt x="98380" y="70277"/>
                    <a:pt x="98805" y="67873"/>
                  </a:cubicBezTo>
                  <a:cubicBezTo>
                    <a:pt x="94068" y="66035"/>
                    <a:pt x="89543" y="63914"/>
                    <a:pt x="85159" y="61722"/>
                  </a:cubicBezTo>
                  <a:cubicBezTo>
                    <a:pt x="82756" y="60520"/>
                    <a:pt x="80423" y="59248"/>
                    <a:pt x="78160" y="57975"/>
                  </a:cubicBezTo>
                  <a:cubicBezTo>
                    <a:pt x="69676" y="53308"/>
                    <a:pt x="62111" y="48147"/>
                    <a:pt x="55607" y="43552"/>
                  </a:cubicBezTo>
                  <a:cubicBezTo>
                    <a:pt x="50728" y="40158"/>
                    <a:pt x="45921" y="37047"/>
                    <a:pt x="41183" y="34007"/>
                  </a:cubicBezTo>
                  <a:cubicBezTo>
                    <a:pt x="33194" y="28846"/>
                    <a:pt x="25559" y="23826"/>
                    <a:pt x="17711" y="17534"/>
                  </a:cubicBezTo>
                  <a:cubicBezTo>
                    <a:pt x="17711" y="17534"/>
                    <a:pt x="17640" y="17534"/>
                    <a:pt x="17640" y="17463"/>
                  </a:cubicBezTo>
                  <a:cubicBezTo>
                    <a:pt x="16297" y="16403"/>
                    <a:pt x="14954" y="15271"/>
                    <a:pt x="13610" y="14140"/>
                  </a:cubicBezTo>
                  <a:cubicBezTo>
                    <a:pt x="18771" y="14423"/>
                    <a:pt x="23721" y="14353"/>
                    <a:pt x="28457" y="1406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0" name="Google Shape;2400;p72"/>
            <p:cNvSpPr/>
            <p:nvPr/>
          </p:nvSpPr>
          <p:spPr>
            <a:xfrm>
              <a:off x="10973016" y="4812698"/>
              <a:ext cx="102103" cy="39725"/>
            </a:xfrm>
            <a:custGeom>
              <a:rect b="b" l="l" r="r" t="t"/>
              <a:pathLst>
                <a:path extrusionOk="0" h="39725" w="102103">
                  <a:moveTo>
                    <a:pt x="90792" y="30109"/>
                  </a:moveTo>
                  <a:cubicBezTo>
                    <a:pt x="94539" y="31028"/>
                    <a:pt x="98285" y="31877"/>
                    <a:pt x="102104" y="32796"/>
                  </a:cubicBezTo>
                  <a:cubicBezTo>
                    <a:pt x="101679" y="35059"/>
                    <a:pt x="101255" y="37392"/>
                    <a:pt x="100901" y="39725"/>
                  </a:cubicBezTo>
                  <a:cubicBezTo>
                    <a:pt x="99629" y="39442"/>
                    <a:pt x="98356" y="39159"/>
                    <a:pt x="97084" y="38806"/>
                  </a:cubicBezTo>
                  <a:cubicBezTo>
                    <a:pt x="94468" y="38240"/>
                    <a:pt x="91852" y="37604"/>
                    <a:pt x="89236" y="36968"/>
                  </a:cubicBezTo>
                  <a:lnTo>
                    <a:pt x="89166" y="36968"/>
                  </a:lnTo>
                  <a:cubicBezTo>
                    <a:pt x="72126" y="32867"/>
                    <a:pt x="55300" y="26292"/>
                    <a:pt x="39038" y="19858"/>
                  </a:cubicBezTo>
                  <a:lnTo>
                    <a:pt x="37837" y="19434"/>
                  </a:lnTo>
                  <a:cubicBezTo>
                    <a:pt x="35291" y="18444"/>
                    <a:pt x="32745" y="17383"/>
                    <a:pt x="30200" y="16323"/>
                  </a:cubicBezTo>
                  <a:cubicBezTo>
                    <a:pt x="25464" y="14414"/>
                    <a:pt x="20656" y="12434"/>
                    <a:pt x="15849" y="10737"/>
                  </a:cubicBezTo>
                  <a:cubicBezTo>
                    <a:pt x="15849" y="10737"/>
                    <a:pt x="15778" y="10737"/>
                    <a:pt x="15778" y="10667"/>
                  </a:cubicBezTo>
                  <a:cubicBezTo>
                    <a:pt x="11465" y="9182"/>
                    <a:pt x="7152" y="7910"/>
                    <a:pt x="2839" y="7061"/>
                  </a:cubicBezTo>
                  <a:cubicBezTo>
                    <a:pt x="930" y="6637"/>
                    <a:pt x="-342" y="4799"/>
                    <a:pt x="82" y="2890"/>
                  </a:cubicBezTo>
                  <a:cubicBezTo>
                    <a:pt x="435" y="910"/>
                    <a:pt x="2345" y="-292"/>
                    <a:pt x="4254" y="61"/>
                  </a:cubicBezTo>
                  <a:cubicBezTo>
                    <a:pt x="11818" y="1617"/>
                    <a:pt x="19313" y="4304"/>
                    <a:pt x="26594" y="7273"/>
                  </a:cubicBezTo>
                  <a:cubicBezTo>
                    <a:pt x="28716" y="8121"/>
                    <a:pt x="30837" y="8970"/>
                    <a:pt x="32887" y="9818"/>
                  </a:cubicBezTo>
                  <a:cubicBezTo>
                    <a:pt x="35432" y="10808"/>
                    <a:pt x="37907" y="11869"/>
                    <a:pt x="40452" y="12859"/>
                  </a:cubicBezTo>
                  <a:lnTo>
                    <a:pt x="41583" y="13283"/>
                  </a:lnTo>
                  <a:cubicBezTo>
                    <a:pt x="52896" y="17737"/>
                    <a:pt x="64491" y="22262"/>
                    <a:pt x="76085" y="26009"/>
                  </a:cubicBezTo>
                  <a:cubicBezTo>
                    <a:pt x="78984" y="26928"/>
                    <a:pt x="81883" y="27777"/>
                    <a:pt x="84711" y="28554"/>
                  </a:cubicBezTo>
                  <a:cubicBezTo>
                    <a:pt x="86761" y="29120"/>
                    <a:pt x="88741" y="29615"/>
                    <a:pt x="90792" y="3010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1" name="Google Shape;2401;p72"/>
            <p:cNvSpPr/>
            <p:nvPr/>
          </p:nvSpPr>
          <p:spPr>
            <a:xfrm>
              <a:off x="11056923" y="4806739"/>
              <a:ext cx="21307" cy="31120"/>
            </a:xfrm>
            <a:custGeom>
              <a:rect b="b" l="l" r="r" t="t"/>
              <a:pathLst>
                <a:path extrusionOk="0" h="31120" w="21307">
                  <a:moveTo>
                    <a:pt x="21307" y="20515"/>
                  </a:moveTo>
                  <a:cubicBezTo>
                    <a:pt x="20742" y="23979"/>
                    <a:pt x="20177" y="27514"/>
                    <a:pt x="19540" y="31120"/>
                  </a:cubicBezTo>
                  <a:cubicBezTo>
                    <a:pt x="18974" y="30059"/>
                    <a:pt x="18338" y="29070"/>
                    <a:pt x="17772" y="28080"/>
                  </a:cubicBezTo>
                  <a:cubicBezTo>
                    <a:pt x="15722" y="24686"/>
                    <a:pt x="13248" y="21363"/>
                    <a:pt x="10914" y="18111"/>
                  </a:cubicBezTo>
                  <a:cubicBezTo>
                    <a:pt x="9854" y="16626"/>
                    <a:pt x="8723" y="15212"/>
                    <a:pt x="7733" y="13728"/>
                  </a:cubicBezTo>
                  <a:cubicBezTo>
                    <a:pt x="6743" y="12313"/>
                    <a:pt x="5541" y="11112"/>
                    <a:pt x="4410" y="9910"/>
                  </a:cubicBezTo>
                  <a:cubicBezTo>
                    <a:pt x="3279" y="8708"/>
                    <a:pt x="2147" y="7506"/>
                    <a:pt x="1158" y="6233"/>
                  </a:cubicBezTo>
                  <a:cubicBezTo>
                    <a:pt x="946" y="6092"/>
                    <a:pt x="805" y="5880"/>
                    <a:pt x="663" y="5668"/>
                  </a:cubicBezTo>
                  <a:cubicBezTo>
                    <a:pt x="-468" y="4042"/>
                    <a:pt x="-115" y="1850"/>
                    <a:pt x="1441" y="718"/>
                  </a:cubicBezTo>
                  <a:cubicBezTo>
                    <a:pt x="2996" y="-483"/>
                    <a:pt x="5259" y="-130"/>
                    <a:pt x="6389" y="1426"/>
                  </a:cubicBezTo>
                  <a:cubicBezTo>
                    <a:pt x="7309" y="2769"/>
                    <a:pt x="8440" y="3900"/>
                    <a:pt x="9501" y="5031"/>
                  </a:cubicBezTo>
                  <a:cubicBezTo>
                    <a:pt x="9995" y="5526"/>
                    <a:pt x="10491" y="6021"/>
                    <a:pt x="10914" y="6587"/>
                  </a:cubicBezTo>
                  <a:lnTo>
                    <a:pt x="10985" y="6587"/>
                  </a:lnTo>
                  <a:cubicBezTo>
                    <a:pt x="11833" y="7506"/>
                    <a:pt x="12682" y="8566"/>
                    <a:pt x="13459" y="9627"/>
                  </a:cubicBezTo>
                  <a:cubicBezTo>
                    <a:pt x="14520" y="11041"/>
                    <a:pt x="15581" y="12526"/>
                    <a:pt x="16571" y="13940"/>
                  </a:cubicBezTo>
                  <a:cubicBezTo>
                    <a:pt x="18126" y="16061"/>
                    <a:pt x="19752" y="18252"/>
                    <a:pt x="21307" y="205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2" name="Google Shape;2402;p72"/>
            <p:cNvSpPr/>
            <p:nvPr/>
          </p:nvSpPr>
          <p:spPr>
            <a:xfrm>
              <a:off x="11031294" y="4809494"/>
              <a:ext cx="26514" cy="35859"/>
            </a:xfrm>
            <a:custGeom>
              <a:rect b="b" l="l" r="r" t="t"/>
              <a:pathLst>
                <a:path extrusionOk="0" h="35859" w="26514">
                  <a:moveTo>
                    <a:pt x="22970" y="35859"/>
                  </a:moveTo>
                  <a:cubicBezTo>
                    <a:pt x="21131" y="35859"/>
                    <a:pt x="19575" y="34445"/>
                    <a:pt x="19435" y="32536"/>
                  </a:cubicBezTo>
                  <a:cubicBezTo>
                    <a:pt x="19435" y="32254"/>
                    <a:pt x="18869" y="31334"/>
                    <a:pt x="18586" y="30769"/>
                  </a:cubicBezTo>
                  <a:cubicBezTo>
                    <a:pt x="18303" y="30274"/>
                    <a:pt x="18091" y="29779"/>
                    <a:pt x="17879" y="29355"/>
                  </a:cubicBezTo>
                  <a:cubicBezTo>
                    <a:pt x="16536" y="26456"/>
                    <a:pt x="15333" y="23982"/>
                    <a:pt x="13849" y="21648"/>
                  </a:cubicBezTo>
                  <a:cubicBezTo>
                    <a:pt x="11940" y="18608"/>
                    <a:pt x="9607" y="15709"/>
                    <a:pt x="7273" y="12952"/>
                  </a:cubicBezTo>
                  <a:lnTo>
                    <a:pt x="5153" y="10266"/>
                  </a:lnTo>
                  <a:cubicBezTo>
                    <a:pt x="4092" y="8922"/>
                    <a:pt x="2819" y="7226"/>
                    <a:pt x="1689" y="6518"/>
                  </a:cubicBezTo>
                  <a:cubicBezTo>
                    <a:pt x="-8" y="5458"/>
                    <a:pt x="-504" y="3337"/>
                    <a:pt x="557" y="1640"/>
                  </a:cubicBezTo>
                  <a:cubicBezTo>
                    <a:pt x="1618" y="14"/>
                    <a:pt x="3809" y="-481"/>
                    <a:pt x="5435" y="509"/>
                  </a:cubicBezTo>
                  <a:cubicBezTo>
                    <a:pt x="7627" y="1852"/>
                    <a:pt x="9253" y="4044"/>
                    <a:pt x="10738" y="5953"/>
                  </a:cubicBezTo>
                  <a:lnTo>
                    <a:pt x="12788" y="8498"/>
                  </a:lnTo>
                  <a:cubicBezTo>
                    <a:pt x="15192" y="11467"/>
                    <a:pt x="17667" y="14508"/>
                    <a:pt x="19788" y="17831"/>
                  </a:cubicBezTo>
                  <a:cubicBezTo>
                    <a:pt x="21484" y="20517"/>
                    <a:pt x="22828" y="23204"/>
                    <a:pt x="24313" y="26385"/>
                  </a:cubicBezTo>
                  <a:lnTo>
                    <a:pt x="24878" y="27446"/>
                  </a:lnTo>
                  <a:cubicBezTo>
                    <a:pt x="25586" y="28789"/>
                    <a:pt x="26434" y="30345"/>
                    <a:pt x="26505" y="32041"/>
                  </a:cubicBezTo>
                  <a:cubicBezTo>
                    <a:pt x="26645" y="34021"/>
                    <a:pt x="25161" y="35647"/>
                    <a:pt x="23181" y="35789"/>
                  </a:cubicBezTo>
                  <a:cubicBezTo>
                    <a:pt x="23110" y="35789"/>
                    <a:pt x="23040" y="35789"/>
                    <a:pt x="22970" y="357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3" name="Google Shape;2403;p72"/>
            <p:cNvSpPr/>
            <p:nvPr/>
          </p:nvSpPr>
          <p:spPr>
            <a:xfrm>
              <a:off x="11046699" y="4845713"/>
              <a:ext cx="24101" cy="25375"/>
            </a:xfrm>
            <a:custGeom>
              <a:rect b="b" l="l" r="r" t="t"/>
              <a:pathLst>
                <a:path extrusionOk="0" h="25375" w="24101">
                  <a:moveTo>
                    <a:pt x="3534" y="25376"/>
                  </a:moveTo>
                  <a:cubicBezTo>
                    <a:pt x="2402" y="25376"/>
                    <a:pt x="1272" y="24810"/>
                    <a:pt x="635" y="23820"/>
                  </a:cubicBezTo>
                  <a:cubicBezTo>
                    <a:pt x="-496" y="22194"/>
                    <a:pt x="-72" y="20003"/>
                    <a:pt x="1554" y="18871"/>
                  </a:cubicBezTo>
                  <a:lnTo>
                    <a:pt x="2402" y="18305"/>
                  </a:lnTo>
                  <a:cubicBezTo>
                    <a:pt x="4595" y="16821"/>
                    <a:pt x="6786" y="15336"/>
                    <a:pt x="8413" y="13498"/>
                  </a:cubicBezTo>
                  <a:cubicBezTo>
                    <a:pt x="10251" y="11448"/>
                    <a:pt x="11877" y="9256"/>
                    <a:pt x="13503" y="6993"/>
                  </a:cubicBezTo>
                  <a:cubicBezTo>
                    <a:pt x="13856" y="6498"/>
                    <a:pt x="14210" y="5933"/>
                    <a:pt x="14564" y="5367"/>
                  </a:cubicBezTo>
                  <a:cubicBezTo>
                    <a:pt x="15554" y="3883"/>
                    <a:pt x="16613" y="2115"/>
                    <a:pt x="18381" y="772"/>
                  </a:cubicBezTo>
                  <a:cubicBezTo>
                    <a:pt x="19866" y="-430"/>
                    <a:pt x="22128" y="-218"/>
                    <a:pt x="23330" y="1337"/>
                  </a:cubicBezTo>
                  <a:cubicBezTo>
                    <a:pt x="24532" y="2893"/>
                    <a:pt x="24320" y="5084"/>
                    <a:pt x="22764" y="6287"/>
                  </a:cubicBezTo>
                  <a:cubicBezTo>
                    <a:pt x="21916" y="6923"/>
                    <a:pt x="21280" y="7983"/>
                    <a:pt x="20502" y="9185"/>
                  </a:cubicBezTo>
                  <a:cubicBezTo>
                    <a:pt x="20078" y="9822"/>
                    <a:pt x="19654" y="10458"/>
                    <a:pt x="19229" y="11094"/>
                  </a:cubicBezTo>
                  <a:cubicBezTo>
                    <a:pt x="17462" y="13498"/>
                    <a:pt x="15694" y="15831"/>
                    <a:pt x="13715" y="18094"/>
                  </a:cubicBezTo>
                  <a:cubicBezTo>
                    <a:pt x="11523" y="20568"/>
                    <a:pt x="8836" y="22406"/>
                    <a:pt x="6433" y="24033"/>
                  </a:cubicBezTo>
                  <a:lnTo>
                    <a:pt x="5584" y="24598"/>
                  </a:lnTo>
                  <a:cubicBezTo>
                    <a:pt x="4948" y="25022"/>
                    <a:pt x="4241" y="25234"/>
                    <a:pt x="3605" y="2523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4" name="Google Shape;2404;p72"/>
            <p:cNvSpPr/>
            <p:nvPr/>
          </p:nvSpPr>
          <p:spPr>
            <a:xfrm>
              <a:off x="10885518" y="4911572"/>
              <a:ext cx="152483" cy="148854"/>
            </a:xfrm>
            <a:custGeom>
              <a:rect b="b" l="l" r="r" t="t"/>
              <a:pathLst>
                <a:path extrusionOk="0" h="148854" w="152483">
                  <a:moveTo>
                    <a:pt x="95711" y="54115"/>
                  </a:moveTo>
                  <a:cubicBezTo>
                    <a:pt x="83479" y="45772"/>
                    <a:pt x="71107" y="39833"/>
                    <a:pt x="59159" y="34107"/>
                  </a:cubicBezTo>
                  <a:cubicBezTo>
                    <a:pt x="41766" y="25764"/>
                    <a:pt x="23808" y="17209"/>
                    <a:pt x="5921" y="948"/>
                  </a:cubicBezTo>
                  <a:cubicBezTo>
                    <a:pt x="4789" y="-113"/>
                    <a:pt x="3092" y="-325"/>
                    <a:pt x="1749" y="524"/>
                  </a:cubicBezTo>
                  <a:cubicBezTo>
                    <a:pt x="406" y="1301"/>
                    <a:pt x="-301" y="2856"/>
                    <a:pt x="123" y="4341"/>
                  </a:cubicBezTo>
                  <a:cubicBezTo>
                    <a:pt x="5425" y="26047"/>
                    <a:pt x="12708" y="41813"/>
                    <a:pt x="20414" y="58569"/>
                  </a:cubicBezTo>
                  <a:cubicBezTo>
                    <a:pt x="23384" y="65003"/>
                    <a:pt x="26353" y="71507"/>
                    <a:pt x="29251" y="78365"/>
                  </a:cubicBezTo>
                  <a:cubicBezTo>
                    <a:pt x="37241" y="97384"/>
                    <a:pt x="48270" y="121210"/>
                    <a:pt x="64956" y="142491"/>
                  </a:cubicBezTo>
                  <a:cubicBezTo>
                    <a:pt x="66936" y="142279"/>
                    <a:pt x="68915" y="142138"/>
                    <a:pt x="70894" y="141926"/>
                  </a:cubicBezTo>
                  <a:cubicBezTo>
                    <a:pt x="69410" y="142350"/>
                    <a:pt x="68349" y="143693"/>
                    <a:pt x="68349" y="145319"/>
                  </a:cubicBezTo>
                  <a:cubicBezTo>
                    <a:pt x="68349" y="147228"/>
                    <a:pt x="69975" y="148854"/>
                    <a:pt x="71884" y="148854"/>
                  </a:cubicBezTo>
                  <a:lnTo>
                    <a:pt x="71955" y="148854"/>
                  </a:lnTo>
                  <a:cubicBezTo>
                    <a:pt x="74288" y="148783"/>
                    <a:pt x="76480" y="148572"/>
                    <a:pt x="78813" y="148077"/>
                  </a:cubicBezTo>
                  <a:cubicBezTo>
                    <a:pt x="78177" y="147369"/>
                    <a:pt x="77470" y="146592"/>
                    <a:pt x="76834" y="145814"/>
                  </a:cubicBezTo>
                  <a:lnTo>
                    <a:pt x="75702" y="144542"/>
                  </a:lnTo>
                  <a:cubicBezTo>
                    <a:pt x="74925" y="143622"/>
                    <a:pt x="74076" y="142632"/>
                    <a:pt x="73370" y="141713"/>
                  </a:cubicBezTo>
                  <a:cubicBezTo>
                    <a:pt x="66087" y="132946"/>
                    <a:pt x="59865" y="123614"/>
                    <a:pt x="54492" y="114211"/>
                  </a:cubicBezTo>
                  <a:cubicBezTo>
                    <a:pt x="53148" y="111878"/>
                    <a:pt x="51876" y="109544"/>
                    <a:pt x="50603" y="107211"/>
                  </a:cubicBezTo>
                  <a:cubicBezTo>
                    <a:pt x="44665" y="96111"/>
                    <a:pt x="39787" y="85223"/>
                    <a:pt x="35756" y="75679"/>
                  </a:cubicBezTo>
                  <a:cubicBezTo>
                    <a:pt x="32857" y="68679"/>
                    <a:pt x="29818" y="62104"/>
                    <a:pt x="26848" y="55600"/>
                  </a:cubicBezTo>
                  <a:cubicBezTo>
                    <a:pt x="21262" y="43580"/>
                    <a:pt x="15960" y="32056"/>
                    <a:pt x="11506" y="18552"/>
                  </a:cubicBezTo>
                  <a:cubicBezTo>
                    <a:pt x="11011" y="16926"/>
                    <a:pt x="10446" y="15300"/>
                    <a:pt x="9950" y="13603"/>
                  </a:cubicBezTo>
                  <a:cubicBezTo>
                    <a:pt x="14687" y="17350"/>
                    <a:pt x="19425" y="20602"/>
                    <a:pt x="24090" y="23501"/>
                  </a:cubicBezTo>
                  <a:cubicBezTo>
                    <a:pt x="34908" y="30359"/>
                    <a:pt x="45584" y="35520"/>
                    <a:pt x="56118" y="40469"/>
                  </a:cubicBezTo>
                  <a:cubicBezTo>
                    <a:pt x="58592" y="41672"/>
                    <a:pt x="61067" y="42873"/>
                    <a:pt x="63471" y="44075"/>
                  </a:cubicBezTo>
                  <a:cubicBezTo>
                    <a:pt x="66300" y="45419"/>
                    <a:pt x="69056" y="46762"/>
                    <a:pt x="71814" y="48247"/>
                  </a:cubicBezTo>
                  <a:cubicBezTo>
                    <a:pt x="78460" y="51640"/>
                    <a:pt x="84893" y="55317"/>
                    <a:pt x="91469" y="59771"/>
                  </a:cubicBezTo>
                  <a:cubicBezTo>
                    <a:pt x="91539" y="59841"/>
                    <a:pt x="91610" y="59841"/>
                    <a:pt x="91681" y="59912"/>
                  </a:cubicBezTo>
                  <a:cubicBezTo>
                    <a:pt x="94226" y="61680"/>
                    <a:pt x="96984" y="63660"/>
                    <a:pt x="99741" y="65851"/>
                  </a:cubicBezTo>
                  <a:cubicBezTo>
                    <a:pt x="105326" y="70235"/>
                    <a:pt x="111124" y="75396"/>
                    <a:pt x="116709" y="81264"/>
                  </a:cubicBezTo>
                  <a:cubicBezTo>
                    <a:pt x="119537" y="84163"/>
                    <a:pt x="122294" y="87273"/>
                    <a:pt x="124981" y="90526"/>
                  </a:cubicBezTo>
                  <a:cubicBezTo>
                    <a:pt x="135515" y="103605"/>
                    <a:pt x="143858" y="118948"/>
                    <a:pt x="145414" y="135067"/>
                  </a:cubicBezTo>
                  <a:cubicBezTo>
                    <a:pt x="147746" y="134856"/>
                    <a:pt x="150151" y="134643"/>
                    <a:pt x="152484" y="134431"/>
                  </a:cubicBezTo>
                  <a:cubicBezTo>
                    <a:pt x="149019" y="99858"/>
                    <a:pt x="117628" y="69033"/>
                    <a:pt x="95711" y="541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5" name="Google Shape;2405;p72"/>
            <p:cNvSpPr/>
            <p:nvPr/>
          </p:nvSpPr>
          <p:spPr>
            <a:xfrm>
              <a:off x="10886940" y="4913712"/>
              <a:ext cx="122498" cy="141481"/>
            </a:xfrm>
            <a:custGeom>
              <a:rect b="b" l="l" r="r" t="t"/>
              <a:pathLst>
                <a:path extrusionOk="0" h="141481" w="122498">
                  <a:moveTo>
                    <a:pt x="118044" y="135402"/>
                  </a:moveTo>
                  <a:cubicBezTo>
                    <a:pt x="119530" y="136815"/>
                    <a:pt x="121014" y="138159"/>
                    <a:pt x="122498" y="139502"/>
                  </a:cubicBezTo>
                  <a:cubicBezTo>
                    <a:pt x="122428" y="139502"/>
                    <a:pt x="122428" y="139714"/>
                    <a:pt x="122357" y="139785"/>
                  </a:cubicBezTo>
                  <a:cubicBezTo>
                    <a:pt x="121721" y="140845"/>
                    <a:pt x="120519" y="141482"/>
                    <a:pt x="119317" y="141482"/>
                  </a:cubicBezTo>
                  <a:cubicBezTo>
                    <a:pt x="118681" y="141482"/>
                    <a:pt x="118044" y="141340"/>
                    <a:pt x="117479" y="140987"/>
                  </a:cubicBezTo>
                  <a:cubicBezTo>
                    <a:pt x="115853" y="139997"/>
                    <a:pt x="115287" y="137876"/>
                    <a:pt x="116277" y="136179"/>
                  </a:cubicBezTo>
                  <a:cubicBezTo>
                    <a:pt x="116418" y="135967"/>
                    <a:pt x="116560" y="135755"/>
                    <a:pt x="116631" y="135472"/>
                  </a:cubicBezTo>
                  <a:cubicBezTo>
                    <a:pt x="113944" y="135755"/>
                    <a:pt x="111328" y="136038"/>
                    <a:pt x="108641" y="136250"/>
                  </a:cubicBezTo>
                  <a:cubicBezTo>
                    <a:pt x="108005" y="135755"/>
                    <a:pt x="107439" y="135189"/>
                    <a:pt x="106874" y="134553"/>
                  </a:cubicBezTo>
                  <a:cubicBezTo>
                    <a:pt x="105106" y="132927"/>
                    <a:pt x="103339" y="131230"/>
                    <a:pt x="101642" y="129533"/>
                  </a:cubicBezTo>
                  <a:cubicBezTo>
                    <a:pt x="93582" y="121615"/>
                    <a:pt x="85734" y="113413"/>
                    <a:pt x="78169" y="105212"/>
                  </a:cubicBezTo>
                  <a:cubicBezTo>
                    <a:pt x="76331" y="103232"/>
                    <a:pt x="74493" y="101324"/>
                    <a:pt x="72655" y="99344"/>
                  </a:cubicBezTo>
                  <a:cubicBezTo>
                    <a:pt x="72301" y="98920"/>
                    <a:pt x="71948" y="98566"/>
                    <a:pt x="71594" y="98142"/>
                  </a:cubicBezTo>
                  <a:cubicBezTo>
                    <a:pt x="56676" y="81952"/>
                    <a:pt x="43455" y="63286"/>
                    <a:pt x="30658" y="45187"/>
                  </a:cubicBezTo>
                  <a:lnTo>
                    <a:pt x="29597" y="43773"/>
                  </a:lnTo>
                  <a:cubicBezTo>
                    <a:pt x="27618" y="40945"/>
                    <a:pt x="25638" y="38117"/>
                    <a:pt x="23659" y="35218"/>
                  </a:cubicBezTo>
                  <a:cubicBezTo>
                    <a:pt x="19346" y="28855"/>
                    <a:pt x="14892" y="22421"/>
                    <a:pt x="10084" y="16412"/>
                  </a:cubicBezTo>
                  <a:cubicBezTo>
                    <a:pt x="7185" y="12735"/>
                    <a:pt x="4216" y="9200"/>
                    <a:pt x="1035" y="6018"/>
                  </a:cubicBezTo>
                  <a:cubicBezTo>
                    <a:pt x="-380" y="4605"/>
                    <a:pt x="-309" y="2413"/>
                    <a:pt x="1035" y="999"/>
                  </a:cubicBezTo>
                  <a:cubicBezTo>
                    <a:pt x="2448" y="-345"/>
                    <a:pt x="4640" y="-345"/>
                    <a:pt x="6054" y="1070"/>
                  </a:cubicBezTo>
                  <a:cubicBezTo>
                    <a:pt x="12063" y="7150"/>
                    <a:pt x="17508" y="14149"/>
                    <a:pt x="22669" y="21361"/>
                  </a:cubicBezTo>
                  <a:cubicBezTo>
                    <a:pt x="24932" y="24613"/>
                    <a:pt x="27194" y="27936"/>
                    <a:pt x="29456" y="31188"/>
                  </a:cubicBezTo>
                  <a:cubicBezTo>
                    <a:pt x="31435" y="34087"/>
                    <a:pt x="33415" y="36915"/>
                    <a:pt x="35395" y="39672"/>
                  </a:cubicBezTo>
                  <a:lnTo>
                    <a:pt x="36385" y="41157"/>
                  </a:lnTo>
                  <a:cubicBezTo>
                    <a:pt x="45646" y="54095"/>
                    <a:pt x="55050" y="67458"/>
                    <a:pt x="65089" y="79830"/>
                  </a:cubicBezTo>
                  <a:cubicBezTo>
                    <a:pt x="67069" y="82163"/>
                    <a:pt x="68978" y="84497"/>
                    <a:pt x="70958" y="86759"/>
                  </a:cubicBezTo>
                  <a:cubicBezTo>
                    <a:pt x="72866" y="89022"/>
                    <a:pt x="74775" y="91213"/>
                    <a:pt x="76755" y="93334"/>
                  </a:cubicBezTo>
                  <a:cubicBezTo>
                    <a:pt x="81987" y="98990"/>
                    <a:pt x="87289" y="104646"/>
                    <a:pt x="92663" y="110302"/>
                  </a:cubicBezTo>
                  <a:cubicBezTo>
                    <a:pt x="94572" y="112353"/>
                    <a:pt x="96552" y="114332"/>
                    <a:pt x="98461" y="116312"/>
                  </a:cubicBezTo>
                  <a:cubicBezTo>
                    <a:pt x="104541" y="122534"/>
                    <a:pt x="110763" y="128685"/>
                    <a:pt x="117054" y="134482"/>
                  </a:cubicBezTo>
                  <a:cubicBezTo>
                    <a:pt x="117337" y="134836"/>
                    <a:pt x="117691" y="135118"/>
                    <a:pt x="118044" y="13540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6" name="Google Shape;2406;p72"/>
            <p:cNvSpPr/>
            <p:nvPr/>
          </p:nvSpPr>
          <p:spPr>
            <a:xfrm>
              <a:off x="11002206" y="4988276"/>
              <a:ext cx="10686" cy="66917"/>
            </a:xfrm>
            <a:custGeom>
              <a:rect b="b" l="l" r="r" t="t"/>
              <a:pathLst>
                <a:path extrusionOk="0" h="66917" w="10686">
                  <a:moveTo>
                    <a:pt x="10556" y="45566"/>
                  </a:moveTo>
                  <a:lnTo>
                    <a:pt x="10556" y="47192"/>
                  </a:lnTo>
                  <a:cubicBezTo>
                    <a:pt x="10344" y="51222"/>
                    <a:pt x="10202" y="55959"/>
                    <a:pt x="9071" y="60201"/>
                  </a:cubicBezTo>
                  <a:cubicBezTo>
                    <a:pt x="8647" y="61898"/>
                    <a:pt x="8081" y="63524"/>
                    <a:pt x="7233" y="64938"/>
                  </a:cubicBezTo>
                  <a:cubicBezTo>
                    <a:pt x="7162" y="64938"/>
                    <a:pt x="7162" y="65150"/>
                    <a:pt x="7091" y="65221"/>
                  </a:cubicBezTo>
                  <a:cubicBezTo>
                    <a:pt x="6455" y="66281"/>
                    <a:pt x="5254" y="66918"/>
                    <a:pt x="4051" y="66918"/>
                  </a:cubicBezTo>
                  <a:cubicBezTo>
                    <a:pt x="3415" y="66918"/>
                    <a:pt x="2778" y="66776"/>
                    <a:pt x="2213" y="66423"/>
                  </a:cubicBezTo>
                  <a:cubicBezTo>
                    <a:pt x="587" y="65433"/>
                    <a:pt x="21" y="63312"/>
                    <a:pt x="1011" y="61615"/>
                  </a:cubicBezTo>
                  <a:cubicBezTo>
                    <a:pt x="1152" y="61403"/>
                    <a:pt x="1294" y="61191"/>
                    <a:pt x="1365" y="60908"/>
                  </a:cubicBezTo>
                  <a:cubicBezTo>
                    <a:pt x="1506" y="60625"/>
                    <a:pt x="1648" y="60272"/>
                    <a:pt x="1788" y="59919"/>
                  </a:cubicBezTo>
                  <a:cubicBezTo>
                    <a:pt x="3132" y="56313"/>
                    <a:pt x="3274" y="51222"/>
                    <a:pt x="3415" y="46980"/>
                  </a:cubicBezTo>
                  <a:lnTo>
                    <a:pt x="3415" y="45354"/>
                  </a:lnTo>
                  <a:cubicBezTo>
                    <a:pt x="3839" y="35173"/>
                    <a:pt x="2638" y="25558"/>
                    <a:pt x="1294" y="15377"/>
                  </a:cubicBezTo>
                  <a:cubicBezTo>
                    <a:pt x="870" y="11771"/>
                    <a:pt x="446" y="8236"/>
                    <a:pt x="21" y="4560"/>
                  </a:cubicBezTo>
                  <a:cubicBezTo>
                    <a:pt x="21" y="4347"/>
                    <a:pt x="21" y="4065"/>
                    <a:pt x="21" y="3853"/>
                  </a:cubicBezTo>
                  <a:cubicBezTo>
                    <a:pt x="-191" y="1944"/>
                    <a:pt x="1223" y="176"/>
                    <a:pt x="3203" y="35"/>
                  </a:cubicBezTo>
                  <a:cubicBezTo>
                    <a:pt x="5041" y="-248"/>
                    <a:pt x="6880" y="1236"/>
                    <a:pt x="7021" y="3145"/>
                  </a:cubicBezTo>
                  <a:cubicBezTo>
                    <a:pt x="7445" y="6751"/>
                    <a:pt x="7870" y="10286"/>
                    <a:pt x="8364" y="13821"/>
                  </a:cubicBezTo>
                  <a:cubicBezTo>
                    <a:pt x="8364" y="14034"/>
                    <a:pt x="8435" y="14246"/>
                    <a:pt x="8435" y="14458"/>
                  </a:cubicBezTo>
                  <a:cubicBezTo>
                    <a:pt x="9708" y="24497"/>
                    <a:pt x="10980" y="34819"/>
                    <a:pt x="10626" y="4556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7" name="Google Shape;2407;p72"/>
            <p:cNvSpPr/>
            <p:nvPr/>
          </p:nvSpPr>
          <p:spPr>
            <a:xfrm>
              <a:off x="10976896" y="4967239"/>
              <a:ext cx="11050" cy="66744"/>
            </a:xfrm>
            <a:custGeom>
              <a:rect b="b" l="l" r="r" t="t"/>
              <a:pathLst>
                <a:path extrusionOk="0" h="66744" w="11050">
                  <a:moveTo>
                    <a:pt x="4758" y="66674"/>
                  </a:moveTo>
                  <a:cubicBezTo>
                    <a:pt x="4404" y="66674"/>
                    <a:pt x="3980" y="66674"/>
                    <a:pt x="3626" y="66461"/>
                  </a:cubicBezTo>
                  <a:cubicBezTo>
                    <a:pt x="1788" y="65825"/>
                    <a:pt x="798" y="63845"/>
                    <a:pt x="1435" y="62008"/>
                  </a:cubicBezTo>
                  <a:cubicBezTo>
                    <a:pt x="3768" y="55008"/>
                    <a:pt x="4051" y="46524"/>
                    <a:pt x="3980" y="39171"/>
                  </a:cubicBezTo>
                  <a:cubicBezTo>
                    <a:pt x="3980" y="34151"/>
                    <a:pt x="3414" y="28990"/>
                    <a:pt x="2990" y="23970"/>
                  </a:cubicBezTo>
                  <a:cubicBezTo>
                    <a:pt x="2778" y="21708"/>
                    <a:pt x="2565" y="19375"/>
                    <a:pt x="2353" y="17112"/>
                  </a:cubicBezTo>
                  <a:cubicBezTo>
                    <a:pt x="2212" y="14991"/>
                    <a:pt x="1717" y="12870"/>
                    <a:pt x="1222" y="10679"/>
                  </a:cubicBezTo>
                  <a:cubicBezTo>
                    <a:pt x="727" y="8416"/>
                    <a:pt x="233" y="6154"/>
                    <a:pt x="20" y="3820"/>
                  </a:cubicBezTo>
                  <a:cubicBezTo>
                    <a:pt x="-192" y="1912"/>
                    <a:pt x="1293" y="144"/>
                    <a:pt x="3202" y="3"/>
                  </a:cubicBezTo>
                  <a:cubicBezTo>
                    <a:pt x="5040" y="-68"/>
                    <a:pt x="6878" y="1275"/>
                    <a:pt x="7020" y="3184"/>
                  </a:cubicBezTo>
                  <a:cubicBezTo>
                    <a:pt x="7232" y="5234"/>
                    <a:pt x="7656" y="7214"/>
                    <a:pt x="8080" y="9194"/>
                  </a:cubicBezTo>
                  <a:cubicBezTo>
                    <a:pt x="8575" y="11527"/>
                    <a:pt x="9141" y="14001"/>
                    <a:pt x="9353" y="16617"/>
                  </a:cubicBezTo>
                  <a:cubicBezTo>
                    <a:pt x="9565" y="18880"/>
                    <a:pt x="9777" y="21071"/>
                    <a:pt x="9989" y="23334"/>
                  </a:cubicBezTo>
                  <a:cubicBezTo>
                    <a:pt x="10484" y="28495"/>
                    <a:pt x="10979" y="33868"/>
                    <a:pt x="11050" y="39171"/>
                  </a:cubicBezTo>
                  <a:cubicBezTo>
                    <a:pt x="11050" y="47089"/>
                    <a:pt x="10838" y="56351"/>
                    <a:pt x="8151" y="64340"/>
                  </a:cubicBezTo>
                  <a:cubicBezTo>
                    <a:pt x="7656" y="65825"/>
                    <a:pt x="6242" y="66744"/>
                    <a:pt x="4828" y="667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8" name="Google Shape;2408;p72"/>
            <p:cNvSpPr/>
            <p:nvPr/>
          </p:nvSpPr>
          <p:spPr>
            <a:xfrm>
              <a:off x="10949055" y="4951825"/>
              <a:ext cx="10853" cy="50414"/>
            </a:xfrm>
            <a:custGeom>
              <a:rect b="b" l="l" r="r" t="t"/>
              <a:pathLst>
                <a:path extrusionOk="0" h="50414" w="10853">
                  <a:moveTo>
                    <a:pt x="5802" y="50414"/>
                  </a:moveTo>
                  <a:cubicBezTo>
                    <a:pt x="5237" y="50414"/>
                    <a:pt x="4741" y="50273"/>
                    <a:pt x="4247" y="50060"/>
                  </a:cubicBezTo>
                  <a:cubicBezTo>
                    <a:pt x="2479" y="49212"/>
                    <a:pt x="1772" y="47091"/>
                    <a:pt x="2692" y="45324"/>
                  </a:cubicBezTo>
                  <a:cubicBezTo>
                    <a:pt x="2903" y="44899"/>
                    <a:pt x="2974" y="43415"/>
                    <a:pt x="2974" y="42566"/>
                  </a:cubicBezTo>
                  <a:cubicBezTo>
                    <a:pt x="2974" y="41930"/>
                    <a:pt x="2974" y="41294"/>
                    <a:pt x="3115" y="40728"/>
                  </a:cubicBezTo>
                  <a:cubicBezTo>
                    <a:pt x="3540" y="36698"/>
                    <a:pt x="3751" y="33375"/>
                    <a:pt x="3681" y="29840"/>
                  </a:cubicBezTo>
                  <a:cubicBezTo>
                    <a:pt x="3540" y="25315"/>
                    <a:pt x="2903" y="20720"/>
                    <a:pt x="2267" y="16195"/>
                  </a:cubicBezTo>
                  <a:lnTo>
                    <a:pt x="1702" y="11811"/>
                  </a:lnTo>
                  <a:cubicBezTo>
                    <a:pt x="1419" y="9478"/>
                    <a:pt x="1135" y="6791"/>
                    <a:pt x="358" y="5095"/>
                  </a:cubicBezTo>
                  <a:cubicBezTo>
                    <a:pt x="-491" y="3327"/>
                    <a:pt x="216" y="1206"/>
                    <a:pt x="1984" y="358"/>
                  </a:cubicBezTo>
                  <a:cubicBezTo>
                    <a:pt x="3751" y="-491"/>
                    <a:pt x="5873" y="216"/>
                    <a:pt x="6721" y="1984"/>
                  </a:cubicBezTo>
                  <a:cubicBezTo>
                    <a:pt x="8065" y="4671"/>
                    <a:pt x="8418" y="7994"/>
                    <a:pt x="8772" y="10892"/>
                  </a:cubicBezTo>
                  <a:lnTo>
                    <a:pt x="9337" y="15064"/>
                  </a:lnTo>
                  <a:cubicBezTo>
                    <a:pt x="9973" y="19730"/>
                    <a:pt x="10681" y="24537"/>
                    <a:pt x="10821" y="29416"/>
                  </a:cubicBezTo>
                  <a:cubicBezTo>
                    <a:pt x="10963" y="33587"/>
                    <a:pt x="10610" y="37547"/>
                    <a:pt x="10256" y="41294"/>
                  </a:cubicBezTo>
                  <a:cubicBezTo>
                    <a:pt x="10256" y="41718"/>
                    <a:pt x="10256" y="42284"/>
                    <a:pt x="10185" y="42778"/>
                  </a:cubicBezTo>
                  <a:cubicBezTo>
                    <a:pt x="10115" y="44617"/>
                    <a:pt x="9973" y="46667"/>
                    <a:pt x="9125" y="48364"/>
                  </a:cubicBezTo>
                  <a:cubicBezTo>
                    <a:pt x="8489" y="49566"/>
                    <a:pt x="7286" y="50344"/>
                    <a:pt x="5944" y="503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9" name="Google Shape;2409;p72"/>
            <p:cNvSpPr/>
            <p:nvPr/>
          </p:nvSpPr>
          <p:spPr>
            <a:xfrm>
              <a:off x="10931526" y="5012128"/>
              <a:ext cx="35642" cy="13796"/>
            </a:xfrm>
            <a:custGeom>
              <a:rect b="b" l="l" r="r" t="t"/>
              <a:pathLst>
                <a:path extrusionOk="0" h="13796" w="35642">
                  <a:moveTo>
                    <a:pt x="6434" y="13796"/>
                  </a:moveTo>
                  <a:cubicBezTo>
                    <a:pt x="5869" y="13796"/>
                    <a:pt x="5373" y="13796"/>
                    <a:pt x="4808" y="13796"/>
                  </a:cubicBezTo>
                  <a:lnTo>
                    <a:pt x="3535" y="13796"/>
                  </a:lnTo>
                  <a:cubicBezTo>
                    <a:pt x="1556" y="13796"/>
                    <a:pt x="0" y="12170"/>
                    <a:pt x="0" y="10261"/>
                  </a:cubicBezTo>
                  <a:cubicBezTo>
                    <a:pt x="0" y="8282"/>
                    <a:pt x="1556" y="6726"/>
                    <a:pt x="3535" y="6726"/>
                  </a:cubicBezTo>
                  <a:lnTo>
                    <a:pt x="4808" y="6726"/>
                  </a:lnTo>
                  <a:cubicBezTo>
                    <a:pt x="7989" y="6726"/>
                    <a:pt x="11171" y="6726"/>
                    <a:pt x="13929" y="6019"/>
                  </a:cubicBezTo>
                  <a:cubicBezTo>
                    <a:pt x="16615" y="5312"/>
                    <a:pt x="19443" y="4393"/>
                    <a:pt x="23119" y="2979"/>
                  </a:cubicBezTo>
                  <a:cubicBezTo>
                    <a:pt x="23827" y="2696"/>
                    <a:pt x="24534" y="2413"/>
                    <a:pt x="25170" y="2060"/>
                  </a:cubicBezTo>
                  <a:cubicBezTo>
                    <a:pt x="27079" y="1212"/>
                    <a:pt x="29200" y="222"/>
                    <a:pt x="31815" y="9"/>
                  </a:cubicBezTo>
                  <a:cubicBezTo>
                    <a:pt x="33654" y="-132"/>
                    <a:pt x="35492" y="1353"/>
                    <a:pt x="35634" y="3262"/>
                  </a:cubicBezTo>
                  <a:cubicBezTo>
                    <a:pt x="35775" y="5171"/>
                    <a:pt x="34291" y="6938"/>
                    <a:pt x="32382" y="7079"/>
                  </a:cubicBezTo>
                  <a:cubicBezTo>
                    <a:pt x="31038" y="7150"/>
                    <a:pt x="29695" y="7787"/>
                    <a:pt x="28140" y="8493"/>
                  </a:cubicBezTo>
                  <a:cubicBezTo>
                    <a:pt x="27291" y="8847"/>
                    <a:pt x="26513" y="9200"/>
                    <a:pt x="25665" y="9554"/>
                  </a:cubicBezTo>
                  <a:cubicBezTo>
                    <a:pt x="21776" y="11039"/>
                    <a:pt x="18736" y="12029"/>
                    <a:pt x="15767" y="12806"/>
                  </a:cubicBezTo>
                  <a:cubicBezTo>
                    <a:pt x="12656" y="13655"/>
                    <a:pt x="9475" y="13725"/>
                    <a:pt x="6363" y="137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0" name="Google Shape;2410;p72"/>
            <p:cNvSpPr/>
            <p:nvPr/>
          </p:nvSpPr>
          <p:spPr>
            <a:xfrm>
              <a:off x="10953867" y="5041250"/>
              <a:ext cx="42609" cy="19176"/>
            </a:xfrm>
            <a:custGeom>
              <a:rect b="b" l="l" r="r" t="t"/>
              <a:pathLst>
                <a:path extrusionOk="0" h="19176" w="42609">
                  <a:moveTo>
                    <a:pt x="41007" y="6379"/>
                  </a:moveTo>
                  <a:cubicBezTo>
                    <a:pt x="40653" y="6591"/>
                    <a:pt x="40300" y="6874"/>
                    <a:pt x="39946" y="7016"/>
                  </a:cubicBezTo>
                  <a:cubicBezTo>
                    <a:pt x="38673" y="7864"/>
                    <a:pt x="37401" y="8571"/>
                    <a:pt x="36057" y="9207"/>
                  </a:cubicBezTo>
                  <a:cubicBezTo>
                    <a:pt x="31392" y="11682"/>
                    <a:pt x="26442" y="13308"/>
                    <a:pt x="21706" y="14934"/>
                  </a:cubicBezTo>
                  <a:cubicBezTo>
                    <a:pt x="20079" y="15429"/>
                    <a:pt x="18453" y="15995"/>
                    <a:pt x="16898" y="16560"/>
                  </a:cubicBezTo>
                  <a:cubicBezTo>
                    <a:pt x="14565" y="17409"/>
                    <a:pt x="12443" y="18045"/>
                    <a:pt x="10464" y="18399"/>
                  </a:cubicBezTo>
                  <a:cubicBezTo>
                    <a:pt x="8131" y="18893"/>
                    <a:pt x="5939" y="19105"/>
                    <a:pt x="3606" y="19176"/>
                  </a:cubicBezTo>
                  <a:lnTo>
                    <a:pt x="3535" y="19176"/>
                  </a:lnTo>
                  <a:cubicBezTo>
                    <a:pt x="1626" y="19176"/>
                    <a:pt x="0" y="17550"/>
                    <a:pt x="0" y="15641"/>
                  </a:cubicBezTo>
                  <a:cubicBezTo>
                    <a:pt x="0" y="14015"/>
                    <a:pt x="1061" y="12672"/>
                    <a:pt x="2545" y="12248"/>
                  </a:cubicBezTo>
                  <a:cubicBezTo>
                    <a:pt x="2828" y="12177"/>
                    <a:pt x="3182" y="12106"/>
                    <a:pt x="3535" y="12106"/>
                  </a:cubicBezTo>
                  <a:cubicBezTo>
                    <a:pt x="4030" y="12106"/>
                    <a:pt x="4525" y="12106"/>
                    <a:pt x="5020" y="12035"/>
                  </a:cubicBezTo>
                  <a:cubicBezTo>
                    <a:pt x="5373" y="12035"/>
                    <a:pt x="5798" y="12035"/>
                    <a:pt x="6151" y="12035"/>
                  </a:cubicBezTo>
                  <a:cubicBezTo>
                    <a:pt x="8696" y="11753"/>
                    <a:pt x="11312" y="11116"/>
                    <a:pt x="14494" y="9985"/>
                  </a:cubicBezTo>
                  <a:cubicBezTo>
                    <a:pt x="16120" y="9419"/>
                    <a:pt x="17817" y="8854"/>
                    <a:pt x="19443" y="8288"/>
                  </a:cubicBezTo>
                  <a:cubicBezTo>
                    <a:pt x="24816" y="6450"/>
                    <a:pt x="29906" y="4753"/>
                    <a:pt x="34714" y="2067"/>
                  </a:cubicBezTo>
                  <a:cubicBezTo>
                    <a:pt x="35492" y="1572"/>
                    <a:pt x="36340" y="1077"/>
                    <a:pt x="37118" y="582"/>
                  </a:cubicBezTo>
                  <a:cubicBezTo>
                    <a:pt x="38744" y="-479"/>
                    <a:pt x="40936" y="-54"/>
                    <a:pt x="41997" y="1572"/>
                  </a:cubicBezTo>
                  <a:cubicBezTo>
                    <a:pt x="43127" y="3198"/>
                    <a:pt x="42633" y="5389"/>
                    <a:pt x="41007" y="64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1" name="Google Shape;2411;p72"/>
            <p:cNvSpPr/>
            <p:nvPr/>
          </p:nvSpPr>
          <p:spPr>
            <a:xfrm>
              <a:off x="10857212" y="4725373"/>
              <a:ext cx="102099" cy="117788"/>
            </a:xfrm>
            <a:custGeom>
              <a:rect b="b" l="l" r="r" t="t"/>
              <a:pathLst>
                <a:path extrusionOk="0" h="117788" w="102099">
                  <a:moveTo>
                    <a:pt x="94181" y="0"/>
                  </a:moveTo>
                  <a:cubicBezTo>
                    <a:pt x="90081" y="7989"/>
                    <a:pt x="85485" y="15484"/>
                    <a:pt x="80677" y="22483"/>
                  </a:cubicBezTo>
                  <a:cubicBezTo>
                    <a:pt x="79051" y="24887"/>
                    <a:pt x="77425" y="27149"/>
                    <a:pt x="75658" y="29412"/>
                  </a:cubicBezTo>
                  <a:cubicBezTo>
                    <a:pt x="68304" y="39522"/>
                    <a:pt x="60598" y="48430"/>
                    <a:pt x="53740" y="55996"/>
                  </a:cubicBezTo>
                  <a:cubicBezTo>
                    <a:pt x="48791" y="61510"/>
                    <a:pt x="44266" y="66954"/>
                    <a:pt x="39742" y="72327"/>
                  </a:cubicBezTo>
                  <a:cubicBezTo>
                    <a:pt x="31399" y="82155"/>
                    <a:pt x="23409" y="91699"/>
                    <a:pt x="13440" y="101102"/>
                  </a:cubicBezTo>
                  <a:cubicBezTo>
                    <a:pt x="12310" y="102163"/>
                    <a:pt x="11178" y="103153"/>
                    <a:pt x="10047" y="104213"/>
                  </a:cubicBezTo>
                  <a:cubicBezTo>
                    <a:pt x="11602" y="97921"/>
                    <a:pt x="12733" y="91770"/>
                    <a:pt x="13511" y="85831"/>
                  </a:cubicBezTo>
                  <a:cubicBezTo>
                    <a:pt x="15491" y="72539"/>
                    <a:pt x="15985" y="60025"/>
                    <a:pt x="16481" y="47723"/>
                  </a:cubicBezTo>
                  <a:cubicBezTo>
                    <a:pt x="16622" y="44754"/>
                    <a:pt x="16764" y="41785"/>
                    <a:pt x="16905" y="38886"/>
                  </a:cubicBezTo>
                  <a:lnTo>
                    <a:pt x="16905" y="38886"/>
                  </a:lnTo>
                  <a:cubicBezTo>
                    <a:pt x="17046" y="35634"/>
                    <a:pt x="17188" y="32593"/>
                    <a:pt x="17471" y="29483"/>
                  </a:cubicBezTo>
                  <a:lnTo>
                    <a:pt x="17471" y="29483"/>
                  </a:lnTo>
                  <a:cubicBezTo>
                    <a:pt x="17965" y="21352"/>
                    <a:pt x="18814" y="13433"/>
                    <a:pt x="20228" y="5020"/>
                  </a:cubicBezTo>
                  <a:cubicBezTo>
                    <a:pt x="20299" y="4949"/>
                    <a:pt x="20299" y="4808"/>
                    <a:pt x="20299" y="4737"/>
                  </a:cubicBezTo>
                  <a:cubicBezTo>
                    <a:pt x="20581" y="3252"/>
                    <a:pt x="20864" y="1768"/>
                    <a:pt x="21218" y="142"/>
                  </a:cubicBezTo>
                  <a:cubicBezTo>
                    <a:pt x="19238" y="71"/>
                    <a:pt x="17329" y="142"/>
                    <a:pt x="15349" y="142"/>
                  </a:cubicBezTo>
                  <a:lnTo>
                    <a:pt x="14077" y="142"/>
                  </a:lnTo>
                  <a:cubicBezTo>
                    <a:pt x="13794" y="1273"/>
                    <a:pt x="13582" y="2404"/>
                    <a:pt x="13369" y="3535"/>
                  </a:cubicBezTo>
                  <a:cubicBezTo>
                    <a:pt x="10613" y="18807"/>
                    <a:pt x="10047" y="33371"/>
                    <a:pt x="9481" y="47441"/>
                  </a:cubicBezTo>
                  <a:cubicBezTo>
                    <a:pt x="8562" y="68014"/>
                    <a:pt x="7714" y="89295"/>
                    <a:pt x="148" y="113192"/>
                  </a:cubicBezTo>
                  <a:cubicBezTo>
                    <a:pt x="-275" y="114677"/>
                    <a:pt x="219" y="116303"/>
                    <a:pt x="1492" y="117222"/>
                  </a:cubicBezTo>
                  <a:cubicBezTo>
                    <a:pt x="2128" y="117647"/>
                    <a:pt x="2835" y="117788"/>
                    <a:pt x="3543" y="117788"/>
                  </a:cubicBezTo>
                  <a:cubicBezTo>
                    <a:pt x="4320" y="117788"/>
                    <a:pt x="5098" y="117576"/>
                    <a:pt x="5734" y="117081"/>
                  </a:cubicBezTo>
                  <a:cubicBezTo>
                    <a:pt x="22490" y="103860"/>
                    <a:pt x="34014" y="90144"/>
                    <a:pt x="45115" y="76852"/>
                  </a:cubicBezTo>
                  <a:cubicBezTo>
                    <a:pt x="49568" y="71549"/>
                    <a:pt x="54093" y="66176"/>
                    <a:pt x="58972" y="60732"/>
                  </a:cubicBezTo>
                  <a:cubicBezTo>
                    <a:pt x="72759" y="45602"/>
                    <a:pt x="89727" y="25170"/>
                    <a:pt x="102100" y="0"/>
                  </a:cubicBezTo>
                  <a:lnTo>
                    <a:pt x="94181"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2" name="Google Shape;2412;p72"/>
            <p:cNvSpPr/>
            <p:nvPr/>
          </p:nvSpPr>
          <p:spPr>
            <a:xfrm>
              <a:off x="10858607" y="4724446"/>
              <a:ext cx="64151" cy="116523"/>
            </a:xfrm>
            <a:custGeom>
              <a:rect b="b" l="l" r="r" t="t"/>
              <a:pathLst>
                <a:path extrusionOk="0" h="116523" w="64151">
                  <a:moveTo>
                    <a:pt x="64081" y="927"/>
                  </a:moveTo>
                  <a:lnTo>
                    <a:pt x="64081" y="927"/>
                  </a:lnTo>
                  <a:cubicBezTo>
                    <a:pt x="64081" y="927"/>
                    <a:pt x="64081" y="998"/>
                    <a:pt x="64081" y="998"/>
                  </a:cubicBezTo>
                  <a:cubicBezTo>
                    <a:pt x="63092" y="3614"/>
                    <a:pt x="62031" y="6230"/>
                    <a:pt x="60970" y="8775"/>
                  </a:cubicBezTo>
                  <a:cubicBezTo>
                    <a:pt x="60829" y="9058"/>
                    <a:pt x="60758" y="9412"/>
                    <a:pt x="60616" y="9694"/>
                  </a:cubicBezTo>
                  <a:cubicBezTo>
                    <a:pt x="52062" y="30622"/>
                    <a:pt x="40750" y="50772"/>
                    <a:pt x="29862" y="70285"/>
                  </a:cubicBezTo>
                  <a:lnTo>
                    <a:pt x="29013" y="71699"/>
                  </a:lnTo>
                  <a:cubicBezTo>
                    <a:pt x="27317" y="74739"/>
                    <a:pt x="25549" y="77779"/>
                    <a:pt x="23782" y="80890"/>
                  </a:cubicBezTo>
                  <a:cubicBezTo>
                    <a:pt x="19752" y="87819"/>
                    <a:pt x="15651" y="94819"/>
                    <a:pt x="12116" y="102030"/>
                  </a:cubicBezTo>
                  <a:cubicBezTo>
                    <a:pt x="10137" y="106060"/>
                    <a:pt x="8369" y="110090"/>
                    <a:pt x="6884" y="114191"/>
                  </a:cubicBezTo>
                  <a:cubicBezTo>
                    <a:pt x="6319" y="115675"/>
                    <a:pt x="4975" y="116524"/>
                    <a:pt x="3561" y="116524"/>
                  </a:cubicBezTo>
                  <a:cubicBezTo>
                    <a:pt x="3137" y="116524"/>
                    <a:pt x="2713" y="116453"/>
                    <a:pt x="2288" y="116312"/>
                  </a:cubicBezTo>
                  <a:cubicBezTo>
                    <a:pt x="450" y="115675"/>
                    <a:pt x="-468" y="113625"/>
                    <a:pt x="238" y="111787"/>
                  </a:cubicBezTo>
                  <a:cubicBezTo>
                    <a:pt x="3349" y="103161"/>
                    <a:pt x="7661" y="94819"/>
                    <a:pt x="12186" y="86759"/>
                  </a:cubicBezTo>
                  <a:cubicBezTo>
                    <a:pt x="14025" y="83577"/>
                    <a:pt x="15792" y="80395"/>
                    <a:pt x="17631" y="77284"/>
                  </a:cubicBezTo>
                  <a:cubicBezTo>
                    <a:pt x="19398" y="74244"/>
                    <a:pt x="21166" y="71204"/>
                    <a:pt x="22862" y="68235"/>
                  </a:cubicBezTo>
                  <a:lnTo>
                    <a:pt x="23640" y="66750"/>
                  </a:lnTo>
                  <a:cubicBezTo>
                    <a:pt x="31700" y="52539"/>
                    <a:pt x="39902" y="37904"/>
                    <a:pt x="47042" y="22986"/>
                  </a:cubicBezTo>
                  <a:cubicBezTo>
                    <a:pt x="48244" y="20370"/>
                    <a:pt x="49446" y="17754"/>
                    <a:pt x="50577" y="15138"/>
                  </a:cubicBezTo>
                  <a:cubicBezTo>
                    <a:pt x="51779" y="12452"/>
                    <a:pt x="52910" y="9765"/>
                    <a:pt x="54042" y="7078"/>
                  </a:cubicBezTo>
                  <a:cubicBezTo>
                    <a:pt x="54890" y="5028"/>
                    <a:pt x="55668" y="3048"/>
                    <a:pt x="56516" y="998"/>
                  </a:cubicBezTo>
                  <a:cubicBezTo>
                    <a:pt x="57435" y="927"/>
                    <a:pt x="58354" y="927"/>
                    <a:pt x="59344" y="998"/>
                  </a:cubicBezTo>
                  <a:cubicBezTo>
                    <a:pt x="59627" y="716"/>
                    <a:pt x="59980" y="432"/>
                    <a:pt x="60405" y="291"/>
                  </a:cubicBezTo>
                  <a:cubicBezTo>
                    <a:pt x="61677" y="-274"/>
                    <a:pt x="63162" y="8"/>
                    <a:pt x="64152" y="92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3" name="Google Shape;2413;p72"/>
            <p:cNvSpPr/>
            <p:nvPr/>
          </p:nvSpPr>
          <p:spPr>
            <a:xfrm>
              <a:off x="10871890" y="4725462"/>
              <a:ext cx="12690" cy="5638"/>
            </a:xfrm>
            <a:custGeom>
              <a:rect b="b" l="l" r="r" t="t"/>
              <a:pathLst>
                <a:path extrusionOk="0" h="5638" w="12690">
                  <a:moveTo>
                    <a:pt x="12690" y="53"/>
                  </a:moveTo>
                  <a:cubicBezTo>
                    <a:pt x="12053" y="477"/>
                    <a:pt x="11417" y="972"/>
                    <a:pt x="10781" y="1467"/>
                  </a:cubicBezTo>
                  <a:cubicBezTo>
                    <a:pt x="9014" y="2669"/>
                    <a:pt x="7388" y="3942"/>
                    <a:pt x="5550" y="4931"/>
                  </a:cubicBezTo>
                  <a:cubicBezTo>
                    <a:pt x="5479" y="5002"/>
                    <a:pt x="5337" y="5073"/>
                    <a:pt x="5266" y="5143"/>
                  </a:cubicBezTo>
                  <a:cubicBezTo>
                    <a:pt x="4701" y="5426"/>
                    <a:pt x="4135" y="5638"/>
                    <a:pt x="3570" y="5638"/>
                  </a:cubicBezTo>
                  <a:cubicBezTo>
                    <a:pt x="2297" y="5638"/>
                    <a:pt x="1095" y="4931"/>
                    <a:pt x="458" y="3800"/>
                  </a:cubicBezTo>
                  <a:cubicBezTo>
                    <a:pt x="-248" y="2598"/>
                    <a:pt x="-107" y="1114"/>
                    <a:pt x="671" y="53"/>
                  </a:cubicBezTo>
                  <a:cubicBezTo>
                    <a:pt x="2651" y="53"/>
                    <a:pt x="4560" y="-18"/>
                    <a:pt x="6539" y="53"/>
                  </a:cubicBezTo>
                  <a:cubicBezTo>
                    <a:pt x="8589" y="-18"/>
                    <a:pt x="10640" y="-18"/>
                    <a:pt x="12690" y="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4" name="Google Shape;2414;p72"/>
            <p:cNvSpPr/>
            <p:nvPr/>
          </p:nvSpPr>
          <p:spPr>
            <a:xfrm>
              <a:off x="10868714" y="4739543"/>
              <a:ext cx="43616" cy="25281"/>
            </a:xfrm>
            <a:custGeom>
              <a:rect b="b" l="l" r="r" t="t"/>
              <a:pathLst>
                <a:path extrusionOk="0" h="25281" w="43616">
                  <a:moveTo>
                    <a:pt x="3565" y="25211"/>
                  </a:moveTo>
                  <a:cubicBezTo>
                    <a:pt x="2786" y="25211"/>
                    <a:pt x="2009" y="24928"/>
                    <a:pt x="1302" y="24433"/>
                  </a:cubicBezTo>
                  <a:cubicBezTo>
                    <a:pt x="-183" y="23232"/>
                    <a:pt x="-466" y="20969"/>
                    <a:pt x="807" y="19484"/>
                  </a:cubicBezTo>
                  <a:cubicBezTo>
                    <a:pt x="2715" y="17151"/>
                    <a:pt x="5544" y="15454"/>
                    <a:pt x="7877" y="14111"/>
                  </a:cubicBezTo>
                  <a:lnTo>
                    <a:pt x="11271" y="12061"/>
                  </a:lnTo>
                  <a:cubicBezTo>
                    <a:pt x="15088" y="9728"/>
                    <a:pt x="19048" y="7253"/>
                    <a:pt x="23219" y="5273"/>
                  </a:cubicBezTo>
                  <a:cubicBezTo>
                    <a:pt x="26542" y="3718"/>
                    <a:pt x="29865" y="2657"/>
                    <a:pt x="33753" y="1526"/>
                  </a:cubicBezTo>
                  <a:cubicBezTo>
                    <a:pt x="34178" y="1385"/>
                    <a:pt x="34602" y="1243"/>
                    <a:pt x="35026" y="1102"/>
                  </a:cubicBezTo>
                  <a:cubicBezTo>
                    <a:pt x="36723" y="466"/>
                    <a:pt x="38561" y="-170"/>
                    <a:pt x="40541" y="42"/>
                  </a:cubicBezTo>
                  <a:cubicBezTo>
                    <a:pt x="42450" y="324"/>
                    <a:pt x="43864" y="2092"/>
                    <a:pt x="43581" y="4001"/>
                  </a:cubicBezTo>
                  <a:cubicBezTo>
                    <a:pt x="43299" y="5910"/>
                    <a:pt x="41531" y="7324"/>
                    <a:pt x="39622" y="7041"/>
                  </a:cubicBezTo>
                  <a:cubicBezTo>
                    <a:pt x="39268" y="7041"/>
                    <a:pt x="38137" y="7465"/>
                    <a:pt x="37430" y="7748"/>
                  </a:cubicBezTo>
                  <a:cubicBezTo>
                    <a:pt x="36865" y="7960"/>
                    <a:pt x="36229" y="8172"/>
                    <a:pt x="35733" y="8313"/>
                  </a:cubicBezTo>
                  <a:cubicBezTo>
                    <a:pt x="32127" y="9374"/>
                    <a:pt x="29158" y="10364"/>
                    <a:pt x="26189" y="11707"/>
                  </a:cubicBezTo>
                  <a:cubicBezTo>
                    <a:pt x="22371" y="13475"/>
                    <a:pt x="18623" y="15808"/>
                    <a:pt x="15018" y="18070"/>
                  </a:cubicBezTo>
                  <a:lnTo>
                    <a:pt x="11483" y="20262"/>
                  </a:lnTo>
                  <a:cubicBezTo>
                    <a:pt x="9574" y="21393"/>
                    <a:pt x="7453" y="22666"/>
                    <a:pt x="6321" y="24009"/>
                  </a:cubicBezTo>
                  <a:cubicBezTo>
                    <a:pt x="5614" y="24858"/>
                    <a:pt x="4624" y="25282"/>
                    <a:pt x="3565" y="252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5" name="Google Shape;2415;p72"/>
            <p:cNvSpPr/>
            <p:nvPr/>
          </p:nvSpPr>
          <p:spPr>
            <a:xfrm>
              <a:off x="10916786" y="4724446"/>
              <a:ext cx="23212" cy="33450"/>
            </a:xfrm>
            <a:custGeom>
              <a:rect b="b" l="l" r="r" t="t"/>
              <a:pathLst>
                <a:path extrusionOk="0" h="33450" w="23212">
                  <a:moveTo>
                    <a:pt x="20891" y="33238"/>
                  </a:moveTo>
                  <a:cubicBezTo>
                    <a:pt x="20466" y="33379"/>
                    <a:pt x="20113" y="33450"/>
                    <a:pt x="19689" y="33450"/>
                  </a:cubicBezTo>
                  <a:cubicBezTo>
                    <a:pt x="18204" y="33450"/>
                    <a:pt x="16861" y="32531"/>
                    <a:pt x="16366" y="31117"/>
                  </a:cubicBezTo>
                  <a:lnTo>
                    <a:pt x="16083" y="30339"/>
                  </a:lnTo>
                  <a:lnTo>
                    <a:pt x="15942" y="29844"/>
                  </a:lnTo>
                  <a:cubicBezTo>
                    <a:pt x="14739" y="26592"/>
                    <a:pt x="13609" y="23269"/>
                    <a:pt x="11912" y="20724"/>
                  </a:cubicBezTo>
                  <a:cubicBezTo>
                    <a:pt x="10074" y="17896"/>
                    <a:pt x="8023" y="15138"/>
                    <a:pt x="5902" y="12522"/>
                  </a:cubicBezTo>
                  <a:cubicBezTo>
                    <a:pt x="5407" y="11886"/>
                    <a:pt x="4913" y="11321"/>
                    <a:pt x="4346" y="10755"/>
                  </a:cubicBezTo>
                  <a:cubicBezTo>
                    <a:pt x="3781" y="10118"/>
                    <a:pt x="3216" y="9482"/>
                    <a:pt x="2720" y="8775"/>
                  </a:cubicBezTo>
                  <a:cubicBezTo>
                    <a:pt x="1801" y="7715"/>
                    <a:pt x="953" y="6442"/>
                    <a:pt x="317" y="4957"/>
                  </a:cubicBezTo>
                  <a:cubicBezTo>
                    <a:pt x="-319" y="3543"/>
                    <a:pt x="34" y="1988"/>
                    <a:pt x="1094" y="998"/>
                  </a:cubicBezTo>
                  <a:cubicBezTo>
                    <a:pt x="1378" y="716"/>
                    <a:pt x="1731" y="432"/>
                    <a:pt x="2155" y="291"/>
                  </a:cubicBezTo>
                  <a:cubicBezTo>
                    <a:pt x="3427" y="-274"/>
                    <a:pt x="4913" y="8"/>
                    <a:pt x="5902" y="927"/>
                  </a:cubicBezTo>
                  <a:lnTo>
                    <a:pt x="5902" y="927"/>
                  </a:lnTo>
                  <a:cubicBezTo>
                    <a:pt x="6256" y="1281"/>
                    <a:pt x="6539" y="1705"/>
                    <a:pt x="6751" y="2130"/>
                  </a:cubicBezTo>
                  <a:cubicBezTo>
                    <a:pt x="7387" y="3473"/>
                    <a:pt x="8448" y="4675"/>
                    <a:pt x="9649" y="6018"/>
                  </a:cubicBezTo>
                  <a:cubicBezTo>
                    <a:pt x="10215" y="6654"/>
                    <a:pt x="10851" y="7361"/>
                    <a:pt x="11417" y="8139"/>
                  </a:cubicBezTo>
                  <a:cubicBezTo>
                    <a:pt x="14032" y="11462"/>
                    <a:pt x="16083" y="14219"/>
                    <a:pt x="17851" y="16835"/>
                  </a:cubicBezTo>
                  <a:cubicBezTo>
                    <a:pt x="19193" y="18956"/>
                    <a:pt x="20183" y="21148"/>
                    <a:pt x="21103" y="23410"/>
                  </a:cubicBezTo>
                  <a:cubicBezTo>
                    <a:pt x="21598" y="24754"/>
                    <a:pt x="22092" y="26097"/>
                    <a:pt x="22588" y="27440"/>
                  </a:cubicBezTo>
                  <a:lnTo>
                    <a:pt x="23012" y="28713"/>
                  </a:lnTo>
                  <a:cubicBezTo>
                    <a:pt x="23648" y="30551"/>
                    <a:pt x="22729" y="32602"/>
                    <a:pt x="20891" y="332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16" name="Google Shape;2416;p72"/>
          <p:cNvGrpSpPr/>
          <p:nvPr/>
        </p:nvGrpSpPr>
        <p:grpSpPr>
          <a:xfrm>
            <a:off x="949292" y="2866728"/>
            <a:ext cx="360591" cy="572676"/>
            <a:chOff x="4672729" y="4047256"/>
            <a:chExt cx="312525" cy="496339"/>
          </a:xfrm>
        </p:grpSpPr>
        <p:sp>
          <p:nvSpPr>
            <p:cNvPr id="2417" name="Google Shape;2417;p72"/>
            <p:cNvSpPr/>
            <p:nvPr/>
          </p:nvSpPr>
          <p:spPr>
            <a:xfrm>
              <a:off x="4672729" y="4047327"/>
              <a:ext cx="312525" cy="496268"/>
            </a:xfrm>
            <a:custGeom>
              <a:rect b="b" l="l" r="r" t="t"/>
              <a:pathLst>
                <a:path extrusionOk="0" h="496268" w="312525">
                  <a:moveTo>
                    <a:pt x="312525" y="0"/>
                  </a:moveTo>
                  <a:lnTo>
                    <a:pt x="451" y="0"/>
                  </a:lnTo>
                  <a:cubicBezTo>
                    <a:pt x="-114" y="29977"/>
                    <a:pt x="-185" y="60237"/>
                    <a:pt x="451" y="90992"/>
                  </a:cubicBezTo>
                  <a:cubicBezTo>
                    <a:pt x="2360" y="174773"/>
                    <a:pt x="7875" y="251908"/>
                    <a:pt x="13177" y="335194"/>
                  </a:cubicBezTo>
                  <a:cubicBezTo>
                    <a:pt x="45983" y="378039"/>
                    <a:pt x="127218" y="465213"/>
                    <a:pt x="153024" y="492716"/>
                  </a:cubicBezTo>
                  <a:cubicBezTo>
                    <a:pt x="157478" y="497452"/>
                    <a:pt x="164549" y="497452"/>
                    <a:pt x="169003" y="492716"/>
                  </a:cubicBezTo>
                  <a:cubicBezTo>
                    <a:pt x="195020" y="465283"/>
                    <a:pt x="277246" y="378039"/>
                    <a:pt x="311819" y="334769"/>
                  </a:cubicBezTo>
                  <a:cubicBezTo>
                    <a:pt x="312808" y="214012"/>
                    <a:pt x="311606" y="112344"/>
                    <a:pt x="312455" y="0"/>
                  </a:cubicBezTo>
                  <a:close/>
                </a:path>
              </a:pathLst>
            </a:cu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8" name="Google Shape;2418;p72"/>
            <p:cNvSpPr/>
            <p:nvPr/>
          </p:nvSpPr>
          <p:spPr>
            <a:xfrm>
              <a:off x="4701654" y="4047256"/>
              <a:ext cx="3340" cy="358807"/>
            </a:xfrm>
            <a:custGeom>
              <a:rect b="b" l="l" r="r" t="t"/>
              <a:pathLst>
                <a:path extrusionOk="0" h="358807" w="3340">
                  <a:moveTo>
                    <a:pt x="442" y="0"/>
                  </a:moveTo>
                  <a:cubicBezTo>
                    <a:pt x="-124" y="37189"/>
                    <a:pt x="-195" y="74660"/>
                    <a:pt x="512" y="112697"/>
                  </a:cubicBezTo>
                  <a:cubicBezTo>
                    <a:pt x="1573" y="174985"/>
                    <a:pt x="2280" y="268805"/>
                    <a:pt x="3341" y="358808"/>
                  </a:cubicBezTo>
                </a:path>
              </a:pathLst>
            </a:custGeom>
            <a:no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9" name="Google Shape;2419;p72"/>
            <p:cNvSpPr/>
            <p:nvPr/>
          </p:nvSpPr>
          <p:spPr>
            <a:xfrm>
              <a:off x="4743076" y="4047256"/>
              <a:ext cx="3986" cy="407096"/>
            </a:xfrm>
            <a:custGeom>
              <a:rect b="b" l="l" r="r" t="t"/>
              <a:pathLst>
                <a:path extrusionOk="0" h="407096" w="3986">
                  <a:moveTo>
                    <a:pt x="452" y="0"/>
                  </a:moveTo>
                  <a:cubicBezTo>
                    <a:pt x="-115" y="37189"/>
                    <a:pt x="-185" y="74660"/>
                    <a:pt x="452" y="112697"/>
                  </a:cubicBezTo>
                  <a:cubicBezTo>
                    <a:pt x="1724" y="186297"/>
                    <a:pt x="2572" y="303732"/>
                    <a:pt x="3987" y="407097"/>
                  </a:cubicBezTo>
                </a:path>
              </a:pathLst>
            </a:custGeom>
            <a:no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0" name="Google Shape;2420;p72"/>
            <p:cNvSpPr/>
            <p:nvPr/>
          </p:nvSpPr>
          <p:spPr>
            <a:xfrm>
              <a:off x="4784489" y="4047256"/>
              <a:ext cx="4710" cy="453334"/>
            </a:xfrm>
            <a:custGeom>
              <a:rect b="b" l="l" r="r" t="t"/>
              <a:pathLst>
                <a:path extrusionOk="0" h="453334" w="4710">
                  <a:moveTo>
                    <a:pt x="398" y="0"/>
                  </a:moveTo>
                  <a:cubicBezTo>
                    <a:pt x="-97" y="37189"/>
                    <a:pt x="-167" y="74660"/>
                    <a:pt x="398" y="112697"/>
                  </a:cubicBezTo>
                  <a:cubicBezTo>
                    <a:pt x="1883" y="197539"/>
                    <a:pt x="2731" y="340708"/>
                    <a:pt x="4711" y="453335"/>
                  </a:cubicBezTo>
                </a:path>
              </a:pathLst>
            </a:custGeom>
            <a:no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1" name="Google Shape;2421;p72"/>
            <p:cNvSpPr/>
            <p:nvPr/>
          </p:nvSpPr>
          <p:spPr>
            <a:xfrm>
              <a:off x="4825903" y="4047256"/>
              <a:ext cx="5576" cy="495967"/>
            </a:xfrm>
            <a:custGeom>
              <a:rect b="b" l="l" r="r" t="t"/>
              <a:pathLst>
                <a:path extrusionOk="0" h="495967" w="5576">
                  <a:moveTo>
                    <a:pt x="416" y="0"/>
                  </a:moveTo>
                  <a:cubicBezTo>
                    <a:pt x="-79" y="37189"/>
                    <a:pt x="-221" y="74660"/>
                    <a:pt x="486" y="112697"/>
                  </a:cubicBezTo>
                  <a:cubicBezTo>
                    <a:pt x="2183" y="208710"/>
                    <a:pt x="2961" y="379311"/>
                    <a:pt x="5577" y="495968"/>
                  </a:cubicBezTo>
                </a:path>
              </a:pathLst>
            </a:custGeom>
            <a:no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2" name="Google Shape;2422;p72"/>
            <p:cNvSpPr/>
            <p:nvPr/>
          </p:nvSpPr>
          <p:spPr>
            <a:xfrm>
              <a:off x="4867298" y="4047256"/>
              <a:ext cx="4905" cy="460475"/>
            </a:xfrm>
            <a:custGeom>
              <a:rect b="b" l="l" r="r" t="t"/>
              <a:pathLst>
                <a:path extrusionOk="0" h="460475" w="4905">
                  <a:moveTo>
                    <a:pt x="451" y="0"/>
                  </a:moveTo>
                  <a:cubicBezTo>
                    <a:pt x="-114" y="37189"/>
                    <a:pt x="-185" y="74660"/>
                    <a:pt x="451" y="112697"/>
                  </a:cubicBezTo>
                  <a:cubicBezTo>
                    <a:pt x="2006" y="199377"/>
                    <a:pt x="2854" y="346788"/>
                    <a:pt x="4905" y="460476"/>
                  </a:cubicBezTo>
                </a:path>
              </a:pathLst>
            </a:custGeom>
            <a:no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3" name="Google Shape;2423;p72"/>
            <p:cNvSpPr/>
            <p:nvPr/>
          </p:nvSpPr>
          <p:spPr>
            <a:xfrm>
              <a:off x="4908720" y="4047256"/>
              <a:ext cx="4135" cy="416641"/>
            </a:xfrm>
            <a:custGeom>
              <a:rect b="b" l="l" r="r" t="t"/>
              <a:pathLst>
                <a:path extrusionOk="0" h="416641" w="4135">
                  <a:moveTo>
                    <a:pt x="389" y="0"/>
                  </a:moveTo>
                  <a:cubicBezTo>
                    <a:pt x="-106" y="37189"/>
                    <a:pt x="-177" y="74660"/>
                    <a:pt x="459" y="112697"/>
                  </a:cubicBezTo>
                  <a:cubicBezTo>
                    <a:pt x="1803" y="188560"/>
                    <a:pt x="2652" y="311014"/>
                    <a:pt x="4136" y="416641"/>
                  </a:cubicBezTo>
                </a:path>
              </a:pathLst>
            </a:custGeom>
            <a:no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4" name="Google Shape;2424;p72"/>
            <p:cNvSpPr/>
            <p:nvPr/>
          </p:nvSpPr>
          <p:spPr>
            <a:xfrm>
              <a:off x="4950124" y="4047256"/>
              <a:ext cx="3526" cy="371251"/>
            </a:xfrm>
            <a:custGeom>
              <a:rect b="b" l="l" r="r" t="t"/>
              <a:pathLst>
                <a:path extrusionOk="0" h="371251" w="3526">
                  <a:moveTo>
                    <a:pt x="416" y="0"/>
                  </a:moveTo>
                  <a:cubicBezTo>
                    <a:pt x="-79" y="37189"/>
                    <a:pt x="-221" y="74660"/>
                    <a:pt x="486" y="112697"/>
                  </a:cubicBezTo>
                  <a:cubicBezTo>
                    <a:pt x="1618" y="177884"/>
                    <a:pt x="2395" y="277502"/>
                    <a:pt x="3527" y="371251"/>
                  </a:cubicBezTo>
                </a:path>
              </a:pathLst>
            </a:custGeom>
            <a:no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25" name="Google Shape;2425;p72"/>
          <p:cNvGrpSpPr/>
          <p:nvPr/>
        </p:nvGrpSpPr>
        <p:grpSpPr>
          <a:xfrm rot="-851572">
            <a:off x="3223263" y="3806708"/>
            <a:ext cx="286201" cy="393427"/>
            <a:chOff x="8561469" y="1981294"/>
            <a:chExt cx="188636" cy="259309"/>
          </a:xfrm>
        </p:grpSpPr>
        <p:sp>
          <p:nvSpPr>
            <p:cNvPr id="2426" name="Google Shape;2426;p72"/>
            <p:cNvSpPr/>
            <p:nvPr/>
          </p:nvSpPr>
          <p:spPr>
            <a:xfrm>
              <a:off x="8561469" y="1981294"/>
              <a:ext cx="188636" cy="259309"/>
            </a:xfrm>
            <a:custGeom>
              <a:rect b="b" l="l" r="r" t="t"/>
              <a:pathLst>
                <a:path extrusionOk="0" h="259309" w="188636">
                  <a:moveTo>
                    <a:pt x="134278" y="251798"/>
                  </a:moveTo>
                  <a:cubicBezTo>
                    <a:pt x="168639" y="238011"/>
                    <a:pt x="188435" y="205983"/>
                    <a:pt x="188506" y="162361"/>
                  </a:cubicBezTo>
                  <a:cubicBezTo>
                    <a:pt x="189001" y="152746"/>
                    <a:pt x="188223" y="141221"/>
                    <a:pt x="183840" y="130899"/>
                  </a:cubicBezTo>
                  <a:cubicBezTo>
                    <a:pt x="175002" y="110184"/>
                    <a:pt x="166094" y="89327"/>
                    <a:pt x="151600" y="71722"/>
                  </a:cubicBezTo>
                  <a:cubicBezTo>
                    <a:pt x="133996" y="50370"/>
                    <a:pt x="117522" y="28312"/>
                    <a:pt x="101543" y="5758"/>
                  </a:cubicBezTo>
                  <a:cubicBezTo>
                    <a:pt x="95888" y="-2160"/>
                    <a:pt x="92635" y="-1877"/>
                    <a:pt x="86626" y="6395"/>
                  </a:cubicBezTo>
                  <a:cubicBezTo>
                    <a:pt x="71355" y="27322"/>
                    <a:pt x="55447" y="47755"/>
                    <a:pt x="39822" y="68399"/>
                  </a:cubicBezTo>
                  <a:cubicBezTo>
                    <a:pt x="19672" y="94841"/>
                    <a:pt x="1714" y="123263"/>
                    <a:pt x="158" y="158119"/>
                  </a:cubicBezTo>
                  <a:cubicBezTo>
                    <a:pt x="-1044" y="184773"/>
                    <a:pt x="4400" y="209801"/>
                    <a:pt x="23278" y="230163"/>
                  </a:cubicBezTo>
                  <a:cubicBezTo>
                    <a:pt x="49508" y="258373"/>
                    <a:pt x="95888" y="267211"/>
                    <a:pt x="134420" y="251798"/>
                  </a:cubicBezTo>
                  <a:close/>
                  <a:moveTo>
                    <a:pt x="94827" y="19191"/>
                  </a:moveTo>
                  <a:cubicBezTo>
                    <a:pt x="111018" y="44927"/>
                    <a:pt x="130885" y="65854"/>
                    <a:pt x="147358" y="89398"/>
                  </a:cubicBezTo>
                  <a:cubicBezTo>
                    <a:pt x="161145" y="109123"/>
                    <a:pt x="152449" y="129061"/>
                    <a:pt x="129117" y="133374"/>
                  </a:cubicBezTo>
                  <a:cubicBezTo>
                    <a:pt x="121482" y="134788"/>
                    <a:pt x="115825" y="132525"/>
                    <a:pt x="111725" y="126162"/>
                  </a:cubicBezTo>
                  <a:cubicBezTo>
                    <a:pt x="109603" y="122839"/>
                    <a:pt x="107836" y="119304"/>
                    <a:pt x="106281" y="115698"/>
                  </a:cubicBezTo>
                  <a:cubicBezTo>
                    <a:pt x="95959" y="92650"/>
                    <a:pt x="80475" y="76389"/>
                    <a:pt x="51770" y="76177"/>
                  </a:cubicBezTo>
                  <a:cubicBezTo>
                    <a:pt x="66547" y="56663"/>
                    <a:pt x="80262" y="38493"/>
                    <a:pt x="94898" y="19191"/>
                  </a:cubicBezTo>
                  <a:close/>
                  <a:moveTo>
                    <a:pt x="70153" y="243526"/>
                  </a:moveTo>
                  <a:cubicBezTo>
                    <a:pt x="29004" y="233698"/>
                    <a:pt x="1926" y="191136"/>
                    <a:pt x="12602" y="150059"/>
                  </a:cubicBezTo>
                  <a:cubicBezTo>
                    <a:pt x="17692" y="130546"/>
                    <a:pt x="27237" y="112305"/>
                    <a:pt x="37418" y="94700"/>
                  </a:cubicBezTo>
                  <a:cubicBezTo>
                    <a:pt x="39256" y="91519"/>
                    <a:pt x="42014" y="90387"/>
                    <a:pt x="45549" y="89610"/>
                  </a:cubicBezTo>
                  <a:cubicBezTo>
                    <a:pt x="62941" y="86075"/>
                    <a:pt x="76516" y="91094"/>
                    <a:pt x="86696" y="105871"/>
                  </a:cubicBezTo>
                  <a:cubicBezTo>
                    <a:pt x="90161" y="110961"/>
                    <a:pt x="92918" y="116547"/>
                    <a:pt x="95676" y="122132"/>
                  </a:cubicBezTo>
                  <a:cubicBezTo>
                    <a:pt x="108543" y="148079"/>
                    <a:pt x="135126" y="152816"/>
                    <a:pt x="156337" y="132808"/>
                  </a:cubicBezTo>
                  <a:cubicBezTo>
                    <a:pt x="159094" y="130192"/>
                    <a:pt x="161216" y="127011"/>
                    <a:pt x="164115" y="123476"/>
                  </a:cubicBezTo>
                  <a:cubicBezTo>
                    <a:pt x="178325" y="145322"/>
                    <a:pt x="180163" y="167310"/>
                    <a:pt x="173871" y="189864"/>
                  </a:cubicBezTo>
                  <a:cubicBezTo>
                    <a:pt x="166235" y="217579"/>
                    <a:pt x="148489" y="235749"/>
                    <a:pt x="120279" y="242960"/>
                  </a:cubicBezTo>
                  <a:cubicBezTo>
                    <a:pt x="103594" y="247202"/>
                    <a:pt x="86909" y="247414"/>
                    <a:pt x="70153" y="2433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7" name="Google Shape;2427;p72"/>
            <p:cNvSpPr/>
            <p:nvPr/>
          </p:nvSpPr>
          <p:spPr>
            <a:xfrm>
              <a:off x="8584431" y="2130527"/>
              <a:ext cx="30054" cy="69230"/>
            </a:xfrm>
            <a:custGeom>
              <a:rect b="b" l="l" r="r" t="t"/>
              <a:pathLst>
                <a:path extrusionOk="0" h="69230" w="30054">
                  <a:moveTo>
                    <a:pt x="21101" y="51306"/>
                  </a:moveTo>
                  <a:cubicBezTo>
                    <a:pt x="14668" y="43600"/>
                    <a:pt x="11840" y="34762"/>
                    <a:pt x="13042" y="24723"/>
                  </a:cubicBezTo>
                  <a:cubicBezTo>
                    <a:pt x="13607" y="19703"/>
                    <a:pt x="14173" y="14683"/>
                    <a:pt x="14314" y="13623"/>
                  </a:cubicBezTo>
                  <a:cubicBezTo>
                    <a:pt x="15658" y="5634"/>
                    <a:pt x="16011" y="755"/>
                    <a:pt x="11133" y="48"/>
                  </a:cubicBezTo>
                  <a:cubicBezTo>
                    <a:pt x="7315" y="-447"/>
                    <a:pt x="3992" y="2947"/>
                    <a:pt x="2861" y="7189"/>
                  </a:cubicBezTo>
                  <a:cubicBezTo>
                    <a:pt x="-2442" y="27339"/>
                    <a:pt x="-1311" y="46216"/>
                    <a:pt x="14314" y="61982"/>
                  </a:cubicBezTo>
                  <a:cubicBezTo>
                    <a:pt x="15869" y="63608"/>
                    <a:pt x="17425" y="65234"/>
                    <a:pt x="19263" y="66507"/>
                  </a:cubicBezTo>
                  <a:cubicBezTo>
                    <a:pt x="21949" y="68345"/>
                    <a:pt x="24990" y="70820"/>
                    <a:pt x="28242" y="67850"/>
                  </a:cubicBezTo>
                  <a:cubicBezTo>
                    <a:pt x="31495" y="64881"/>
                    <a:pt x="29798" y="61770"/>
                    <a:pt x="27606" y="59013"/>
                  </a:cubicBezTo>
                  <a:cubicBezTo>
                    <a:pt x="25485" y="56397"/>
                    <a:pt x="23222" y="53922"/>
                    <a:pt x="21030" y="513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8" name="Google Shape;2428;p72"/>
            <p:cNvSpPr/>
            <p:nvPr/>
          </p:nvSpPr>
          <p:spPr>
            <a:xfrm>
              <a:off x="8624595" y="2204104"/>
              <a:ext cx="6426" cy="6334"/>
            </a:xfrm>
            <a:custGeom>
              <a:rect b="b" l="l" r="r" t="t"/>
              <a:pathLst>
                <a:path extrusionOk="0" h="6334" w="6426">
                  <a:moveTo>
                    <a:pt x="3492" y="71"/>
                  </a:moveTo>
                  <a:cubicBezTo>
                    <a:pt x="593" y="-212"/>
                    <a:pt x="-326" y="1768"/>
                    <a:pt x="98" y="4030"/>
                  </a:cubicBezTo>
                  <a:cubicBezTo>
                    <a:pt x="380" y="5515"/>
                    <a:pt x="1795" y="6717"/>
                    <a:pt x="3704" y="6222"/>
                  </a:cubicBezTo>
                  <a:cubicBezTo>
                    <a:pt x="5259" y="5798"/>
                    <a:pt x="6673" y="5090"/>
                    <a:pt x="6391" y="3040"/>
                  </a:cubicBezTo>
                  <a:cubicBezTo>
                    <a:pt x="6391" y="1202"/>
                    <a:pt x="5259" y="212"/>
                    <a:pt x="356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429" name="Google Shape;2429;p72"/>
          <p:cNvSpPr/>
          <p:nvPr/>
        </p:nvSpPr>
        <p:spPr>
          <a:xfrm>
            <a:off x="4672903" y="4095272"/>
            <a:ext cx="9751" cy="9612"/>
          </a:xfrm>
          <a:custGeom>
            <a:rect b="b" l="l" r="r" t="t"/>
            <a:pathLst>
              <a:path extrusionOk="0" h="6334" w="6426">
                <a:moveTo>
                  <a:pt x="3492" y="71"/>
                </a:moveTo>
                <a:cubicBezTo>
                  <a:pt x="593" y="-212"/>
                  <a:pt x="-326" y="1768"/>
                  <a:pt x="98" y="4030"/>
                </a:cubicBezTo>
                <a:cubicBezTo>
                  <a:pt x="380" y="5515"/>
                  <a:pt x="1795" y="6717"/>
                  <a:pt x="3704" y="6222"/>
                </a:cubicBezTo>
                <a:cubicBezTo>
                  <a:pt x="5259" y="5798"/>
                  <a:pt x="6673" y="5090"/>
                  <a:pt x="6391" y="3040"/>
                </a:cubicBezTo>
                <a:cubicBezTo>
                  <a:pt x="6391" y="1202"/>
                  <a:pt x="5259" y="212"/>
                  <a:pt x="356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0" name="Google Shape;2430;p72"/>
          <p:cNvSpPr/>
          <p:nvPr/>
        </p:nvSpPr>
        <p:spPr>
          <a:xfrm>
            <a:off x="6268624" y="3478141"/>
            <a:ext cx="550368" cy="505088"/>
          </a:xfrm>
          <a:custGeom>
            <a:rect b="b" l="l" r="r" t="t"/>
            <a:pathLst>
              <a:path extrusionOk="0" h="372759" w="406176">
                <a:moveTo>
                  <a:pt x="8166" y="250870"/>
                </a:moveTo>
                <a:cubicBezTo>
                  <a:pt x="7883" y="261899"/>
                  <a:pt x="12833" y="268757"/>
                  <a:pt x="21033" y="274837"/>
                </a:cubicBezTo>
                <a:cubicBezTo>
                  <a:pt x="41466" y="290038"/>
                  <a:pt x="62889" y="303401"/>
                  <a:pt x="86290" y="313723"/>
                </a:cubicBezTo>
                <a:cubicBezTo>
                  <a:pt x="122914" y="329843"/>
                  <a:pt x="159890" y="345397"/>
                  <a:pt x="192766" y="368728"/>
                </a:cubicBezTo>
                <a:cubicBezTo>
                  <a:pt x="200543" y="374243"/>
                  <a:pt x="206624" y="374031"/>
                  <a:pt x="214048" y="368516"/>
                </a:cubicBezTo>
                <a:cubicBezTo>
                  <a:pt x="231369" y="355790"/>
                  <a:pt x="250459" y="346175"/>
                  <a:pt x="269902" y="336984"/>
                </a:cubicBezTo>
                <a:cubicBezTo>
                  <a:pt x="286728" y="329065"/>
                  <a:pt x="303414" y="320793"/>
                  <a:pt x="320523" y="313511"/>
                </a:cubicBezTo>
                <a:cubicBezTo>
                  <a:pt x="343996" y="303471"/>
                  <a:pt x="365348" y="289826"/>
                  <a:pt x="385851" y="274696"/>
                </a:cubicBezTo>
                <a:cubicBezTo>
                  <a:pt x="394688" y="268121"/>
                  <a:pt x="398931" y="260344"/>
                  <a:pt x="398931" y="248961"/>
                </a:cubicBezTo>
                <a:cubicBezTo>
                  <a:pt x="398931" y="225276"/>
                  <a:pt x="400203" y="201520"/>
                  <a:pt x="400981" y="177836"/>
                </a:cubicBezTo>
                <a:cubicBezTo>
                  <a:pt x="402677" y="124739"/>
                  <a:pt x="404445" y="71713"/>
                  <a:pt x="406072" y="18617"/>
                </a:cubicBezTo>
                <a:cubicBezTo>
                  <a:pt x="406496" y="5396"/>
                  <a:pt x="406283" y="5113"/>
                  <a:pt x="392497" y="3840"/>
                </a:cubicBezTo>
                <a:cubicBezTo>
                  <a:pt x="380690" y="2709"/>
                  <a:pt x="368812" y="1366"/>
                  <a:pt x="357005" y="1790"/>
                </a:cubicBezTo>
                <a:cubicBezTo>
                  <a:pt x="305676" y="3557"/>
                  <a:pt x="254276" y="-3301"/>
                  <a:pt x="205210" y="2143"/>
                </a:cubicBezTo>
                <a:cubicBezTo>
                  <a:pt x="171344" y="-190"/>
                  <a:pt x="139670" y="-826"/>
                  <a:pt x="108138" y="1295"/>
                </a:cubicBezTo>
                <a:cubicBezTo>
                  <a:pt x="76534" y="3416"/>
                  <a:pt x="44860" y="-402"/>
                  <a:pt x="13398" y="3840"/>
                </a:cubicBezTo>
                <a:cubicBezTo>
                  <a:pt x="-106" y="5679"/>
                  <a:pt x="-318" y="5608"/>
                  <a:pt x="106" y="18970"/>
                </a:cubicBezTo>
                <a:cubicBezTo>
                  <a:pt x="2086" y="82177"/>
                  <a:pt x="4136" y="145454"/>
                  <a:pt x="6257" y="208661"/>
                </a:cubicBezTo>
                <a:cubicBezTo>
                  <a:pt x="6752" y="222731"/>
                  <a:pt x="8449" y="236871"/>
                  <a:pt x="8095" y="250940"/>
                </a:cubicBezTo>
                <a:close/>
                <a:moveTo>
                  <a:pt x="23367" y="16708"/>
                </a:moveTo>
                <a:cubicBezTo>
                  <a:pt x="28387" y="16849"/>
                  <a:pt x="33548" y="15506"/>
                  <a:pt x="38567" y="15718"/>
                </a:cubicBezTo>
                <a:cubicBezTo>
                  <a:pt x="84311" y="17698"/>
                  <a:pt x="129984" y="11829"/>
                  <a:pt x="175657" y="14516"/>
                </a:cubicBezTo>
                <a:cubicBezTo>
                  <a:pt x="217866" y="16920"/>
                  <a:pt x="260003" y="11688"/>
                  <a:pt x="302212" y="14940"/>
                </a:cubicBezTo>
                <a:cubicBezTo>
                  <a:pt x="321371" y="16354"/>
                  <a:pt x="340532" y="16708"/>
                  <a:pt x="359762" y="15577"/>
                </a:cubicBezTo>
                <a:cubicBezTo>
                  <a:pt x="370297" y="14940"/>
                  <a:pt x="381114" y="15718"/>
                  <a:pt x="392355" y="18475"/>
                </a:cubicBezTo>
                <a:cubicBezTo>
                  <a:pt x="392355" y="30282"/>
                  <a:pt x="392709" y="42019"/>
                  <a:pt x="392355" y="53826"/>
                </a:cubicBezTo>
                <a:cubicBezTo>
                  <a:pt x="390235" y="117033"/>
                  <a:pt x="387689" y="180239"/>
                  <a:pt x="385992" y="243517"/>
                </a:cubicBezTo>
                <a:cubicBezTo>
                  <a:pt x="385710" y="253627"/>
                  <a:pt x="382740" y="260485"/>
                  <a:pt x="374397" y="266000"/>
                </a:cubicBezTo>
                <a:cubicBezTo>
                  <a:pt x="355167" y="278867"/>
                  <a:pt x="335795" y="291240"/>
                  <a:pt x="314443" y="300714"/>
                </a:cubicBezTo>
                <a:cubicBezTo>
                  <a:pt x="278951" y="316480"/>
                  <a:pt x="242752" y="331186"/>
                  <a:pt x="210866" y="353881"/>
                </a:cubicBezTo>
                <a:cubicBezTo>
                  <a:pt x="205351" y="357840"/>
                  <a:pt x="201039" y="357628"/>
                  <a:pt x="195736" y="353881"/>
                </a:cubicBezTo>
                <a:cubicBezTo>
                  <a:pt x="164698" y="331752"/>
                  <a:pt x="129630" y="317541"/>
                  <a:pt x="95128" y="302199"/>
                </a:cubicBezTo>
                <a:cubicBezTo>
                  <a:pt x="73352" y="292513"/>
                  <a:pt x="53203" y="280352"/>
                  <a:pt x="33618" y="266919"/>
                </a:cubicBezTo>
                <a:cubicBezTo>
                  <a:pt x="25064" y="261051"/>
                  <a:pt x="20822" y="254122"/>
                  <a:pt x="20539" y="243234"/>
                </a:cubicBezTo>
                <a:cubicBezTo>
                  <a:pt x="19549" y="195794"/>
                  <a:pt x="17781" y="148353"/>
                  <a:pt x="16155" y="100983"/>
                </a:cubicBezTo>
                <a:cubicBezTo>
                  <a:pt x="15378" y="76733"/>
                  <a:pt x="14600" y="52412"/>
                  <a:pt x="13256" y="28161"/>
                </a:cubicBezTo>
                <a:cubicBezTo>
                  <a:pt x="12833" y="20172"/>
                  <a:pt x="15166" y="16637"/>
                  <a:pt x="23367" y="1684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431" name="Google Shape;2431;p72"/>
          <p:cNvGrpSpPr/>
          <p:nvPr/>
        </p:nvGrpSpPr>
        <p:grpSpPr>
          <a:xfrm>
            <a:off x="7299644" y="2774184"/>
            <a:ext cx="490857" cy="665226"/>
            <a:chOff x="6237473" y="2527517"/>
            <a:chExt cx="378485" cy="512975"/>
          </a:xfrm>
        </p:grpSpPr>
        <p:sp>
          <p:nvSpPr>
            <p:cNvPr id="2432" name="Google Shape;2432;p72"/>
            <p:cNvSpPr/>
            <p:nvPr/>
          </p:nvSpPr>
          <p:spPr>
            <a:xfrm>
              <a:off x="6237473" y="2540496"/>
              <a:ext cx="137230" cy="486949"/>
            </a:xfrm>
            <a:custGeom>
              <a:rect b="b" l="l" r="r" t="t"/>
              <a:pathLst>
                <a:path extrusionOk="0" h="486949" w="137230">
                  <a:moveTo>
                    <a:pt x="107009" y="202324"/>
                  </a:moveTo>
                  <a:cubicBezTo>
                    <a:pt x="119665" y="201476"/>
                    <a:pt x="126664" y="191931"/>
                    <a:pt x="130129" y="180478"/>
                  </a:cubicBezTo>
                  <a:cubicBezTo>
                    <a:pt x="132250" y="173478"/>
                    <a:pt x="133169" y="166125"/>
                    <a:pt x="133876" y="158843"/>
                  </a:cubicBezTo>
                  <a:cubicBezTo>
                    <a:pt x="138401" y="113241"/>
                    <a:pt x="136986" y="67427"/>
                    <a:pt x="137128" y="21754"/>
                  </a:cubicBezTo>
                  <a:cubicBezTo>
                    <a:pt x="137128" y="17795"/>
                    <a:pt x="137057" y="13906"/>
                    <a:pt x="135431" y="10159"/>
                  </a:cubicBezTo>
                  <a:cubicBezTo>
                    <a:pt x="134018" y="6907"/>
                    <a:pt x="132250" y="3725"/>
                    <a:pt x="128503" y="3513"/>
                  </a:cubicBezTo>
                  <a:cubicBezTo>
                    <a:pt x="118604" y="3018"/>
                    <a:pt x="107999" y="-163"/>
                    <a:pt x="100081" y="9311"/>
                  </a:cubicBezTo>
                  <a:cubicBezTo>
                    <a:pt x="100222" y="48832"/>
                    <a:pt x="100364" y="88284"/>
                    <a:pt x="100364" y="127805"/>
                  </a:cubicBezTo>
                  <a:cubicBezTo>
                    <a:pt x="100364" y="137067"/>
                    <a:pt x="99657" y="146329"/>
                    <a:pt x="95980" y="154955"/>
                  </a:cubicBezTo>
                  <a:cubicBezTo>
                    <a:pt x="90536" y="153682"/>
                    <a:pt x="91172" y="150430"/>
                    <a:pt x="91314" y="147885"/>
                  </a:cubicBezTo>
                  <a:cubicBezTo>
                    <a:pt x="94142" y="105110"/>
                    <a:pt x="94495" y="62266"/>
                    <a:pt x="94142" y="19350"/>
                  </a:cubicBezTo>
                  <a:cubicBezTo>
                    <a:pt x="92233" y="11361"/>
                    <a:pt x="88273" y="5422"/>
                    <a:pt x="79860" y="2523"/>
                  </a:cubicBezTo>
                  <a:cubicBezTo>
                    <a:pt x="59357" y="-4618"/>
                    <a:pt x="46277" y="3442"/>
                    <a:pt x="42388" y="26137"/>
                  </a:cubicBezTo>
                  <a:cubicBezTo>
                    <a:pt x="42388" y="68841"/>
                    <a:pt x="43874" y="111544"/>
                    <a:pt x="46348" y="153894"/>
                  </a:cubicBezTo>
                  <a:cubicBezTo>
                    <a:pt x="40126" y="155237"/>
                    <a:pt x="39136" y="151702"/>
                    <a:pt x="38783" y="148380"/>
                  </a:cubicBezTo>
                  <a:cubicBezTo>
                    <a:pt x="37723" y="138340"/>
                    <a:pt x="36308" y="128230"/>
                    <a:pt x="36167" y="118119"/>
                  </a:cubicBezTo>
                  <a:cubicBezTo>
                    <a:pt x="35884" y="90546"/>
                    <a:pt x="36096" y="62902"/>
                    <a:pt x="36379" y="35329"/>
                  </a:cubicBezTo>
                  <a:cubicBezTo>
                    <a:pt x="36379" y="29814"/>
                    <a:pt x="35389" y="23946"/>
                    <a:pt x="38853" y="18926"/>
                  </a:cubicBezTo>
                  <a:cubicBezTo>
                    <a:pt x="33834" y="3301"/>
                    <a:pt x="28461" y="190"/>
                    <a:pt x="11421" y="3018"/>
                  </a:cubicBezTo>
                  <a:cubicBezTo>
                    <a:pt x="2443" y="4503"/>
                    <a:pt x="463" y="8179"/>
                    <a:pt x="322" y="24158"/>
                  </a:cubicBezTo>
                  <a:cubicBezTo>
                    <a:pt x="180" y="43883"/>
                    <a:pt x="-103" y="63680"/>
                    <a:pt x="39" y="83476"/>
                  </a:cubicBezTo>
                  <a:cubicBezTo>
                    <a:pt x="251" y="113382"/>
                    <a:pt x="676" y="143360"/>
                    <a:pt x="5270" y="172983"/>
                  </a:cubicBezTo>
                  <a:cubicBezTo>
                    <a:pt x="7604" y="187972"/>
                    <a:pt x="14250" y="200557"/>
                    <a:pt x="30793" y="202536"/>
                  </a:cubicBezTo>
                  <a:cubicBezTo>
                    <a:pt x="39843" y="203597"/>
                    <a:pt x="40056" y="208193"/>
                    <a:pt x="39985" y="214838"/>
                  </a:cubicBezTo>
                  <a:cubicBezTo>
                    <a:pt x="39843" y="282075"/>
                    <a:pt x="38783" y="349241"/>
                    <a:pt x="36874" y="416407"/>
                  </a:cubicBezTo>
                  <a:cubicBezTo>
                    <a:pt x="36379" y="432739"/>
                    <a:pt x="36308" y="449142"/>
                    <a:pt x="35814" y="465544"/>
                  </a:cubicBezTo>
                  <a:cubicBezTo>
                    <a:pt x="35531" y="474665"/>
                    <a:pt x="39631" y="480886"/>
                    <a:pt x="48116" y="483644"/>
                  </a:cubicBezTo>
                  <a:cubicBezTo>
                    <a:pt x="61902" y="488027"/>
                    <a:pt x="75971" y="488169"/>
                    <a:pt x="89688" y="483361"/>
                  </a:cubicBezTo>
                  <a:cubicBezTo>
                    <a:pt x="96616" y="480886"/>
                    <a:pt x="100858" y="475867"/>
                    <a:pt x="100929" y="468090"/>
                  </a:cubicBezTo>
                  <a:cubicBezTo>
                    <a:pt x="100929" y="461868"/>
                    <a:pt x="101283" y="455646"/>
                    <a:pt x="101141" y="449424"/>
                  </a:cubicBezTo>
                  <a:cubicBezTo>
                    <a:pt x="99868" y="394066"/>
                    <a:pt x="98455" y="338777"/>
                    <a:pt x="97323" y="283418"/>
                  </a:cubicBezTo>
                  <a:cubicBezTo>
                    <a:pt x="96829" y="260865"/>
                    <a:pt x="97111" y="238241"/>
                    <a:pt x="96758" y="215616"/>
                  </a:cubicBezTo>
                  <a:cubicBezTo>
                    <a:pt x="96687" y="208334"/>
                    <a:pt x="96829" y="203031"/>
                    <a:pt x="106939" y="202395"/>
                  </a:cubicBezTo>
                  <a:close/>
                  <a:moveTo>
                    <a:pt x="85021" y="209889"/>
                  </a:moveTo>
                  <a:cubicBezTo>
                    <a:pt x="84315" y="228484"/>
                    <a:pt x="83537" y="247220"/>
                    <a:pt x="84809" y="265814"/>
                  </a:cubicBezTo>
                  <a:cubicBezTo>
                    <a:pt x="87708" y="308164"/>
                    <a:pt x="86224" y="350514"/>
                    <a:pt x="87354" y="392864"/>
                  </a:cubicBezTo>
                  <a:cubicBezTo>
                    <a:pt x="87920" y="414286"/>
                    <a:pt x="89192" y="435708"/>
                    <a:pt x="89617" y="457131"/>
                  </a:cubicBezTo>
                  <a:cubicBezTo>
                    <a:pt x="89900" y="471554"/>
                    <a:pt x="89476" y="471554"/>
                    <a:pt x="74841" y="473180"/>
                  </a:cubicBezTo>
                  <a:cubicBezTo>
                    <a:pt x="72578" y="473392"/>
                    <a:pt x="70316" y="473816"/>
                    <a:pt x="68124" y="473816"/>
                  </a:cubicBezTo>
                  <a:cubicBezTo>
                    <a:pt x="48539" y="473675"/>
                    <a:pt x="46772" y="472544"/>
                    <a:pt x="47620" y="452677"/>
                  </a:cubicBezTo>
                  <a:cubicBezTo>
                    <a:pt x="49317" y="413720"/>
                    <a:pt x="50378" y="374764"/>
                    <a:pt x="49954" y="331637"/>
                  </a:cubicBezTo>
                  <a:cubicBezTo>
                    <a:pt x="50095" y="296852"/>
                    <a:pt x="53842" y="257966"/>
                    <a:pt x="52428" y="219010"/>
                  </a:cubicBezTo>
                  <a:cubicBezTo>
                    <a:pt x="52287" y="214485"/>
                    <a:pt x="52641" y="209889"/>
                    <a:pt x="51863" y="205506"/>
                  </a:cubicBezTo>
                  <a:cubicBezTo>
                    <a:pt x="50519" y="198153"/>
                    <a:pt x="48469" y="191790"/>
                    <a:pt x="38430" y="191578"/>
                  </a:cubicBezTo>
                  <a:cubicBezTo>
                    <a:pt x="25491" y="191295"/>
                    <a:pt x="20330" y="182528"/>
                    <a:pt x="18421" y="170509"/>
                  </a:cubicBezTo>
                  <a:cubicBezTo>
                    <a:pt x="15027" y="148662"/>
                    <a:pt x="14462" y="126604"/>
                    <a:pt x="13826" y="104616"/>
                  </a:cubicBezTo>
                  <a:cubicBezTo>
                    <a:pt x="13118" y="79234"/>
                    <a:pt x="13826" y="53781"/>
                    <a:pt x="13826" y="28400"/>
                  </a:cubicBezTo>
                  <a:cubicBezTo>
                    <a:pt x="13826" y="25572"/>
                    <a:pt x="13613" y="22673"/>
                    <a:pt x="14108" y="19916"/>
                  </a:cubicBezTo>
                  <a:cubicBezTo>
                    <a:pt x="14674" y="16522"/>
                    <a:pt x="17502" y="16027"/>
                    <a:pt x="20542" y="15956"/>
                  </a:cubicBezTo>
                  <a:cubicBezTo>
                    <a:pt x="23794" y="15956"/>
                    <a:pt x="25915" y="17158"/>
                    <a:pt x="25915" y="20693"/>
                  </a:cubicBezTo>
                  <a:cubicBezTo>
                    <a:pt x="25915" y="25218"/>
                    <a:pt x="25774" y="29743"/>
                    <a:pt x="25774" y="34268"/>
                  </a:cubicBezTo>
                  <a:cubicBezTo>
                    <a:pt x="25774" y="68699"/>
                    <a:pt x="24360" y="103202"/>
                    <a:pt x="26269" y="137633"/>
                  </a:cubicBezTo>
                  <a:cubicBezTo>
                    <a:pt x="26693" y="144986"/>
                    <a:pt x="27329" y="152339"/>
                    <a:pt x="30511" y="159055"/>
                  </a:cubicBezTo>
                  <a:cubicBezTo>
                    <a:pt x="34328" y="166903"/>
                    <a:pt x="41258" y="170792"/>
                    <a:pt x="48186" y="169095"/>
                  </a:cubicBezTo>
                  <a:cubicBezTo>
                    <a:pt x="56246" y="167115"/>
                    <a:pt x="58508" y="160752"/>
                    <a:pt x="58721" y="153611"/>
                  </a:cubicBezTo>
                  <a:cubicBezTo>
                    <a:pt x="59004" y="145127"/>
                    <a:pt x="58721" y="136643"/>
                    <a:pt x="58085" y="128230"/>
                  </a:cubicBezTo>
                  <a:cubicBezTo>
                    <a:pt x="55822" y="98889"/>
                    <a:pt x="55398" y="69548"/>
                    <a:pt x="55751" y="40207"/>
                  </a:cubicBezTo>
                  <a:cubicBezTo>
                    <a:pt x="55751" y="35682"/>
                    <a:pt x="55751" y="31157"/>
                    <a:pt x="56246" y="26632"/>
                  </a:cubicBezTo>
                  <a:cubicBezTo>
                    <a:pt x="57306" y="15603"/>
                    <a:pt x="60276" y="12775"/>
                    <a:pt x="69184" y="12846"/>
                  </a:cubicBezTo>
                  <a:cubicBezTo>
                    <a:pt x="78517" y="12846"/>
                    <a:pt x="80426" y="18926"/>
                    <a:pt x="80496" y="26279"/>
                  </a:cubicBezTo>
                  <a:cubicBezTo>
                    <a:pt x="80709" y="44873"/>
                    <a:pt x="81132" y="63538"/>
                    <a:pt x="80850" y="82133"/>
                  </a:cubicBezTo>
                  <a:cubicBezTo>
                    <a:pt x="80496" y="102424"/>
                    <a:pt x="79365" y="122786"/>
                    <a:pt x="78587" y="143077"/>
                  </a:cubicBezTo>
                  <a:cubicBezTo>
                    <a:pt x="78447" y="146471"/>
                    <a:pt x="78234" y="149864"/>
                    <a:pt x="78447" y="153258"/>
                  </a:cubicBezTo>
                  <a:cubicBezTo>
                    <a:pt x="79224" y="163580"/>
                    <a:pt x="82830" y="168600"/>
                    <a:pt x="90182" y="169236"/>
                  </a:cubicBezTo>
                  <a:cubicBezTo>
                    <a:pt x="98808" y="169943"/>
                    <a:pt x="103687" y="164924"/>
                    <a:pt x="107009" y="157712"/>
                  </a:cubicBezTo>
                  <a:cubicBezTo>
                    <a:pt x="109625" y="151915"/>
                    <a:pt x="109979" y="145764"/>
                    <a:pt x="110332" y="139542"/>
                  </a:cubicBezTo>
                  <a:cubicBezTo>
                    <a:pt x="112453" y="102848"/>
                    <a:pt x="110757" y="66154"/>
                    <a:pt x="111040" y="29460"/>
                  </a:cubicBezTo>
                  <a:cubicBezTo>
                    <a:pt x="111040" y="24865"/>
                    <a:pt x="106586" y="16876"/>
                    <a:pt x="116059" y="16169"/>
                  </a:cubicBezTo>
                  <a:cubicBezTo>
                    <a:pt x="126947" y="15391"/>
                    <a:pt x="123059" y="24370"/>
                    <a:pt x="123059" y="29531"/>
                  </a:cubicBezTo>
                  <a:cubicBezTo>
                    <a:pt x="123483" y="71315"/>
                    <a:pt x="124332" y="113100"/>
                    <a:pt x="120372" y="154813"/>
                  </a:cubicBezTo>
                  <a:cubicBezTo>
                    <a:pt x="119736" y="161530"/>
                    <a:pt x="118675" y="168246"/>
                    <a:pt x="117473" y="174892"/>
                  </a:cubicBezTo>
                  <a:cubicBezTo>
                    <a:pt x="115847" y="184296"/>
                    <a:pt x="110121" y="189457"/>
                    <a:pt x="100717" y="191507"/>
                  </a:cubicBezTo>
                  <a:cubicBezTo>
                    <a:pt x="87001" y="194547"/>
                    <a:pt x="85304" y="196173"/>
                    <a:pt x="84809" y="21003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3" name="Google Shape;2433;p72"/>
            <p:cNvSpPr/>
            <p:nvPr/>
          </p:nvSpPr>
          <p:spPr>
            <a:xfrm>
              <a:off x="6440926" y="2527517"/>
              <a:ext cx="175032" cy="512975"/>
            </a:xfrm>
            <a:custGeom>
              <a:rect b="b" l="l" r="r" t="t"/>
              <a:pathLst>
                <a:path extrusionOk="0" h="512975" w="175032">
                  <a:moveTo>
                    <a:pt x="126335" y="198547"/>
                  </a:moveTo>
                  <a:cubicBezTo>
                    <a:pt x="147546" y="189214"/>
                    <a:pt x="161262" y="172670"/>
                    <a:pt x="168898" y="150753"/>
                  </a:cubicBezTo>
                  <a:cubicBezTo>
                    <a:pt x="174765" y="133856"/>
                    <a:pt x="175826" y="116675"/>
                    <a:pt x="174554" y="99000"/>
                  </a:cubicBezTo>
                  <a:cubicBezTo>
                    <a:pt x="171372" y="53893"/>
                    <a:pt x="152071" y="20875"/>
                    <a:pt x="107741" y="4473"/>
                  </a:cubicBezTo>
                  <a:cubicBezTo>
                    <a:pt x="96994" y="513"/>
                    <a:pt x="86036" y="-1678"/>
                    <a:pt x="76492" y="1574"/>
                  </a:cubicBezTo>
                  <a:cubicBezTo>
                    <a:pt x="45454" y="12391"/>
                    <a:pt x="17739" y="27875"/>
                    <a:pt x="7911" y="63296"/>
                  </a:cubicBezTo>
                  <a:cubicBezTo>
                    <a:pt x="2679" y="81961"/>
                    <a:pt x="-1210" y="100697"/>
                    <a:pt x="347" y="120069"/>
                  </a:cubicBezTo>
                  <a:cubicBezTo>
                    <a:pt x="3174" y="155419"/>
                    <a:pt x="16466" y="184548"/>
                    <a:pt x="51039" y="199678"/>
                  </a:cubicBezTo>
                  <a:cubicBezTo>
                    <a:pt x="56624" y="202082"/>
                    <a:pt x="58321" y="205334"/>
                    <a:pt x="58180" y="211202"/>
                  </a:cubicBezTo>
                  <a:cubicBezTo>
                    <a:pt x="57543" y="240543"/>
                    <a:pt x="58675" y="269955"/>
                    <a:pt x="56837" y="299296"/>
                  </a:cubicBezTo>
                  <a:cubicBezTo>
                    <a:pt x="54432" y="337616"/>
                    <a:pt x="50190" y="375794"/>
                    <a:pt x="48494" y="414327"/>
                  </a:cubicBezTo>
                  <a:cubicBezTo>
                    <a:pt x="48494" y="432355"/>
                    <a:pt x="48706" y="450455"/>
                    <a:pt x="48423" y="468484"/>
                  </a:cubicBezTo>
                  <a:cubicBezTo>
                    <a:pt x="48281" y="478240"/>
                    <a:pt x="49767" y="487573"/>
                    <a:pt x="53089" y="496693"/>
                  </a:cubicBezTo>
                  <a:cubicBezTo>
                    <a:pt x="61573" y="519954"/>
                    <a:pt x="82289" y="510480"/>
                    <a:pt x="97984" y="512742"/>
                  </a:cubicBezTo>
                  <a:cubicBezTo>
                    <a:pt x="108307" y="514227"/>
                    <a:pt x="117569" y="508571"/>
                    <a:pt x="121810" y="497471"/>
                  </a:cubicBezTo>
                  <a:cubicBezTo>
                    <a:pt x="124922" y="489482"/>
                    <a:pt x="126760" y="481280"/>
                    <a:pt x="126477" y="472655"/>
                  </a:cubicBezTo>
                  <a:cubicBezTo>
                    <a:pt x="124993" y="429739"/>
                    <a:pt x="124780" y="386753"/>
                    <a:pt x="121528" y="343979"/>
                  </a:cubicBezTo>
                  <a:cubicBezTo>
                    <a:pt x="118205" y="300569"/>
                    <a:pt x="117074" y="257158"/>
                    <a:pt x="116579" y="213677"/>
                  </a:cubicBezTo>
                  <a:cubicBezTo>
                    <a:pt x="116508" y="206041"/>
                    <a:pt x="118629" y="201941"/>
                    <a:pt x="126123" y="198618"/>
                  </a:cubicBezTo>
                  <a:close/>
                  <a:moveTo>
                    <a:pt x="110286" y="188225"/>
                  </a:moveTo>
                  <a:cubicBezTo>
                    <a:pt x="99186" y="189214"/>
                    <a:pt x="97065" y="194164"/>
                    <a:pt x="101802" y="204203"/>
                  </a:cubicBezTo>
                  <a:cubicBezTo>
                    <a:pt x="103358" y="207526"/>
                    <a:pt x="103428" y="210708"/>
                    <a:pt x="103287" y="214031"/>
                  </a:cubicBezTo>
                  <a:cubicBezTo>
                    <a:pt x="101590" y="279570"/>
                    <a:pt x="109367" y="344686"/>
                    <a:pt x="111276" y="410085"/>
                  </a:cubicBezTo>
                  <a:cubicBezTo>
                    <a:pt x="111842" y="429810"/>
                    <a:pt x="112620" y="449536"/>
                    <a:pt x="113044" y="469332"/>
                  </a:cubicBezTo>
                  <a:cubicBezTo>
                    <a:pt x="113114" y="474352"/>
                    <a:pt x="112831" y="479584"/>
                    <a:pt x="111771" y="484462"/>
                  </a:cubicBezTo>
                  <a:cubicBezTo>
                    <a:pt x="109156" y="496340"/>
                    <a:pt x="105479" y="499097"/>
                    <a:pt x="93177" y="499733"/>
                  </a:cubicBezTo>
                  <a:cubicBezTo>
                    <a:pt x="67724" y="501006"/>
                    <a:pt x="62421" y="495986"/>
                    <a:pt x="62281" y="470180"/>
                  </a:cubicBezTo>
                  <a:cubicBezTo>
                    <a:pt x="62210" y="451586"/>
                    <a:pt x="62281" y="432992"/>
                    <a:pt x="62281" y="414397"/>
                  </a:cubicBezTo>
                  <a:cubicBezTo>
                    <a:pt x="63694" y="381097"/>
                    <a:pt x="66946" y="347868"/>
                    <a:pt x="69562" y="314780"/>
                  </a:cubicBezTo>
                  <a:cubicBezTo>
                    <a:pt x="72107" y="282611"/>
                    <a:pt x="71189" y="250442"/>
                    <a:pt x="71967" y="218343"/>
                  </a:cubicBezTo>
                  <a:cubicBezTo>
                    <a:pt x="72107" y="212404"/>
                    <a:pt x="70270" y="206041"/>
                    <a:pt x="76703" y="201375"/>
                  </a:cubicBezTo>
                  <a:cubicBezTo>
                    <a:pt x="80238" y="198830"/>
                    <a:pt x="78047" y="194729"/>
                    <a:pt x="75360" y="192820"/>
                  </a:cubicBezTo>
                  <a:cubicBezTo>
                    <a:pt x="72320" y="190558"/>
                    <a:pt x="68926" y="188154"/>
                    <a:pt x="64755" y="188083"/>
                  </a:cubicBezTo>
                  <a:cubicBezTo>
                    <a:pt x="42343" y="187376"/>
                    <a:pt x="30041" y="172034"/>
                    <a:pt x="21910" y="154642"/>
                  </a:cubicBezTo>
                  <a:cubicBezTo>
                    <a:pt x="4801" y="118231"/>
                    <a:pt x="8760" y="80830"/>
                    <a:pt x="28627" y="47459"/>
                  </a:cubicBezTo>
                  <a:cubicBezTo>
                    <a:pt x="44888" y="20098"/>
                    <a:pt x="85259" y="2069"/>
                    <a:pt x="121740" y="23845"/>
                  </a:cubicBezTo>
                  <a:cubicBezTo>
                    <a:pt x="150091" y="40742"/>
                    <a:pt x="158292" y="66831"/>
                    <a:pt x="162676" y="95748"/>
                  </a:cubicBezTo>
                  <a:cubicBezTo>
                    <a:pt x="165646" y="114978"/>
                    <a:pt x="163383" y="134280"/>
                    <a:pt x="154970" y="152026"/>
                  </a:cubicBezTo>
                  <a:cubicBezTo>
                    <a:pt x="145991" y="170903"/>
                    <a:pt x="133759" y="186245"/>
                    <a:pt x="110357" y="18836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34" name="Google Shape;2434;p72"/>
          <p:cNvGrpSpPr/>
          <p:nvPr/>
        </p:nvGrpSpPr>
        <p:grpSpPr>
          <a:xfrm>
            <a:off x="5621124" y="3549821"/>
            <a:ext cx="248925" cy="821436"/>
            <a:chOff x="1107444" y="1425217"/>
            <a:chExt cx="181989" cy="600553"/>
          </a:xfrm>
        </p:grpSpPr>
        <p:sp>
          <p:nvSpPr>
            <p:cNvPr id="2435" name="Google Shape;2435;p72"/>
            <p:cNvSpPr/>
            <p:nvPr/>
          </p:nvSpPr>
          <p:spPr>
            <a:xfrm>
              <a:off x="1107444" y="1839570"/>
              <a:ext cx="181989" cy="186200"/>
            </a:xfrm>
            <a:custGeom>
              <a:rect b="b" l="l" r="r" t="t"/>
              <a:pathLst>
                <a:path extrusionOk="0" h="186200" w="181989">
                  <a:moveTo>
                    <a:pt x="121992" y="171874"/>
                  </a:moveTo>
                  <a:lnTo>
                    <a:pt x="129062" y="139210"/>
                  </a:lnTo>
                  <a:cubicBezTo>
                    <a:pt x="130334" y="133413"/>
                    <a:pt x="134364" y="128534"/>
                    <a:pt x="139879" y="126272"/>
                  </a:cubicBezTo>
                  <a:lnTo>
                    <a:pt x="170775" y="113546"/>
                  </a:lnTo>
                  <a:cubicBezTo>
                    <a:pt x="184633" y="107819"/>
                    <a:pt x="185976" y="88659"/>
                    <a:pt x="172967" y="81165"/>
                  </a:cubicBezTo>
                  <a:lnTo>
                    <a:pt x="144050" y="64338"/>
                  </a:lnTo>
                  <a:cubicBezTo>
                    <a:pt x="138889" y="61368"/>
                    <a:pt x="135566" y="55995"/>
                    <a:pt x="135071" y="50056"/>
                  </a:cubicBezTo>
                  <a:lnTo>
                    <a:pt x="132526" y="16756"/>
                  </a:lnTo>
                  <a:cubicBezTo>
                    <a:pt x="131395" y="1767"/>
                    <a:pt x="113578" y="-5374"/>
                    <a:pt x="102407" y="4666"/>
                  </a:cubicBezTo>
                  <a:lnTo>
                    <a:pt x="77521" y="26937"/>
                  </a:lnTo>
                  <a:cubicBezTo>
                    <a:pt x="73066" y="30896"/>
                    <a:pt x="66986" y="32451"/>
                    <a:pt x="61189" y="31037"/>
                  </a:cubicBezTo>
                  <a:lnTo>
                    <a:pt x="28737" y="23190"/>
                  </a:lnTo>
                  <a:cubicBezTo>
                    <a:pt x="14172" y="19655"/>
                    <a:pt x="1870" y="34360"/>
                    <a:pt x="7880" y="48076"/>
                  </a:cubicBezTo>
                  <a:lnTo>
                    <a:pt x="21384" y="78619"/>
                  </a:lnTo>
                  <a:cubicBezTo>
                    <a:pt x="23788" y="84063"/>
                    <a:pt x="23364" y="90356"/>
                    <a:pt x="20253" y="95446"/>
                  </a:cubicBezTo>
                  <a:lnTo>
                    <a:pt x="2719" y="123939"/>
                  </a:lnTo>
                  <a:cubicBezTo>
                    <a:pt x="-5129" y="136736"/>
                    <a:pt x="5052" y="152997"/>
                    <a:pt x="19970" y="151441"/>
                  </a:cubicBezTo>
                  <a:lnTo>
                    <a:pt x="53199" y="148048"/>
                  </a:lnTo>
                  <a:cubicBezTo>
                    <a:pt x="59138" y="147411"/>
                    <a:pt x="65006" y="149815"/>
                    <a:pt x="68824" y="154340"/>
                  </a:cubicBezTo>
                  <a:lnTo>
                    <a:pt x="90459" y="179792"/>
                  </a:lnTo>
                  <a:cubicBezTo>
                    <a:pt x="100216" y="191246"/>
                    <a:pt x="118810" y="186580"/>
                    <a:pt x="121921" y="171874"/>
                  </a:cubicBezTo>
                  <a:close/>
                </a:path>
              </a:pathLst>
            </a:custGeom>
            <a:no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6" name="Google Shape;2436;p72"/>
            <p:cNvSpPr/>
            <p:nvPr/>
          </p:nvSpPr>
          <p:spPr>
            <a:xfrm>
              <a:off x="1127444" y="1425217"/>
              <a:ext cx="117463" cy="441273"/>
            </a:xfrm>
            <a:custGeom>
              <a:rect b="b" l="l" r="r" t="t"/>
              <a:pathLst>
                <a:path extrusionOk="0" h="441273" w="117463">
                  <a:moveTo>
                    <a:pt x="21816" y="440229"/>
                  </a:moveTo>
                  <a:cubicBezTo>
                    <a:pt x="676" y="339833"/>
                    <a:pt x="-1586" y="235620"/>
                    <a:pt x="11847" y="133952"/>
                  </a:cubicBezTo>
                  <a:cubicBezTo>
                    <a:pt x="15241" y="108429"/>
                    <a:pt x="19624" y="83047"/>
                    <a:pt x="25068" y="57878"/>
                  </a:cubicBezTo>
                  <a:cubicBezTo>
                    <a:pt x="27755" y="45293"/>
                    <a:pt x="30724" y="32779"/>
                    <a:pt x="33906" y="20336"/>
                  </a:cubicBezTo>
                  <a:cubicBezTo>
                    <a:pt x="34330" y="18568"/>
                    <a:pt x="36875" y="4286"/>
                    <a:pt x="38784" y="4074"/>
                  </a:cubicBezTo>
                  <a:cubicBezTo>
                    <a:pt x="40693" y="3862"/>
                    <a:pt x="40198" y="5206"/>
                    <a:pt x="40481" y="6125"/>
                  </a:cubicBezTo>
                  <a:cubicBezTo>
                    <a:pt x="41188" y="8670"/>
                    <a:pt x="41117" y="11781"/>
                    <a:pt x="41400" y="14397"/>
                  </a:cubicBezTo>
                  <a:lnTo>
                    <a:pt x="43026" y="29032"/>
                  </a:lnTo>
                  <a:lnTo>
                    <a:pt x="47410" y="67705"/>
                  </a:lnTo>
                  <a:cubicBezTo>
                    <a:pt x="49743" y="88350"/>
                    <a:pt x="52147" y="108995"/>
                    <a:pt x="54409" y="129569"/>
                  </a:cubicBezTo>
                  <a:cubicBezTo>
                    <a:pt x="54621" y="131407"/>
                    <a:pt x="56954" y="131760"/>
                    <a:pt x="57591" y="129993"/>
                  </a:cubicBezTo>
                  <a:cubicBezTo>
                    <a:pt x="60984" y="120872"/>
                    <a:pt x="64307" y="111752"/>
                    <a:pt x="67701" y="102702"/>
                  </a:cubicBezTo>
                  <a:lnTo>
                    <a:pt x="75054" y="82906"/>
                  </a:lnTo>
                  <a:lnTo>
                    <a:pt x="77740" y="75765"/>
                  </a:lnTo>
                  <a:cubicBezTo>
                    <a:pt x="78023" y="74987"/>
                    <a:pt x="78518" y="72301"/>
                    <a:pt x="79225" y="71735"/>
                  </a:cubicBezTo>
                  <a:cubicBezTo>
                    <a:pt x="79225" y="71735"/>
                    <a:pt x="79225" y="71452"/>
                    <a:pt x="79367" y="71382"/>
                  </a:cubicBezTo>
                  <a:cubicBezTo>
                    <a:pt x="79367" y="71382"/>
                    <a:pt x="82760" y="73079"/>
                    <a:pt x="82760" y="73079"/>
                  </a:cubicBezTo>
                  <a:cubicBezTo>
                    <a:pt x="83255" y="73644"/>
                    <a:pt x="83326" y="75482"/>
                    <a:pt x="83538" y="76189"/>
                  </a:cubicBezTo>
                  <a:cubicBezTo>
                    <a:pt x="84457" y="80219"/>
                    <a:pt x="85023" y="84320"/>
                    <a:pt x="85235" y="88421"/>
                  </a:cubicBezTo>
                  <a:cubicBezTo>
                    <a:pt x="85730" y="96834"/>
                    <a:pt x="84881" y="105247"/>
                    <a:pt x="82831" y="113449"/>
                  </a:cubicBezTo>
                  <a:cubicBezTo>
                    <a:pt x="82336" y="115287"/>
                    <a:pt x="84881" y="116347"/>
                    <a:pt x="85871" y="114721"/>
                  </a:cubicBezTo>
                  <a:cubicBezTo>
                    <a:pt x="93224" y="103197"/>
                    <a:pt x="100577" y="91673"/>
                    <a:pt x="107930" y="80149"/>
                  </a:cubicBezTo>
                  <a:cubicBezTo>
                    <a:pt x="108778" y="78805"/>
                    <a:pt x="110263" y="75129"/>
                    <a:pt x="111606" y="74351"/>
                  </a:cubicBezTo>
                  <a:cubicBezTo>
                    <a:pt x="112313" y="73927"/>
                    <a:pt x="110051" y="73432"/>
                    <a:pt x="112879" y="74634"/>
                  </a:cubicBezTo>
                  <a:cubicBezTo>
                    <a:pt x="114646" y="75341"/>
                    <a:pt x="113657" y="76119"/>
                    <a:pt x="113232" y="77603"/>
                  </a:cubicBezTo>
                  <a:cubicBezTo>
                    <a:pt x="112950" y="78664"/>
                    <a:pt x="112596" y="79795"/>
                    <a:pt x="112313" y="80856"/>
                  </a:cubicBezTo>
                  <a:cubicBezTo>
                    <a:pt x="111111" y="85168"/>
                    <a:pt x="109909" y="89410"/>
                    <a:pt x="108708" y="93723"/>
                  </a:cubicBezTo>
                  <a:cubicBezTo>
                    <a:pt x="104324" y="109560"/>
                    <a:pt x="100223" y="125539"/>
                    <a:pt x="96406" y="141517"/>
                  </a:cubicBezTo>
                  <a:cubicBezTo>
                    <a:pt x="82407" y="199916"/>
                    <a:pt x="72650" y="259234"/>
                    <a:pt x="69115" y="319260"/>
                  </a:cubicBezTo>
                  <a:cubicBezTo>
                    <a:pt x="66994" y="355812"/>
                    <a:pt x="66570" y="392506"/>
                    <a:pt x="68337" y="429058"/>
                  </a:cubicBezTo>
                  <a:cubicBezTo>
                    <a:pt x="68408" y="430755"/>
                    <a:pt x="71024" y="430826"/>
                    <a:pt x="71024" y="429058"/>
                  </a:cubicBezTo>
                  <a:cubicBezTo>
                    <a:pt x="70529" y="362316"/>
                    <a:pt x="72226" y="295928"/>
                    <a:pt x="82619" y="229823"/>
                  </a:cubicBezTo>
                  <a:cubicBezTo>
                    <a:pt x="87639" y="197654"/>
                    <a:pt x="94355" y="165838"/>
                    <a:pt x="102132" y="134235"/>
                  </a:cubicBezTo>
                  <a:cubicBezTo>
                    <a:pt x="106374" y="116984"/>
                    <a:pt x="110899" y="99733"/>
                    <a:pt x="115636" y="82623"/>
                  </a:cubicBezTo>
                  <a:cubicBezTo>
                    <a:pt x="116697" y="78876"/>
                    <a:pt x="120020" y="71311"/>
                    <a:pt x="113727" y="70038"/>
                  </a:cubicBezTo>
                  <a:cubicBezTo>
                    <a:pt x="110970" y="69473"/>
                    <a:pt x="109344" y="71311"/>
                    <a:pt x="108000" y="73361"/>
                  </a:cubicBezTo>
                  <a:cubicBezTo>
                    <a:pt x="99375" y="86370"/>
                    <a:pt x="91315" y="99803"/>
                    <a:pt x="82902" y="113025"/>
                  </a:cubicBezTo>
                  <a:lnTo>
                    <a:pt x="85942" y="114297"/>
                  </a:lnTo>
                  <a:cubicBezTo>
                    <a:pt x="87780" y="106874"/>
                    <a:pt x="88699" y="99238"/>
                    <a:pt x="88558" y="91602"/>
                  </a:cubicBezTo>
                  <a:cubicBezTo>
                    <a:pt x="88416" y="84956"/>
                    <a:pt x="88063" y="76331"/>
                    <a:pt x="85235" y="70180"/>
                  </a:cubicBezTo>
                  <a:cubicBezTo>
                    <a:pt x="83679" y="66857"/>
                    <a:pt x="79225" y="65867"/>
                    <a:pt x="76751" y="68907"/>
                  </a:cubicBezTo>
                  <a:cubicBezTo>
                    <a:pt x="75973" y="69897"/>
                    <a:pt x="75619" y="71382"/>
                    <a:pt x="75195" y="72584"/>
                  </a:cubicBezTo>
                  <a:lnTo>
                    <a:pt x="59500" y="115075"/>
                  </a:lnTo>
                  <a:lnTo>
                    <a:pt x="54338" y="129074"/>
                  </a:lnTo>
                  <a:lnTo>
                    <a:pt x="57520" y="129498"/>
                  </a:lnTo>
                  <a:cubicBezTo>
                    <a:pt x="52995" y="88491"/>
                    <a:pt x="48824" y="47414"/>
                    <a:pt x="44299" y="6337"/>
                  </a:cubicBezTo>
                  <a:cubicBezTo>
                    <a:pt x="43945" y="3367"/>
                    <a:pt x="43097" y="469"/>
                    <a:pt x="39633" y="44"/>
                  </a:cubicBezTo>
                  <a:cubicBezTo>
                    <a:pt x="36168" y="-380"/>
                    <a:pt x="34471" y="2307"/>
                    <a:pt x="33552" y="5276"/>
                  </a:cubicBezTo>
                  <a:cubicBezTo>
                    <a:pt x="31573" y="11922"/>
                    <a:pt x="29876" y="18639"/>
                    <a:pt x="28179" y="25355"/>
                  </a:cubicBezTo>
                  <a:cubicBezTo>
                    <a:pt x="21675" y="50878"/>
                    <a:pt x="16301" y="76755"/>
                    <a:pt x="12130" y="102773"/>
                  </a:cubicBezTo>
                  <a:cubicBezTo>
                    <a:pt x="3646" y="155516"/>
                    <a:pt x="-455" y="208895"/>
                    <a:pt x="40" y="262274"/>
                  </a:cubicBezTo>
                  <a:cubicBezTo>
                    <a:pt x="676" y="322158"/>
                    <a:pt x="7039" y="382042"/>
                    <a:pt x="19836" y="440582"/>
                  </a:cubicBezTo>
                  <a:cubicBezTo>
                    <a:pt x="20119" y="441784"/>
                    <a:pt x="21887" y="441289"/>
                    <a:pt x="21675" y="440087"/>
                  </a:cubicBezTo>
                  <a:lnTo>
                    <a:pt x="21675" y="440087"/>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7" name="Google Shape;2437;p72"/>
            <p:cNvSpPr/>
            <p:nvPr/>
          </p:nvSpPr>
          <p:spPr>
            <a:xfrm>
              <a:off x="1149262" y="1520349"/>
              <a:ext cx="14720" cy="310114"/>
            </a:xfrm>
            <a:custGeom>
              <a:rect b="b" l="l" r="r" t="t"/>
              <a:pathLst>
                <a:path extrusionOk="0" h="310114" w="14720">
                  <a:moveTo>
                    <a:pt x="14633" y="308898"/>
                  </a:moveTo>
                  <a:cubicBezTo>
                    <a:pt x="2472" y="229148"/>
                    <a:pt x="2119" y="148478"/>
                    <a:pt x="8411" y="68161"/>
                  </a:cubicBezTo>
                  <a:cubicBezTo>
                    <a:pt x="10179" y="45820"/>
                    <a:pt x="13502" y="23478"/>
                    <a:pt x="14562" y="1137"/>
                  </a:cubicBezTo>
                  <a:cubicBezTo>
                    <a:pt x="14562" y="-136"/>
                    <a:pt x="12512" y="-489"/>
                    <a:pt x="12300" y="854"/>
                  </a:cubicBezTo>
                  <a:cubicBezTo>
                    <a:pt x="8341" y="20226"/>
                    <a:pt x="6856" y="40164"/>
                    <a:pt x="5018" y="59819"/>
                  </a:cubicBezTo>
                  <a:cubicBezTo>
                    <a:pt x="3179" y="79473"/>
                    <a:pt x="1765" y="100047"/>
                    <a:pt x="917" y="120197"/>
                  </a:cubicBezTo>
                  <a:cubicBezTo>
                    <a:pt x="-780" y="160568"/>
                    <a:pt x="-214" y="200938"/>
                    <a:pt x="3392" y="241167"/>
                  </a:cubicBezTo>
                  <a:cubicBezTo>
                    <a:pt x="5442" y="264074"/>
                    <a:pt x="8694" y="286840"/>
                    <a:pt x="12795" y="309393"/>
                  </a:cubicBezTo>
                  <a:cubicBezTo>
                    <a:pt x="13007" y="310666"/>
                    <a:pt x="14916" y="310100"/>
                    <a:pt x="14704" y="308898"/>
                  </a:cubicBezTo>
                  <a:lnTo>
                    <a:pt x="14704" y="30889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8" name="Google Shape;2438;p72"/>
            <p:cNvSpPr/>
            <p:nvPr/>
          </p:nvSpPr>
          <p:spPr>
            <a:xfrm>
              <a:off x="1168992" y="1571497"/>
              <a:ext cx="11803" cy="199740"/>
            </a:xfrm>
            <a:custGeom>
              <a:rect b="b" l="l" r="r" t="t"/>
              <a:pathLst>
                <a:path extrusionOk="0" h="199740" w="11803">
                  <a:moveTo>
                    <a:pt x="3246" y="198927"/>
                  </a:moveTo>
                  <a:cubicBezTo>
                    <a:pt x="1903" y="173546"/>
                    <a:pt x="2327" y="147952"/>
                    <a:pt x="3105" y="122641"/>
                  </a:cubicBezTo>
                  <a:cubicBezTo>
                    <a:pt x="3882" y="95774"/>
                    <a:pt x="5367" y="68908"/>
                    <a:pt x="7771" y="42112"/>
                  </a:cubicBezTo>
                  <a:cubicBezTo>
                    <a:pt x="9044" y="28326"/>
                    <a:pt x="10599" y="14539"/>
                    <a:pt x="11801" y="752"/>
                  </a:cubicBezTo>
                  <a:cubicBezTo>
                    <a:pt x="11872" y="-96"/>
                    <a:pt x="10458" y="-308"/>
                    <a:pt x="10316" y="540"/>
                  </a:cubicBezTo>
                  <a:cubicBezTo>
                    <a:pt x="5367" y="25003"/>
                    <a:pt x="3812" y="50314"/>
                    <a:pt x="2186" y="75271"/>
                  </a:cubicBezTo>
                  <a:cubicBezTo>
                    <a:pt x="418" y="102562"/>
                    <a:pt x="-218" y="129994"/>
                    <a:pt x="65" y="157355"/>
                  </a:cubicBezTo>
                  <a:cubicBezTo>
                    <a:pt x="206" y="171283"/>
                    <a:pt x="913" y="185141"/>
                    <a:pt x="1761" y="198998"/>
                  </a:cubicBezTo>
                  <a:cubicBezTo>
                    <a:pt x="1761" y="199988"/>
                    <a:pt x="3387" y="199988"/>
                    <a:pt x="3317" y="198998"/>
                  </a:cubicBezTo>
                  <a:lnTo>
                    <a:pt x="3317" y="198998"/>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9" name="Google Shape;2439;p72"/>
            <p:cNvSpPr/>
            <p:nvPr/>
          </p:nvSpPr>
          <p:spPr>
            <a:xfrm>
              <a:off x="1180440" y="1545294"/>
              <a:ext cx="23907" cy="251059"/>
            </a:xfrm>
            <a:custGeom>
              <a:rect b="b" l="l" r="r" t="t"/>
              <a:pathLst>
                <a:path extrusionOk="0" h="251059" w="23907">
                  <a:moveTo>
                    <a:pt x="1414" y="250370"/>
                  </a:moveTo>
                  <a:cubicBezTo>
                    <a:pt x="2050" y="219332"/>
                    <a:pt x="4525" y="188365"/>
                    <a:pt x="6858" y="157398"/>
                  </a:cubicBezTo>
                  <a:cubicBezTo>
                    <a:pt x="9545" y="121129"/>
                    <a:pt x="12868" y="84859"/>
                    <a:pt x="17322" y="48802"/>
                  </a:cubicBezTo>
                  <a:cubicBezTo>
                    <a:pt x="19301" y="32823"/>
                    <a:pt x="21564" y="16845"/>
                    <a:pt x="23897" y="937"/>
                  </a:cubicBezTo>
                  <a:cubicBezTo>
                    <a:pt x="24038" y="18"/>
                    <a:pt x="22695" y="-406"/>
                    <a:pt x="22483" y="513"/>
                  </a:cubicBezTo>
                  <a:cubicBezTo>
                    <a:pt x="15271" y="30631"/>
                    <a:pt x="12868" y="62235"/>
                    <a:pt x="9827" y="92990"/>
                  </a:cubicBezTo>
                  <a:cubicBezTo>
                    <a:pt x="6222" y="129542"/>
                    <a:pt x="3394" y="166165"/>
                    <a:pt x="1555" y="202859"/>
                  </a:cubicBezTo>
                  <a:cubicBezTo>
                    <a:pt x="778" y="218696"/>
                    <a:pt x="141" y="234533"/>
                    <a:pt x="0" y="250370"/>
                  </a:cubicBezTo>
                  <a:cubicBezTo>
                    <a:pt x="0" y="251289"/>
                    <a:pt x="1343" y="251289"/>
                    <a:pt x="1414" y="250370"/>
                  </a:cubicBezTo>
                  <a:lnTo>
                    <a:pt x="1414" y="25037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3" name="Shape 2443"/>
        <p:cNvGrpSpPr/>
        <p:nvPr/>
      </p:nvGrpSpPr>
      <p:grpSpPr>
        <a:xfrm>
          <a:off x="0" y="0"/>
          <a:ext cx="0" cy="0"/>
          <a:chOff x="0" y="0"/>
          <a:chExt cx="0" cy="0"/>
        </a:xfrm>
      </p:grpSpPr>
      <p:sp>
        <p:nvSpPr>
          <p:cNvPr id="2444" name="Google Shape;2444;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a:t>
            </a:r>
            <a:r>
              <a:rPr lang="en"/>
              <a:t>esources</a:t>
            </a:r>
            <a:endParaRPr/>
          </a:p>
        </p:txBody>
      </p:sp>
      <p:sp>
        <p:nvSpPr>
          <p:cNvPr id="2445" name="Google Shape;2445;p73"/>
          <p:cNvSpPr txBox="1"/>
          <p:nvPr>
            <p:ph idx="1" type="subTitle"/>
          </p:nvPr>
        </p:nvSpPr>
        <p:spPr>
          <a:xfrm>
            <a:off x="4696574" y="1102425"/>
            <a:ext cx="3727500" cy="35016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Clr>
                <a:schemeClr val="dk1"/>
              </a:buClr>
              <a:buSzPts val="1400"/>
              <a:buChar char="●"/>
            </a:pPr>
            <a:r>
              <a:rPr lang="en" u="sng">
                <a:solidFill>
                  <a:schemeClr val="hlink"/>
                </a:solidFill>
                <a:hlinkClick r:id="rId3"/>
              </a:rPr>
              <a:t>Young adults traveling in london</a:t>
            </a:r>
            <a:endParaRPr/>
          </a:p>
          <a:p>
            <a:pPr indent="-317500" lvl="0" marL="457200" rtl="0" algn="l">
              <a:spcBef>
                <a:spcPts val="0"/>
              </a:spcBef>
              <a:spcAft>
                <a:spcPts val="0"/>
              </a:spcAft>
              <a:buClr>
                <a:schemeClr val="dk1"/>
              </a:buClr>
              <a:buSzPts val="1400"/>
              <a:buChar char="●"/>
            </a:pPr>
            <a:r>
              <a:rPr lang="en" u="sng">
                <a:solidFill>
                  <a:schemeClr val="hlink"/>
                </a:solidFill>
                <a:hlinkClick r:id="rId4"/>
              </a:rPr>
              <a:t>Full shot happy people sitting in forest</a:t>
            </a:r>
            <a:endParaRPr/>
          </a:p>
          <a:p>
            <a:pPr indent="-317500" lvl="0" marL="457200" rtl="0" algn="l">
              <a:spcBef>
                <a:spcPts val="0"/>
              </a:spcBef>
              <a:spcAft>
                <a:spcPts val="0"/>
              </a:spcAft>
              <a:buClr>
                <a:schemeClr val="dk1"/>
              </a:buClr>
              <a:buSzPts val="1400"/>
              <a:buChar char="●"/>
            </a:pPr>
            <a:r>
              <a:rPr lang="en" u="sng">
                <a:solidFill>
                  <a:schemeClr val="hlink"/>
                </a:solidFill>
                <a:hlinkClick r:id="rId5"/>
              </a:rPr>
              <a:t>Side view smiley man playing with dog</a:t>
            </a:r>
            <a:endParaRPr/>
          </a:p>
          <a:p>
            <a:pPr indent="-317500" lvl="0" marL="457200" rtl="0" algn="l">
              <a:spcBef>
                <a:spcPts val="0"/>
              </a:spcBef>
              <a:spcAft>
                <a:spcPts val="0"/>
              </a:spcAft>
              <a:buClr>
                <a:schemeClr val="dk1"/>
              </a:buClr>
              <a:buSzPts val="1400"/>
              <a:buChar char="●"/>
            </a:pPr>
            <a:r>
              <a:rPr lang="en" u="sng">
                <a:solidFill>
                  <a:schemeClr val="hlink"/>
                </a:solidFill>
                <a:hlinkClick r:id="rId6"/>
              </a:rPr>
              <a:t>Couple enjoying time with dog</a:t>
            </a:r>
            <a:endParaRPr/>
          </a:p>
          <a:p>
            <a:pPr indent="-317500" lvl="0" marL="457200" rtl="0" algn="l">
              <a:spcBef>
                <a:spcPts val="0"/>
              </a:spcBef>
              <a:spcAft>
                <a:spcPts val="0"/>
              </a:spcAft>
              <a:buClr>
                <a:schemeClr val="dk1"/>
              </a:buClr>
              <a:buSzPts val="1400"/>
              <a:buChar char="●"/>
            </a:pPr>
            <a:r>
              <a:rPr lang="en" u="sng">
                <a:solidFill>
                  <a:schemeClr val="hlink"/>
                </a:solidFill>
                <a:hlinkClick r:id="rId7"/>
              </a:rPr>
              <a:t>Full shot friends sitting on blanket</a:t>
            </a:r>
            <a:endParaRPr/>
          </a:p>
          <a:p>
            <a:pPr indent="-317500" lvl="0" marL="457200" marR="0" rtl="0" algn="l">
              <a:lnSpc>
                <a:spcPct val="100000"/>
              </a:lnSpc>
              <a:spcBef>
                <a:spcPts val="0"/>
              </a:spcBef>
              <a:spcAft>
                <a:spcPts val="0"/>
              </a:spcAft>
              <a:buClr>
                <a:schemeClr val="dk1"/>
              </a:buClr>
              <a:buSzPts val="1400"/>
              <a:buChar char="●"/>
            </a:pPr>
            <a:r>
              <a:rPr lang="en" u="sng">
                <a:solidFill>
                  <a:schemeClr val="hlink"/>
                </a:solidFill>
                <a:hlinkClick r:id="rId8"/>
              </a:rPr>
              <a:t>Best friends having fun together outdoors</a:t>
            </a:r>
            <a:endParaRPr/>
          </a:p>
          <a:p>
            <a:pPr indent="-317500" lvl="0" marL="457200" marR="0" rtl="0" algn="l">
              <a:lnSpc>
                <a:spcPct val="100000"/>
              </a:lnSpc>
              <a:spcBef>
                <a:spcPts val="0"/>
              </a:spcBef>
              <a:spcAft>
                <a:spcPts val="0"/>
              </a:spcAft>
              <a:buClr>
                <a:schemeClr val="dk1"/>
              </a:buClr>
              <a:buSzPts val="1400"/>
              <a:buChar char="●"/>
            </a:pPr>
            <a:r>
              <a:rPr lang="en" u="sng">
                <a:solidFill>
                  <a:schemeClr val="hlink"/>
                </a:solidFill>
                <a:hlinkClick r:id="rId9"/>
              </a:rPr>
              <a:t>Group of friends making funny grimaces</a:t>
            </a:r>
            <a:endParaRPr/>
          </a:p>
          <a:p>
            <a:pPr indent="-317500" lvl="0" marL="457200" marR="0" rtl="0" algn="l">
              <a:lnSpc>
                <a:spcPct val="100000"/>
              </a:lnSpc>
              <a:spcBef>
                <a:spcPts val="0"/>
              </a:spcBef>
              <a:spcAft>
                <a:spcPts val="0"/>
              </a:spcAft>
              <a:buClr>
                <a:schemeClr val="dk1"/>
              </a:buClr>
              <a:buSzPts val="1400"/>
              <a:buChar char="●"/>
            </a:pPr>
            <a:r>
              <a:rPr lang="en" u="sng">
                <a:solidFill>
                  <a:schemeClr val="hlink"/>
                </a:solidFill>
                <a:hlinkClick r:id="rId10"/>
              </a:rPr>
              <a:t>People drinking coffee in spacious cafeteria</a:t>
            </a:r>
            <a:endParaRPr/>
          </a:p>
          <a:p>
            <a:pPr indent="-317500" lvl="0" marL="457200" marR="0" rtl="0" algn="l">
              <a:lnSpc>
                <a:spcPct val="100000"/>
              </a:lnSpc>
              <a:spcBef>
                <a:spcPts val="0"/>
              </a:spcBef>
              <a:spcAft>
                <a:spcPts val="0"/>
              </a:spcAft>
              <a:buClr>
                <a:schemeClr val="dk1"/>
              </a:buClr>
              <a:buSzPts val="1400"/>
              <a:buChar char="●"/>
            </a:pPr>
            <a:r>
              <a:rPr lang="en" u="sng">
                <a:solidFill>
                  <a:schemeClr val="hlink"/>
                </a:solidFill>
                <a:hlinkClick r:id="rId11"/>
              </a:rPr>
              <a:t>Men playing chess indoors side view</a:t>
            </a:r>
            <a:endParaRPr/>
          </a:p>
          <a:p>
            <a:pPr indent="-317500" lvl="0" marL="457200" marR="0" rtl="0" algn="l">
              <a:lnSpc>
                <a:spcPct val="100000"/>
              </a:lnSpc>
              <a:spcBef>
                <a:spcPts val="0"/>
              </a:spcBef>
              <a:spcAft>
                <a:spcPts val="0"/>
              </a:spcAft>
              <a:buClr>
                <a:schemeClr val="dk1"/>
              </a:buClr>
              <a:buSzPts val="1400"/>
              <a:buChar char="●"/>
            </a:pPr>
            <a:r>
              <a:rPr lang="en" u="sng">
                <a:solidFill>
                  <a:schemeClr val="hlink"/>
                </a:solidFill>
                <a:hlinkClick r:id="rId12"/>
              </a:rPr>
              <a:t>Portrait of handsome man outdoors</a:t>
            </a:r>
            <a:endParaRPr/>
          </a:p>
          <a:p>
            <a:pPr indent="-317500" lvl="0" marL="457200" marR="0" rtl="0" algn="l">
              <a:lnSpc>
                <a:spcPct val="100000"/>
              </a:lnSpc>
              <a:spcBef>
                <a:spcPts val="0"/>
              </a:spcBef>
              <a:spcAft>
                <a:spcPts val="0"/>
              </a:spcAft>
              <a:buClr>
                <a:schemeClr val="dk1"/>
              </a:buClr>
              <a:buSzPts val="1400"/>
              <a:buChar char="●"/>
            </a:pPr>
            <a:r>
              <a:rPr lang="en" u="sng">
                <a:solidFill>
                  <a:schemeClr val="hlink"/>
                </a:solidFill>
                <a:hlinkClick r:id="rId13"/>
              </a:rPr>
              <a:t>Close up smiley woman outdoors</a:t>
            </a:r>
            <a:endParaRPr/>
          </a:p>
        </p:txBody>
      </p:sp>
      <p:sp>
        <p:nvSpPr>
          <p:cNvPr id="2446" name="Google Shape;2446;p73"/>
          <p:cNvSpPr txBox="1"/>
          <p:nvPr>
            <p:ph idx="2" type="subTitle"/>
          </p:nvPr>
        </p:nvSpPr>
        <p:spPr>
          <a:xfrm>
            <a:off x="719975" y="1102425"/>
            <a:ext cx="3727500" cy="350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on these websites:</a:t>
            </a:r>
            <a:endParaRPr/>
          </a:p>
          <a:p>
            <a:pPr indent="0" lvl="0" marL="0" rtl="0" algn="l">
              <a:spcBef>
                <a:spcPts val="0"/>
              </a:spcBef>
              <a:spcAft>
                <a:spcPts val="0"/>
              </a:spcAft>
              <a:buNone/>
            </a:pPr>
            <a:r>
              <a:rPr b="1" lang="en"/>
              <a:t>Vectors:</a:t>
            </a:r>
            <a:endParaRPr b="1"/>
          </a:p>
          <a:p>
            <a:pPr indent="-317500" lvl="0" marL="457200" rtl="0" algn="l">
              <a:spcBef>
                <a:spcPts val="0"/>
              </a:spcBef>
              <a:spcAft>
                <a:spcPts val="0"/>
              </a:spcAft>
              <a:buSzPts val="1400"/>
              <a:buChar char="●"/>
            </a:pPr>
            <a:r>
              <a:rPr lang="en" u="sng">
                <a:solidFill>
                  <a:schemeClr val="hlink"/>
                </a:solidFill>
                <a:hlinkClick r:id="rId14"/>
              </a:rPr>
              <a:t>Vintage scrapbook paper collection</a:t>
            </a:r>
            <a:endParaRPr/>
          </a:p>
          <a:p>
            <a:pPr indent="-317500" lvl="0" marL="457200" rtl="0" algn="l">
              <a:spcBef>
                <a:spcPts val="0"/>
              </a:spcBef>
              <a:spcAft>
                <a:spcPts val="0"/>
              </a:spcAft>
              <a:buSzPts val="1400"/>
              <a:buChar char="●"/>
            </a:pPr>
            <a:r>
              <a:rPr lang="en" u="sng">
                <a:solidFill>
                  <a:schemeClr val="hlink"/>
                </a:solidFill>
                <a:hlinkClick r:id="rId15"/>
              </a:rPr>
              <a:t>Vintage scrapbook paper collection</a:t>
            </a:r>
            <a:endParaRPr/>
          </a:p>
          <a:p>
            <a:pPr indent="-317500" lvl="0" marL="457200" rtl="0" algn="l">
              <a:spcBef>
                <a:spcPts val="0"/>
              </a:spcBef>
              <a:spcAft>
                <a:spcPts val="0"/>
              </a:spcAft>
              <a:buSzPts val="1400"/>
              <a:buChar char="●"/>
            </a:pPr>
            <a:r>
              <a:rPr lang="en" u="sng">
                <a:solidFill>
                  <a:schemeClr val="hlink"/>
                </a:solidFill>
                <a:hlinkClick r:id="rId16"/>
              </a:rPr>
              <a:t>Hand drawn washi tape collection</a:t>
            </a:r>
            <a:endParaRPr/>
          </a:p>
          <a:p>
            <a:pPr indent="-317500" lvl="0" marL="457200" rtl="0" algn="l">
              <a:spcBef>
                <a:spcPts val="0"/>
              </a:spcBef>
              <a:spcAft>
                <a:spcPts val="0"/>
              </a:spcAft>
              <a:buSzPts val="1400"/>
              <a:buChar char="●"/>
            </a:pPr>
            <a:r>
              <a:rPr lang="en" u="sng">
                <a:solidFill>
                  <a:schemeClr val="hlink"/>
                </a:solidFill>
                <a:hlinkClick r:id="rId17"/>
              </a:rPr>
              <a:t>Set of hand drawn bullet journal elements</a:t>
            </a:r>
            <a:endParaRPr/>
          </a:p>
          <a:p>
            <a:pPr indent="-317500" lvl="0" marL="457200" rtl="0" algn="l">
              <a:spcBef>
                <a:spcPts val="0"/>
              </a:spcBef>
              <a:spcAft>
                <a:spcPts val="0"/>
              </a:spcAft>
              <a:buSzPts val="1400"/>
              <a:buChar char="●"/>
            </a:pPr>
            <a:r>
              <a:rPr lang="en" u="sng">
                <a:solidFill>
                  <a:schemeClr val="hlink"/>
                </a:solidFill>
                <a:hlinkClick r:id="rId18"/>
              </a:rPr>
              <a:t>Sketchy bullet journal planner template</a:t>
            </a:r>
            <a:endParaRPr/>
          </a:p>
          <a:p>
            <a:pPr indent="-317500" lvl="0" marL="457200" rtl="0" algn="l">
              <a:spcBef>
                <a:spcPts val="0"/>
              </a:spcBef>
              <a:spcAft>
                <a:spcPts val="0"/>
              </a:spcAft>
              <a:buSzPts val="1400"/>
              <a:buChar char="●"/>
            </a:pPr>
            <a:r>
              <a:rPr lang="en" u="sng">
                <a:solidFill>
                  <a:schemeClr val="hlink"/>
                </a:solidFill>
                <a:hlinkClick r:id="rId19"/>
              </a:rPr>
              <a:t>Doodled bullet journal planner template</a:t>
            </a:r>
            <a:endParaRPr/>
          </a:p>
          <a:p>
            <a:pPr indent="0" lvl="0" marL="0" rtl="0" algn="l">
              <a:spcBef>
                <a:spcPts val="0"/>
              </a:spcBef>
              <a:spcAft>
                <a:spcPts val="0"/>
              </a:spcAft>
              <a:buNone/>
            </a:pPr>
            <a:r>
              <a:rPr b="1" lang="en"/>
              <a:t>Photos:</a:t>
            </a:r>
            <a:endParaRPr b="1"/>
          </a:p>
          <a:p>
            <a:pPr indent="-317500" lvl="0" marL="457200" rtl="0" algn="l">
              <a:spcBef>
                <a:spcPts val="0"/>
              </a:spcBef>
              <a:spcAft>
                <a:spcPts val="0"/>
              </a:spcAft>
              <a:buSzPts val="1400"/>
              <a:buChar char="●"/>
            </a:pPr>
            <a:r>
              <a:rPr lang="en" u="sng">
                <a:solidFill>
                  <a:schemeClr val="hlink"/>
                </a:solidFill>
                <a:hlinkClick r:id="rId20"/>
              </a:rPr>
              <a:t>Laughing man watching movie</a:t>
            </a:r>
            <a:endParaRPr/>
          </a:p>
          <a:p>
            <a:pPr indent="-317500" lvl="0" marL="457200" rtl="0" algn="l">
              <a:spcBef>
                <a:spcPts val="0"/>
              </a:spcBef>
              <a:spcAft>
                <a:spcPts val="0"/>
              </a:spcAft>
              <a:buSzPts val="1400"/>
              <a:buChar char="●"/>
            </a:pPr>
            <a:r>
              <a:rPr lang="en" u="sng">
                <a:solidFill>
                  <a:schemeClr val="hlink"/>
                </a:solidFill>
                <a:hlinkClick r:id="rId21"/>
              </a:rPr>
              <a:t>Close up people in car with map</a:t>
            </a:r>
            <a:endParaRPr/>
          </a:p>
          <a:p>
            <a:pPr indent="-317500" lvl="0" marL="457200" rtl="0" algn="l">
              <a:spcBef>
                <a:spcPts val="0"/>
              </a:spcBef>
              <a:spcAft>
                <a:spcPts val="0"/>
              </a:spcAft>
              <a:buSzPts val="1400"/>
              <a:buChar char="●"/>
            </a:pPr>
            <a:r>
              <a:rPr lang="en" u="sng">
                <a:solidFill>
                  <a:schemeClr val="hlink"/>
                </a:solidFill>
                <a:hlinkClick r:id="rId22"/>
              </a:rPr>
              <a:t>Young family enjoying trips</a:t>
            </a:r>
            <a:endParaRPr/>
          </a:p>
          <a:p>
            <a:pPr indent="-317500" lvl="0" marL="457200" rtl="0" algn="l">
              <a:spcBef>
                <a:spcPts val="0"/>
              </a:spcBef>
              <a:spcAft>
                <a:spcPts val="0"/>
              </a:spcAft>
              <a:buSzPts val="1400"/>
              <a:buChar char="●"/>
            </a:pPr>
            <a:r>
              <a:rPr lang="en" u="sng">
                <a:solidFill>
                  <a:schemeClr val="hlink"/>
                </a:solidFill>
                <a:hlinkClick r:id="rId23"/>
              </a:rPr>
              <a:t>Woman blowing candles on her happy birthday cake</a:t>
            </a:r>
            <a:endParaRPr/>
          </a:p>
        </p:txBody>
      </p:sp>
      <p:sp>
        <p:nvSpPr>
          <p:cNvPr id="2447" name="Google Shape;2447;p73"/>
          <p:cNvSpPr/>
          <p:nvPr/>
        </p:nvSpPr>
        <p:spPr>
          <a:xfrm rot="4375739">
            <a:off x="7731048" y="3641322"/>
            <a:ext cx="2824737" cy="3797306"/>
          </a:xfrm>
          <a:custGeom>
            <a:rect b="b" l="l" r="r" t="t"/>
            <a:pathLst>
              <a:path extrusionOk="0" h="2286616" w="1700966">
                <a:moveTo>
                  <a:pt x="1700967" y="1750199"/>
                </a:moveTo>
                <a:cubicBezTo>
                  <a:pt x="1691980" y="1731661"/>
                  <a:pt x="1684213" y="1712809"/>
                  <a:pt x="1685654" y="1691640"/>
                </a:cubicBezTo>
                <a:cubicBezTo>
                  <a:pt x="1691666" y="1653279"/>
                  <a:pt x="1680769" y="1613854"/>
                  <a:pt x="1688097" y="1575994"/>
                </a:cubicBezTo>
                <a:cubicBezTo>
                  <a:pt x="1696990" y="1544428"/>
                  <a:pt x="1702721" y="1513457"/>
                  <a:pt x="1690445" y="1480545"/>
                </a:cubicBezTo>
                <a:cubicBezTo>
                  <a:pt x="1677669" y="1453395"/>
                  <a:pt x="1668775" y="1424398"/>
                  <a:pt x="1650644" y="1399815"/>
                </a:cubicBezTo>
                <a:cubicBezTo>
                  <a:pt x="1646761" y="1379304"/>
                  <a:pt x="1661259" y="1358041"/>
                  <a:pt x="1657815" y="1335870"/>
                </a:cubicBezTo>
                <a:cubicBezTo>
                  <a:pt x="1654464" y="1306340"/>
                  <a:pt x="1684464" y="1288835"/>
                  <a:pt x="1672314" y="1260400"/>
                </a:cubicBezTo>
                <a:cubicBezTo>
                  <a:pt x="1640717" y="1189848"/>
                  <a:pt x="1665831" y="1198052"/>
                  <a:pt x="1653055" y="1148167"/>
                </a:cubicBezTo>
                <a:cubicBezTo>
                  <a:pt x="1643817" y="1137583"/>
                  <a:pt x="1650769" y="1123585"/>
                  <a:pt x="1640185" y="1115443"/>
                </a:cubicBezTo>
                <a:cubicBezTo>
                  <a:pt x="1638243" y="1113971"/>
                  <a:pt x="1640811" y="1110527"/>
                  <a:pt x="1642909" y="1108929"/>
                </a:cubicBezTo>
                <a:cubicBezTo>
                  <a:pt x="1649485" y="1103888"/>
                  <a:pt x="1648953" y="1096247"/>
                  <a:pt x="1650988" y="1089326"/>
                </a:cubicBezTo>
                <a:cubicBezTo>
                  <a:pt x="1655341" y="1074546"/>
                  <a:pt x="1646197" y="1057040"/>
                  <a:pt x="1660195" y="1044170"/>
                </a:cubicBezTo>
                <a:cubicBezTo>
                  <a:pt x="1661134" y="1043324"/>
                  <a:pt x="1660664" y="1039911"/>
                  <a:pt x="1659756" y="1038283"/>
                </a:cubicBezTo>
                <a:cubicBezTo>
                  <a:pt x="1633827" y="966289"/>
                  <a:pt x="1609026" y="892417"/>
                  <a:pt x="1593212" y="817511"/>
                </a:cubicBezTo>
                <a:cubicBezTo>
                  <a:pt x="1592178" y="803169"/>
                  <a:pt x="1582909" y="787919"/>
                  <a:pt x="1588734" y="775048"/>
                </a:cubicBezTo>
                <a:cubicBezTo>
                  <a:pt x="1603483" y="731364"/>
                  <a:pt x="1591302" y="687209"/>
                  <a:pt x="1598191" y="642398"/>
                </a:cubicBezTo>
                <a:cubicBezTo>
                  <a:pt x="1600258" y="628963"/>
                  <a:pt x="1583034" y="619788"/>
                  <a:pt x="1592679" y="605947"/>
                </a:cubicBezTo>
                <a:cubicBezTo>
                  <a:pt x="1602231" y="583400"/>
                  <a:pt x="1591552" y="562231"/>
                  <a:pt x="1590393" y="539841"/>
                </a:cubicBezTo>
                <a:cubicBezTo>
                  <a:pt x="1596469" y="512753"/>
                  <a:pt x="1580279" y="507649"/>
                  <a:pt x="1577241" y="487576"/>
                </a:cubicBezTo>
                <a:cubicBezTo>
                  <a:pt x="1586573" y="461083"/>
                  <a:pt x="1563306" y="442106"/>
                  <a:pt x="1564151" y="415864"/>
                </a:cubicBezTo>
                <a:cubicBezTo>
                  <a:pt x="1561490" y="399393"/>
                  <a:pt x="1567095" y="380604"/>
                  <a:pt x="1554318" y="366731"/>
                </a:cubicBezTo>
                <a:cubicBezTo>
                  <a:pt x="1532492" y="348005"/>
                  <a:pt x="1556260" y="315468"/>
                  <a:pt x="1531521" y="301063"/>
                </a:cubicBezTo>
                <a:cubicBezTo>
                  <a:pt x="1526354" y="298589"/>
                  <a:pt x="1529360" y="292984"/>
                  <a:pt x="1528953" y="288506"/>
                </a:cubicBezTo>
                <a:cubicBezTo>
                  <a:pt x="1534433" y="230448"/>
                  <a:pt x="1509757" y="257191"/>
                  <a:pt x="1519997" y="209592"/>
                </a:cubicBezTo>
                <a:cubicBezTo>
                  <a:pt x="1511323" y="187264"/>
                  <a:pt x="1523912" y="163559"/>
                  <a:pt x="1516271" y="141482"/>
                </a:cubicBezTo>
                <a:cubicBezTo>
                  <a:pt x="1495853" y="100490"/>
                  <a:pt x="1502774" y="37610"/>
                  <a:pt x="1463004" y="9739"/>
                </a:cubicBezTo>
                <a:cubicBezTo>
                  <a:pt x="1439267" y="-1190"/>
                  <a:pt x="1413933" y="9833"/>
                  <a:pt x="1389319" y="2161"/>
                </a:cubicBezTo>
                <a:cubicBezTo>
                  <a:pt x="1381960" y="-188"/>
                  <a:pt x="1371094" y="-1722"/>
                  <a:pt x="1364361" y="3570"/>
                </a:cubicBezTo>
                <a:cubicBezTo>
                  <a:pt x="1323245" y="27902"/>
                  <a:pt x="1274049" y="5418"/>
                  <a:pt x="1230583" y="19603"/>
                </a:cubicBezTo>
                <a:cubicBezTo>
                  <a:pt x="1217963" y="32975"/>
                  <a:pt x="1155020" y="38111"/>
                  <a:pt x="1138079" y="30658"/>
                </a:cubicBezTo>
                <a:cubicBezTo>
                  <a:pt x="1119885" y="25992"/>
                  <a:pt x="1106137" y="52829"/>
                  <a:pt x="1084530" y="46315"/>
                </a:cubicBezTo>
                <a:cubicBezTo>
                  <a:pt x="1058319" y="37516"/>
                  <a:pt x="1052432" y="73090"/>
                  <a:pt x="1031420" y="72025"/>
                </a:cubicBezTo>
                <a:cubicBezTo>
                  <a:pt x="1006681" y="74499"/>
                  <a:pt x="981910" y="68204"/>
                  <a:pt x="958142" y="78758"/>
                </a:cubicBezTo>
                <a:cubicBezTo>
                  <a:pt x="941170" y="68017"/>
                  <a:pt x="917464" y="67077"/>
                  <a:pt x="902276" y="51420"/>
                </a:cubicBezTo>
                <a:cubicBezTo>
                  <a:pt x="878383" y="46754"/>
                  <a:pt x="851421" y="50261"/>
                  <a:pt x="829594" y="35292"/>
                </a:cubicBezTo>
                <a:cubicBezTo>
                  <a:pt x="827465" y="33820"/>
                  <a:pt x="822642" y="33664"/>
                  <a:pt x="820544" y="35073"/>
                </a:cubicBezTo>
                <a:cubicBezTo>
                  <a:pt x="809897" y="42244"/>
                  <a:pt x="792298" y="34760"/>
                  <a:pt x="786097" y="51670"/>
                </a:cubicBezTo>
                <a:cubicBezTo>
                  <a:pt x="785346" y="53706"/>
                  <a:pt x="779646" y="54238"/>
                  <a:pt x="776139" y="54927"/>
                </a:cubicBezTo>
                <a:cubicBezTo>
                  <a:pt x="742068" y="63695"/>
                  <a:pt x="698415" y="104812"/>
                  <a:pt x="661933" y="88371"/>
                </a:cubicBezTo>
                <a:cubicBezTo>
                  <a:pt x="651161" y="77630"/>
                  <a:pt x="643958" y="83330"/>
                  <a:pt x="635785" y="90877"/>
                </a:cubicBezTo>
                <a:cubicBezTo>
                  <a:pt x="631651" y="94697"/>
                  <a:pt x="630274" y="101586"/>
                  <a:pt x="621161" y="99551"/>
                </a:cubicBezTo>
                <a:cubicBezTo>
                  <a:pt x="569460" y="86085"/>
                  <a:pt x="516036" y="81388"/>
                  <a:pt x="462456" y="88966"/>
                </a:cubicBezTo>
                <a:cubicBezTo>
                  <a:pt x="436903" y="87213"/>
                  <a:pt x="415922" y="98924"/>
                  <a:pt x="392655" y="104780"/>
                </a:cubicBezTo>
                <a:cubicBezTo>
                  <a:pt x="382540" y="103465"/>
                  <a:pt x="372050" y="99739"/>
                  <a:pt x="364753" y="111231"/>
                </a:cubicBezTo>
                <a:cubicBezTo>
                  <a:pt x="347812" y="112797"/>
                  <a:pt x="342394" y="93069"/>
                  <a:pt x="334628" y="119592"/>
                </a:cubicBezTo>
                <a:cubicBezTo>
                  <a:pt x="326517" y="114018"/>
                  <a:pt x="318908" y="107411"/>
                  <a:pt x="309012" y="117275"/>
                </a:cubicBezTo>
                <a:cubicBezTo>
                  <a:pt x="295860" y="130396"/>
                  <a:pt x="280672" y="139728"/>
                  <a:pt x="260756" y="136565"/>
                </a:cubicBezTo>
                <a:cubicBezTo>
                  <a:pt x="238867" y="147275"/>
                  <a:pt x="217134" y="160239"/>
                  <a:pt x="191236" y="154070"/>
                </a:cubicBezTo>
                <a:cubicBezTo>
                  <a:pt x="162520" y="151377"/>
                  <a:pt x="143136" y="171983"/>
                  <a:pt x="116362" y="170511"/>
                </a:cubicBezTo>
                <a:cubicBezTo>
                  <a:pt x="100986" y="170417"/>
                  <a:pt x="83450" y="166064"/>
                  <a:pt x="74838" y="185699"/>
                </a:cubicBezTo>
                <a:cubicBezTo>
                  <a:pt x="40047" y="195970"/>
                  <a:pt x="49786" y="211346"/>
                  <a:pt x="25799" y="223277"/>
                </a:cubicBezTo>
                <a:cubicBezTo>
                  <a:pt x="18941" y="233141"/>
                  <a:pt x="18127" y="247828"/>
                  <a:pt x="7135" y="256314"/>
                </a:cubicBezTo>
                <a:cubicBezTo>
                  <a:pt x="308" y="263830"/>
                  <a:pt x="-3387" y="273381"/>
                  <a:pt x="4254" y="284529"/>
                </a:cubicBezTo>
                <a:cubicBezTo>
                  <a:pt x="13054" y="297337"/>
                  <a:pt x="2876" y="316157"/>
                  <a:pt x="16436" y="328151"/>
                </a:cubicBezTo>
                <a:cubicBezTo>
                  <a:pt x="6603" y="350009"/>
                  <a:pt x="19097" y="369330"/>
                  <a:pt x="24390" y="389059"/>
                </a:cubicBezTo>
                <a:cubicBezTo>
                  <a:pt x="29212" y="407002"/>
                  <a:pt x="24014" y="428547"/>
                  <a:pt x="41863" y="442388"/>
                </a:cubicBezTo>
                <a:cubicBezTo>
                  <a:pt x="34442" y="464935"/>
                  <a:pt x="41018" y="489267"/>
                  <a:pt x="34912" y="512283"/>
                </a:cubicBezTo>
                <a:cubicBezTo>
                  <a:pt x="34003" y="514475"/>
                  <a:pt x="35381" y="516668"/>
                  <a:pt x="37448" y="517388"/>
                </a:cubicBezTo>
                <a:cubicBezTo>
                  <a:pt x="62062" y="527409"/>
                  <a:pt x="41300" y="553557"/>
                  <a:pt x="46122" y="571907"/>
                </a:cubicBezTo>
                <a:cubicBezTo>
                  <a:pt x="48220" y="584715"/>
                  <a:pt x="48346" y="595801"/>
                  <a:pt x="35945" y="603473"/>
                </a:cubicBezTo>
                <a:cubicBezTo>
                  <a:pt x="29651" y="612398"/>
                  <a:pt x="41926" y="627241"/>
                  <a:pt x="27208" y="635039"/>
                </a:cubicBezTo>
                <a:cubicBezTo>
                  <a:pt x="22793" y="638859"/>
                  <a:pt x="22761" y="645592"/>
                  <a:pt x="24202" y="651291"/>
                </a:cubicBezTo>
                <a:cubicBezTo>
                  <a:pt x="28930" y="670080"/>
                  <a:pt x="18189" y="686364"/>
                  <a:pt x="15527" y="703932"/>
                </a:cubicBezTo>
                <a:cubicBezTo>
                  <a:pt x="8701" y="735904"/>
                  <a:pt x="26832" y="753754"/>
                  <a:pt x="42803" y="776113"/>
                </a:cubicBezTo>
                <a:cubicBezTo>
                  <a:pt x="47845" y="793900"/>
                  <a:pt x="72677" y="786384"/>
                  <a:pt x="74807" y="805674"/>
                </a:cubicBezTo>
                <a:cubicBezTo>
                  <a:pt x="81101" y="830946"/>
                  <a:pt x="77124" y="858847"/>
                  <a:pt x="93815" y="881551"/>
                </a:cubicBezTo>
                <a:cubicBezTo>
                  <a:pt x="95099" y="883304"/>
                  <a:pt x="93095" y="884119"/>
                  <a:pt x="91717" y="884651"/>
                </a:cubicBezTo>
                <a:cubicBezTo>
                  <a:pt x="85955" y="886937"/>
                  <a:pt x="86863" y="888972"/>
                  <a:pt x="91623" y="891603"/>
                </a:cubicBezTo>
                <a:cubicBezTo>
                  <a:pt x="133773" y="944056"/>
                  <a:pt x="33534" y="971582"/>
                  <a:pt x="75684" y="1034274"/>
                </a:cubicBezTo>
                <a:cubicBezTo>
                  <a:pt x="83262" y="1047677"/>
                  <a:pt x="97667" y="1057949"/>
                  <a:pt x="98043" y="1075485"/>
                </a:cubicBezTo>
                <a:cubicBezTo>
                  <a:pt x="98137" y="1080276"/>
                  <a:pt x="103679" y="1080715"/>
                  <a:pt x="106435" y="1083220"/>
                </a:cubicBezTo>
                <a:cubicBezTo>
                  <a:pt x="128512" y="1097343"/>
                  <a:pt x="109473" y="1117917"/>
                  <a:pt x="113043" y="1137270"/>
                </a:cubicBezTo>
                <a:cubicBezTo>
                  <a:pt x="113700" y="1141528"/>
                  <a:pt x="113356" y="1146852"/>
                  <a:pt x="109786" y="1148825"/>
                </a:cubicBezTo>
                <a:cubicBezTo>
                  <a:pt x="85266" y="1160317"/>
                  <a:pt x="110099" y="1189628"/>
                  <a:pt x="97322" y="1197019"/>
                </a:cubicBezTo>
                <a:cubicBezTo>
                  <a:pt x="81320" y="1201340"/>
                  <a:pt x="98826" y="1219816"/>
                  <a:pt x="93815" y="1231309"/>
                </a:cubicBezTo>
                <a:cubicBezTo>
                  <a:pt x="93721" y="1240390"/>
                  <a:pt x="93032" y="1248939"/>
                  <a:pt x="102082" y="1256486"/>
                </a:cubicBezTo>
                <a:cubicBezTo>
                  <a:pt x="121310" y="1271893"/>
                  <a:pt x="111947" y="1305494"/>
                  <a:pt x="139974" y="1312571"/>
                </a:cubicBezTo>
                <a:cubicBezTo>
                  <a:pt x="151184" y="1316266"/>
                  <a:pt x="151529" y="1325818"/>
                  <a:pt x="141665" y="1333302"/>
                </a:cubicBezTo>
                <a:cubicBezTo>
                  <a:pt x="136466" y="1337216"/>
                  <a:pt x="138189" y="1341882"/>
                  <a:pt x="139535" y="1345985"/>
                </a:cubicBezTo>
                <a:cubicBezTo>
                  <a:pt x="147990" y="1371726"/>
                  <a:pt x="139473" y="1397467"/>
                  <a:pt x="138157" y="1422894"/>
                </a:cubicBezTo>
                <a:cubicBezTo>
                  <a:pt x="139880" y="1442216"/>
                  <a:pt x="125850" y="1469992"/>
                  <a:pt x="136028" y="1485869"/>
                </a:cubicBezTo>
                <a:cubicBezTo>
                  <a:pt x="158857" y="1492414"/>
                  <a:pt x="121498" y="1510702"/>
                  <a:pt x="122719" y="1564407"/>
                </a:cubicBezTo>
                <a:cubicBezTo>
                  <a:pt x="102489" y="1620900"/>
                  <a:pt x="170161" y="1641505"/>
                  <a:pt x="157385" y="1676828"/>
                </a:cubicBezTo>
                <a:cubicBezTo>
                  <a:pt x="151153" y="1696651"/>
                  <a:pt x="179023" y="1713623"/>
                  <a:pt x="163616" y="1735669"/>
                </a:cubicBezTo>
                <a:cubicBezTo>
                  <a:pt x="162207" y="1757308"/>
                  <a:pt x="179994" y="1778508"/>
                  <a:pt x="175485" y="1802464"/>
                </a:cubicBezTo>
                <a:cubicBezTo>
                  <a:pt x="168752" y="1813487"/>
                  <a:pt x="196403" y="1839698"/>
                  <a:pt x="173168" y="1835596"/>
                </a:cubicBezTo>
                <a:cubicBezTo>
                  <a:pt x="168188" y="1834437"/>
                  <a:pt x="166748" y="1837882"/>
                  <a:pt x="165934" y="1841702"/>
                </a:cubicBezTo>
                <a:cubicBezTo>
                  <a:pt x="165276" y="1844771"/>
                  <a:pt x="164337" y="1848717"/>
                  <a:pt x="168408" y="1849625"/>
                </a:cubicBezTo>
                <a:cubicBezTo>
                  <a:pt x="197092" y="1855136"/>
                  <a:pt x="133523" y="1898727"/>
                  <a:pt x="144671" y="1919927"/>
                </a:cubicBezTo>
                <a:cubicBezTo>
                  <a:pt x="145203" y="1922370"/>
                  <a:pt x="142541" y="1924123"/>
                  <a:pt x="140381" y="1925877"/>
                </a:cubicBezTo>
                <a:cubicBezTo>
                  <a:pt x="128011" y="1936461"/>
                  <a:pt x="130235" y="1977296"/>
                  <a:pt x="145360" y="1984374"/>
                </a:cubicBezTo>
                <a:cubicBezTo>
                  <a:pt x="162239" y="1977954"/>
                  <a:pt x="161988" y="1992390"/>
                  <a:pt x="165996" y="2001378"/>
                </a:cubicBezTo>
                <a:cubicBezTo>
                  <a:pt x="171007" y="2012369"/>
                  <a:pt x="186007" y="2012776"/>
                  <a:pt x="187698" y="2026492"/>
                </a:cubicBezTo>
                <a:cubicBezTo>
                  <a:pt x="191643" y="2043058"/>
                  <a:pt x="211528" y="2050448"/>
                  <a:pt x="203762" y="2069425"/>
                </a:cubicBezTo>
                <a:cubicBezTo>
                  <a:pt x="193554" y="2088997"/>
                  <a:pt x="208522" y="2108256"/>
                  <a:pt x="204608" y="2127264"/>
                </a:cubicBezTo>
                <a:cubicBezTo>
                  <a:pt x="195934" y="2151940"/>
                  <a:pt x="237363" y="2158579"/>
                  <a:pt x="228125" y="2183725"/>
                </a:cubicBezTo>
                <a:cubicBezTo>
                  <a:pt x="218512" y="2210468"/>
                  <a:pt x="241121" y="2230573"/>
                  <a:pt x="245223" y="2255875"/>
                </a:cubicBezTo>
                <a:cubicBezTo>
                  <a:pt x="252457" y="2285750"/>
                  <a:pt x="290223" y="2267587"/>
                  <a:pt x="309106" y="2258600"/>
                </a:cubicBezTo>
                <a:cubicBezTo>
                  <a:pt x="328897" y="2245197"/>
                  <a:pt x="321601" y="2264706"/>
                  <a:pt x="331778" y="2272723"/>
                </a:cubicBezTo>
                <a:cubicBezTo>
                  <a:pt x="340077" y="2247044"/>
                  <a:pt x="367008" y="2266522"/>
                  <a:pt x="383323" y="2252462"/>
                </a:cubicBezTo>
                <a:cubicBezTo>
                  <a:pt x="402143" y="2241627"/>
                  <a:pt x="422623" y="2249487"/>
                  <a:pt x="441757" y="2247295"/>
                </a:cubicBezTo>
                <a:cubicBezTo>
                  <a:pt x="467560" y="2233015"/>
                  <a:pt x="472039" y="2293516"/>
                  <a:pt x="481934" y="2279205"/>
                </a:cubicBezTo>
                <a:cubicBezTo>
                  <a:pt x="489043" y="2272253"/>
                  <a:pt x="494178" y="2275510"/>
                  <a:pt x="498625" y="2281648"/>
                </a:cubicBezTo>
                <a:cubicBezTo>
                  <a:pt x="516005" y="2298933"/>
                  <a:pt x="500159" y="2265082"/>
                  <a:pt x="565764" y="2271251"/>
                </a:cubicBezTo>
                <a:cubicBezTo>
                  <a:pt x="596140" y="2267399"/>
                  <a:pt x="678875" y="2222493"/>
                  <a:pt x="696286" y="2252650"/>
                </a:cubicBezTo>
                <a:cubicBezTo>
                  <a:pt x="702236" y="2265051"/>
                  <a:pt x="706902" y="2277733"/>
                  <a:pt x="724344" y="2267086"/>
                </a:cubicBezTo>
                <a:cubicBezTo>
                  <a:pt x="753436" y="2280113"/>
                  <a:pt x="771035" y="2254873"/>
                  <a:pt x="796056" y="2247639"/>
                </a:cubicBezTo>
                <a:cubicBezTo>
                  <a:pt x="808895" y="2250614"/>
                  <a:pt x="813122" y="2235176"/>
                  <a:pt x="824521" y="2235270"/>
                </a:cubicBezTo>
                <a:cubicBezTo>
                  <a:pt x="848884" y="2237274"/>
                  <a:pt x="873153" y="2252712"/>
                  <a:pt x="898111" y="2235489"/>
                </a:cubicBezTo>
                <a:cubicBezTo>
                  <a:pt x="900084" y="2234111"/>
                  <a:pt x="911452" y="2231731"/>
                  <a:pt x="916274" y="2239404"/>
                </a:cubicBezTo>
                <a:cubicBezTo>
                  <a:pt x="938414" y="2251115"/>
                  <a:pt x="961587" y="2224153"/>
                  <a:pt x="985136" y="2232232"/>
                </a:cubicBezTo>
                <a:cubicBezTo>
                  <a:pt x="1004645" y="2236491"/>
                  <a:pt x="1020647" y="2214696"/>
                  <a:pt x="1040689" y="2233047"/>
                </a:cubicBezTo>
                <a:cubicBezTo>
                  <a:pt x="1093361" y="2202702"/>
                  <a:pt x="1153548" y="2227097"/>
                  <a:pt x="1208412" y="2215134"/>
                </a:cubicBezTo>
                <a:cubicBezTo>
                  <a:pt x="1230333" y="2206711"/>
                  <a:pt x="1252723" y="2197379"/>
                  <a:pt x="1277337" y="2204800"/>
                </a:cubicBezTo>
                <a:cubicBezTo>
                  <a:pt x="1282128" y="2206241"/>
                  <a:pt x="1286763" y="2205301"/>
                  <a:pt x="1290270" y="2201450"/>
                </a:cubicBezTo>
                <a:cubicBezTo>
                  <a:pt x="1301731" y="2185792"/>
                  <a:pt x="1327128" y="2197692"/>
                  <a:pt x="1333954" y="2178089"/>
                </a:cubicBezTo>
                <a:cubicBezTo>
                  <a:pt x="1343599" y="2165719"/>
                  <a:pt x="1359915" y="2193934"/>
                  <a:pt x="1375353" y="2181596"/>
                </a:cubicBezTo>
                <a:cubicBezTo>
                  <a:pt x="1415123" y="2161554"/>
                  <a:pt x="1406981" y="2204425"/>
                  <a:pt x="1423077" y="2180938"/>
                </a:cubicBezTo>
                <a:cubicBezTo>
                  <a:pt x="1452701" y="2214602"/>
                  <a:pt x="1538223" y="2211627"/>
                  <a:pt x="1552252" y="2161085"/>
                </a:cubicBezTo>
                <a:cubicBezTo>
                  <a:pt x="1553849" y="2156669"/>
                  <a:pt x="1556886" y="2152254"/>
                  <a:pt x="1561051" y="2154289"/>
                </a:cubicBezTo>
                <a:cubicBezTo>
                  <a:pt x="1592585" y="2161366"/>
                  <a:pt x="1623274" y="2146492"/>
                  <a:pt x="1655216" y="2158423"/>
                </a:cubicBezTo>
                <a:cubicBezTo>
                  <a:pt x="1671562" y="2161304"/>
                  <a:pt x="1686030" y="2153350"/>
                  <a:pt x="1700936" y="2146805"/>
                </a:cubicBezTo>
                <a:lnTo>
                  <a:pt x="1700936" y="175035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51" name="Shape 2451"/>
        <p:cNvGrpSpPr/>
        <p:nvPr/>
      </p:nvGrpSpPr>
      <p:grpSpPr>
        <a:xfrm>
          <a:off x="0" y="0"/>
          <a:ext cx="0" cy="0"/>
          <a:chOff x="0" y="0"/>
          <a:chExt cx="0" cy="0"/>
        </a:xfrm>
      </p:grpSpPr>
      <p:sp>
        <p:nvSpPr>
          <p:cNvPr id="2452" name="Google Shape;2452;p7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2453" name="Google Shape;2453;p74"/>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57" name="Shape 2457"/>
        <p:cNvGrpSpPr/>
        <p:nvPr/>
      </p:nvGrpSpPr>
      <p:grpSpPr>
        <a:xfrm>
          <a:off x="0" y="0"/>
          <a:ext cx="0" cy="0"/>
          <a:chOff x="0" y="0"/>
          <a:chExt cx="0" cy="0"/>
        </a:xfrm>
      </p:grpSpPr>
      <p:sp>
        <p:nvSpPr>
          <p:cNvPr id="2458" name="Google Shape;2458;p75"/>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2459" name="Google Shape;2459;p7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63" name="Shape 2463"/>
        <p:cNvGrpSpPr/>
        <p:nvPr/>
      </p:nvGrpSpPr>
      <p:grpSpPr>
        <a:xfrm>
          <a:off x="0" y="0"/>
          <a:ext cx="0" cy="0"/>
          <a:chOff x="0" y="0"/>
          <a:chExt cx="0" cy="0"/>
        </a:xfrm>
      </p:grpSpPr>
      <p:sp>
        <p:nvSpPr>
          <p:cNvPr id="2464" name="Google Shape;2464;p76"/>
          <p:cNvSpPr txBox="1"/>
          <p:nvPr/>
        </p:nvSpPr>
        <p:spPr>
          <a:xfrm>
            <a:off x="716700" y="1188000"/>
            <a:ext cx="7710600" cy="171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Shadow Into Light Two</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https://fonts.google.com/specimen/Shadows+Into+Light+Two</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Actor</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https://fonts.google.com/specimen/Actor</a:t>
            </a:r>
            <a:r>
              <a:rPr lang="en" sz="1100">
                <a:solidFill>
                  <a:schemeClr val="lt1"/>
                </a:solidFill>
              </a:rPr>
              <a:t>)</a:t>
            </a:r>
            <a:endParaRPr sz="1100">
              <a:solidFill>
                <a:schemeClr val="lt1"/>
              </a:solidFill>
            </a:endParaRPr>
          </a:p>
        </p:txBody>
      </p:sp>
      <p:sp>
        <p:nvSpPr>
          <p:cNvPr id="2465" name="Google Shape;2465;p7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2466" name="Google Shape;2466;p76"/>
          <p:cNvSpPr/>
          <p:nvPr/>
        </p:nvSpPr>
        <p:spPr>
          <a:xfrm>
            <a:off x="2052650" y="3588550"/>
            <a:ext cx="791400" cy="754200"/>
          </a:xfrm>
          <a:prstGeom prst="roundRect">
            <a:avLst>
              <a:gd fmla="val 16667" name="adj"/>
            </a:avLst>
          </a:prstGeom>
          <a:solidFill>
            <a:srgbClr val="332E2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6"/>
          <p:cNvSpPr/>
          <p:nvPr/>
        </p:nvSpPr>
        <p:spPr>
          <a:xfrm>
            <a:off x="3114470" y="3588550"/>
            <a:ext cx="791400" cy="754200"/>
          </a:xfrm>
          <a:prstGeom prst="roundRect">
            <a:avLst>
              <a:gd fmla="val 16667" name="adj"/>
            </a:avLst>
          </a:prstGeom>
          <a:solidFill>
            <a:srgbClr val="F1F0E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6"/>
          <p:cNvSpPr/>
          <p:nvPr/>
        </p:nvSpPr>
        <p:spPr>
          <a:xfrm>
            <a:off x="4176289" y="3588550"/>
            <a:ext cx="791400" cy="754200"/>
          </a:xfrm>
          <a:prstGeom prst="roundRect">
            <a:avLst>
              <a:gd fmla="val 16667" name="adj"/>
            </a:avLst>
          </a:prstGeom>
          <a:solidFill>
            <a:srgbClr val="BC714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6"/>
          <p:cNvSpPr txBox="1"/>
          <p:nvPr/>
        </p:nvSpPr>
        <p:spPr>
          <a:xfrm>
            <a:off x="2052650" y="37456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#332e28</a:t>
            </a:r>
            <a:endParaRPr sz="1000">
              <a:solidFill>
                <a:srgbClr val="FFFFFF"/>
              </a:solidFill>
            </a:endParaRPr>
          </a:p>
        </p:txBody>
      </p:sp>
      <p:sp>
        <p:nvSpPr>
          <p:cNvPr id="2470" name="Google Shape;2470;p76"/>
          <p:cNvSpPr txBox="1"/>
          <p:nvPr/>
        </p:nvSpPr>
        <p:spPr>
          <a:xfrm>
            <a:off x="3114475" y="37456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332E28"/>
                </a:solidFill>
              </a:rPr>
              <a:t>#f1f0e7</a:t>
            </a:r>
            <a:endParaRPr sz="1000">
              <a:solidFill>
                <a:srgbClr val="332E28"/>
              </a:solidFill>
            </a:endParaRPr>
          </a:p>
        </p:txBody>
      </p:sp>
      <p:sp>
        <p:nvSpPr>
          <p:cNvPr id="2471" name="Google Shape;2471;p76"/>
          <p:cNvSpPr txBox="1"/>
          <p:nvPr/>
        </p:nvSpPr>
        <p:spPr>
          <a:xfrm>
            <a:off x="4176300" y="37456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#bc714f</a:t>
            </a:r>
            <a:endParaRPr sz="1000">
              <a:solidFill>
                <a:srgbClr val="FFFFFF"/>
              </a:solidFill>
            </a:endParaRPr>
          </a:p>
        </p:txBody>
      </p:sp>
      <p:sp>
        <p:nvSpPr>
          <p:cNvPr id="2472" name="Google Shape;2472;p76"/>
          <p:cNvSpPr/>
          <p:nvPr/>
        </p:nvSpPr>
        <p:spPr>
          <a:xfrm>
            <a:off x="5238125" y="3588550"/>
            <a:ext cx="791400" cy="754200"/>
          </a:xfrm>
          <a:prstGeom prst="roundRect">
            <a:avLst>
              <a:gd fmla="val 16667" name="adj"/>
            </a:avLst>
          </a:prstGeom>
          <a:solidFill>
            <a:srgbClr val="C89B7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6"/>
          <p:cNvSpPr txBox="1"/>
          <p:nvPr/>
        </p:nvSpPr>
        <p:spPr>
          <a:xfrm>
            <a:off x="5238125" y="37456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#c89b76</a:t>
            </a:r>
            <a:endParaRPr sz="1000">
              <a:solidFill>
                <a:srgbClr val="FFFFFF"/>
              </a:solidFill>
            </a:endParaRPr>
          </a:p>
        </p:txBody>
      </p:sp>
      <p:sp>
        <p:nvSpPr>
          <p:cNvPr id="2474" name="Google Shape;2474;p76"/>
          <p:cNvSpPr/>
          <p:nvPr/>
        </p:nvSpPr>
        <p:spPr>
          <a:xfrm>
            <a:off x="6299950" y="3588550"/>
            <a:ext cx="791400" cy="754200"/>
          </a:xfrm>
          <a:prstGeom prst="roundRect">
            <a:avLst>
              <a:gd fmla="val 16667" name="adj"/>
            </a:avLst>
          </a:prstGeom>
          <a:solidFill>
            <a:srgbClr val="E8936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6"/>
          <p:cNvSpPr txBox="1"/>
          <p:nvPr/>
        </p:nvSpPr>
        <p:spPr>
          <a:xfrm>
            <a:off x="6299950" y="37456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#e8936a</a:t>
            </a:r>
            <a:endParaRPr sz="1000">
              <a:solidFill>
                <a:srgbClr val="FFFFFF"/>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79" name="Shape 2479"/>
        <p:cNvGrpSpPr/>
        <p:nvPr/>
      </p:nvGrpSpPr>
      <p:grpSpPr>
        <a:xfrm>
          <a:off x="0" y="0"/>
          <a:ext cx="0" cy="0"/>
          <a:chOff x="0" y="0"/>
          <a:chExt cx="0" cy="0"/>
        </a:xfrm>
      </p:grpSpPr>
      <p:sp>
        <p:nvSpPr>
          <p:cNvPr id="2480" name="Google Shape;2480;p77"/>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2481" name="Google Shape;2481;p7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2482" name="Google Shape;2482;p77"/>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2483" name="Google Shape;2483;p77">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2484" name="Google Shape;2484;p77">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2485" name="Google Shape;2485;p77">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2486" name="Google Shape;2486;p77">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2487" name="Google Shape;2487;p77"/>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2488" name="Google Shape;2488;p77"/>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2489" name="Google Shape;2489;p77"/>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2490" name="Google Shape;2490;p77"/>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2491" name="Google Shape;2491;p77">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95" name="Shape 2495"/>
        <p:cNvGrpSpPr/>
        <p:nvPr/>
      </p:nvGrpSpPr>
      <p:grpSpPr>
        <a:xfrm>
          <a:off x="0" y="0"/>
          <a:ext cx="0" cy="0"/>
          <a:chOff x="0" y="0"/>
          <a:chExt cx="0" cy="0"/>
        </a:xfrm>
      </p:grpSpPr>
      <p:sp>
        <p:nvSpPr>
          <p:cNvPr id="2496" name="Google Shape;2496;p78"/>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2497" name="Google Shape;2497;p78"/>
          <p:cNvGrpSpPr/>
          <p:nvPr/>
        </p:nvGrpSpPr>
        <p:grpSpPr>
          <a:xfrm>
            <a:off x="5117640" y="3085736"/>
            <a:ext cx="474294" cy="551291"/>
            <a:chOff x="4727025" y="1332775"/>
            <a:chExt cx="59900" cy="69625"/>
          </a:xfrm>
        </p:grpSpPr>
        <p:sp>
          <p:nvSpPr>
            <p:cNvPr id="2498" name="Google Shape;2498;p7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 name="Google Shape;2500;p78"/>
          <p:cNvGrpSpPr/>
          <p:nvPr/>
        </p:nvGrpSpPr>
        <p:grpSpPr>
          <a:xfrm>
            <a:off x="5731296" y="2314340"/>
            <a:ext cx="555653" cy="557031"/>
            <a:chOff x="4820425" y="1329900"/>
            <a:chExt cx="70175" cy="70350"/>
          </a:xfrm>
        </p:grpSpPr>
        <p:sp>
          <p:nvSpPr>
            <p:cNvPr id="2501" name="Google Shape;2501;p7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5" name="Google Shape;2505;p78"/>
          <p:cNvGrpSpPr/>
          <p:nvPr/>
        </p:nvGrpSpPr>
        <p:grpSpPr>
          <a:xfrm>
            <a:off x="6357664" y="2318845"/>
            <a:ext cx="582574" cy="533871"/>
            <a:chOff x="4903200" y="1331525"/>
            <a:chExt cx="73575" cy="67425"/>
          </a:xfrm>
        </p:grpSpPr>
        <p:sp>
          <p:nvSpPr>
            <p:cNvPr id="2506" name="Google Shape;2506;p7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 name="Google Shape;2508;p78"/>
          <p:cNvGrpSpPr/>
          <p:nvPr/>
        </p:nvGrpSpPr>
        <p:grpSpPr>
          <a:xfrm>
            <a:off x="5717142" y="3078709"/>
            <a:ext cx="583960" cy="565345"/>
            <a:chOff x="4815575" y="1416800"/>
            <a:chExt cx="73750" cy="71400"/>
          </a:xfrm>
        </p:grpSpPr>
        <p:sp>
          <p:nvSpPr>
            <p:cNvPr id="2509" name="Google Shape;2509;p7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 name="Google Shape;2512;p78"/>
          <p:cNvGrpSpPr/>
          <p:nvPr/>
        </p:nvGrpSpPr>
        <p:grpSpPr>
          <a:xfrm>
            <a:off x="6351924" y="3108896"/>
            <a:ext cx="589898" cy="504970"/>
            <a:chOff x="4902475" y="1418875"/>
            <a:chExt cx="74500" cy="63775"/>
          </a:xfrm>
        </p:grpSpPr>
        <p:sp>
          <p:nvSpPr>
            <p:cNvPr id="2513" name="Google Shape;2513;p7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 name="Google Shape;2515;p78"/>
          <p:cNvGrpSpPr/>
          <p:nvPr/>
        </p:nvGrpSpPr>
        <p:grpSpPr>
          <a:xfrm>
            <a:off x="5727139" y="3826000"/>
            <a:ext cx="563967" cy="567127"/>
            <a:chOff x="4818100" y="1507675"/>
            <a:chExt cx="71225" cy="71625"/>
          </a:xfrm>
        </p:grpSpPr>
        <p:sp>
          <p:nvSpPr>
            <p:cNvPr id="2516" name="Google Shape;2516;p7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 name="Google Shape;2520;p78"/>
          <p:cNvGrpSpPr/>
          <p:nvPr/>
        </p:nvGrpSpPr>
        <p:grpSpPr>
          <a:xfrm>
            <a:off x="5040636" y="3829461"/>
            <a:ext cx="628301" cy="588505"/>
            <a:chOff x="4721450" y="1509475"/>
            <a:chExt cx="79350" cy="74325"/>
          </a:xfrm>
        </p:grpSpPr>
        <p:sp>
          <p:nvSpPr>
            <p:cNvPr id="2521" name="Google Shape;2521;p7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5" name="Google Shape;2525;p78"/>
          <p:cNvGrpSpPr/>
          <p:nvPr/>
        </p:nvGrpSpPr>
        <p:grpSpPr>
          <a:xfrm>
            <a:off x="6386170" y="3814027"/>
            <a:ext cx="557038" cy="562772"/>
            <a:chOff x="4906800" y="1507500"/>
            <a:chExt cx="70350" cy="71075"/>
          </a:xfrm>
        </p:grpSpPr>
        <p:sp>
          <p:nvSpPr>
            <p:cNvPr id="2526" name="Google Shape;2526;p7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1" name="Google Shape;2531;p78"/>
          <p:cNvGrpSpPr/>
          <p:nvPr/>
        </p:nvGrpSpPr>
        <p:grpSpPr>
          <a:xfrm>
            <a:off x="4423778" y="2340963"/>
            <a:ext cx="517934" cy="517934"/>
            <a:chOff x="3736598" y="2170606"/>
            <a:chExt cx="404889" cy="404889"/>
          </a:xfrm>
        </p:grpSpPr>
        <p:sp>
          <p:nvSpPr>
            <p:cNvPr id="2532" name="Google Shape;2532;p7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6" name="Google Shape;2536;p78"/>
          <p:cNvGrpSpPr/>
          <p:nvPr/>
        </p:nvGrpSpPr>
        <p:grpSpPr>
          <a:xfrm>
            <a:off x="3690839" y="2341061"/>
            <a:ext cx="586986" cy="517740"/>
            <a:chOff x="3161917" y="2170682"/>
            <a:chExt cx="458870" cy="404737"/>
          </a:xfrm>
        </p:grpSpPr>
        <p:sp>
          <p:nvSpPr>
            <p:cNvPr id="2537" name="Google Shape;2537;p7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 name="Google Shape;2540;p78"/>
          <p:cNvGrpSpPr/>
          <p:nvPr/>
        </p:nvGrpSpPr>
        <p:grpSpPr>
          <a:xfrm>
            <a:off x="3713860" y="3102400"/>
            <a:ext cx="540943" cy="517963"/>
            <a:chOff x="3179914" y="2889488"/>
            <a:chExt cx="422876" cy="404911"/>
          </a:xfrm>
        </p:grpSpPr>
        <p:sp>
          <p:nvSpPr>
            <p:cNvPr id="2541" name="Google Shape;2541;p7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7" name="Google Shape;2547;p78"/>
          <p:cNvGrpSpPr/>
          <p:nvPr/>
        </p:nvGrpSpPr>
        <p:grpSpPr>
          <a:xfrm>
            <a:off x="4414654" y="3102358"/>
            <a:ext cx="536180" cy="518047"/>
            <a:chOff x="3729467" y="2889422"/>
            <a:chExt cx="419153" cy="404977"/>
          </a:xfrm>
        </p:grpSpPr>
        <p:sp>
          <p:nvSpPr>
            <p:cNvPr id="2548" name="Google Shape;2548;p7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5" name="Google Shape;2555;p78"/>
          <p:cNvGrpSpPr/>
          <p:nvPr/>
        </p:nvGrpSpPr>
        <p:grpSpPr>
          <a:xfrm>
            <a:off x="1951688" y="3445787"/>
            <a:ext cx="965351" cy="134611"/>
            <a:chOff x="4411970" y="2962952"/>
            <a:chExt cx="706544" cy="104212"/>
          </a:xfrm>
        </p:grpSpPr>
        <p:sp>
          <p:nvSpPr>
            <p:cNvPr id="2556" name="Google Shape;2556;p7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0" name="Google Shape;2560;p78"/>
          <p:cNvGrpSpPr/>
          <p:nvPr/>
        </p:nvGrpSpPr>
        <p:grpSpPr>
          <a:xfrm>
            <a:off x="1951688" y="3041077"/>
            <a:ext cx="960158" cy="289172"/>
            <a:chOff x="4411970" y="2726085"/>
            <a:chExt cx="643107" cy="193659"/>
          </a:xfrm>
        </p:grpSpPr>
        <p:sp>
          <p:nvSpPr>
            <p:cNvPr id="2561" name="Google Shape;2561;p7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 name="Google Shape;2564;p78"/>
          <p:cNvGrpSpPr/>
          <p:nvPr/>
        </p:nvGrpSpPr>
        <p:grpSpPr>
          <a:xfrm>
            <a:off x="960185" y="3295400"/>
            <a:ext cx="811503" cy="252584"/>
            <a:chOff x="4411970" y="4340222"/>
            <a:chExt cx="779467" cy="242683"/>
          </a:xfrm>
        </p:grpSpPr>
        <p:sp>
          <p:nvSpPr>
            <p:cNvPr id="2565" name="Google Shape;2565;p7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8" name="Google Shape;2568;p78"/>
          <p:cNvGrpSpPr/>
          <p:nvPr/>
        </p:nvGrpSpPr>
        <p:grpSpPr>
          <a:xfrm>
            <a:off x="1951688" y="2709308"/>
            <a:ext cx="965160" cy="216230"/>
            <a:chOff x="4411970" y="2468674"/>
            <a:chExt cx="747317" cy="167425"/>
          </a:xfrm>
        </p:grpSpPr>
        <p:sp>
          <p:nvSpPr>
            <p:cNvPr id="2569" name="Google Shape;2569;p7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1" name="Google Shape;2571;p78"/>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2" name="Google Shape;2572;p78"/>
          <p:cNvGrpSpPr/>
          <p:nvPr/>
        </p:nvGrpSpPr>
        <p:grpSpPr>
          <a:xfrm>
            <a:off x="959254" y="2334687"/>
            <a:ext cx="1959041" cy="208784"/>
            <a:chOff x="6336019" y="3733725"/>
            <a:chExt cx="2566206" cy="351310"/>
          </a:xfrm>
        </p:grpSpPr>
        <p:sp>
          <p:nvSpPr>
            <p:cNvPr id="2573" name="Google Shape;2573;p78"/>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8"/>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8"/>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8"/>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 name="Google Shape;2577;p78"/>
          <p:cNvGrpSpPr/>
          <p:nvPr/>
        </p:nvGrpSpPr>
        <p:grpSpPr>
          <a:xfrm>
            <a:off x="1951688" y="3950602"/>
            <a:ext cx="946551" cy="153200"/>
            <a:chOff x="4404545" y="3301592"/>
            <a:chExt cx="782403" cy="129272"/>
          </a:xfrm>
        </p:grpSpPr>
        <p:sp>
          <p:nvSpPr>
            <p:cNvPr id="2578" name="Google Shape;2578;p7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8"/>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 name="Google Shape;2580;p78"/>
          <p:cNvGrpSpPr/>
          <p:nvPr/>
        </p:nvGrpSpPr>
        <p:grpSpPr>
          <a:xfrm>
            <a:off x="1951688" y="3695937"/>
            <a:ext cx="962257" cy="139127"/>
            <a:chOff x="4411970" y="3131459"/>
            <a:chExt cx="710520" cy="117397"/>
          </a:xfrm>
        </p:grpSpPr>
        <p:sp>
          <p:nvSpPr>
            <p:cNvPr id="2581" name="Google Shape;2581;p7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583" name="Google Shape;2583;p78"/>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4" name="Google Shape;2584;p78"/>
          <p:cNvGrpSpPr/>
          <p:nvPr/>
        </p:nvGrpSpPr>
        <p:grpSpPr>
          <a:xfrm>
            <a:off x="951833" y="3621603"/>
            <a:ext cx="823838" cy="458988"/>
            <a:chOff x="4411970" y="1801825"/>
            <a:chExt cx="734586" cy="409262"/>
          </a:xfrm>
        </p:grpSpPr>
        <p:sp>
          <p:nvSpPr>
            <p:cNvPr id="2585" name="Google Shape;2585;p7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 name="Google Shape;2587;p78"/>
          <p:cNvGrpSpPr/>
          <p:nvPr/>
        </p:nvGrpSpPr>
        <p:grpSpPr>
          <a:xfrm>
            <a:off x="3056804" y="2339173"/>
            <a:ext cx="521514" cy="521514"/>
            <a:chOff x="5681300" y="2527788"/>
            <a:chExt cx="805800" cy="805800"/>
          </a:xfrm>
        </p:grpSpPr>
        <p:sp>
          <p:nvSpPr>
            <p:cNvPr id="2588" name="Google Shape;2588;p78"/>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0" name="Google Shape;2590;p78"/>
          <p:cNvGrpSpPr/>
          <p:nvPr/>
        </p:nvGrpSpPr>
        <p:grpSpPr>
          <a:xfrm>
            <a:off x="3051044" y="3094865"/>
            <a:ext cx="533033" cy="533033"/>
            <a:chOff x="4049800" y="640400"/>
            <a:chExt cx="858900" cy="858900"/>
          </a:xfrm>
        </p:grpSpPr>
        <p:sp>
          <p:nvSpPr>
            <p:cNvPr id="2591" name="Google Shape;2591;p78"/>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8"/>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3" name="Google Shape;2593;p78"/>
          <p:cNvGrpSpPr/>
          <p:nvPr/>
        </p:nvGrpSpPr>
        <p:grpSpPr>
          <a:xfrm>
            <a:off x="2976527" y="3772543"/>
            <a:ext cx="682068" cy="682068"/>
            <a:chOff x="5080188" y="927900"/>
            <a:chExt cx="961200" cy="961200"/>
          </a:xfrm>
        </p:grpSpPr>
        <p:sp>
          <p:nvSpPr>
            <p:cNvPr id="2594" name="Google Shape;2594;p78"/>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8"/>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8"/>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8"/>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 name="Google Shape;2602;p78"/>
          <p:cNvGrpSpPr/>
          <p:nvPr/>
        </p:nvGrpSpPr>
        <p:grpSpPr>
          <a:xfrm>
            <a:off x="4440026" y="3869234"/>
            <a:ext cx="505650" cy="504006"/>
            <a:chOff x="6039282" y="1042577"/>
            <a:chExt cx="734315" cy="731929"/>
          </a:xfrm>
        </p:grpSpPr>
        <p:sp>
          <p:nvSpPr>
            <p:cNvPr id="2603" name="Google Shape;2603;p7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4" name="Google Shape;2624;p78"/>
          <p:cNvGrpSpPr/>
          <p:nvPr/>
        </p:nvGrpSpPr>
        <p:grpSpPr>
          <a:xfrm>
            <a:off x="5052628" y="2298862"/>
            <a:ext cx="567744" cy="602136"/>
            <a:chOff x="1825800" y="1651625"/>
            <a:chExt cx="539989" cy="571775"/>
          </a:xfrm>
        </p:grpSpPr>
        <p:sp>
          <p:nvSpPr>
            <p:cNvPr id="2625" name="Google Shape;2625;p78"/>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8"/>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8"/>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9" name="Google Shape;2629;p78"/>
          <p:cNvGrpSpPr/>
          <p:nvPr/>
        </p:nvGrpSpPr>
        <p:grpSpPr>
          <a:xfrm>
            <a:off x="3727557" y="3855579"/>
            <a:ext cx="508123" cy="507955"/>
            <a:chOff x="1897577" y="2802432"/>
            <a:chExt cx="492176" cy="492014"/>
          </a:xfrm>
        </p:grpSpPr>
        <p:sp>
          <p:nvSpPr>
            <p:cNvPr id="2630" name="Google Shape;2630;p7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8"/>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8"/>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 name="Google Shape;2642;p78"/>
          <p:cNvGrpSpPr/>
          <p:nvPr/>
        </p:nvGrpSpPr>
        <p:grpSpPr>
          <a:xfrm>
            <a:off x="959087" y="4169123"/>
            <a:ext cx="809227" cy="200842"/>
            <a:chOff x="2013045" y="4813233"/>
            <a:chExt cx="921986" cy="228854"/>
          </a:xfrm>
        </p:grpSpPr>
        <p:sp>
          <p:nvSpPr>
            <p:cNvPr id="2643" name="Google Shape;2643;p78"/>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8"/>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5" name="Google Shape;2645;p78"/>
          <p:cNvGrpSpPr/>
          <p:nvPr/>
        </p:nvGrpSpPr>
        <p:grpSpPr>
          <a:xfrm>
            <a:off x="967547" y="2656004"/>
            <a:ext cx="792421" cy="269941"/>
            <a:chOff x="1046767" y="4756633"/>
            <a:chExt cx="859646" cy="292841"/>
          </a:xfrm>
        </p:grpSpPr>
        <p:sp>
          <p:nvSpPr>
            <p:cNvPr id="2646" name="Google Shape;2646;p78"/>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8"/>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8"/>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9" name="Google Shape;2649;p78"/>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8"/>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8"/>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8"/>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3" name="Google Shape;2653;p78"/>
          <p:cNvGrpSpPr/>
          <p:nvPr/>
        </p:nvGrpSpPr>
        <p:grpSpPr>
          <a:xfrm>
            <a:off x="7103403" y="2550562"/>
            <a:ext cx="166473" cy="141497"/>
            <a:chOff x="4660325" y="1866850"/>
            <a:chExt cx="68350" cy="58100"/>
          </a:xfrm>
        </p:grpSpPr>
        <p:sp>
          <p:nvSpPr>
            <p:cNvPr id="2654" name="Google Shape;2654;p7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6" name="Google Shape;2656;p78"/>
          <p:cNvGrpSpPr/>
          <p:nvPr/>
        </p:nvGrpSpPr>
        <p:grpSpPr>
          <a:xfrm>
            <a:off x="7412747" y="2576286"/>
            <a:ext cx="162515" cy="90049"/>
            <a:chOff x="4791775" y="1877500"/>
            <a:chExt cx="66725" cy="36975"/>
          </a:xfrm>
        </p:grpSpPr>
        <p:sp>
          <p:nvSpPr>
            <p:cNvPr id="2657" name="Google Shape;2657;p7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9" name="Google Shape;2659;p78"/>
          <p:cNvGrpSpPr/>
          <p:nvPr/>
        </p:nvGrpSpPr>
        <p:grpSpPr>
          <a:xfrm>
            <a:off x="7734460" y="2576286"/>
            <a:ext cx="144979" cy="90049"/>
            <a:chOff x="4923925" y="1877500"/>
            <a:chExt cx="59525" cy="36975"/>
          </a:xfrm>
        </p:grpSpPr>
        <p:sp>
          <p:nvSpPr>
            <p:cNvPr id="2660" name="Google Shape;2660;p7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2" name="Google Shape;2662;p78"/>
          <p:cNvGrpSpPr/>
          <p:nvPr/>
        </p:nvGrpSpPr>
        <p:grpSpPr>
          <a:xfrm>
            <a:off x="8028952" y="2558477"/>
            <a:ext cx="141447" cy="125667"/>
            <a:chOff x="5058450" y="1870100"/>
            <a:chExt cx="58075" cy="51600"/>
          </a:xfrm>
        </p:grpSpPr>
        <p:sp>
          <p:nvSpPr>
            <p:cNvPr id="2663" name="Google Shape;2663;p7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5" name="Google Shape;2665;p78"/>
          <p:cNvGrpSpPr/>
          <p:nvPr/>
        </p:nvGrpSpPr>
        <p:grpSpPr>
          <a:xfrm>
            <a:off x="7443466" y="2980885"/>
            <a:ext cx="101077" cy="107645"/>
            <a:chOff x="4811425" y="2065025"/>
            <a:chExt cx="41500" cy="44200"/>
          </a:xfrm>
        </p:grpSpPr>
        <p:sp>
          <p:nvSpPr>
            <p:cNvPr id="2666" name="Google Shape;2666;p7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8" name="Google Shape;2668;p78"/>
          <p:cNvGrpSpPr/>
          <p:nvPr/>
        </p:nvGrpSpPr>
        <p:grpSpPr>
          <a:xfrm>
            <a:off x="7735904" y="2981098"/>
            <a:ext cx="120867" cy="107218"/>
            <a:chOff x="4929875" y="2065025"/>
            <a:chExt cx="49625" cy="44025"/>
          </a:xfrm>
        </p:grpSpPr>
        <p:sp>
          <p:nvSpPr>
            <p:cNvPr id="2669" name="Google Shape;2669;p7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1" name="Google Shape;2671;p78"/>
          <p:cNvGrpSpPr/>
          <p:nvPr/>
        </p:nvGrpSpPr>
        <p:grpSpPr>
          <a:xfrm>
            <a:off x="8064572" y="2984112"/>
            <a:ext cx="70206" cy="101191"/>
            <a:chOff x="5083925" y="2066350"/>
            <a:chExt cx="28825" cy="41550"/>
          </a:xfrm>
        </p:grpSpPr>
        <p:sp>
          <p:nvSpPr>
            <p:cNvPr id="2672" name="Google Shape;2672;p7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4" name="Google Shape;2674;p78"/>
          <p:cNvGrpSpPr/>
          <p:nvPr/>
        </p:nvGrpSpPr>
        <p:grpSpPr>
          <a:xfrm>
            <a:off x="7096126" y="2999759"/>
            <a:ext cx="181026" cy="69896"/>
            <a:chOff x="4659775" y="2072775"/>
            <a:chExt cx="74325" cy="28700"/>
          </a:xfrm>
        </p:grpSpPr>
        <p:sp>
          <p:nvSpPr>
            <p:cNvPr id="2675" name="Google Shape;2675;p7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8" name="Google Shape;2678;p78"/>
          <p:cNvGrpSpPr/>
          <p:nvPr/>
        </p:nvGrpSpPr>
        <p:grpSpPr>
          <a:xfrm>
            <a:off x="8015982" y="2790324"/>
            <a:ext cx="167387" cy="89197"/>
            <a:chOff x="4662475" y="1976500"/>
            <a:chExt cx="68725" cy="36625"/>
          </a:xfrm>
        </p:grpSpPr>
        <p:sp>
          <p:nvSpPr>
            <p:cNvPr id="2679" name="Google Shape;2679;p7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2" name="Google Shape;2682;p78"/>
          <p:cNvGrpSpPr/>
          <p:nvPr/>
        </p:nvGrpSpPr>
        <p:grpSpPr>
          <a:xfrm>
            <a:off x="7712887" y="2793764"/>
            <a:ext cx="166899" cy="82317"/>
            <a:chOff x="4920150" y="1977875"/>
            <a:chExt cx="68525" cy="33800"/>
          </a:xfrm>
        </p:grpSpPr>
        <p:sp>
          <p:nvSpPr>
            <p:cNvPr id="2683" name="Google Shape;2683;p7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6" name="Google Shape;2686;p78"/>
          <p:cNvGrpSpPr/>
          <p:nvPr/>
        </p:nvGrpSpPr>
        <p:grpSpPr>
          <a:xfrm>
            <a:off x="7124044" y="3197682"/>
            <a:ext cx="125190" cy="127859"/>
            <a:chOff x="4676550" y="2160575"/>
            <a:chExt cx="51400" cy="52500"/>
          </a:xfrm>
        </p:grpSpPr>
        <p:sp>
          <p:nvSpPr>
            <p:cNvPr id="2687" name="Google Shape;2687;p7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0" name="Google Shape;2690;p78"/>
          <p:cNvGrpSpPr/>
          <p:nvPr/>
        </p:nvGrpSpPr>
        <p:grpSpPr>
          <a:xfrm>
            <a:off x="7421302" y="3204714"/>
            <a:ext cx="145405" cy="113794"/>
            <a:chOff x="4768325" y="2163475"/>
            <a:chExt cx="59700" cy="46725"/>
          </a:xfrm>
        </p:grpSpPr>
        <p:sp>
          <p:nvSpPr>
            <p:cNvPr id="2691" name="Google Shape;2691;p7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3" name="Google Shape;2693;p78"/>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8"/>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8"/>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8"/>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8"/>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8"/>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9" name="Google Shape;2699;p78"/>
          <p:cNvGrpSpPr/>
          <p:nvPr/>
        </p:nvGrpSpPr>
        <p:grpSpPr>
          <a:xfrm>
            <a:off x="7437621" y="3459808"/>
            <a:ext cx="112768" cy="106853"/>
            <a:chOff x="4768575" y="2253950"/>
            <a:chExt cx="46300" cy="43875"/>
          </a:xfrm>
        </p:grpSpPr>
        <p:sp>
          <p:nvSpPr>
            <p:cNvPr id="2700" name="Google Shape;2700;p7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2" name="Google Shape;2702;p78"/>
          <p:cNvGrpSpPr/>
          <p:nvPr/>
        </p:nvGrpSpPr>
        <p:grpSpPr>
          <a:xfrm>
            <a:off x="7737243" y="3948834"/>
            <a:ext cx="118187" cy="146246"/>
            <a:chOff x="4960900" y="2433225"/>
            <a:chExt cx="48525" cy="60050"/>
          </a:xfrm>
        </p:grpSpPr>
        <p:sp>
          <p:nvSpPr>
            <p:cNvPr id="2703" name="Google Shape;2703;p7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5" name="Google Shape;2705;p78"/>
          <p:cNvGrpSpPr/>
          <p:nvPr/>
        </p:nvGrpSpPr>
        <p:grpSpPr>
          <a:xfrm>
            <a:off x="7425808" y="4212895"/>
            <a:ext cx="136394" cy="143810"/>
            <a:chOff x="4854075" y="2527625"/>
            <a:chExt cx="56000" cy="59050"/>
          </a:xfrm>
        </p:grpSpPr>
        <p:sp>
          <p:nvSpPr>
            <p:cNvPr id="2706" name="Google Shape;2706;p7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8" name="Google Shape;2708;p78"/>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8"/>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8"/>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1" name="Google Shape;2711;p78"/>
          <p:cNvGrpSpPr/>
          <p:nvPr/>
        </p:nvGrpSpPr>
        <p:grpSpPr>
          <a:xfrm>
            <a:off x="8050020" y="3676639"/>
            <a:ext cx="99312" cy="160797"/>
            <a:chOff x="5059700" y="2334775"/>
            <a:chExt cx="40775" cy="66025"/>
          </a:xfrm>
        </p:grpSpPr>
        <p:sp>
          <p:nvSpPr>
            <p:cNvPr id="2712" name="Google Shape;2712;p7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1" name="Google Shape;2721;p78"/>
          <p:cNvGrpSpPr/>
          <p:nvPr/>
        </p:nvGrpSpPr>
        <p:grpSpPr>
          <a:xfrm>
            <a:off x="8007184" y="3941771"/>
            <a:ext cx="184984" cy="160371"/>
            <a:chOff x="5037700" y="2430325"/>
            <a:chExt cx="75950" cy="65850"/>
          </a:xfrm>
        </p:grpSpPr>
        <p:sp>
          <p:nvSpPr>
            <p:cNvPr id="2722" name="Google Shape;2722;p7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4" name="Google Shape;2724;p78"/>
          <p:cNvGrpSpPr/>
          <p:nvPr/>
        </p:nvGrpSpPr>
        <p:grpSpPr>
          <a:xfrm>
            <a:off x="7426689" y="3708223"/>
            <a:ext cx="173014" cy="97629"/>
            <a:chOff x="4756975" y="2341800"/>
            <a:chExt cx="91975" cy="51925"/>
          </a:xfrm>
        </p:grpSpPr>
        <p:sp>
          <p:nvSpPr>
            <p:cNvPr id="2725" name="Google Shape;2725;p7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5" name="Google Shape;2745;p78"/>
          <p:cNvGrpSpPr/>
          <p:nvPr/>
        </p:nvGrpSpPr>
        <p:grpSpPr>
          <a:xfrm>
            <a:off x="7693626" y="4196920"/>
            <a:ext cx="212497" cy="175761"/>
            <a:chOff x="4943575" y="2516350"/>
            <a:chExt cx="98675" cy="81700"/>
          </a:xfrm>
        </p:grpSpPr>
        <p:sp>
          <p:nvSpPr>
            <p:cNvPr id="2746" name="Google Shape;2746;p7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4" name="Google Shape;2824;p78"/>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8"/>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8"/>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8"/>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32" name="Shape 2832"/>
        <p:cNvGrpSpPr/>
        <p:nvPr/>
      </p:nvGrpSpPr>
      <p:grpSpPr>
        <a:xfrm>
          <a:off x="0" y="0"/>
          <a:ext cx="0" cy="0"/>
          <a:chOff x="0" y="0"/>
          <a:chExt cx="0" cy="0"/>
        </a:xfrm>
      </p:grpSpPr>
      <p:grpSp>
        <p:nvGrpSpPr>
          <p:cNvPr id="2833" name="Google Shape;2833;p79"/>
          <p:cNvGrpSpPr/>
          <p:nvPr/>
        </p:nvGrpSpPr>
        <p:grpSpPr>
          <a:xfrm>
            <a:off x="6681268" y="3584496"/>
            <a:ext cx="560636" cy="516497"/>
            <a:chOff x="6652051" y="3714143"/>
            <a:chExt cx="560636" cy="516497"/>
          </a:xfrm>
        </p:grpSpPr>
        <p:grpSp>
          <p:nvGrpSpPr>
            <p:cNvPr id="2834" name="Google Shape;2834;p79"/>
            <p:cNvGrpSpPr/>
            <p:nvPr/>
          </p:nvGrpSpPr>
          <p:grpSpPr>
            <a:xfrm>
              <a:off x="6669657" y="3716715"/>
              <a:ext cx="466768" cy="464314"/>
              <a:chOff x="3139766" y="765669"/>
              <a:chExt cx="886380" cy="881888"/>
            </a:xfrm>
          </p:grpSpPr>
          <p:grpSp>
            <p:nvGrpSpPr>
              <p:cNvPr id="2835" name="Google Shape;2835;p79"/>
              <p:cNvGrpSpPr/>
              <p:nvPr/>
            </p:nvGrpSpPr>
            <p:grpSpPr>
              <a:xfrm>
                <a:off x="3139766" y="765669"/>
                <a:ext cx="886380" cy="881888"/>
                <a:chOff x="3139766" y="765669"/>
                <a:chExt cx="886380" cy="881888"/>
              </a:xfrm>
            </p:grpSpPr>
            <p:sp>
              <p:nvSpPr>
                <p:cNvPr id="2836" name="Google Shape;2836;p79"/>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9"/>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9"/>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9"/>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9"/>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9"/>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9"/>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9"/>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9"/>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5" name="Google Shape;2845;p79"/>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9"/>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9"/>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9"/>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9" name="Google Shape;2849;p79"/>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0" name="Google Shape;2850;p79"/>
          <p:cNvGrpSpPr/>
          <p:nvPr/>
        </p:nvGrpSpPr>
        <p:grpSpPr>
          <a:xfrm>
            <a:off x="7679978" y="3065079"/>
            <a:ext cx="104231" cy="320340"/>
            <a:chOff x="7564426" y="3224343"/>
            <a:chExt cx="119985" cy="368801"/>
          </a:xfrm>
        </p:grpSpPr>
        <p:sp>
          <p:nvSpPr>
            <p:cNvPr id="2851" name="Google Shape;2851;p7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3" name="Google Shape;2853;p79"/>
          <p:cNvGrpSpPr/>
          <p:nvPr/>
        </p:nvGrpSpPr>
        <p:grpSpPr>
          <a:xfrm>
            <a:off x="7379466" y="3059180"/>
            <a:ext cx="189489" cy="332132"/>
            <a:chOff x="8370831" y="3202002"/>
            <a:chExt cx="218129" cy="382376"/>
          </a:xfrm>
        </p:grpSpPr>
        <p:sp>
          <p:nvSpPr>
            <p:cNvPr id="2854" name="Google Shape;2854;p7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79"/>
          <p:cNvGrpSpPr/>
          <p:nvPr/>
        </p:nvGrpSpPr>
        <p:grpSpPr>
          <a:xfrm>
            <a:off x="8102855" y="3470312"/>
            <a:ext cx="309429" cy="267000"/>
            <a:chOff x="6742064" y="3750480"/>
            <a:chExt cx="399315" cy="344560"/>
          </a:xfrm>
        </p:grpSpPr>
        <p:sp>
          <p:nvSpPr>
            <p:cNvPr id="2857" name="Google Shape;2857;p7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9" name="Google Shape;2859;p79"/>
          <p:cNvGrpSpPr/>
          <p:nvPr/>
        </p:nvGrpSpPr>
        <p:grpSpPr>
          <a:xfrm>
            <a:off x="7641874" y="3821360"/>
            <a:ext cx="180437" cy="281608"/>
            <a:chOff x="7248525" y="3739696"/>
            <a:chExt cx="230531" cy="359790"/>
          </a:xfrm>
        </p:grpSpPr>
        <p:sp>
          <p:nvSpPr>
            <p:cNvPr id="2860" name="Google Shape;2860;p7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2" name="Google Shape;2862;p79"/>
          <p:cNvGrpSpPr/>
          <p:nvPr/>
        </p:nvGrpSpPr>
        <p:grpSpPr>
          <a:xfrm>
            <a:off x="7887794" y="3464584"/>
            <a:ext cx="162896" cy="278710"/>
            <a:chOff x="7601242" y="3729267"/>
            <a:chExt cx="222566" cy="380803"/>
          </a:xfrm>
        </p:grpSpPr>
        <p:sp>
          <p:nvSpPr>
            <p:cNvPr id="2863" name="Google Shape;2863;p7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5" name="Google Shape;2865;p79"/>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6" name="Google Shape;2866;p79"/>
          <p:cNvGrpSpPr/>
          <p:nvPr/>
        </p:nvGrpSpPr>
        <p:grpSpPr>
          <a:xfrm>
            <a:off x="7377439" y="3465724"/>
            <a:ext cx="193543" cy="275990"/>
            <a:chOff x="8304647" y="3738687"/>
            <a:chExt cx="225076" cy="320956"/>
          </a:xfrm>
        </p:grpSpPr>
        <p:sp>
          <p:nvSpPr>
            <p:cNvPr id="2867" name="Google Shape;2867;p79"/>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0" name="Google Shape;2870;p79"/>
          <p:cNvGrpSpPr/>
          <p:nvPr/>
        </p:nvGrpSpPr>
        <p:grpSpPr>
          <a:xfrm>
            <a:off x="7649932" y="3465724"/>
            <a:ext cx="178492" cy="275990"/>
            <a:chOff x="8615101" y="3738687"/>
            <a:chExt cx="207573" cy="320956"/>
          </a:xfrm>
        </p:grpSpPr>
        <p:sp>
          <p:nvSpPr>
            <p:cNvPr id="2871" name="Google Shape;2871;p79"/>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4" name="Google Shape;2874;p79"/>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5" name="Google Shape;2875;p79"/>
          <p:cNvGrpSpPr/>
          <p:nvPr/>
        </p:nvGrpSpPr>
        <p:grpSpPr>
          <a:xfrm>
            <a:off x="7875463" y="3868385"/>
            <a:ext cx="187557" cy="187557"/>
            <a:chOff x="8565775" y="671075"/>
            <a:chExt cx="441000" cy="441000"/>
          </a:xfrm>
        </p:grpSpPr>
        <p:sp>
          <p:nvSpPr>
            <p:cNvPr id="2876" name="Google Shape;2876;p79"/>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9"/>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8" name="Google Shape;2878;p79"/>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9"/>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0" name="Google Shape;2880;p79"/>
          <p:cNvGrpSpPr/>
          <p:nvPr/>
        </p:nvGrpSpPr>
        <p:grpSpPr>
          <a:xfrm>
            <a:off x="6029935" y="2940910"/>
            <a:ext cx="587865" cy="517731"/>
            <a:chOff x="6000718" y="3070557"/>
            <a:chExt cx="587865" cy="517731"/>
          </a:xfrm>
        </p:grpSpPr>
        <p:sp>
          <p:nvSpPr>
            <p:cNvPr id="2881" name="Google Shape;2881;p79"/>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9"/>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9"/>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9"/>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9"/>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9"/>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9"/>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9"/>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9"/>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9"/>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1" name="Google Shape;2891;p79"/>
          <p:cNvGrpSpPr/>
          <p:nvPr/>
        </p:nvGrpSpPr>
        <p:grpSpPr>
          <a:xfrm>
            <a:off x="6044740" y="3584570"/>
            <a:ext cx="557665" cy="516387"/>
            <a:chOff x="6015523" y="3714217"/>
            <a:chExt cx="557665" cy="516387"/>
          </a:xfrm>
        </p:grpSpPr>
        <p:grpSp>
          <p:nvGrpSpPr>
            <p:cNvPr id="2892" name="Google Shape;2892;p79"/>
            <p:cNvGrpSpPr/>
            <p:nvPr/>
          </p:nvGrpSpPr>
          <p:grpSpPr>
            <a:xfrm>
              <a:off x="6036094" y="3716980"/>
              <a:ext cx="529822" cy="510480"/>
              <a:chOff x="3148311" y="-545634"/>
              <a:chExt cx="1006118" cy="969572"/>
            </a:xfrm>
          </p:grpSpPr>
          <p:sp>
            <p:nvSpPr>
              <p:cNvPr id="2893" name="Google Shape;2893;p79"/>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9"/>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9"/>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9"/>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9"/>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9"/>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9"/>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9"/>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9"/>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9"/>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3" name="Google Shape;2903;p79"/>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4" name="Google Shape;2904;p79"/>
          <p:cNvGrpSpPr/>
          <p:nvPr/>
        </p:nvGrpSpPr>
        <p:grpSpPr>
          <a:xfrm>
            <a:off x="6673522" y="2943981"/>
            <a:ext cx="576302" cy="511871"/>
            <a:chOff x="6644304" y="3073628"/>
            <a:chExt cx="576302" cy="511871"/>
          </a:xfrm>
        </p:grpSpPr>
        <p:grpSp>
          <p:nvGrpSpPr>
            <p:cNvPr id="2905" name="Google Shape;2905;p79"/>
            <p:cNvGrpSpPr/>
            <p:nvPr/>
          </p:nvGrpSpPr>
          <p:grpSpPr>
            <a:xfrm>
              <a:off x="6712169" y="3073651"/>
              <a:ext cx="481611" cy="506713"/>
              <a:chOff x="1833536" y="-546641"/>
              <a:chExt cx="914567" cy="962419"/>
            </a:xfrm>
          </p:grpSpPr>
          <p:grpSp>
            <p:nvGrpSpPr>
              <p:cNvPr id="2906" name="Google Shape;2906;p79"/>
              <p:cNvGrpSpPr/>
              <p:nvPr/>
            </p:nvGrpSpPr>
            <p:grpSpPr>
              <a:xfrm>
                <a:off x="1833536" y="-524249"/>
                <a:ext cx="914567" cy="940027"/>
                <a:chOff x="1833536" y="-524249"/>
                <a:chExt cx="914567" cy="940027"/>
              </a:xfrm>
            </p:grpSpPr>
            <p:sp>
              <p:nvSpPr>
                <p:cNvPr id="2907" name="Google Shape;2907;p79"/>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9"/>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9"/>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9"/>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9"/>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2" name="Google Shape;2912;p79"/>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9"/>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9"/>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9"/>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6" name="Google Shape;2916;p7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7" name="Google Shape;2917;p79"/>
          <p:cNvGrpSpPr/>
          <p:nvPr/>
        </p:nvGrpSpPr>
        <p:grpSpPr>
          <a:xfrm>
            <a:off x="752796" y="2869970"/>
            <a:ext cx="2622876" cy="1333540"/>
            <a:chOff x="238125" y="1038125"/>
            <a:chExt cx="7146800" cy="3633625"/>
          </a:xfrm>
        </p:grpSpPr>
        <p:sp>
          <p:nvSpPr>
            <p:cNvPr id="2918" name="Google Shape;2918;p7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0" name="Google Shape;4490;p79"/>
          <p:cNvGrpSpPr/>
          <p:nvPr/>
        </p:nvGrpSpPr>
        <p:grpSpPr>
          <a:xfrm>
            <a:off x="5938558" y="1033351"/>
            <a:ext cx="2435960" cy="1297725"/>
            <a:chOff x="233350" y="949250"/>
            <a:chExt cx="7137300" cy="3802300"/>
          </a:xfrm>
        </p:grpSpPr>
        <p:sp>
          <p:nvSpPr>
            <p:cNvPr id="4491" name="Google Shape;4491;p7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79"/>
          <p:cNvGrpSpPr/>
          <p:nvPr/>
        </p:nvGrpSpPr>
        <p:grpSpPr>
          <a:xfrm>
            <a:off x="731715" y="995041"/>
            <a:ext cx="2665073" cy="1317140"/>
            <a:chOff x="793334" y="1192826"/>
            <a:chExt cx="2665073" cy="1317140"/>
          </a:xfrm>
        </p:grpSpPr>
        <p:sp>
          <p:nvSpPr>
            <p:cNvPr id="4543" name="Google Shape;4543;p79"/>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9"/>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9"/>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9"/>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9"/>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9"/>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9"/>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9"/>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9"/>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9"/>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9"/>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9"/>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9"/>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9"/>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9"/>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9"/>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9"/>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9"/>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9"/>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9"/>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9"/>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9"/>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9"/>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9"/>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9"/>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9"/>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9"/>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9"/>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9"/>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9"/>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9"/>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9"/>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9"/>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9"/>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9"/>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9"/>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9"/>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9"/>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9"/>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9"/>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9"/>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9"/>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9"/>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9"/>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9"/>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9"/>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9"/>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9"/>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9"/>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9"/>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9"/>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9"/>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9"/>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9"/>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9"/>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9"/>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9"/>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9"/>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9"/>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9"/>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9"/>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9"/>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9"/>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9"/>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9"/>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9"/>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9"/>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9"/>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9"/>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9"/>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9"/>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9"/>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9"/>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9"/>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9"/>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9"/>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9"/>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9"/>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9"/>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9"/>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9"/>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9"/>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9"/>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9"/>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9"/>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9"/>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9"/>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9"/>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9"/>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9"/>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9"/>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9"/>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9"/>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9"/>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9"/>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9"/>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9"/>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9"/>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9"/>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9"/>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9"/>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9"/>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9"/>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9"/>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9"/>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9"/>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9"/>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9"/>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9"/>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9"/>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9"/>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9"/>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9"/>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9"/>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9"/>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9"/>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9"/>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9"/>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9"/>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9"/>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9"/>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9"/>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9"/>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9"/>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9"/>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9"/>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9"/>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9"/>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9"/>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9"/>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9"/>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9"/>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9"/>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9"/>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9"/>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9"/>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9"/>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9"/>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9"/>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9"/>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9"/>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9"/>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9"/>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9"/>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9"/>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9"/>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9"/>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9"/>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9"/>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9"/>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9"/>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9"/>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9"/>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9"/>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9"/>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9"/>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9"/>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9"/>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9"/>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9"/>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9"/>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9"/>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9"/>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9"/>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9"/>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9"/>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9"/>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9"/>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9"/>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9"/>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9"/>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9"/>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9"/>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9"/>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9"/>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9"/>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9"/>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9"/>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9"/>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9"/>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9"/>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9"/>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9"/>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9"/>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9"/>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9"/>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9"/>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9"/>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9"/>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9"/>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9"/>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9"/>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9"/>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9"/>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9"/>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9"/>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9"/>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9"/>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9"/>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9"/>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9"/>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9"/>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9"/>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9"/>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9"/>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9"/>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9"/>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9"/>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9"/>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9"/>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9"/>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9"/>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9"/>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9"/>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9"/>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9"/>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9"/>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9"/>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9"/>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9"/>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9"/>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9"/>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9"/>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9"/>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9"/>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9"/>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9"/>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9"/>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9"/>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9"/>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9"/>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9"/>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9"/>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9"/>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9"/>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9"/>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9"/>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9"/>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9"/>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9"/>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9"/>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9"/>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9"/>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9"/>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9"/>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9"/>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9"/>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9"/>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9"/>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9"/>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9"/>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9"/>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9"/>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9"/>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9"/>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9"/>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9"/>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9"/>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9"/>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9"/>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9"/>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9"/>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9"/>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9"/>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9"/>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9"/>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9"/>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9"/>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9"/>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9"/>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9"/>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9"/>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9"/>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9"/>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9"/>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9"/>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9"/>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9"/>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9"/>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9"/>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9"/>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9"/>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9"/>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9"/>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9"/>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9"/>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9"/>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9"/>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9"/>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9"/>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9"/>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9"/>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9"/>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9"/>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9"/>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9"/>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9"/>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9"/>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9"/>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9"/>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9"/>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9"/>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9"/>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9"/>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9"/>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9"/>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9"/>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9"/>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9"/>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9"/>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9"/>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9"/>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9"/>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9"/>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9"/>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9"/>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9"/>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9"/>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9"/>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9"/>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9"/>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9"/>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9"/>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9"/>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9"/>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9"/>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9"/>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9"/>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9"/>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9"/>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9"/>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9"/>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9"/>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9"/>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9"/>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9"/>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9"/>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9"/>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9"/>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9"/>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9"/>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9"/>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9"/>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9"/>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9"/>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9"/>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9"/>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9"/>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9"/>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9"/>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9"/>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9"/>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9"/>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9"/>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9"/>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9"/>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9"/>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9"/>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9"/>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9"/>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9"/>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9"/>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9"/>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9"/>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9"/>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9"/>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9"/>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9"/>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9"/>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9"/>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9"/>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9"/>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9"/>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9"/>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9"/>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9"/>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9"/>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9"/>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9"/>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9"/>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9"/>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9"/>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9"/>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9"/>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9"/>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9"/>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9"/>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9"/>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9"/>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9"/>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9"/>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9"/>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9"/>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9"/>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9"/>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9"/>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9"/>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9"/>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9"/>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9"/>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9"/>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9"/>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9"/>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9"/>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9"/>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9"/>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9"/>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9"/>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9"/>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9"/>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9"/>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9"/>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9"/>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9"/>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9"/>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9"/>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9"/>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9"/>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9"/>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9"/>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9"/>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9"/>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9"/>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9"/>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9"/>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9"/>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9"/>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9"/>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9"/>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9"/>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9"/>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9"/>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9"/>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9"/>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9"/>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9"/>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9"/>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9"/>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9"/>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9"/>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9"/>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9"/>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9"/>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9"/>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9"/>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9"/>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9"/>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9"/>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9"/>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9"/>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9"/>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9"/>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9"/>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9"/>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9"/>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9"/>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9"/>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9"/>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9"/>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9"/>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9"/>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9"/>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9"/>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9"/>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9"/>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9"/>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9"/>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9"/>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9"/>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9"/>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9"/>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9"/>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9"/>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9"/>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9"/>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9"/>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9"/>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9"/>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9"/>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9"/>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9"/>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9"/>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9"/>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9"/>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9"/>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9"/>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9"/>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9"/>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9"/>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9"/>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9"/>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9"/>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9"/>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9"/>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9"/>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9"/>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9"/>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9"/>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9"/>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9"/>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9"/>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9"/>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9"/>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9"/>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9"/>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9"/>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9"/>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9"/>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9"/>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9"/>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9"/>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9"/>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9"/>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9"/>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9"/>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9"/>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9"/>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9"/>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9"/>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9"/>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9"/>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9"/>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9"/>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9"/>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9"/>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9"/>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9"/>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9"/>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9"/>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9"/>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9"/>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9"/>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9"/>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9"/>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9"/>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9"/>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9"/>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9"/>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9"/>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9"/>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9"/>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9"/>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9"/>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9"/>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9"/>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9"/>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9"/>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9"/>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9"/>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9"/>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9"/>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9"/>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9"/>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9"/>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9"/>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9"/>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9"/>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9"/>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9"/>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9"/>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9"/>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9"/>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9"/>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9"/>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9"/>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9"/>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9"/>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9"/>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9"/>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9"/>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9"/>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9"/>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9"/>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9"/>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9"/>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9"/>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9"/>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9"/>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9"/>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9"/>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9"/>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9"/>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9"/>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9"/>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9"/>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9"/>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9"/>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9"/>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9"/>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9"/>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9"/>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9"/>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9"/>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9"/>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9"/>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9"/>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9"/>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9"/>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9"/>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9"/>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9"/>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9"/>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9"/>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9"/>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9"/>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9"/>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9"/>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9"/>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9"/>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9"/>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9"/>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9"/>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9"/>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9"/>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9"/>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9"/>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9"/>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9"/>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9"/>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9"/>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9"/>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9"/>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9"/>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9"/>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9"/>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9"/>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9"/>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9"/>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9"/>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9"/>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9"/>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9"/>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9"/>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9"/>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9"/>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9"/>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9"/>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9"/>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9"/>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9"/>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9"/>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9"/>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9"/>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9"/>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9"/>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9"/>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9"/>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9"/>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9"/>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9"/>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9"/>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9"/>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9"/>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9"/>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9"/>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9"/>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9"/>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9"/>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9"/>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9"/>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9"/>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9"/>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9"/>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9"/>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9"/>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9"/>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9"/>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9"/>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9"/>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9"/>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9"/>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9"/>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9"/>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9"/>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9"/>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9"/>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9"/>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9"/>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9"/>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9"/>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9"/>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9"/>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9"/>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9"/>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9"/>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9"/>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9"/>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9"/>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9"/>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9"/>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9"/>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9"/>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9"/>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9"/>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9"/>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9"/>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9"/>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9"/>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9"/>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9"/>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9"/>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9"/>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9"/>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9"/>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9"/>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9"/>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9"/>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9"/>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9"/>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9"/>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9"/>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9"/>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9"/>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9"/>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9"/>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9"/>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9"/>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9"/>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9"/>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9"/>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9"/>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9"/>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9"/>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9"/>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9"/>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9"/>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9"/>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9"/>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9"/>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9"/>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9"/>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9"/>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9"/>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9"/>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9"/>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9"/>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9"/>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9"/>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9"/>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9"/>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9"/>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9"/>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9"/>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9"/>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9"/>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9"/>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9"/>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9"/>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9"/>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9"/>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9"/>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9"/>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9"/>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9"/>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9"/>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9"/>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9"/>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9"/>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9"/>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9"/>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9"/>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9"/>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9"/>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9"/>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9"/>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9"/>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9"/>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9"/>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9"/>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9"/>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9"/>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9"/>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9"/>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9"/>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9"/>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9"/>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9"/>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9"/>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9"/>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9"/>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9"/>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9"/>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9"/>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9"/>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9"/>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9"/>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9"/>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9"/>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9"/>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9"/>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9"/>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9"/>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9"/>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9"/>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9"/>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9"/>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9"/>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9"/>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9"/>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9"/>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9"/>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9"/>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9"/>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9"/>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9"/>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9"/>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9"/>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9"/>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9"/>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9"/>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9"/>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9"/>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9"/>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9"/>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9"/>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9"/>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9"/>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9"/>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9"/>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9"/>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9"/>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9"/>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9"/>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9"/>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9"/>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9"/>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9"/>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9"/>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9"/>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9"/>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9"/>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9"/>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9"/>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9"/>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9"/>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9"/>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9"/>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9"/>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9"/>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9"/>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9"/>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9"/>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9"/>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9"/>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9"/>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9"/>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9"/>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9"/>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9"/>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9"/>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9"/>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9"/>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9"/>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9"/>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9"/>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9"/>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9"/>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9"/>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9"/>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9"/>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9"/>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9"/>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9"/>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9"/>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9"/>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9"/>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9"/>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9"/>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9"/>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9"/>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9"/>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9"/>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9"/>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9"/>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9"/>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9"/>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9"/>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9"/>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9"/>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9"/>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9"/>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9"/>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9"/>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9"/>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9"/>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9"/>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9"/>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9"/>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9"/>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9"/>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9"/>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9"/>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9"/>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9"/>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9"/>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9"/>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9"/>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9"/>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9"/>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9"/>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9"/>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9"/>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9"/>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9"/>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9"/>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9"/>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9"/>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9"/>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9"/>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9"/>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9"/>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9"/>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9"/>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9"/>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9"/>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9"/>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9"/>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9"/>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9"/>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9"/>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9"/>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9"/>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9"/>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9"/>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9"/>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9"/>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9"/>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9"/>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9"/>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9"/>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9"/>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9"/>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9"/>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9"/>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9"/>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9"/>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9"/>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9"/>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9"/>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9"/>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9"/>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9"/>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9"/>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9"/>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9"/>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9"/>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9"/>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9"/>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9"/>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9"/>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9"/>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9"/>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9"/>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9"/>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9"/>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9"/>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9"/>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9"/>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9"/>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9"/>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9"/>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9"/>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9"/>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9"/>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9"/>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9"/>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9"/>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9"/>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9"/>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9"/>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9"/>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9"/>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9"/>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9"/>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9"/>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9"/>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9"/>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9"/>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9"/>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9"/>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9"/>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9"/>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9"/>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9"/>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9"/>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9"/>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9"/>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9"/>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9"/>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9"/>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9"/>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9"/>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9"/>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9"/>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9"/>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9"/>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9"/>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9"/>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9"/>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9"/>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9"/>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9"/>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9"/>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9"/>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9"/>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9"/>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9"/>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9"/>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9"/>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9"/>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9"/>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9"/>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9"/>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9"/>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9"/>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9"/>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9"/>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9"/>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9"/>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9"/>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9"/>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9"/>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9"/>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9"/>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9"/>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9"/>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9"/>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9"/>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9"/>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9"/>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9"/>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9"/>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9"/>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9"/>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9"/>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9"/>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9"/>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9"/>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9"/>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9"/>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9"/>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9"/>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9"/>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9"/>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9"/>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9"/>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9"/>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9"/>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9"/>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9"/>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9"/>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9"/>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9"/>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9"/>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9"/>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9"/>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9"/>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9"/>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9"/>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9"/>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9"/>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9"/>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9"/>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9"/>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9"/>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9"/>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9"/>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9"/>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9"/>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9"/>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9"/>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9"/>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9"/>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9"/>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9"/>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9"/>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9"/>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9"/>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9"/>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9"/>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9"/>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9"/>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9"/>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9"/>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9"/>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9"/>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9"/>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9"/>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9"/>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9"/>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9"/>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9"/>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9"/>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9"/>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9"/>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9"/>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9"/>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9"/>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9"/>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9"/>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9"/>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9"/>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9"/>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9"/>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9"/>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9"/>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9"/>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9"/>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9"/>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9"/>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9"/>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9"/>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9"/>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9"/>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9"/>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9"/>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9"/>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9"/>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9"/>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9"/>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9"/>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9"/>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9"/>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9"/>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9"/>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9"/>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9"/>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9"/>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9"/>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9"/>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9"/>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9"/>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9"/>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9"/>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9"/>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9"/>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9"/>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9"/>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9"/>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9"/>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9"/>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9"/>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9"/>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9"/>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9"/>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9"/>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9"/>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9"/>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9"/>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9"/>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9"/>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9"/>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9"/>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9"/>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9"/>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9"/>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9"/>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9"/>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9"/>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9"/>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9"/>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9"/>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9"/>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9"/>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9"/>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9"/>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9"/>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9"/>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9"/>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9"/>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9"/>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9"/>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9"/>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9"/>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9"/>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9"/>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9"/>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9"/>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9"/>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9"/>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9"/>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9"/>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9"/>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9"/>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9"/>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9"/>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9"/>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9"/>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9"/>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9"/>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9"/>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9"/>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9"/>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9"/>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9"/>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9"/>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9"/>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9"/>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9"/>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9"/>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9"/>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9"/>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9"/>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9"/>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9"/>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9"/>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9"/>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9"/>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9"/>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9"/>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9"/>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9"/>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9"/>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9"/>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9"/>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9"/>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9"/>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9"/>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9"/>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9"/>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9"/>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9"/>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9"/>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9"/>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9"/>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9"/>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9"/>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9"/>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9"/>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9"/>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9"/>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9"/>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9"/>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9"/>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9"/>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9"/>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9"/>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9"/>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9"/>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9"/>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9"/>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9"/>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9"/>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9"/>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9"/>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9"/>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9"/>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9"/>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9"/>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9"/>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9"/>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9"/>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9"/>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9"/>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9"/>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9"/>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9"/>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9"/>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9"/>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9"/>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9"/>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9"/>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9"/>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9"/>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9"/>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9"/>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9"/>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9"/>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9"/>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9"/>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9"/>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9"/>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9"/>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9"/>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9"/>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9"/>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9"/>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9"/>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9"/>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9"/>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9"/>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9"/>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9"/>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9"/>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9"/>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9"/>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9"/>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9"/>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9"/>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9"/>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9"/>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9"/>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9"/>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9"/>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9"/>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9"/>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9"/>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9"/>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9"/>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9"/>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9"/>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9"/>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9"/>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9"/>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9"/>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9"/>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9"/>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9"/>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9"/>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9"/>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9"/>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9"/>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9"/>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9"/>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9"/>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9"/>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9"/>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9"/>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9"/>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9"/>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9"/>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9"/>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9"/>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9"/>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9"/>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9"/>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9"/>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9"/>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9"/>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9"/>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9"/>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9"/>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9"/>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9"/>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9"/>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9"/>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9"/>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9"/>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9"/>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9"/>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9"/>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9"/>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9"/>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9"/>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9"/>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9"/>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9"/>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9"/>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9"/>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9"/>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9"/>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9"/>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9"/>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9"/>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9"/>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9"/>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9"/>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9"/>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9"/>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9"/>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9"/>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9"/>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9"/>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9"/>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9"/>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9"/>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9"/>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9"/>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9"/>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9"/>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9"/>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9"/>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9"/>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9"/>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9"/>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9"/>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9"/>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9"/>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9"/>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9"/>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9"/>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9"/>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9"/>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9"/>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9"/>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9"/>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9"/>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9"/>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9"/>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9"/>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9"/>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9"/>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9"/>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9"/>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9"/>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9"/>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9"/>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9"/>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9"/>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9"/>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9"/>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9"/>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9"/>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9"/>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9"/>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9"/>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9"/>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9"/>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9"/>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9"/>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9"/>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9"/>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9"/>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9"/>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9"/>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9"/>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9"/>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9"/>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9"/>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9"/>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9"/>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9"/>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9"/>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9"/>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9"/>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9"/>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9"/>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9"/>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9"/>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9"/>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9"/>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9"/>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9"/>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9"/>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9"/>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9"/>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9"/>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9"/>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9"/>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9"/>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9"/>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9"/>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9"/>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9"/>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9"/>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9"/>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9"/>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9"/>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9"/>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9"/>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9"/>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9"/>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9"/>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9"/>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9"/>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9"/>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9"/>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9"/>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9"/>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9"/>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9"/>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9"/>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9"/>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9"/>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9"/>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9"/>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9"/>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9"/>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9"/>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9"/>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9"/>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9"/>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9"/>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9"/>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9"/>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9"/>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9"/>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9"/>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9"/>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9"/>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9"/>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9"/>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9"/>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9"/>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9"/>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9"/>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9"/>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9"/>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9"/>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9"/>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9"/>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9"/>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9"/>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9"/>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9"/>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9"/>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9"/>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9"/>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9"/>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9"/>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9"/>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9"/>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9"/>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9"/>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9"/>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9"/>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9"/>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9"/>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9"/>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9"/>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9"/>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9"/>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9"/>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9"/>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9"/>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9"/>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9"/>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9"/>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9"/>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9"/>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9"/>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9"/>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9"/>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9"/>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9"/>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9"/>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9"/>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9"/>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9"/>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9"/>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9"/>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9"/>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9"/>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9"/>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9"/>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9"/>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9"/>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9"/>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9"/>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9"/>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9"/>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9"/>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9"/>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9"/>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9"/>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9"/>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9"/>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9"/>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9"/>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9"/>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9"/>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9"/>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9"/>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9"/>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9"/>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9"/>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9"/>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9"/>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9"/>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9"/>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9"/>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9"/>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9"/>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9"/>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9"/>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9"/>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9"/>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9"/>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9"/>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9"/>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9"/>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9"/>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9"/>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9"/>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9"/>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9"/>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9"/>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9"/>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9"/>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9"/>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9"/>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9"/>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9"/>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9"/>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9"/>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9"/>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9"/>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9"/>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9"/>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9"/>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9"/>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9"/>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9"/>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9"/>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9"/>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9"/>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9"/>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9"/>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9"/>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9"/>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9"/>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9"/>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9"/>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9"/>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9"/>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9"/>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9"/>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9"/>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9"/>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9"/>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9"/>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9"/>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9"/>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9"/>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9"/>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9"/>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9"/>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9"/>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9"/>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9"/>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9"/>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9"/>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9"/>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9"/>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9"/>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9"/>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9"/>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9"/>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9"/>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9"/>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9"/>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9"/>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9"/>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9"/>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9"/>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9"/>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9"/>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9"/>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9"/>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9"/>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9"/>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9"/>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9"/>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9"/>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9"/>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9"/>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9"/>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9"/>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9"/>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9"/>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9"/>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9"/>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9"/>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9"/>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9"/>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9"/>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9"/>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9"/>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9"/>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9"/>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9"/>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9"/>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9"/>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9"/>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9"/>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9"/>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9"/>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9"/>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9"/>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9"/>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9"/>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9"/>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9"/>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9"/>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9"/>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9"/>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9"/>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9"/>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9"/>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9"/>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9"/>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9"/>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9"/>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9"/>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9"/>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9"/>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9"/>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9"/>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9"/>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9"/>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9"/>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9"/>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9"/>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9"/>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9"/>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9"/>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9"/>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9"/>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9"/>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9"/>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9"/>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9"/>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9"/>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9"/>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9"/>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9"/>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9"/>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9"/>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9"/>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9"/>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9"/>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9"/>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9"/>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9"/>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9"/>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9"/>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9"/>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9"/>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9"/>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9"/>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9"/>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9"/>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9"/>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9"/>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9"/>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9"/>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9"/>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9"/>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9"/>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9"/>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9"/>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9"/>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9"/>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9"/>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9"/>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9"/>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9"/>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9"/>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9"/>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9"/>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9"/>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9"/>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9"/>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9"/>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9"/>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9"/>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9"/>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9"/>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9"/>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9"/>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9"/>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9"/>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9"/>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9"/>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9"/>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9"/>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9"/>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9"/>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9"/>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9"/>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9"/>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9"/>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9"/>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9"/>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9"/>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9"/>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9"/>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9"/>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9"/>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9"/>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9"/>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9"/>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9"/>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9"/>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9"/>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9"/>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9"/>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9"/>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9"/>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9"/>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9"/>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9"/>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9"/>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9"/>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9"/>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9"/>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9"/>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9"/>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9"/>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9"/>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9"/>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9"/>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9"/>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9"/>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9"/>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9"/>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9"/>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9"/>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9"/>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9"/>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9"/>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9"/>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9"/>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9"/>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9"/>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9"/>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9"/>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9"/>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9"/>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9"/>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9"/>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9"/>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9"/>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9"/>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9"/>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9"/>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9"/>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9"/>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9"/>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9"/>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9"/>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9"/>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9"/>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9"/>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9"/>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9"/>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9"/>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9"/>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9"/>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9"/>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9"/>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9"/>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9"/>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9"/>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9"/>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9"/>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9"/>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9"/>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9"/>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9"/>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9"/>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9"/>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9"/>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9"/>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9"/>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9"/>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9"/>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9"/>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9"/>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9"/>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9"/>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9"/>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9"/>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9"/>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9"/>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9"/>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9"/>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9"/>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9"/>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9"/>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9"/>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9"/>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9"/>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9"/>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9"/>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9"/>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9"/>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9"/>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9"/>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9"/>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9"/>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9"/>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9"/>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9"/>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9"/>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9"/>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9"/>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9"/>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9"/>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9"/>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9"/>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9"/>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9"/>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9"/>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9"/>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9"/>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9"/>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9"/>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9"/>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9"/>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9"/>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9"/>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9"/>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9"/>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9"/>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9"/>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9"/>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9"/>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9"/>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9"/>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9"/>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9"/>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9"/>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9"/>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9"/>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9"/>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9"/>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9"/>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9"/>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9"/>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9"/>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9"/>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9"/>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9"/>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9"/>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9"/>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9"/>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9"/>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9"/>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9"/>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9"/>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9"/>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9"/>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9"/>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9"/>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9"/>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9"/>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9"/>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9"/>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9"/>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9"/>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9"/>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9"/>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9"/>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9"/>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9"/>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9"/>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9"/>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9"/>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9"/>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9"/>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9"/>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9"/>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9"/>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9"/>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9"/>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9"/>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9"/>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9"/>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9"/>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9"/>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9"/>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9"/>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9"/>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9"/>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9"/>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9"/>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9"/>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9"/>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9"/>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9"/>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9"/>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9"/>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9"/>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9"/>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9"/>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9"/>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9"/>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9"/>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9"/>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9"/>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9"/>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9"/>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9"/>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9"/>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9"/>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9"/>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9"/>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9"/>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9"/>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9"/>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9"/>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9"/>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9"/>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9"/>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9"/>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9"/>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9"/>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9"/>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9"/>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9"/>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9"/>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9"/>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9"/>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9"/>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9"/>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9"/>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9"/>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9"/>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9"/>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9"/>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9"/>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9"/>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9"/>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9"/>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9"/>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9"/>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9"/>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9"/>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9"/>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9"/>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9"/>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9"/>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9"/>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9"/>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9"/>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9"/>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9"/>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9"/>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9"/>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9"/>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9"/>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9"/>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9"/>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9"/>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9"/>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9"/>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9"/>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9"/>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9"/>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9"/>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9"/>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9"/>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9"/>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9"/>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9"/>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9"/>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9"/>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9"/>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9"/>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9"/>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9"/>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9"/>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9"/>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9"/>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9"/>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9"/>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9"/>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9"/>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9"/>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9"/>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9"/>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9"/>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9"/>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9"/>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9"/>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9"/>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9"/>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9"/>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9"/>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9"/>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9"/>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9"/>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9"/>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9"/>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9"/>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9"/>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9"/>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9"/>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9"/>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9"/>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9"/>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9"/>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9"/>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9"/>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9"/>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9"/>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9"/>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9"/>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9"/>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9"/>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9"/>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9"/>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9"/>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9"/>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9"/>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9"/>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9"/>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9"/>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9"/>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9"/>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9"/>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9"/>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9"/>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9"/>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9"/>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9"/>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9"/>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9"/>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9"/>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9"/>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9"/>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9"/>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9"/>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9"/>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9"/>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9"/>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9"/>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9"/>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9"/>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9"/>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9"/>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9"/>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9"/>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9"/>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9"/>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9"/>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9"/>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9"/>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9"/>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9"/>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9"/>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9"/>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9"/>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9"/>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9"/>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9"/>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9"/>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9"/>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9"/>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9"/>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9"/>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9"/>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9"/>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9"/>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9"/>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9"/>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9"/>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9"/>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9"/>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9"/>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9"/>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9"/>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9"/>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9"/>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9"/>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9"/>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9"/>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9"/>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9"/>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9"/>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9"/>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9"/>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9"/>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9"/>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9"/>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9"/>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9"/>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9"/>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9"/>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9"/>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9"/>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9"/>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9"/>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9"/>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9"/>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9"/>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9"/>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9"/>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9"/>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9"/>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9"/>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9"/>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9"/>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9"/>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9"/>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9"/>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9"/>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9"/>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9"/>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9"/>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9"/>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9"/>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9"/>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9"/>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9"/>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9"/>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9"/>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9"/>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9"/>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9"/>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9"/>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9"/>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9"/>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9"/>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9"/>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9"/>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9"/>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9"/>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9"/>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9"/>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9"/>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9"/>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9"/>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9"/>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9"/>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9"/>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9"/>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9"/>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9"/>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9"/>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9"/>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9"/>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9"/>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9"/>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9"/>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9"/>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9"/>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9"/>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9"/>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9"/>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9"/>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9"/>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9"/>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9"/>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9"/>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9"/>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9"/>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9"/>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9"/>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9"/>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9"/>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9"/>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9"/>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9"/>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9"/>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9"/>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9"/>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9"/>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9"/>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9"/>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9"/>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9"/>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9"/>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9"/>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9"/>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9"/>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9"/>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9"/>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9"/>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9"/>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9"/>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9"/>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9"/>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9"/>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9"/>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9"/>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9"/>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9"/>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9"/>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9"/>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9"/>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9"/>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9"/>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9"/>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9"/>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9"/>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9"/>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9"/>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9"/>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9"/>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9"/>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9"/>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9"/>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9"/>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9"/>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9"/>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9"/>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9"/>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9"/>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9"/>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9"/>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9"/>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9"/>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9"/>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9"/>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9"/>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9"/>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9"/>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9"/>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9"/>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9"/>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9"/>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9"/>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9"/>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9"/>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9"/>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9"/>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9"/>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9"/>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9"/>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9"/>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9"/>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9"/>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9"/>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9"/>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9"/>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9"/>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9"/>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9"/>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9"/>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9"/>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9"/>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9"/>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9"/>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9"/>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9"/>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9"/>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9"/>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9"/>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9"/>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9"/>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9"/>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9"/>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9"/>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9"/>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9"/>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9"/>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9"/>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9"/>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9"/>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9"/>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9"/>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9"/>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9"/>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9"/>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9"/>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9"/>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9"/>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9"/>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9"/>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9"/>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9"/>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9"/>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9"/>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9"/>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9"/>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9"/>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9"/>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9"/>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9"/>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9"/>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9"/>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9"/>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9"/>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9"/>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9"/>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9"/>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9"/>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9"/>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9"/>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9"/>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9"/>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9"/>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9"/>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9"/>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9"/>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9"/>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9"/>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9"/>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9"/>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9"/>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9"/>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9"/>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9"/>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9"/>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9"/>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9"/>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9"/>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9"/>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9"/>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9"/>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9"/>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9"/>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9"/>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9"/>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9"/>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9"/>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9"/>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9"/>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9"/>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9"/>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9"/>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9"/>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9"/>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9"/>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9"/>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9"/>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9"/>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9"/>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9"/>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9"/>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9"/>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9"/>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9"/>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9"/>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9"/>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9"/>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9"/>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9"/>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9"/>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9"/>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9"/>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9"/>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9"/>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9"/>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9"/>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9"/>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9"/>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9"/>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9"/>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9"/>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9"/>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9"/>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9"/>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9"/>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9"/>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9"/>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9"/>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9"/>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9"/>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9"/>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9"/>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9"/>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9"/>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9"/>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9"/>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9"/>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9"/>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9"/>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9"/>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9"/>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9"/>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9"/>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9"/>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9"/>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9"/>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9"/>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9"/>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9"/>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9"/>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9"/>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9"/>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9"/>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9"/>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9"/>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9"/>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9"/>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9"/>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9"/>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9"/>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9"/>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9"/>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9"/>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9"/>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9"/>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9"/>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9"/>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9"/>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9"/>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9"/>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9"/>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9"/>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9"/>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9"/>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9"/>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9"/>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9"/>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9"/>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9"/>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9"/>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9"/>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9"/>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9"/>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9"/>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9"/>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9"/>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9"/>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9"/>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9"/>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9"/>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9"/>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9"/>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9"/>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9"/>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9"/>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9"/>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9"/>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9"/>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9"/>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9"/>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9"/>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9"/>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9"/>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9"/>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9"/>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9"/>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9"/>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9"/>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9"/>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9"/>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9"/>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9"/>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9"/>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9"/>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9"/>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9"/>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9"/>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9"/>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9"/>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9"/>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9"/>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9"/>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9"/>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9"/>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9"/>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9"/>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9"/>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9"/>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9"/>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9"/>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9"/>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9"/>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9"/>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9"/>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9"/>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9"/>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9"/>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9"/>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9"/>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9"/>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9"/>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9"/>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9"/>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9"/>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9"/>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9"/>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9"/>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9"/>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9"/>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9"/>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9"/>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9"/>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9"/>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9"/>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9"/>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9"/>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9"/>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9"/>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9"/>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9"/>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9"/>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9"/>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9"/>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9"/>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9"/>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9"/>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9"/>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9"/>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9"/>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9"/>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9"/>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9"/>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9"/>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9"/>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9"/>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9"/>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9"/>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9"/>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9"/>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9"/>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9"/>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9"/>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9"/>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9"/>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9"/>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9"/>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9"/>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9"/>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9"/>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9"/>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9"/>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9"/>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9"/>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9"/>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9"/>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9"/>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9"/>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9"/>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9"/>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9"/>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9"/>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9"/>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9"/>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9"/>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9"/>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9"/>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9"/>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9"/>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9"/>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9"/>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9"/>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9"/>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9"/>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9"/>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9"/>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9"/>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9"/>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9"/>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9"/>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9"/>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9"/>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9"/>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9"/>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9"/>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9"/>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9"/>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9"/>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9"/>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9"/>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9"/>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9"/>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9"/>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9"/>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9"/>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9"/>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9"/>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9"/>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9"/>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9"/>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9"/>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9"/>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9"/>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9"/>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9"/>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9"/>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9"/>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9"/>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9"/>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9"/>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9"/>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9"/>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9"/>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9"/>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9"/>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9"/>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9"/>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9"/>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9"/>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9"/>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9"/>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9"/>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9"/>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9"/>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9"/>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9"/>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9"/>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9"/>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9"/>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9"/>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9"/>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9"/>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9"/>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9"/>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9"/>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9"/>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9"/>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9"/>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9"/>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9"/>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9"/>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9"/>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9"/>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9"/>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9"/>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9"/>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9"/>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9"/>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9"/>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9"/>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9"/>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9"/>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9"/>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9"/>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9"/>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9"/>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9"/>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9"/>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9"/>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9"/>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9"/>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9"/>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9"/>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9"/>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9"/>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9"/>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9"/>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9"/>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9"/>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9"/>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9"/>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9"/>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9"/>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9"/>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9"/>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9"/>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9"/>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9"/>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9"/>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9"/>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9"/>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9"/>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9"/>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9"/>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9"/>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9"/>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9"/>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9"/>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9"/>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9"/>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9"/>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9"/>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9"/>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9"/>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9"/>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9"/>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9"/>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9"/>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9"/>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9"/>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9"/>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9"/>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9"/>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9"/>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9"/>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9"/>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9"/>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9"/>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9"/>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9"/>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9"/>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9"/>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9"/>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9"/>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9"/>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9"/>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9"/>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9"/>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9"/>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9"/>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9"/>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9"/>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9"/>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9"/>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9"/>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9"/>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9"/>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9"/>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9"/>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9"/>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9"/>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9"/>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9"/>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9"/>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9"/>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9"/>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9"/>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9"/>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9"/>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9"/>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9"/>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9"/>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9"/>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9"/>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9"/>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9"/>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9"/>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9"/>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9"/>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9"/>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9"/>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9"/>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9"/>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9"/>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9"/>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9"/>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9"/>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9"/>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9"/>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9"/>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9"/>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9"/>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9"/>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9"/>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9"/>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9"/>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9"/>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9"/>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9"/>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9"/>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9"/>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9"/>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9"/>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9"/>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9"/>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9"/>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9"/>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9"/>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9"/>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9"/>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9"/>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9"/>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9"/>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9"/>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9"/>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9"/>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9"/>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9"/>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9"/>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9"/>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9"/>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9"/>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9"/>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9"/>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9"/>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9"/>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9"/>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9"/>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9"/>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9"/>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9"/>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9"/>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9"/>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9"/>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9"/>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9"/>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9"/>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9"/>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9"/>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9"/>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9"/>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9"/>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9"/>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9"/>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9"/>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9"/>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9"/>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9"/>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9"/>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9"/>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9"/>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9"/>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9"/>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9"/>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9"/>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9"/>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9"/>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9"/>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9"/>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9"/>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9"/>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9"/>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9"/>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9"/>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9"/>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9"/>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9"/>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9"/>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9"/>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9"/>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9"/>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9"/>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9"/>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9"/>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9"/>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9"/>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9"/>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9"/>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9"/>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9"/>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9"/>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9"/>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9"/>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9"/>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9"/>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9"/>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9"/>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9"/>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9"/>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9"/>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9"/>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9"/>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9"/>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9"/>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9"/>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9"/>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9"/>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9"/>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9"/>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9"/>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9"/>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9"/>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9"/>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9"/>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9"/>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9"/>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9"/>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9"/>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9"/>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9"/>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9"/>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9"/>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9"/>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9"/>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9"/>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9"/>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9"/>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9"/>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9"/>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9"/>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9"/>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9"/>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9"/>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9"/>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9"/>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9"/>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9"/>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9"/>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9"/>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9"/>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9"/>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9"/>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9"/>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9"/>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9"/>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9"/>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9"/>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9"/>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9"/>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9"/>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9"/>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9"/>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9"/>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9"/>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9"/>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9"/>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9"/>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9"/>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9"/>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9"/>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9"/>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9"/>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9"/>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9"/>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9"/>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9"/>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9"/>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9"/>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9"/>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9"/>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9"/>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9"/>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9"/>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9"/>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9"/>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9"/>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9"/>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9"/>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9"/>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9"/>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9"/>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9"/>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9"/>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9"/>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9"/>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9"/>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9"/>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9"/>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9"/>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9"/>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9"/>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9"/>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9"/>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9"/>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9"/>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9"/>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9"/>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9"/>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9"/>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9"/>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9"/>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9"/>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9"/>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9"/>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9"/>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9"/>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9"/>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9"/>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9"/>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9"/>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9"/>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9"/>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9"/>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9"/>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9"/>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9"/>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9"/>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9"/>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9"/>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9"/>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9"/>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9"/>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9"/>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9"/>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9"/>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9"/>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9"/>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9"/>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9"/>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9"/>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9"/>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9"/>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9"/>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9"/>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9"/>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9"/>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9"/>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9"/>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9"/>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9"/>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9"/>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9"/>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9"/>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9"/>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9"/>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9"/>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9"/>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9"/>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9"/>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9"/>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9"/>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9"/>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9"/>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9"/>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9"/>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9"/>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9"/>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9"/>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9"/>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9"/>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9"/>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9"/>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9"/>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9"/>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9"/>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9"/>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9"/>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9"/>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9"/>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9"/>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9"/>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9"/>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9"/>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9"/>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9"/>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9"/>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9"/>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9"/>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9"/>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9"/>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9"/>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9"/>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9"/>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9"/>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9"/>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9"/>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9"/>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9"/>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9"/>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9"/>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9"/>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9"/>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9"/>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9"/>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9"/>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9"/>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9"/>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9"/>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9"/>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9"/>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9"/>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9"/>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9"/>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9"/>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9"/>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9"/>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9"/>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9"/>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9"/>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9"/>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9"/>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9"/>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9"/>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9"/>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9"/>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9"/>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9"/>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9"/>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9"/>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9"/>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9"/>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9"/>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9"/>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9"/>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9"/>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9"/>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9"/>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9"/>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9"/>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9"/>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9"/>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9"/>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9"/>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9"/>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9"/>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9"/>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9"/>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9"/>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9"/>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9"/>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9"/>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9"/>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9"/>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9"/>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9"/>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9"/>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9"/>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9"/>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9"/>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9"/>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9"/>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9"/>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9"/>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9"/>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9"/>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9"/>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9"/>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9"/>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9"/>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9"/>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9"/>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9"/>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9"/>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9"/>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9"/>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9"/>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9"/>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9"/>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9"/>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9"/>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9"/>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9"/>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9"/>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9"/>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9"/>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9"/>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9"/>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9"/>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9"/>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9"/>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9"/>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9"/>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9"/>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9"/>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9"/>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9"/>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9"/>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9"/>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9"/>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9"/>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9"/>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9"/>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9"/>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9"/>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9"/>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9"/>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9"/>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9"/>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9"/>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9"/>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9"/>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9"/>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9"/>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9"/>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9"/>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9"/>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9"/>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9"/>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9"/>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9"/>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9"/>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9"/>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9"/>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9"/>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9"/>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9"/>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9"/>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9"/>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9"/>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9"/>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9"/>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9"/>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9"/>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9"/>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9"/>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9"/>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9"/>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9"/>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9"/>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9"/>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9"/>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9"/>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9"/>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9"/>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9"/>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9"/>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9"/>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9"/>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9"/>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9"/>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9"/>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9"/>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9"/>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9"/>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9"/>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9"/>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9"/>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9"/>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9"/>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9"/>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9"/>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9"/>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9"/>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9"/>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9"/>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9"/>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9"/>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9"/>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9"/>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9"/>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9"/>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9"/>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9"/>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9"/>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9"/>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9"/>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9"/>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9"/>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9"/>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9"/>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9"/>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9"/>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9"/>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9"/>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9"/>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9"/>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9"/>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9"/>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9"/>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9"/>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9"/>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9"/>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9"/>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9"/>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9"/>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9"/>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9"/>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9"/>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9"/>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9"/>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9"/>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9"/>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9"/>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9"/>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9"/>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9"/>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9"/>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9"/>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9"/>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9"/>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9"/>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9"/>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9"/>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9"/>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9"/>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9"/>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9"/>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9"/>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9"/>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9"/>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9"/>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9"/>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9"/>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9"/>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9"/>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9"/>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9"/>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9"/>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9"/>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9"/>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9"/>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9"/>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9"/>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9"/>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9"/>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9"/>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9"/>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9"/>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9"/>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9"/>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9"/>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9"/>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9"/>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9"/>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9"/>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9"/>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9"/>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9"/>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9"/>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9"/>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9"/>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9"/>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9"/>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9"/>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9"/>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9"/>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9"/>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9"/>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9"/>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9"/>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9"/>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9"/>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9"/>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9"/>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9"/>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9"/>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9"/>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9"/>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9"/>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9"/>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9"/>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9"/>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9"/>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9"/>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9"/>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9"/>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9"/>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9"/>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9"/>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9"/>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9"/>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9"/>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9"/>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9"/>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9"/>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9"/>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9"/>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9"/>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9"/>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9"/>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9"/>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9"/>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9"/>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9"/>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9"/>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9"/>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9"/>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9"/>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9"/>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9"/>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9"/>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9"/>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9"/>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9"/>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9"/>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9"/>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9"/>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9"/>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9"/>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9"/>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9"/>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9"/>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9"/>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9"/>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9"/>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9"/>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9"/>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9"/>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9"/>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9"/>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9"/>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9"/>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9"/>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9"/>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9"/>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9"/>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9"/>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9"/>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9"/>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9"/>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9"/>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9"/>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9"/>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9"/>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9"/>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9"/>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9"/>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9"/>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9"/>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9"/>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9"/>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9"/>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9"/>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9"/>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9"/>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9"/>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9"/>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9"/>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9"/>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9"/>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9"/>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9"/>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9"/>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9"/>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9"/>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9"/>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9"/>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9"/>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9"/>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9"/>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9"/>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9"/>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9"/>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9"/>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9"/>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9"/>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9"/>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9"/>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9"/>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9"/>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9"/>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9"/>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9"/>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9"/>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9"/>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9"/>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9"/>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9"/>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9"/>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9"/>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9"/>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9"/>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9"/>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9"/>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9"/>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9"/>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9"/>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9"/>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9"/>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9"/>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9"/>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9"/>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9"/>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9"/>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9"/>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9"/>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9"/>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9"/>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9"/>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9"/>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9"/>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9"/>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9"/>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9"/>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9"/>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9"/>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9"/>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9"/>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9"/>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9"/>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9"/>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9"/>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9"/>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9"/>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9"/>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9"/>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9"/>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9"/>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9"/>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9"/>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9"/>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9"/>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9"/>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9"/>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9"/>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9"/>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9"/>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9"/>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9"/>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9"/>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9"/>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9"/>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9"/>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9"/>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9"/>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9"/>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9"/>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9"/>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9"/>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9"/>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9"/>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9"/>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9"/>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9"/>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9"/>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9"/>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9"/>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9"/>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9"/>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9"/>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9"/>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9"/>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9"/>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9"/>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9"/>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9"/>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9"/>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9"/>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9"/>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9"/>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9"/>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9"/>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9"/>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9"/>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9"/>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9"/>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9"/>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9"/>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9"/>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9"/>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9"/>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9"/>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9"/>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9"/>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9"/>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9"/>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9"/>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9"/>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9"/>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9"/>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9"/>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9"/>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9"/>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9"/>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9"/>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9"/>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9"/>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9"/>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9"/>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9"/>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9"/>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9"/>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9"/>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9"/>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9"/>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9"/>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9"/>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9"/>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9"/>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9"/>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9"/>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9"/>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9"/>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9"/>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9"/>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9"/>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9"/>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9"/>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9"/>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9"/>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9"/>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9"/>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9"/>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9"/>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9"/>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9"/>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9"/>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9"/>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9"/>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9"/>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9"/>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9"/>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9"/>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9"/>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9"/>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9"/>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9"/>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9"/>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9"/>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9"/>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9"/>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9"/>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9"/>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9"/>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9"/>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9"/>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9"/>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9"/>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9"/>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9"/>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9"/>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9"/>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9"/>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9"/>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9"/>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9"/>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9"/>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9"/>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9"/>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9"/>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9"/>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9"/>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9"/>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9"/>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9"/>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9"/>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9"/>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9"/>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9"/>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9"/>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9"/>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9"/>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9"/>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9"/>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9"/>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9"/>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9"/>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9"/>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9"/>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9"/>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9"/>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9"/>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9"/>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9"/>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9"/>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9"/>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9"/>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9"/>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9"/>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9"/>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9"/>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9"/>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9"/>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9"/>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9"/>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9"/>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9"/>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9"/>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9"/>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9"/>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9"/>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9"/>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9"/>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9"/>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9"/>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9"/>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9"/>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9"/>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9"/>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9"/>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9"/>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9"/>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9"/>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9"/>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9"/>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9"/>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9"/>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9"/>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9"/>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9"/>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9"/>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9"/>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9"/>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9"/>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9"/>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9"/>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9"/>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9"/>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9"/>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9"/>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9"/>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9"/>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9"/>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9"/>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9"/>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9"/>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9"/>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9"/>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9"/>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9"/>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9"/>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9"/>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9"/>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9"/>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9"/>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9"/>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9"/>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9"/>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9"/>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9"/>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9"/>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9"/>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9"/>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9"/>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9"/>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9"/>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9"/>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9"/>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9"/>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9"/>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9"/>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9"/>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9"/>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9"/>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9"/>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9"/>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9"/>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9"/>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9"/>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9"/>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9"/>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9"/>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9"/>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9"/>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9"/>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9"/>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9"/>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9"/>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9"/>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9"/>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9"/>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9"/>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9"/>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9"/>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9"/>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9"/>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9"/>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9"/>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9"/>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9"/>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9"/>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9"/>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9"/>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9"/>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9"/>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9"/>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9"/>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9"/>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9"/>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9"/>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9"/>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9"/>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9"/>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9"/>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9"/>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9"/>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9"/>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9"/>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9"/>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9"/>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9"/>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9"/>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9"/>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9"/>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9"/>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9"/>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9"/>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9"/>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9"/>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9"/>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9"/>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9"/>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9"/>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9"/>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9"/>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9"/>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9"/>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9"/>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9"/>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9"/>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9"/>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9"/>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9"/>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9"/>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9"/>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9"/>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9"/>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9"/>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9"/>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9"/>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9"/>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9"/>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9"/>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9"/>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9"/>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9"/>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9"/>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9"/>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9"/>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9"/>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9"/>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9"/>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9"/>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9"/>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9"/>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9"/>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9"/>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9"/>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9"/>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9"/>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9"/>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9"/>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9"/>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9"/>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9"/>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9"/>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9"/>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9"/>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9"/>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9"/>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9"/>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9"/>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9"/>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9"/>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9"/>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9"/>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9"/>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9"/>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9"/>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9"/>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9"/>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9"/>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9"/>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9"/>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9"/>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9"/>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9"/>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9"/>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9"/>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9"/>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9"/>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9"/>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9"/>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9"/>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9"/>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9"/>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9"/>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9"/>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9"/>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9"/>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9"/>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9"/>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9"/>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9"/>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9"/>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9"/>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9"/>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9"/>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9"/>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9"/>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9"/>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9"/>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9"/>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9"/>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9"/>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9"/>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9"/>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9"/>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9"/>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9"/>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9"/>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9"/>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9"/>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9"/>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9"/>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9"/>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9"/>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9"/>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9"/>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9"/>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9"/>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9"/>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9"/>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9"/>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9"/>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9"/>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9"/>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9"/>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9"/>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9"/>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9"/>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9"/>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9"/>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9"/>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9"/>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9"/>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9"/>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9"/>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9"/>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9"/>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9"/>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9"/>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9"/>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9"/>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9"/>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9"/>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9"/>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9"/>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9"/>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9"/>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9"/>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9"/>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9"/>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9"/>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9"/>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9"/>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9"/>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9"/>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9"/>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9"/>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9"/>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9"/>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9"/>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9"/>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9"/>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9"/>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9"/>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9"/>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9"/>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9"/>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9"/>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9"/>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9"/>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79"/>
          <p:cNvGrpSpPr/>
          <p:nvPr/>
        </p:nvGrpSpPr>
        <p:grpSpPr>
          <a:xfrm>
            <a:off x="3450485" y="919691"/>
            <a:ext cx="2310381" cy="1488888"/>
            <a:chOff x="229225" y="549050"/>
            <a:chExt cx="7161750" cy="4615275"/>
          </a:xfrm>
        </p:grpSpPr>
        <p:sp>
          <p:nvSpPr>
            <p:cNvPr id="8511" name="Google Shape;8511;p7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9"/>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79"/>
          <p:cNvGrpSpPr/>
          <p:nvPr/>
        </p:nvGrpSpPr>
        <p:grpSpPr>
          <a:xfrm>
            <a:off x="3548403" y="2849588"/>
            <a:ext cx="2310282" cy="1374222"/>
            <a:chOff x="238125" y="732525"/>
            <a:chExt cx="7130500" cy="4241425"/>
          </a:xfrm>
        </p:grpSpPr>
        <p:sp>
          <p:nvSpPr>
            <p:cNvPr id="8629" name="Google Shape;8629;p7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6" name="Shape 8746"/>
        <p:cNvGrpSpPr/>
        <p:nvPr/>
      </p:nvGrpSpPr>
      <p:grpSpPr>
        <a:xfrm>
          <a:off x="0" y="0"/>
          <a:ext cx="0" cy="0"/>
          <a:chOff x="0" y="0"/>
          <a:chExt cx="0" cy="0"/>
        </a:xfrm>
      </p:grpSpPr>
      <p:grpSp>
        <p:nvGrpSpPr>
          <p:cNvPr id="8747" name="Google Shape;8747;p80"/>
          <p:cNvGrpSpPr/>
          <p:nvPr/>
        </p:nvGrpSpPr>
        <p:grpSpPr>
          <a:xfrm>
            <a:off x="2100560" y="3398663"/>
            <a:ext cx="1102891" cy="760337"/>
            <a:chOff x="4967783" y="2151471"/>
            <a:chExt cx="3920692" cy="2702940"/>
          </a:xfrm>
        </p:grpSpPr>
        <p:grpSp>
          <p:nvGrpSpPr>
            <p:cNvPr id="8748" name="Google Shape;8748;p80"/>
            <p:cNvGrpSpPr/>
            <p:nvPr/>
          </p:nvGrpSpPr>
          <p:grpSpPr>
            <a:xfrm>
              <a:off x="5045709" y="2252109"/>
              <a:ext cx="3761071" cy="2501708"/>
              <a:chOff x="2691784" y="1805334"/>
              <a:chExt cx="3761071" cy="2501708"/>
            </a:xfrm>
          </p:grpSpPr>
          <p:sp>
            <p:nvSpPr>
              <p:cNvPr id="8749" name="Google Shape;8749;p80"/>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0"/>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0"/>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0"/>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0"/>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0"/>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0"/>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80"/>
            <p:cNvGrpSpPr/>
            <p:nvPr/>
          </p:nvGrpSpPr>
          <p:grpSpPr>
            <a:xfrm>
              <a:off x="4967783" y="2151471"/>
              <a:ext cx="3920692" cy="2702940"/>
              <a:chOff x="2613858" y="1704696"/>
              <a:chExt cx="3920692" cy="2702940"/>
            </a:xfrm>
          </p:grpSpPr>
          <p:sp>
            <p:nvSpPr>
              <p:cNvPr id="8757" name="Google Shape;8757;p80"/>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0"/>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0"/>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0"/>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0"/>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2" name="Google Shape;8762;p80"/>
          <p:cNvGrpSpPr/>
          <p:nvPr/>
        </p:nvGrpSpPr>
        <p:grpSpPr>
          <a:xfrm>
            <a:off x="3504468" y="1286940"/>
            <a:ext cx="1561911" cy="708580"/>
            <a:chOff x="3530532" y="1496185"/>
            <a:chExt cx="1561911" cy="708580"/>
          </a:xfrm>
        </p:grpSpPr>
        <p:grpSp>
          <p:nvGrpSpPr>
            <p:cNvPr id="8763" name="Google Shape;8763;p80"/>
            <p:cNvGrpSpPr/>
            <p:nvPr/>
          </p:nvGrpSpPr>
          <p:grpSpPr>
            <a:xfrm>
              <a:off x="3720318" y="1857562"/>
              <a:ext cx="1372125" cy="54"/>
              <a:chOff x="3720318" y="1857562"/>
              <a:chExt cx="1372125" cy="54"/>
            </a:xfrm>
          </p:grpSpPr>
          <p:cxnSp>
            <p:nvCxnSpPr>
              <p:cNvPr id="8764" name="Google Shape;8764;p80"/>
              <p:cNvCxnSpPr>
                <a:endCxn id="8765"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766" name="Google Shape;8766;p80"/>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767" name="Google Shape;8767;p80"/>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768" name="Google Shape;8768;p80"/>
              <p:cNvCxnSpPr>
                <a:stCxn id="8765"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769" name="Google Shape;8769;p80"/>
            <p:cNvGrpSpPr/>
            <p:nvPr/>
          </p:nvGrpSpPr>
          <p:grpSpPr>
            <a:xfrm>
              <a:off x="3567462" y="1496185"/>
              <a:ext cx="286500" cy="272914"/>
              <a:chOff x="3567462" y="1496185"/>
              <a:chExt cx="286500" cy="272914"/>
            </a:xfrm>
          </p:grpSpPr>
          <p:cxnSp>
            <p:nvCxnSpPr>
              <p:cNvPr id="8770" name="Google Shape;8770;p80"/>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771" name="Google Shape;8771;p80"/>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2" name="Google Shape;8772;p80"/>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0"/>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4" name="Google Shape;8774;p80"/>
            <p:cNvGrpSpPr/>
            <p:nvPr/>
          </p:nvGrpSpPr>
          <p:grpSpPr>
            <a:xfrm>
              <a:off x="3929014" y="1960574"/>
              <a:ext cx="286500" cy="242342"/>
              <a:chOff x="3929014" y="1960574"/>
              <a:chExt cx="286500" cy="242342"/>
            </a:xfrm>
          </p:grpSpPr>
          <p:cxnSp>
            <p:nvCxnSpPr>
              <p:cNvPr id="8775" name="Google Shape;8775;p80"/>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776" name="Google Shape;8776;p80"/>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80"/>
            <p:cNvGrpSpPr/>
            <p:nvPr/>
          </p:nvGrpSpPr>
          <p:grpSpPr>
            <a:xfrm>
              <a:off x="4290828" y="1496185"/>
              <a:ext cx="286500" cy="272914"/>
              <a:chOff x="4290828" y="1496185"/>
              <a:chExt cx="286500" cy="272914"/>
            </a:xfrm>
          </p:grpSpPr>
          <p:cxnSp>
            <p:nvCxnSpPr>
              <p:cNvPr id="8778" name="Google Shape;8778;p80"/>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779" name="Google Shape;8779;p80"/>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0" name="Google Shape;8780;p80"/>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0"/>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1" name="Google Shape;8781;p80"/>
            <p:cNvGrpSpPr/>
            <p:nvPr/>
          </p:nvGrpSpPr>
          <p:grpSpPr>
            <a:xfrm>
              <a:off x="4657726" y="1959674"/>
              <a:ext cx="286500" cy="245092"/>
              <a:chOff x="4657726" y="1959674"/>
              <a:chExt cx="286500" cy="245092"/>
            </a:xfrm>
          </p:grpSpPr>
          <p:cxnSp>
            <p:nvCxnSpPr>
              <p:cNvPr id="8782" name="Google Shape;8782;p80"/>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783" name="Google Shape;8783;p80"/>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84" name="Google Shape;8784;p80"/>
          <p:cNvGrpSpPr/>
          <p:nvPr/>
        </p:nvGrpSpPr>
        <p:grpSpPr>
          <a:xfrm>
            <a:off x="3486488" y="2149036"/>
            <a:ext cx="1597032" cy="378649"/>
            <a:chOff x="3512551" y="2358282"/>
            <a:chExt cx="1597032" cy="378649"/>
          </a:xfrm>
        </p:grpSpPr>
        <p:grpSp>
          <p:nvGrpSpPr>
            <p:cNvPr id="8785" name="Google Shape;8785;p80"/>
            <p:cNvGrpSpPr/>
            <p:nvPr/>
          </p:nvGrpSpPr>
          <p:grpSpPr>
            <a:xfrm>
              <a:off x="3738198" y="2553002"/>
              <a:ext cx="1145834" cy="117"/>
              <a:chOff x="3738198" y="2553002"/>
              <a:chExt cx="1145834" cy="117"/>
            </a:xfrm>
          </p:grpSpPr>
          <p:cxnSp>
            <p:nvCxnSpPr>
              <p:cNvPr id="8786" name="Google Shape;8786;p80"/>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787" name="Google Shape;8787;p80"/>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788" name="Google Shape;8788;p80"/>
              <p:cNvCxnSpPr>
                <a:stCxn id="8789" idx="6"/>
                <a:endCxn id="8790"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791" name="Google Shape;8791;p80"/>
            <p:cNvGrpSpPr/>
            <p:nvPr/>
          </p:nvGrpSpPr>
          <p:grpSpPr>
            <a:xfrm>
              <a:off x="3969644" y="2440153"/>
              <a:ext cx="225900" cy="296779"/>
              <a:chOff x="3969644" y="2440153"/>
              <a:chExt cx="225900" cy="296779"/>
            </a:xfrm>
          </p:grpSpPr>
          <p:cxnSp>
            <p:nvCxnSpPr>
              <p:cNvPr id="8792" name="Google Shape;8792;p80"/>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790" name="Google Shape;8790;p80"/>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0"/>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80"/>
            <p:cNvGrpSpPr/>
            <p:nvPr/>
          </p:nvGrpSpPr>
          <p:grpSpPr>
            <a:xfrm>
              <a:off x="4426818" y="2358282"/>
              <a:ext cx="225600" cy="307471"/>
              <a:chOff x="4426818" y="2358282"/>
              <a:chExt cx="225600" cy="307471"/>
            </a:xfrm>
          </p:grpSpPr>
          <p:cxnSp>
            <p:nvCxnSpPr>
              <p:cNvPr id="8795" name="Google Shape;8795;p80"/>
              <p:cNvCxnSpPr>
                <a:stCxn id="8796"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797" name="Google Shape;8797;p80"/>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0"/>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80"/>
            <p:cNvGrpSpPr/>
            <p:nvPr/>
          </p:nvGrpSpPr>
          <p:grpSpPr>
            <a:xfrm>
              <a:off x="4883984" y="2440153"/>
              <a:ext cx="225600" cy="296479"/>
              <a:chOff x="4883984" y="2440153"/>
              <a:chExt cx="225600" cy="296479"/>
            </a:xfrm>
          </p:grpSpPr>
          <p:cxnSp>
            <p:nvCxnSpPr>
              <p:cNvPr id="8799" name="Google Shape;8799;p80"/>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800" name="Google Shape;8800;p80"/>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0"/>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80"/>
            <p:cNvGrpSpPr/>
            <p:nvPr/>
          </p:nvGrpSpPr>
          <p:grpSpPr>
            <a:xfrm>
              <a:off x="3512551" y="2358356"/>
              <a:ext cx="225647" cy="307629"/>
              <a:chOff x="2182679" y="2005014"/>
              <a:chExt cx="792300" cy="1080158"/>
            </a:xfrm>
          </p:grpSpPr>
          <p:cxnSp>
            <p:nvCxnSpPr>
              <p:cNvPr id="8803" name="Google Shape;8803;p80"/>
              <p:cNvCxnSpPr>
                <a:stCxn id="8804"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789" name="Google Shape;8789;p80"/>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0"/>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05" name="Google Shape;8805;p80"/>
          <p:cNvGrpSpPr/>
          <p:nvPr/>
        </p:nvGrpSpPr>
        <p:grpSpPr>
          <a:xfrm>
            <a:off x="6846570" y="972834"/>
            <a:ext cx="1559809" cy="722610"/>
            <a:chOff x="634175" y="2986275"/>
            <a:chExt cx="3147949" cy="1458344"/>
          </a:xfrm>
        </p:grpSpPr>
        <p:cxnSp>
          <p:nvCxnSpPr>
            <p:cNvPr id="8806" name="Google Shape;8806;p80"/>
            <p:cNvCxnSpPr>
              <a:stCxn id="8807" idx="4"/>
              <a:endCxn id="8808"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809" name="Google Shape;8809;p80"/>
            <p:cNvCxnSpPr>
              <a:stCxn id="8808" idx="0"/>
              <a:endCxn id="8810"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11" name="Google Shape;8811;p80"/>
            <p:cNvCxnSpPr>
              <a:stCxn id="8810" idx="4"/>
              <a:endCxn id="8812"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13" name="Google Shape;8813;p80"/>
            <p:cNvCxnSpPr>
              <a:stCxn id="8812" idx="0"/>
              <a:endCxn id="8814"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814" name="Google Shape;8814;p80"/>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10" name="Google Shape;8810;p80"/>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07" name="Google Shape;8807;p80"/>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12" name="Google Shape;8812;p80"/>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08" name="Google Shape;8808;p80"/>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815" name="Google Shape;8815;p80"/>
          <p:cNvGrpSpPr/>
          <p:nvPr/>
        </p:nvGrpSpPr>
        <p:grpSpPr>
          <a:xfrm>
            <a:off x="3500360" y="2682741"/>
            <a:ext cx="1570719" cy="294123"/>
            <a:chOff x="998425" y="1182125"/>
            <a:chExt cx="1065400" cy="199500"/>
          </a:xfrm>
        </p:grpSpPr>
        <p:sp>
          <p:nvSpPr>
            <p:cNvPr id="8816" name="Google Shape;8816;p8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80"/>
          <p:cNvGrpSpPr/>
          <p:nvPr/>
        </p:nvGrpSpPr>
        <p:grpSpPr>
          <a:xfrm>
            <a:off x="6843616" y="1800228"/>
            <a:ext cx="1565716" cy="366729"/>
            <a:chOff x="1247650" y="2075423"/>
            <a:chExt cx="6648477" cy="1557238"/>
          </a:xfrm>
        </p:grpSpPr>
        <p:sp>
          <p:nvSpPr>
            <p:cNvPr id="8822" name="Google Shape;8822;p8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80"/>
          <p:cNvGrpSpPr/>
          <p:nvPr/>
        </p:nvGrpSpPr>
        <p:grpSpPr>
          <a:xfrm>
            <a:off x="6827928" y="2949043"/>
            <a:ext cx="1597061" cy="663440"/>
            <a:chOff x="6796238" y="3158297"/>
            <a:chExt cx="1630319" cy="677257"/>
          </a:xfrm>
        </p:grpSpPr>
        <p:cxnSp>
          <p:nvCxnSpPr>
            <p:cNvPr id="8829" name="Google Shape;8829;p80"/>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830" name="Google Shape;8830;p80"/>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831" name="Google Shape;8831;p80"/>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832" name="Google Shape;8832;p80"/>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833" name="Google Shape;8833;p80"/>
            <p:cNvGrpSpPr/>
            <p:nvPr/>
          </p:nvGrpSpPr>
          <p:grpSpPr>
            <a:xfrm>
              <a:off x="6796238" y="3311904"/>
              <a:ext cx="1630319" cy="377697"/>
              <a:chOff x="6796238" y="3311904"/>
              <a:chExt cx="1630319" cy="377697"/>
            </a:xfrm>
          </p:grpSpPr>
          <p:sp>
            <p:nvSpPr>
              <p:cNvPr id="8834" name="Google Shape;8834;p80"/>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0"/>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0"/>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37" name="Google Shape;8837;p80"/>
          <p:cNvGrpSpPr/>
          <p:nvPr/>
        </p:nvGrpSpPr>
        <p:grpSpPr>
          <a:xfrm>
            <a:off x="5349066" y="970435"/>
            <a:ext cx="1368606" cy="1593805"/>
            <a:chOff x="1839112" y="2209163"/>
            <a:chExt cx="1918159" cy="2233784"/>
          </a:xfrm>
        </p:grpSpPr>
        <p:sp>
          <p:nvSpPr>
            <p:cNvPr id="8838" name="Google Shape;8838;p80"/>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0"/>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0"/>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41" name="Google Shape;8841;p80"/>
            <p:cNvCxnSpPr>
              <a:stCxn id="8838" idx="6"/>
              <a:endCxn id="8839"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842" name="Google Shape;8842;p80"/>
            <p:cNvCxnSpPr>
              <a:stCxn id="8839" idx="4"/>
              <a:endCxn id="8843"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844" name="Google Shape;8844;p80"/>
            <p:cNvCxnSpPr>
              <a:stCxn id="8843" idx="6"/>
              <a:endCxn id="8840"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845" name="Google Shape;8845;p80"/>
            <p:cNvCxnSpPr>
              <a:stCxn id="8840" idx="4"/>
              <a:endCxn id="8846"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843" name="Google Shape;8843;p80"/>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0"/>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0"/>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48" name="Google Shape;8848;p80"/>
            <p:cNvCxnSpPr>
              <a:endCxn id="8847"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849" name="Google Shape;8849;p80"/>
          <p:cNvGrpSpPr/>
          <p:nvPr/>
        </p:nvGrpSpPr>
        <p:grpSpPr>
          <a:xfrm>
            <a:off x="3481439" y="976671"/>
            <a:ext cx="1637968" cy="154942"/>
            <a:chOff x="238125" y="2506075"/>
            <a:chExt cx="7115411" cy="673075"/>
          </a:xfrm>
        </p:grpSpPr>
        <p:sp>
          <p:nvSpPr>
            <p:cNvPr id="8850" name="Google Shape;8850;p8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80"/>
          <p:cNvGrpSpPr/>
          <p:nvPr/>
        </p:nvGrpSpPr>
        <p:grpSpPr>
          <a:xfrm>
            <a:off x="720124" y="1298269"/>
            <a:ext cx="2476762" cy="91743"/>
            <a:chOff x="1464850" y="436376"/>
            <a:chExt cx="6001362" cy="222300"/>
          </a:xfrm>
        </p:grpSpPr>
        <p:sp>
          <p:nvSpPr>
            <p:cNvPr id="8856" name="Google Shape;8856;p80"/>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0"/>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0"/>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0"/>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0"/>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61" name="Google Shape;8861;p80"/>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862" name="Google Shape;8862;p80"/>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863" name="Google Shape;8863;p80"/>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864" name="Google Shape;8864;p80"/>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865" name="Google Shape;8865;p80"/>
          <p:cNvGrpSpPr/>
          <p:nvPr/>
        </p:nvGrpSpPr>
        <p:grpSpPr>
          <a:xfrm>
            <a:off x="706391" y="2533734"/>
            <a:ext cx="1452710" cy="651923"/>
            <a:chOff x="803162" y="2667727"/>
            <a:chExt cx="1411906" cy="633611"/>
          </a:xfrm>
        </p:grpSpPr>
        <p:cxnSp>
          <p:nvCxnSpPr>
            <p:cNvPr id="8866" name="Google Shape;8866;p80"/>
            <p:cNvCxnSpPr>
              <a:stCxn id="8867" idx="2"/>
              <a:endCxn id="8868"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869" name="Google Shape;8869;p80"/>
            <p:cNvCxnSpPr>
              <a:stCxn id="8870" idx="0"/>
              <a:endCxn id="8867"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871" name="Google Shape;8871;p80"/>
            <p:cNvCxnSpPr>
              <a:stCxn id="8870" idx="2"/>
              <a:endCxn id="8872"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873" name="Google Shape;8873;p80"/>
            <p:cNvCxnSpPr>
              <a:stCxn id="8874" idx="0"/>
              <a:endCxn id="8870"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875" name="Google Shape;8875;p80"/>
            <p:cNvCxnSpPr>
              <a:stCxn id="8868" idx="2"/>
              <a:endCxn id="8876"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877" name="Google Shape;8877;p80"/>
            <p:cNvCxnSpPr>
              <a:stCxn id="8878" idx="0"/>
              <a:endCxn id="8868"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874" name="Google Shape;8874;p80"/>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872" name="Google Shape;8872;p80"/>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878" name="Google Shape;8878;p80"/>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876" name="Google Shape;8876;p80"/>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868" name="Google Shape;8868;p80"/>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870" name="Google Shape;8870;p80"/>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867" name="Google Shape;8867;p80"/>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879" name="Google Shape;8879;p80"/>
          <p:cNvGrpSpPr/>
          <p:nvPr/>
        </p:nvGrpSpPr>
        <p:grpSpPr>
          <a:xfrm>
            <a:off x="706393" y="969273"/>
            <a:ext cx="2518541" cy="209309"/>
            <a:chOff x="803163" y="1111966"/>
            <a:chExt cx="2447800" cy="203430"/>
          </a:xfrm>
        </p:grpSpPr>
        <p:grpSp>
          <p:nvGrpSpPr>
            <p:cNvPr id="8880" name="Google Shape;8880;p80"/>
            <p:cNvGrpSpPr/>
            <p:nvPr/>
          </p:nvGrpSpPr>
          <p:grpSpPr>
            <a:xfrm>
              <a:off x="1958180" y="1111966"/>
              <a:ext cx="588019" cy="121396"/>
              <a:chOff x="4808316" y="2800065"/>
              <a:chExt cx="1999386" cy="412910"/>
            </a:xfrm>
          </p:grpSpPr>
          <p:sp>
            <p:nvSpPr>
              <p:cNvPr id="8881" name="Google Shape;8881;p80"/>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2" name="Google Shape;8882;p80"/>
              <p:cNvGrpSpPr/>
              <p:nvPr/>
            </p:nvGrpSpPr>
            <p:grpSpPr>
              <a:xfrm>
                <a:off x="4808316" y="2800065"/>
                <a:ext cx="92400" cy="411825"/>
                <a:chOff x="845575" y="2563700"/>
                <a:chExt cx="92400" cy="411825"/>
              </a:xfrm>
            </p:grpSpPr>
            <p:cxnSp>
              <p:nvCxnSpPr>
                <p:cNvPr id="8883" name="Google Shape;8883;p8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884" name="Google Shape;8884;p8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885" name="Google Shape;8885;p80"/>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886" name="Google Shape;8886;p80"/>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7" name="Google Shape;8887;p80"/>
            <p:cNvGrpSpPr/>
            <p:nvPr/>
          </p:nvGrpSpPr>
          <p:grpSpPr>
            <a:xfrm>
              <a:off x="803163" y="1111974"/>
              <a:ext cx="591158" cy="121545"/>
              <a:chOff x="803163" y="1111974"/>
              <a:chExt cx="591158" cy="121545"/>
            </a:xfrm>
          </p:grpSpPr>
          <p:grpSp>
            <p:nvGrpSpPr>
              <p:cNvPr id="8888" name="Google Shape;8888;p80"/>
              <p:cNvGrpSpPr/>
              <p:nvPr/>
            </p:nvGrpSpPr>
            <p:grpSpPr>
              <a:xfrm>
                <a:off x="803163" y="1111974"/>
                <a:ext cx="27175" cy="121077"/>
                <a:chOff x="845575" y="2563700"/>
                <a:chExt cx="92400" cy="411825"/>
              </a:xfrm>
            </p:grpSpPr>
            <p:cxnSp>
              <p:nvCxnSpPr>
                <p:cNvPr id="8889" name="Google Shape;8889;p8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890" name="Google Shape;8890;p8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1" name="Google Shape;8891;p80"/>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80"/>
            <p:cNvGrpSpPr/>
            <p:nvPr/>
          </p:nvGrpSpPr>
          <p:grpSpPr>
            <a:xfrm>
              <a:off x="1381910" y="1194219"/>
              <a:ext cx="588341" cy="121177"/>
              <a:chOff x="1381910" y="1194219"/>
              <a:chExt cx="588341" cy="121177"/>
            </a:xfrm>
          </p:grpSpPr>
          <p:grpSp>
            <p:nvGrpSpPr>
              <p:cNvPr id="8893" name="Google Shape;8893;p80"/>
              <p:cNvGrpSpPr/>
              <p:nvPr/>
            </p:nvGrpSpPr>
            <p:grpSpPr>
              <a:xfrm rot="10800000">
                <a:off x="1381910" y="1194319"/>
                <a:ext cx="27175" cy="121077"/>
                <a:chOff x="2070100" y="2563700"/>
                <a:chExt cx="92400" cy="411825"/>
              </a:xfrm>
            </p:grpSpPr>
            <p:cxnSp>
              <p:nvCxnSpPr>
                <p:cNvPr id="8894" name="Google Shape;8894;p8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895" name="Google Shape;8895;p8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6" name="Google Shape;8896;p80"/>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80"/>
            <p:cNvGrpSpPr/>
            <p:nvPr/>
          </p:nvGrpSpPr>
          <p:grpSpPr>
            <a:xfrm>
              <a:off x="2532079" y="1194219"/>
              <a:ext cx="704927" cy="121177"/>
              <a:chOff x="2532079" y="1194219"/>
              <a:chExt cx="704927" cy="121177"/>
            </a:xfrm>
          </p:grpSpPr>
          <p:grpSp>
            <p:nvGrpSpPr>
              <p:cNvPr id="8898" name="Google Shape;8898;p80"/>
              <p:cNvGrpSpPr/>
              <p:nvPr/>
            </p:nvGrpSpPr>
            <p:grpSpPr>
              <a:xfrm rot="10800000">
                <a:off x="2532079" y="1194319"/>
                <a:ext cx="27175" cy="121077"/>
                <a:chOff x="2070100" y="2563700"/>
                <a:chExt cx="92400" cy="411825"/>
              </a:xfrm>
            </p:grpSpPr>
            <p:cxnSp>
              <p:nvCxnSpPr>
                <p:cNvPr id="8899" name="Google Shape;8899;p8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00" name="Google Shape;8900;p8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1" name="Google Shape;8901;p80"/>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02" name="Google Shape;8902;p80"/>
          <p:cNvGrpSpPr/>
          <p:nvPr/>
        </p:nvGrpSpPr>
        <p:grpSpPr>
          <a:xfrm>
            <a:off x="3499403" y="3665904"/>
            <a:ext cx="1567778" cy="491677"/>
            <a:chOff x="5194708" y="3484366"/>
            <a:chExt cx="3148148" cy="987304"/>
          </a:xfrm>
        </p:grpSpPr>
        <p:grpSp>
          <p:nvGrpSpPr>
            <p:cNvPr id="8903" name="Google Shape;8903;p80"/>
            <p:cNvGrpSpPr/>
            <p:nvPr/>
          </p:nvGrpSpPr>
          <p:grpSpPr>
            <a:xfrm>
              <a:off x="7531521" y="3484366"/>
              <a:ext cx="811335" cy="987304"/>
              <a:chOff x="3379425" y="1617275"/>
              <a:chExt cx="1090650" cy="1327200"/>
            </a:xfrm>
          </p:grpSpPr>
          <p:sp>
            <p:nvSpPr>
              <p:cNvPr id="8904" name="Google Shape;8904;p8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7" name="Google Shape;8907;p80"/>
            <p:cNvGrpSpPr/>
            <p:nvPr/>
          </p:nvGrpSpPr>
          <p:grpSpPr>
            <a:xfrm>
              <a:off x="6752546" y="3484366"/>
              <a:ext cx="811428" cy="987304"/>
              <a:chOff x="2332275" y="1617275"/>
              <a:chExt cx="1090775" cy="1327200"/>
            </a:xfrm>
          </p:grpSpPr>
          <p:sp>
            <p:nvSpPr>
              <p:cNvPr id="8908" name="Google Shape;8908;p8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1" name="Google Shape;8911;p80"/>
            <p:cNvGrpSpPr/>
            <p:nvPr/>
          </p:nvGrpSpPr>
          <p:grpSpPr>
            <a:xfrm>
              <a:off x="5973664" y="3484366"/>
              <a:ext cx="811335" cy="987304"/>
              <a:chOff x="1285250" y="1617275"/>
              <a:chExt cx="1090650" cy="1327200"/>
            </a:xfrm>
          </p:grpSpPr>
          <p:sp>
            <p:nvSpPr>
              <p:cNvPr id="8912" name="Google Shape;8912;p8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80"/>
            <p:cNvGrpSpPr/>
            <p:nvPr/>
          </p:nvGrpSpPr>
          <p:grpSpPr>
            <a:xfrm>
              <a:off x="5194708" y="3484366"/>
              <a:ext cx="811409" cy="987304"/>
              <a:chOff x="238125" y="1617275"/>
              <a:chExt cx="1090750" cy="1327200"/>
            </a:xfrm>
          </p:grpSpPr>
          <p:sp>
            <p:nvSpPr>
              <p:cNvPr id="8916" name="Google Shape;8916;p8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19" name="Google Shape;8919;p80"/>
          <p:cNvGrpSpPr/>
          <p:nvPr/>
        </p:nvGrpSpPr>
        <p:grpSpPr>
          <a:xfrm>
            <a:off x="3460012" y="3146315"/>
            <a:ext cx="1616964" cy="346256"/>
            <a:chOff x="1808063" y="4294338"/>
            <a:chExt cx="3370782" cy="721817"/>
          </a:xfrm>
        </p:grpSpPr>
        <p:sp>
          <p:nvSpPr>
            <p:cNvPr id="8920" name="Google Shape;8920;p8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80"/>
          <p:cNvGrpSpPr/>
          <p:nvPr/>
        </p:nvGrpSpPr>
        <p:grpSpPr>
          <a:xfrm>
            <a:off x="738224" y="3432344"/>
            <a:ext cx="1295882" cy="646587"/>
            <a:chOff x="834100" y="3642869"/>
            <a:chExt cx="1259483" cy="628426"/>
          </a:xfrm>
        </p:grpSpPr>
        <p:sp>
          <p:nvSpPr>
            <p:cNvPr id="8931" name="Google Shape;8931;p80"/>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0"/>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0"/>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0"/>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0"/>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0"/>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0"/>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0"/>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0"/>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0"/>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0"/>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0"/>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0"/>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0"/>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0"/>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0"/>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0"/>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0"/>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0"/>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0"/>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0"/>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0"/>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0"/>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0"/>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0"/>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6" name="Google Shape;8956;p80"/>
            <p:cNvGrpSpPr/>
            <p:nvPr/>
          </p:nvGrpSpPr>
          <p:grpSpPr>
            <a:xfrm>
              <a:off x="1360364" y="3847835"/>
              <a:ext cx="208119" cy="224359"/>
              <a:chOff x="1360769" y="3847100"/>
              <a:chExt cx="208119" cy="224359"/>
            </a:xfrm>
          </p:grpSpPr>
          <p:sp>
            <p:nvSpPr>
              <p:cNvPr id="8957" name="Google Shape;8957;p80"/>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0"/>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0"/>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0"/>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0"/>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0"/>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0"/>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0"/>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0"/>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0"/>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0"/>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0"/>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0"/>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0"/>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0"/>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0"/>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0"/>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0"/>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0"/>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0"/>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7" name="Google Shape;8977;p80"/>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0"/>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0"/>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0"/>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0"/>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0"/>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0"/>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0"/>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0"/>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0"/>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0"/>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0"/>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0"/>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0"/>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80"/>
          <p:cNvGrpSpPr/>
          <p:nvPr/>
        </p:nvGrpSpPr>
        <p:grpSpPr>
          <a:xfrm rot="5400000">
            <a:off x="5951337" y="3228841"/>
            <a:ext cx="164064" cy="1414916"/>
            <a:chOff x="4428249" y="1369375"/>
            <a:chExt cx="36905" cy="429569"/>
          </a:xfrm>
        </p:grpSpPr>
        <p:sp>
          <p:nvSpPr>
            <p:cNvPr id="8992" name="Google Shape;8992;p80"/>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0"/>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0"/>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0"/>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0"/>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0"/>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0"/>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0"/>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0"/>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0"/>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0"/>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0"/>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0"/>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0"/>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0"/>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0"/>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0"/>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0"/>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0"/>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0"/>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0"/>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0"/>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0"/>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0"/>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0"/>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0"/>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0"/>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0"/>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0"/>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0"/>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0"/>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0"/>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80"/>
          <p:cNvGrpSpPr/>
          <p:nvPr/>
        </p:nvGrpSpPr>
        <p:grpSpPr>
          <a:xfrm flipH="1" rot="10800000">
            <a:off x="5323766" y="2817385"/>
            <a:ext cx="1419207" cy="24808"/>
            <a:chOff x="219558" y="4738465"/>
            <a:chExt cx="5852400" cy="102300"/>
          </a:xfrm>
        </p:grpSpPr>
        <p:cxnSp>
          <p:nvCxnSpPr>
            <p:cNvPr id="9025" name="Google Shape;9025;p80"/>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026" name="Google Shape;9026;p80"/>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0"/>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0"/>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0"/>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0"/>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80"/>
          <p:cNvGrpSpPr/>
          <p:nvPr/>
        </p:nvGrpSpPr>
        <p:grpSpPr>
          <a:xfrm>
            <a:off x="5335084" y="3190448"/>
            <a:ext cx="1396570" cy="385016"/>
            <a:chOff x="5286284" y="2966544"/>
            <a:chExt cx="1396570" cy="385016"/>
          </a:xfrm>
        </p:grpSpPr>
        <p:cxnSp>
          <p:nvCxnSpPr>
            <p:cNvPr id="9032" name="Google Shape;9032;p80"/>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033" name="Google Shape;9033;p80"/>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034" name="Google Shape;9034;p80"/>
            <p:cNvGrpSpPr/>
            <p:nvPr/>
          </p:nvGrpSpPr>
          <p:grpSpPr>
            <a:xfrm>
              <a:off x="5287688" y="3173364"/>
              <a:ext cx="1395166" cy="74100"/>
              <a:chOff x="5287688" y="3173364"/>
              <a:chExt cx="1395166" cy="74100"/>
            </a:xfrm>
          </p:grpSpPr>
          <p:cxnSp>
            <p:nvCxnSpPr>
              <p:cNvPr id="9035" name="Google Shape;9035;p80"/>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036" name="Google Shape;9036;p80"/>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037" name="Google Shape;9037;p80"/>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038" name="Google Shape;9038;p80"/>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039" name="Google Shape;9039;p80"/>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040" name="Google Shape;9040;p80"/>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041" name="Google Shape;9041;p80"/>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042" name="Google Shape;9042;p80"/>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043" name="Google Shape;9043;p80"/>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044" name="Google Shape;9044;p80"/>
          <p:cNvGrpSpPr/>
          <p:nvPr/>
        </p:nvGrpSpPr>
        <p:grpSpPr>
          <a:xfrm>
            <a:off x="2021150" y="1609224"/>
            <a:ext cx="1182276" cy="662027"/>
            <a:chOff x="2029517" y="1732295"/>
            <a:chExt cx="1149068" cy="643432"/>
          </a:xfrm>
        </p:grpSpPr>
        <p:grpSp>
          <p:nvGrpSpPr>
            <p:cNvPr id="9045" name="Google Shape;9045;p80"/>
            <p:cNvGrpSpPr/>
            <p:nvPr/>
          </p:nvGrpSpPr>
          <p:grpSpPr>
            <a:xfrm>
              <a:off x="2708660" y="1746937"/>
              <a:ext cx="455427" cy="244429"/>
              <a:chOff x="2700693" y="1746937"/>
              <a:chExt cx="455427" cy="244429"/>
            </a:xfrm>
          </p:grpSpPr>
          <p:grpSp>
            <p:nvGrpSpPr>
              <p:cNvPr id="9046" name="Google Shape;9046;p80"/>
              <p:cNvGrpSpPr/>
              <p:nvPr/>
            </p:nvGrpSpPr>
            <p:grpSpPr>
              <a:xfrm>
                <a:off x="2905682" y="1782817"/>
                <a:ext cx="250438" cy="208549"/>
                <a:chOff x="2905682" y="1782817"/>
                <a:chExt cx="250438" cy="208549"/>
              </a:xfrm>
            </p:grpSpPr>
            <p:cxnSp>
              <p:nvCxnSpPr>
                <p:cNvPr id="9047" name="Google Shape;9047;p80"/>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048" name="Google Shape;9048;p80"/>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80"/>
              <p:cNvGrpSpPr/>
              <p:nvPr/>
            </p:nvGrpSpPr>
            <p:grpSpPr>
              <a:xfrm>
                <a:off x="2700693" y="1746937"/>
                <a:ext cx="449967" cy="72374"/>
                <a:chOff x="2700693" y="1746937"/>
                <a:chExt cx="449967" cy="72374"/>
              </a:xfrm>
            </p:grpSpPr>
            <p:cxnSp>
              <p:nvCxnSpPr>
                <p:cNvPr id="9050" name="Google Shape;9050;p80"/>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051" name="Google Shape;9051;p80"/>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52" name="Google Shape;9052;p80"/>
            <p:cNvGrpSpPr/>
            <p:nvPr/>
          </p:nvGrpSpPr>
          <p:grpSpPr>
            <a:xfrm>
              <a:off x="2029517" y="1732295"/>
              <a:ext cx="1149068" cy="643432"/>
              <a:chOff x="2029517" y="1732295"/>
              <a:chExt cx="1149068" cy="643432"/>
            </a:xfrm>
          </p:grpSpPr>
          <p:grpSp>
            <p:nvGrpSpPr>
              <p:cNvPr id="9053" name="Google Shape;9053;p80"/>
              <p:cNvGrpSpPr/>
              <p:nvPr/>
            </p:nvGrpSpPr>
            <p:grpSpPr>
              <a:xfrm>
                <a:off x="2703618" y="2103152"/>
                <a:ext cx="474966" cy="260017"/>
                <a:chOff x="2703618" y="2103152"/>
                <a:chExt cx="474966" cy="260017"/>
              </a:xfrm>
            </p:grpSpPr>
            <p:grpSp>
              <p:nvGrpSpPr>
                <p:cNvPr id="9054" name="Google Shape;9054;p80"/>
                <p:cNvGrpSpPr/>
                <p:nvPr/>
              </p:nvGrpSpPr>
              <p:grpSpPr>
                <a:xfrm>
                  <a:off x="2703618" y="2290640"/>
                  <a:ext cx="450291" cy="72529"/>
                  <a:chOff x="2703618" y="2290640"/>
                  <a:chExt cx="450291" cy="72529"/>
                </a:xfrm>
              </p:grpSpPr>
              <p:cxnSp>
                <p:nvCxnSpPr>
                  <p:cNvPr id="9055" name="Google Shape;9055;p80"/>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056" name="Google Shape;9056;p80"/>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80"/>
                <p:cNvGrpSpPr/>
                <p:nvPr/>
              </p:nvGrpSpPr>
              <p:grpSpPr>
                <a:xfrm>
                  <a:off x="2908607" y="2103152"/>
                  <a:ext cx="269977" cy="223538"/>
                  <a:chOff x="2908607" y="2103152"/>
                  <a:chExt cx="269977" cy="223538"/>
                </a:xfrm>
              </p:grpSpPr>
              <p:cxnSp>
                <p:nvCxnSpPr>
                  <p:cNvPr id="9058" name="Google Shape;9058;p80"/>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059" name="Google Shape;9059;p80"/>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60" name="Google Shape;9060;p80"/>
              <p:cNvGrpSpPr/>
              <p:nvPr/>
            </p:nvGrpSpPr>
            <p:grpSpPr>
              <a:xfrm>
                <a:off x="2029517" y="1732295"/>
                <a:ext cx="685827" cy="643432"/>
                <a:chOff x="2029517" y="1732295"/>
                <a:chExt cx="685827" cy="643432"/>
              </a:xfrm>
            </p:grpSpPr>
            <p:sp>
              <p:nvSpPr>
                <p:cNvPr id="9061" name="Google Shape;9061;p80"/>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2" name="Google Shape;9062;p80"/>
                <p:cNvGrpSpPr/>
                <p:nvPr/>
              </p:nvGrpSpPr>
              <p:grpSpPr>
                <a:xfrm>
                  <a:off x="2158948" y="1732295"/>
                  <a:ext cx="556396" cy="333108"/>
                  <a:chOff x="2158948" y="1732295"/>
                  <a:chExt cx="556396" cy="333108"/>
                </a:xfrm>
              </p:grpSpPr>
              <p:cxnSp>
                <p:nvCxnSpPr>
                  <p:cNvPr id="9063" name="Google Shape;9063;p80"/>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064" name="Google Shape;9064;p80"/>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80"/>
                <p:cNvGrpSpPr/>
                <p:nvPr/>
              </p:nvGrpSpPr>
              <p:grpSpPr>
                <a:xfrm>
                  <a:off x="2159908" y="2065057"/>
                  <a:ext cx="550884" cy="310670"/>
                  <a:chOff x="2159908" y="2065057"/>
                  <a:chExt cx="550884" cy="310670"/>
                </a:xfrm>
              </p:grpSpPr>
              <p:cxnSp>
                <p:nvCxnSpPr>
                  <p:cNvPr id="9066" name="Google Shape;9066;p80"/>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067" name="Google Shape;9067;p80"/>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068" name="Google Shape;9068;p80"/>
          <p:cNvGrpSpPr/>
          <p:nvPr/>
        </p:nvGrpSpPr>
        <p:grpSpPr>
          <a:xfrm>
            <a:off x="706399" y="1556837"/>
            <a:ext cx="962651" cy="810058"/>
            <a:chOff x="844912" y="1681380"/>
            <a:chExt cx="935611" cy="787305"/>
          </a:xfrm>
        </p:grpSpPr>
        <p:grpSp>
          <p:nvGrpSpPr>
            <p:cNvPr id="9069" name="Google Shape;9069;p80"/>
            <p:cNvGrpSpPr/>
            <p:nvPr/>
          </p:nvGrpSpPr>
          <p:grpSpPr>
            <a:xfrm>
              <a:off x="844912" y="1819635"/>
              <a:ext cx="329836" cy="510016"/>
              <a:chOff x="844912" y="1819635"/>
              <a:chExt cx="329836" cy="510016"/>
            </a:xfrm>
          </p:grpSpPr>
          <p:sp>
            <p:nvSpPr>
              <p:cNvPr id="9070" name="Google Shape;9070;p80"/>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0"/>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0"/>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0"/>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0"/>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0"/>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80"/>
            <p:cNvGrpSpPr/>
            <p:nvPr/>
          </p:nvGrpSpPr>
          <p:grpSpPr>
            <a:xfrm>
              <a:off x="1284601" y="2158168"/>
              <a:ext cx="495923" cy="310517"/>
              <a:chOff x="1284601" y="2158168"/>
              <a:chExt cx="495923" cy="310517"/>
            </a:xfrm>
          </p:grpSpPr>
          <p:sp>
            <p:nvSpPr>
              <p:cNvPr id="9077" name="Google Shape;9077;p80"/>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8" name="Google Shape;9078;p80"/>
              <p:cNvGrpSpPr/>
              <p:nvPr/>
            </p:nvGrpSpPr>
            <p:grpSpPr>
              <a:xfrm>
                <a:off x="1507666" y="2158168"/>
                <a:ext cx="272858" cy="310517"/>
                <a:chOff x="1507666" y="2158168"/>
                <a:chExt cx="272858" cy="310517"/>
              </a:xfrm>
            </p:grpSpPr>
            <p:grpSp>
              <p:nvGrpSpPr>
                <p:cNvPr id="9079" name="Google Shape;9079;p80"/>
                <p:cNvGrpSpPr/>
                <p:nvPr/>
              </p:nvGrpSpPr>
              <p:grpSpPr>
                <a:xfrm>
                  <a:off x="1507666" y="2176104"/>
                  <a:ext cx="166395" cy="273149"/>
                  <a:chOff x="1507666" y="2176104"/>
                  <a:chExt cx="166395" cy="273149"/>
                </a:xfrm>
              </p:grpSpPr>
              <p:sp>
                <p:nvSpPr>
                  <p:cNvPr id="9080" name="Google Shape;9080;p80"/>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0"/>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0"/>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0"/>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0"/>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0"/>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0"/>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7" name="Google Shape;9087;p80"/>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0"/>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89" name="Google Shape;9089;p80"/>
            <p:cNvGrpSpPr/>
            <p:nvPr/>
          </p:nvGrpSpPr>
          <p:grpSpPr>
            <a:xfrm>
              <a:off x="1284601" y="1681380"/>
              <a:ext cx="495923" cy="310517"/>
              <a:chOff x="1284601" y="1681380"/>
              <a:chExt cx="495923" cy="310517"/>
            </a:xfrm>
          </p:grpSpPr>
          <p:sp>
            <p:nvSpPr>
              <p:cNvPr id="9090" name="Google Shape;9090;p80"/>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1" name="Google Shape;9091;p80"/>
              <p:cNvGrpSpPr/>
              <p:nvPr/>
            </p:nvGrpSpPr>
            <p:grpSpPr>
              <a:xfrm>
                <a:off x="1507666" y="1681380"/>
                <a:ext cx="272858" cy="310517"/>
                <a:chOff x="1507666" y="1681380"/>
                <a:chExt cx="272858" cy="310517"/>
              </a:xfrm>
            </p:grpSpPr>
            <p:grpSp>
              <p:nvGrpSpPr>
                <p:cNvPr id="9092" name="Google Shape;9092;p80"/>
                <p:cNvGrpSpPr/>
                <p:nvPr/>
              </p:nvGrpSpPr>
              <p:grpSpPr>
                <a:xfrm>
                  <a:off x="1507666" y="1700120"/>
                  <a:ext cx="166395" cy="272984"/>
                  <a:chOff x="1507666" y="1700120"/>
                  <a:chExt cx="166395" cy="272984"/>
                </a:xfrm>
              </p:grpSpPr>
              <p:sp>
                <p:nvSpPr>
                  <p:cNvPr id="9093" name="Google Shape;9093;p80"/>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0"/>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0"/>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0"/>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0"/>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0"/>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0"/>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0" name="Google Shape;9100;p80"/>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0"/>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02" name="Google Shape;9102;p80"/>
          <p:cNvGrpSpPr/>
          <p:nvPr/>
        </p:nvGrpSpPr>
        <p:grpSpPr>
          <a:xfrm>
            <a:off x="6815339" y="2324267"/>
            <a:ext cx="1622269" cy="552443"/>
            <a:chOff x="6894650" y="2574740"/>
            <a:chExt cx="1445100" cy="492111"/>
          </a:xfrm>
        </p:grpSpPr>
        <p:sp>
          <p:nvSpPr>
            <p:cNvPr id="9103" name="Google Shape;9103;p80"/>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0"/>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0"/>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0"/>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0"/>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08" name="Google Shape;9108;p80"/>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109" name="Google Shape;9109;p80"/>
          <p:cNvGrpSpPr/>
          <p:nvPr/>
        </p:nvGrpSpPr>
        <p:grpSpPr>
          <a:xfrm>
            <a:off x="6834882" y="3698522"/>
            <a:ext cx="1583206" cy="475705"/>
            <a:chOff x="6953919" y="3907920"/>
            <a:chExt cx="1377300" cy="475705"/>
          </a:xfrm>
        </p:grpSpPr>
        <p:cxnSp>
          <p:nvCxnSpPr>
            <p:cNvPr id="9110" name="Google Shape;9110;p80"/>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11" name="Google Shape;9111;p80"/>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112" name="Google Shape;9112;p80"/>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13" name="Google Shape;9113;p80"/>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114" name="Google Shape;9114;p80"/>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115" name="Google Shape;9115;p80"/>
          <p:cNvGrpSpPr/>
          <p:nvPr/>
        </p:nvGrpSpPr>
        <p:grpSpPr>
          <a:xfrm>
            <a:off x="2338470" y="2459668"/>
            <a:ext cx="836286" cy="824529"/>
            <a:chOff x="2389399" y="2595741"/>
            <a:chExt cx="812796" cy="801369"/>
          </a:xfrm>
        </p:grpSpPr>
        <p:grpSp>
          <p:nvGrpSpPr>
            <p:cNvPr id="9116" name="Google Shape;9116;p80"/>
            <p:cNvGrpSpPr/>
            <p:nvPr/>
          </p:nvGrpSpPr>
          <p:grpSpPr>
            <a:xfrm>
              <a:off x="2492145" y="2881565"/>
              <a:ext cx="607300" cy="229751"/>
              <a:chOff x="2492145" y="2881565"/>
              <a:chExt cx="607300" cy="229751"/>
            </a:xfrm>
          </p:grpSpPr>
          <p:sp>
            <p:nvSpPr>
              <p:cNvPr id="9117" name="Google Shape;9117;p80"/>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0"/>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0"/>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80"/>
            <p:cNvGrpSpPr/>
            <p:nvPr/>
          </p:nvGrpSpPr>
          <p:grpSpPr>
            <a:xfrm>
              <a:off x="2389399" y="2595741"/>
              <a:ext cx="812796" cy="296825"/>
              <a:chOff x="2389399" y="2595741"/>
              <a:chExt cx="812796" cy="296825"/>
            </a:xfrm>
          </p:grpSpPr>
          <p:grpSp>
            <p:nvGrpSpPr>
              <p:cNvPr id="9121" name="Google Shape;9121;p80"/>
              <p:cNvGrpSpPr/>
              <p:nvPr/>
            </p:nvGrpSpPr>
            <p:grpSpPr>
              <a:xfrm>
                <a:off x="2389399" y="2595741"/>
                <a:ext cx="363638" cy="296825"/>
                <a:chOff x="2389399" y="2595741"/>
                <a:chExt cx="363638" cy="296825"/>
              </a:xfrm>
            </p:grpSpPr>
            <p:grpSp>
              <p:nvGrpSpPr>
                <p:cNvPr id="9122" name="Google Shape;9122;p80"/>
                <p:cNvGrpSpPr/>
                <p:nvPr/>
              </p:nvGrpSpPr>
              <p:grpSpPr>
                <a:xfrm>
                  <a:off x="2493852" y="2794333"/>
                  <a:ext cx="259185" cy="98232"/>
                  <a:chOff x="2493852" y="2794333"/>
                  <a:chExt cx="259185" cy="98232"/>
                </a:xfrm>
              </p:grpSpPr>
              <p:sp>
                <p:nvSpPr>
                  <p:cNvPr id="9123" name="Google Shape;9123;p80"/>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0"/>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0"/>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80"/>
                <p:cNvGrpSpPr/>
                <p:nvPr/>
              </p:nvGrpSpPr>
              <p:grpSpPr>
                <a:xfrm>
                  <a:off x="2389399" y="2595741"/>
                  <a:ext cx="224343" cy="182054"/>
                  <a:chOff x="2389399" y="2595741"/>
                  <a:chExt cx="224343" cy="182054"/>
                </a:xfrm>
              </p:grpSpPr>
              <p:sp>
                <p:nvSpPr>
                  <p:cNvPr id="9127" name="Google Shape;9127;p80"/>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0"/>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9" name="Google Shape;9129;p80"/>
              <p:cNvGrpSpPr/>
              <p:nvPr/>
            </p:nvGrpSpPr>
            <p:grpSpPr>
              <a:xfrm>
                <a:off x="2683630" y="2595741"/>
                <a:ext cx="224334" cy="296825"/>
                <a:chOff x="2683630" y="2595741"/>
                <a:chExt cx="224334" cy="296825"/>
              </a:xfrm>
            </p:grpSpPr>
            <p:grpSp>
              <p:nvGrpSpPr>
                <p:cNvPr id="9130" name="Google Shape;9130;p80"/>
                <p:cNvGrpSpPr/>
                <p:nvPr/>
              </p:nvGrpSpPr>
              <p:grpSpPr>
                <a:xfrm>
                  <a:off x="2788083" y="2794333"/>
                  <a:ext cx="15356" cy="98232"/>
                  <a:chOff x="2788083" y="2794333"/>
                  <a:chExt cx="15356" cy="98232"/>
                </a:xfrm>
              </p:grpSpPr>
              <p:sp>
                <p:nvSpPr>
                  <p:cNvPr id="9131" name="Google Shape;9131;p80"/>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0"/>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0"/>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80"/>
                <p:cNvGrpSpPr/>
                <p:nvPr/>
              </p:nvGrpSpPr>
              <p:grpSpPr>
                <a:xfrm>
                  <a:off x="2683630" y="2595741"/>
                  <a:ext cx="224334" cy="182054"/>
                  <a:chOff x="2683630" y="2595741"/>
                  <a:chExt cx="224334" cy="182054"/>
                </a:xfrm>
              </p:grpSpPr>
              <p:sp>
                <p:nvSpPr>
                  <p:cNvPr id="9135" name="Google Shape;9135;p80"/>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0"/>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37" name="Google Shape;9137;p80"/>
              <p:cNvGrpSpPr/>
              <p:nvPr/>
            </p:nvGrpSpPr>
            <p:grpSpPr>
              <a:xfrm>
                <a:off x="2838475" y="2595741"/>
                <a:ext cx="363719" cy="296825"/>
                <a:chOff x="2838475" y="2595741"/>
                <a:chExt cx="363719" cy="296825"/>
              </a:xfrm>
            </p:grpSpPr>
            <p:grpSp>
              <p:nvGrpSpPr>
                <p:cNvPr id="9138" name="Google Shape;9138;p80"/>
                <p:cNvGrpSpPr/>
                <p:nvPr/>
              </p:nvGrpSpPr>
              <p:grpSpPr>
                <a:xfrm>
                  <a:off x="2838475" y="2794333"/>
                  <a:ext cx="259185" cy="98232"/>
                  <a:chOff x="2838475" y="2794333"/>
                  <a:chExt cx="259185" cy="98232"/>
                </a:xfrm>
              </p:grpSpPr>
              <p:sp>
                <p:nvSpPr>
                  <p:cNvPr id="9139" name="Google Shape;9139;p80"/>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0"/>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0"/>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80"/>
                <p:cNvGrpSpPr/>
                <p:nvPr/>
              </p:nvGrpSpPr>
              <p:grpSpPr>
                <a:xfrm>
                  <a:off x="2977852" y="2595741"/>
                  <a:ext cx="224343" cy="182054"/>
                  <a:chOff x="2977852" y="2595741"/>
                  <a:chExt cx="224343" cy="182054"/>
                </a:xfrm>
              </p:grpSpPr>
              <p:sp>
                <p:nvSpPr>
                  <p:cNvPr id="9143" name="Google Shape;9143;p80"/>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0"/>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45" name="Google Shape;9145;p80"/>
            <p:cNvGrpSpPr/>
            <p:nvPr/>
          </p:nvGrpSpPr>
          <p:grpSpPr>
            <a:xfrm>
              <a:off x="2389399" y="3100241"/>
              <a:ext cx="812796" cy="296869"/>
              <a:chOff x="2389399" y="3100241"/>
              <a:chExt cx="812796" cy="296869"/>
            </a:xfrm>
          </p:grpSpPr>
          <p:grpSp>
            <p:nvGrpSpPr>
              <p:cNvPr id="9146" name="Google Shape;9146;p80"/>
              <p:cNvGrpSpPr/>
              <p:nvPr/>
            </p:nvGrpSpPr>
            <p:grpSpPr>
              <a:xfrm>
                <a:off x="2683630" y="3100241"/>
                <a:ext cx="224334" cy="296869"/>
                <a:chOff x="2683630" y="3100241"/>
                <a:chExt cx="224334" cy="296869"/>
              </a:xfrm>
            </p:grpSpPr>
            <p:grpSp>
              <p:nvGrpSpPr>
                <p:cNvPr id="9147" name="Google Shape;9147;p80"/>
                <p:cNvGrpSpPr/>
                <p:nvPr/>
              </p:nvGrpSpPr>
              <p:grpSpPr>
                <a:xfrm>
                  <a:off x="2788083" y="3100241"/>
                  <a:ext cx="15356" cy="98237"/>
                  <a:chOff x="2788083" y="3100241"/>
                  <a:chExt cx="15356" cy="98237"/>
                </a:xfrm>
              </p:grpSpPr>
              <p:sp>
                <p:nvSpPr>
                  <p:cNvPr id="9148" name="Google Shape;9148;p80"/>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0"/>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0"/>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80"/>
                <p:cNvGrpSpPr/>
                <p:nvPr/>
              </p:nvGrpSpPr>
              <p:grpSpPr>
                <a:xfrm>
                  <a:off x="2683630" y="3215065"/>
                  <a:ext cx="224334" cy="182045"/>
                  <a:chOff x="2683630" y="3215065"/>
                  <a:chExt cx="224334" cy="182045"/>
                </a:xfrm>
              </p:grpSpPr>
              <p:sp>
                <p:nvSpPr>
                  <p:cNvPr id="9152" name="Google Shape;9152;p80"/>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0"/>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4" name="Google Shape;9154;p80"/>
              <p:cNvGrpSpPr/>
              <p:nvPr/>
            </p:nvGrpSpPr>
            <p:grpSpPr>
              <a:xfrm>
                <a:off x="2389399" y="3100241"/>
                <a:ext cx="363638" cy="296869"/>
                <a:chOff x="2389399" y="3100241"/>
                <a:chExt cx="363638" cy="296869"/>
              </a:xfrm>
            </p:grpSpPr>
            <p:grpSp>
              <p:nvGrpSpPr>
                <p:cNvPr id="9155" name="Google Shape;9155;p80"/>
                <p:cNvGrpSpPr/>
                <p:nvPr/>
              </p:nvGrpSpPr>
              <p:grpSpPr>
                <a:xfrm>
                  <a:off x="2493852" y="3100241"/>
                  <a:ext cx="259185" cy="98237"/>
                  <a:chOff x="2493852" y="3100241"/>
                  <a:chExt cx="259185" cy="98237"/>
                </a:xfrm>
              </p:grpSpPr>
              <p:sp>
                <p:nvSpPr>
                  <p:cNvPr id="9156" name="Google Shape;9156;p80"/>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0"/>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0"/>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80"/>
                <p:cNvGrpSpPr/>
                <p:nvPr/>
              </p:nvGrpSpPr>
              <p:grpSpPr>
                <a:xfrm>
                  <a:off x="2389399" y="3215065"/>
                  <a:ext cx="224343" cy="182045"/>
                  <a:chOff x="2389399" y="3215065"/>
                  <a:chExt cx="224343" cy="182045"/>
                </a:xfrm>
              </p:grpSpPr>
              <p:sp>
                <p:nvSpPr>
                  <p:cNvPr id="9160" name="Google Shape;9160;p80"/>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0"/>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62" name="Google Shape;9162;p80"/>
              <p:cNvGrpSpPr/>
              <p:nvPr/>
            </p:nvGrpSpPr>
            <p:grpSpPr>
              <a:xfrm>
                <a:off x="2838475" y="3100241"/>
                <a:ext cx="363719" cy="296869"/>
                <a:chOff x="2838475" y="3100241"/>
                <a:chExt cx="363719" cy="296869"/>
              </a:xfrm>
            </p:grpSpPr>
            <p:grpSp>
              <p:nvGrpSpPr>
                <p:cNvPr id="9163" name="Google Shape;9163;p80"/>
                <p:cNvGrpSpPr/>
                <p:nvPr/>
              </p:nvGrpSpPr>
              <p:grpSpPr>
                <a:xfrm>
                  <a:off x="2838475" y="3100241"/>
                  <a:ext cx="259185" cy="98237"/>
                  <a:chOff x="2838475" y="3100241"/>
                  <a:chExt cx="259185" cy="98237"/>
                </a:xfrm>
              </p:grpSpPr>
              <p:sp>
                <p:nvSpPr>
                  <p:cNvPr id="9164" name="Google Shape;9164;p80"/>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0"/>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0"/>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80"/>
                <p:cNvGrpSpPr/>
                <p:nvPr/>
              </p:nvGrpSpPr>
              <p:grpSpPr>
                <a:xfrm>
                  <a:off x="2977852" y="3215065"/>
                  <a:ext cx="224343" cy="182045"/>
                  <a:chOff x="2977852" y="3215065"/>
                  <a:chExt cx="224343" cy="182045"/>
                </a:xfrm>
              </p:grpSpPr>
              <p:sp>
                <p:nvSpPr>
                  <p:cNvPr id="9168" name="Google Shape;9168;p80"/>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0"/>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73" name="Shape 9173"/>
        <p:cNvGrpSpPr/>
        <p:nvPr/>
      </p:nvGrpSpPr>
      <p:grpSpPr>
        <a:xfrm>
          <a:off x="0" y="0"/>
          <a:ext cx="0" cy="0"/>
          <a:chOff x="0" y="0"/>
          <a:chExt cx="0" cy="0"/>
        </a:xfrm>
      </p:grpSpPr>
      <p:grpSp>
        <p:nvGrpSpPr>
          <p:cNvPr id="9174" name="Google Shape;9174;p81"/>
          <p:cNvGrpSpPr/>
          <p:nvPr/>
        </p:nvGrpSpPr>
        <p:grpSpPr>
          <a:xfrm>
            <a:off x="702088" y="3155922"/>
            <a:ext cx="2390414" cy="1024800"/>
            <a:chOff x="728925" y="3296613"/>
            <a:chExt cx="2390414" cy="1024800"/>
          </a:xfrm>
        </p:grpSpPr>
        <p:grpSp>
          <p:nvGrpSpPr>
            <p:cNvPr id="9175" name="Google Shape;9175;p81"/>
            <p:cNvGrpSpPr/>
            <p:nvPr/>
          </p:nvGrpSpPr>
          <p:grpSpPr>
            <a:xfrm>
              <a:off x="728925" y="3619800"/>
              <a:ext cx="2390414" cy="500893"/>
              <a:chOff x="728925" y="3619800"/>
              <a:chExt cx="2390414" cy="500893"/>
            </a:xfrm>
          </p:grpSpPr>
          <p:sp>
            <p:nvSpPr>
              <p:cNvPr id="9176" name="Google Shape;9176;p81"/>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177" name="Google Shape;9177;p81"/>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178" name="Google Shape;9178;p81"/>
            <p:cNvGrpSpPr/>
            <p:nvPr/>
          </p:nvGrpSpPr>
          <p:grpSpPr>
            <a:xfrm>
              <a:off x="1348050" y="3296613"/>
              <a:ext cx="1706152" cy="1024800"/>
              <a:chOff x="1348050" y="3296613"/>
              <a:chExt cx="1706152" cy="1024800"/>
            </a:xfrm>
          </p:grpSpPr>
          <p:sp>
            <p:nvSpPr>
              <p:cNvPr id="9179" name="Google Shape;9179;p81"/>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180" name="Google Shape;9180;p81"/>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181" name="Google Shape;9181;p81"/>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182" name="Google Shape;9182;p81"/>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183" name="Google Shape;9183;p81"/>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184" name="Google Shape;9184;p81"/>
            <p:cNvGrpSpPr/>
            <p:nvPr/>
          </p:nvGrpSpPr>
          <p:grpSpPr>
            <a:xfrm>
              <a:off x="1455707" y="3654858"/>
              <a:ext cx="1491150" cy="417657"/>
              <a:chOff x="1455707" y="3654858"/>
              <a:chExt cx="1491150" cy="417657"/>
            </a:xfrm>
          </p:grpSpPr>
          <p:sp>
            <p:nvSpPr>
              <p:cNvPr id="9185" name="Google Shape;9185;p81"/>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1"/>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1"/>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1"/>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1"/>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1"/>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1"/>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1"/>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1"/>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1"/>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1"/>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1"/>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1"/>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1"/>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1"/>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1"/>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1"/>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1"/>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1"/>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1"/>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205" name="Google Shape;9205;p81"/>
          <p:cNvGraphicFramePr/>
          <p:nvPr/>
        </p:nvGraphicFramePr>
        <p:xfrm>
          <a:off x="5937787" y="2153834"/>
          <a:ext cx="3000000" cy="3000000"/>
        </p:xfrm>
        <a:graphic>
          <a:graphicData uri="http://schemas.openxmlformats.org/drawingml/2006/table">
            <a:tbl>
              <a:tblPr>
                <a:noFill/>
                <a:tableStyleId>{8A68DBA2-0CB2-4894-8F4E-6A35C30B4BCD}</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206" name="Google Shape;9206;p81"/>
          <p:cNvGrpSpPr/>
          <p:nvPr/>
        </p:nvGrpSpPr>
        <p:grpSpPr>
          <a:xfrm>
            <a:off x="710464" y="981599"/>
            <a:ext cx="2396505" cy="976502"/>
            <a:chOff x="749309" y="1112739"/>
            <a:chExt cx="2371603" cy="976502"/>
          </a:xfrm>
        </p:grpSpPr>
        <p:grpSp>
          <p:nvGrpSpPr>
            <p:cNvPr id="9207" name="Google Shape;9207;p81"/>
            <p:cNvGrpSpPr/>
            <p:nvPr/>
          </p:nvGrpSpPr>
          <p:grpSpPr>
            <a:xfrm>
              <a:off x="1092126" y="1112739"/>
              <a:ext cx="2028786" cy="975464"/>
              <a:chOff x="1092126" y="1112739"/>
              <a:chExt cx="2028786" cy="975464"/>
            </a:xfrm>
          </p:grpSpPr>
          <p:sp>
            <p:nvSpPr>
              <p:cNvPr id="9208" name="Google Shape;9208;p81"/>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1"/>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1"/>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1"/>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1"/>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1"/>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1"/>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1"/>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1"/>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1"/>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1"/>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1"/>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1"/>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1"/>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1"/>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1"/>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1"/>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1"/>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1"/>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1"/>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1"/>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1"/>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1"/>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1"/>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81"/>
            <p:cNvGrpSpPr/>
            <p:nvPr/>
          </p:nvGrpSpPr>
          <p:grpSpPr>
            <a:xfrm>
              <a:off x="749309" y="1112739"/>
              <a:ext cx="314700" cy="975464"/>
              <a:chOff x="749309" y="1112739"/>
              <a:chExt cx="314700" cy="975464"/>
            </a:xfrm>
          </p:grpSpPr>
          <p:sp>
            <p:nvSpPr>
              <p:cNvPr id="9233" name="Google Shape;9233;p81"/>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1"/>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1"/>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1"/>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7" name="Google Shape;9237;p8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241" name="Google Shape;9241;p81"/>
          <p:cNvGraphicFramePr/>
          <p:nvPr/>
        </p:nvGraphicFramePr>
        <p:xfrm>
          <a:off x="5937812" y="981584"/>
          <a:ext cx="3000000" cy="3000000"/>
        </p:xfrm>
        <a:graphic>
          <a:graphicData uri="http://schemas.openxmlformats.org/drawingml/2006/table">
            <a:tbl>
              <a:tblPr>
                <a:noFill/>
                <a:tableStyleId>{8A68DBA2-0CB2-4894-8F4E-6A35C30B4BCD}</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242" name="Google Shape;9242;p81"/>
          <p:cNvGraphicFramePr/>
          <p:nvPr/>
        </p:nvGraphicFramePr>
        <p:xfrm>
          <a:off x="3358675" y="2153834"/>
          <a:ext cx="3000000" cy="3000000"/>
        </p:xfrm>
        <a:graphic>
          <a:graphicData uri="http://schemas.openxmlformats.org/drawingml/2006/table">
            <a:tbl>
              <a:tblPr>
                <a:noFill/>
                <a:tableStyleId>{8A68DBA2-0CB2-4894-8F4E-6A35C30B4BCD}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243" name="Google Shape;9243;p81"/>
          <p:cNvGrpSpPr/>
          <p:nvPr/>
        </p:nvGrpSpPr>
        <p:grpSpPr>
          <a:xfrm>
            <a:off x="3360661" y="3144795"/>
            <a:ext cx="2363377" cy="1047062"/>
            <a:chOff x="3358399" y="3285485"/>
            <a:chExt cx="2363377" cy="1047062"/>
          </a:xfrm>
        </p:grpSpPr>
        <p:grpSp>
          <p:nvGrpSpPr>
            <p:cNvPr id="9244" name="Google Shape;9244;p81"/>
            <p:cNvGrpSpPr/>
            <p:nvPr/>
          </p:nvGrpSpPr>
          <p:grpSpPr>
            <a:xfrm>
              <a:off x="3358412" y="3285485"/>
              <a:ext cx="2363244" cy="139500"/>
              <a:chOff x="3358412" y="3285485"/>
              <a:chExt cx="2363244" cy="139500"/>
            </a:xfrm>
          </p:grpSpPr>
          <p:sp>
            <p:nvSpPr>
              <p:cNvPr id="9245" name="Google Shape;9245;p81"/>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1"/>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1"/>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1"/>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1"/>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81"/>
            <p:cNvGrpSpPr/>
            <p:nvPr/>
          </p:nvGrpSpPr>
          <p:grpSpPr>
            <a:xfrm>
              <a:off x="3358412" y="3466996"/>
              <a:ext cx="2363244" cy="139500"/>
              <a:chOff x="3358412" y="3466996"/>
              <a:chExt cx="2363244" cy="139500"/>
            </a:xfrm>
          </p:grpSpPr>
          <p:sp>
            <p:nvSpPr>
              <p:cNvPr id="9251" name="Google Shape;9251;p81"/>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1"/>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1"/>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1"/>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1"/>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81"/>
            <p:cNvGrpSpPr/>
            <p:nvPr/>
          </p:nvGrpSpPr>
          <p:grpSpPr>
            <a:xfrm>
              <a:off x="3358412" y="3648507"/>
              <a:ext cx="2363244" cy="139500"/>
              <a:chOff x="3358412" y="3648507"/>
              <a:chExt cx="2363244" cy="139500"/>
            </a:xfrm>
          </p:grpSpPr>
          <p:sp>
            <p:nvSpPr>
              <p:cNvPr id="9257" name="Google Shape;9257;p81"/>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1"/>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1"/>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1"/>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1"/>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81"/>
            <p:cNvGrpSpPr/>
            <p:nvPr/>
          </p:nvGrpSpPr>
          <p:grpSpPr>
            <a:xfrm>
              <a:off x="3358412" y="3830018"/>
              <a:ext cx="2363244" cy="139500"/>
              <a:chOff x="3358412" y="3830018"/>
              <a:chExt cx="2363244" cy="139500"/>
            </a:xfrm>
          </p:grpSpPr>
          <p:sp>
            <p:nvSpPr>
              <p:cNvPr id="9263" name="Google Shape;9263;p81"/>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1"/>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1"/>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1"/>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1"/>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81"/>
            <p:cNvGrpSpPr/>
            <p:nvPr/>
          </p:nvGrpSpPr>
          <p:grpSpPr>
            <a:xfrm>
              <a:off x="3358399" y="4011514"/>
              <a:ext cx="2363377" cy="139537"/>
              <a:chOff x="3294800" y="4134603"/>
              <a:chExt cx="2638876" cy="152400"/>
            </a:xfrm>
          </p:grpSpPr>
          <p:sp>
            <p:nvSpPr>
              <p:cNvPr id="9269" name="Google Shape;9269;p8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81"/>
            <p:cNvGrpSpPr/>
            <p:nvPr/>
          </p:nvGrpSpPr>
          <p:grpSpPr>
            <a:xfrm>
              <a:off x="3358399" y="4193010"/>
              <a:ext cx="2363377" cy="139537"/>
              <a:chOff x="3294800" y="4134603"/>
              <a:chExt cx="2638876" cy="152400"/>
            </a:xfrm>
          </p:grpSpPr>
          <p:sp>
            <p:nvSpPr>
              <p:cNvPr id="9275" name="Google Shape;9275;p8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280" name="Google Shape;9280;p81"/>
          <p:cNvGraphicFramePr/>
          <p:nvPr/>
        </p:nvGraphicFramePr>
        <p:xfrm>
          <a:off x="711463" y="2153834"/>
          <a:ext cx="3000000" cy="3000000"/>
        </p:xfrm>
        <a:graphic>
          <a:graphicData uri="http://schemas.openxmlformats.org/drawingml/2006/table">
            <a:tbl>
              <a:tblPr>
                <a:noFill/>
                <a:tableStyleId>{8A68DBA2-0CB2-4894-8F4E-6A35C30B4BCD}</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281" name="Google Shape;9281;p81"/>
          <p:cNvGrpSpPr/>
          <p:nvPr/>
        </p:nvGrpSpPr>
        <p:grpSpPr>
          <a:xfrm>
            <a:off x="4161132" y="2557649"/>
            <a:ext cx="1302095" cy="60959"/>
            <a:chOff x="3558802" y="4011427"/>
            <a:chExt cx="1866000" cy="111300"/>
          </a:xfrm>
        </p:grpSpPr>
        <p:sp>
          <p:nvSpPr>
            <p:cNvPr id="9282" name="Google Shape;9282;p8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81"/>
          <p:cNvGrpSpPr/>
          <p:nvPr/>
        </p:nvGrpSpPr>
        <p:grpSpPr>
          <a:xfrm>
            <a:off x="4706620" y="2839808"/>
            <a:ext cx="914340" cy="60959"/>
            <a:chOff x="3558802" y="4011427"/>
            <a:chExt cx="1866000" cy="111300"/>
          </a:xfrm>
        </p:grpSpPr>
        <p:sp>
          <p:nvSpPr>
            <p:cNvPr id="9285" name="Google Shape;9285;p8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81"/>
          <p:cNvGrpSpPr/>
          <p:nvPr/>
        </p:nvGrpSpPr>
        <p:grpSpPr>
          <a:xfrm>
            <a:off x="5871419" y="3167606"/>
            <a:ext cx="2522867" cy="1001454"/>
            <a:chOff x="1904318" y="789980"/>
            <a:chExt cx="1489472" cy="606868"/>
          </a:xfrm>
        </p:grpSpPr>
        <p:cxnSp>
          <p:nvCxnSpPr>
            <p:cNvPr id="9288" name="Google Shape;9288;p8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289" name="Google Shape;9289;p8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290" name="Google Shape;9290;p8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291" name="Google Shape;9291;p81"/>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9292" name="Google Shape;9292;p81"/>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9293" name="Google Shape;9293;p81"/>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9294" name="Google Shape;9294;p81"/>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9295" name="Google Shape;9295;p8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1"/>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9302" name="Google Shape;9302;p81"/>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9303" name="Google Shape;9303;p81"/>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9304" name="Google Shape;9304;p8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81"/>
          <p:cNvGrpSpPr/>
          <p:nvPr/>
        </p:nvGrpSpPr>
        <p:grpSpPr>
          <a:xfrm>
            <a:off x="3355824" y="951642"/>
            <a:ext cx="2363393" cy="1005865"/>
            <a:chOff x="3292400" y="1193188"/>
            <a:chExt cx="2615240" cy="1131075"/>
          </a:xfrm>
        </p:grpSpPr>
        <p:sp>
          <p:nvSpPr>
            <p:cNvPr id="9306" name="Google Shape;9306;p81"/>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307" name="Google Shape;9307;p81"/>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308" name="Google Shape;9308;p81"/>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9309" name="Google Shape;9309;p81"/>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9310" name="Google Shape;9310;p81"/>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9311" name="Google Shape;9311;p81"/>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9312" name="Google Shape;9312;p81"/>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9313" name="Google Shape;9313;p81"/>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9314" name="Google Shape;9314;p81"/>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9315" name="Google Shape;9315;p81"/>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9316" name="Google Shape;9316;p81"/>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9317" name="Google Shape;9317;p81"/>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9318" name="Google Shape;9318;p81"/>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9319" name="Google Shape;9319;p81"/>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9320" name="Google Shape;9320;p81"/>
            <p:cNvGrpSpPr/>
            <p:nvPr/>
          </p:nvGrpSpPr>
          <p:grpSpPr>
            <a:xfrm>
              <a:off x="3748438" y="1378608"/>
              <a:ext cx="2159202" cy="903971"/>
              <a:chOff x="1683525" y="2179850"/>
              <a:chExt cx="4519050" cy="2134525"/>
            </a:xfrm>
          </p:grpSpPr>
          <p:sp>
            <p:nvSpPr>
              <p:cNvPr id="9321" name="Google Shape;9321;p8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322" name="Google Shape;9322;p8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323" name="Google Shape;9323;p8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324" name="Google Shape;9324;p8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325" name="Google Shape;9325;p8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326" name="Google Shape;9326;p8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327" name="Google Shape;9327;p8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328" name="Google Shape;9328;p8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329" name="Google Shape;9329;p8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330" name="Google Shape;9330;p8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331" name="Google Shape;9331;p8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332" name="Google Shape;9332;p8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36" name="Shape 9336"/>
        <p:cNvGrpSpPr/>
        <p:nvPr/>
      </p:nvGrpSpPr>
      <p:grpSpPr>
        <a:xfrm>
          <a:off x="0" y="0"/>
          <a:ext cx="0" cy="0"/>
          <a:chOff x="0" y="0"/>
          <a:chExt cx="0" cy="0"/>
        </a:xfrm>
      </p:grpSpPr>
      <p:grpSp>
        <p:nvGrpSpPr>
          <p:cNvPr id="9337" name="Google Shape;9337;p82"/>
          <p:cNvGrpSpPr/>
          <p:nvPr/>
        </p:nvGrpSpPr>
        <p:grpSpPr>
          <a:xfrm>
            <a:off x="4796690" y="970936"/>
            <a:ext cx="745431" cy="718863"/>
            <a:chOff x="4249973" y="1201875"/>
            <a:chExt cx="1958568" cy="1888762"/>
          </a:xfrm>
        </p:grpSpPr>
        <p:sp>
          <p:nvSpPr>
            <p:cNvPr id="9338" name="Google Shape;9338;p82"/>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9" name="Google Shape;9339;p82"/>
            <p:cNvGrpSpPr/>
            <p:nvPr/>
          </p:nvGrpSpPr>
          <p:grpSpPr>
            <a:xfrm>
              <a:off x="5853086" y="1789142"/>
              <a:ext cx="355454" cy="1048099"/>
              <a:chOff x="5576108" y="2016725"/>
              <a:chExt cx="565200" cy="1666560"/>
            </a:xfrm>
          </p:grpSpPr>
          <p:sp>
            <p:nvSpPr>
              <p:cNvPr id="9340" name="Google Shape;9340;p82"/>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341" name="Google Shape;9341;p8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82"/>
            <p:cNvGrpSpPr/>
            <p:nvPr/>
          </p:nvGrpSpPr>
          <p:grpSpPr>
            <a:xfrm>
              <a:off x="4869455" y="2691676"/>
              <a:ext cx="1013897" cy="398961"/>
              <a:chOff x="4012057" y="3451825"/>
              <a:chExt cx="1612175" cy="634379"/>
            </a:xfrm>
          </p:grpSpPr>
          <p:sp>
            <p:nvSpPr>
              <p:cNvPr id="9343" name="Google Shape;9343;p82"/>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344" name="Google Shape;9344;p8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82"/>
            <p:cNvGrpSpPr/>
            <p:nvPr/>
          </p:nvGrpSpPr>
          <p:grpSpPr>
            <a:xfrm>
              <a:off x="4276937" y="2155961"/>
              <a:ext cx="651965" cy="891358"/>
              <a:chOff x="3069908" y="2599997"/>
              <a:chExt cx="1036675" cy="1417328"/>
            </a:xfrm>
          </p:grpSpPr>
          <p:sp>
            <p:nvSpPr>
              <p:cNvPr id="9346" name="Google Shape;9346;p82"/>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347" name="Google Shape;9347;p8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82"/>
            <p:cNvGrpSpPr/>
            <p:nvPr/>
          </p:nvGrpSpPr>
          <p:grpSpPr>
            <a:xfrm>
              <a:off x="5054918" y="1201875"/>
              <a:ext cx="999548" cy="602711"/>
              <a:chOff x="4306958" y="1082925"/>
              <a:chExt cx="1589359" cy="958358"/>
            </a:xfrm>
          </p:grpSpPr>
          <p:sp>
            <p:nvSpPr>
              <p:cNvPr id="9349" name="Google Shape;9349;p82"/>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350" name="Google Shape;9350;p8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82"/>
            <p:cNvGrpSpPr/>
            <p:nvPr/>
          </p:nvGrpSpPr>
          <p:grpSpPr>
            <a:xfrm>
              <a:off x="4249973" y="1303451"/>
              <a:ext cx="799317" cy="841334"/>
              <a:chOff x="3027033" y="1244439"/>
              <a:chExt cx="1270977" cy="1337786"/>
            </a:xfrm>
          </p:grpSpPr>
          <p:sp>
            <p:nvSpPr>
              <p:cNvPr id="9352" name="Google Shape;9352;p82"/>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353" name="Google Shape;9353;p8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54" name="Google Shape;9354;p82"/>
          <p:cNvGrpSpPr/>
          <p:nvPr/>
        </p:nvGrpSpPr>
        <p:grpSpPr>
          <a:xfrm>
            <a:off x="713063" y="1849386"/>
            <a:ext cx="761767" cy="729896"/>
            <a:chOff x="2657744" y="2337745"/>
            <a:chExt cx="832987" cy="798137"/>
          </a:xfrm>
        </p:grpSpPr>
        <p:sp>
          <p:nvSpPr>
            <p:cNvPr id="9355" name="Google Shape;9355;p82"/>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2"/>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2"/>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82"/>
          <p:cNvGrpSpPr/>
          <p:nvPr/>
        </p:nvGrpSpPr>
        <p:grpSpPr>
          <a:xfrm>
            <a:off x="3224027" y="1852592"/>
            <a:ext cx="685569" cy="723586"/>
            <a:chOff x="3398134" y="2057755"/>
            <a:chExt cx="704087" cy="743130"/>
          </a:xfrm>
        </p:grpSpPr>
        <p:grpSp>
          <p:nvGrpSpPr>
            <p:cNvPr id="9362" name="Google Shape;9362;p82"/>
            <p:cNvGrpSpPr/>
            <p:nvPr/>
          </p:nvGrpSpPr>
          <p:grpSpPr>
            <a:xfrm>
              <a:off x="3398134" y="2290183"/>
              <a:ext cx="315300" cy="219900"/>
              <a:chOff x="3398134" y="2290183"/>
              <a:chExt cx="315300" cy="219900"/>
            </a:xfrm>
          </p:grpSpPr>
          <p:sp>
            <p:nvSpPr>
              <p:cNvPr id="9363" name="Google Shape;9363;p82"/>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364" name="Google Shape;9364;p82"/>
              <p:cNvCxnSpPr>
                <a:stCxn id="9363"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365" name="Google Shape;9365;p82"/>
            <p:cNvGrpSpPr/>
            <p:nvPr/>
          </p:nvGrpSpPr>
          <p:grpSpPr>
            <a:xfrm>
              <a:off x="3547823" y="2467358"/>
              <a:ext cx="219900" cy="333527"/>
              <a:chOff x="3547823" y="2467358"/>
              <a:chExt cx="219900" cy="333527"/>
            </a:xfrm>
          </p:grpSpPr>
          <p:sp>
            <p:nvSpPr>
              <p:cNvPr id="9366" name="Google Shape;9366;p82"/>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367" name="Google Shape;9367;p82"/>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368" name="Google Shape;9368;p82"/>
            <p:cNvGrpSpPr/>
            <p:nvPr/>
          </p:nvGrpSpPr>
          <p:grpSpPr>
            <a:xfrm>
              <a:off x="3734138" y="2467358"/>
              <a:ext cx="219900" cy="333527"/>
              <a:chOff x="3734138" y="2467358"/>
              <a:chExt cx="219900" cy="333527"/>
            </a:xfrm>
          </p:grpSpPr>
          <p:sp>
            <p:nvSpPr>
              <p:cNvPr id="9369" name="Google Shape;9369;p82"/>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370" name="Google Shape;9370;p82"/>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371" name="Google Shape;9371;p82"/>
            <p:cNvGrpSpPr/>
            <p:nvPr/>
          </p:nvGrpSpPr>
          <p:grpSpPr>
            <a:xfrm>
              <a:off x="3787560" y="2288011"/>
              <a:ext cx="314661" cy="219900"/>
              <a:chOff x="3787560" y="2288011"/>
              <a:chExt cx="314661" cy="219900"/>
            </a:xfrm>
          </p:grpSpPr>
          <p:sp>
            <p:nvSpPr>
              <p:cNvPr id="9372" name="Google Shape;9372;p82"/>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373" name="Google Shape;9373;p82"/>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374" name="Google Shape;9374;p82"/>
            <p:cNvGrpSpPr/>
            <p:nvPr/>
          </p:nvGrpSpPr>
          <p:grpSpPr>
            <a:xfrm>
              <a:off x="3637290" y="2057755"/>
              <a:ext cx="219900" cy="335499"/>
              <a:chOff x="3637290" y="2057755"/>
              <a:chExt cx="219900" cy="335499"/>
            </a:xfrm>
          </p:grpSpPr>
          <p:sp>
            <p:nvSpPr>
              <p:cNvPr id="9375" name="Google Shape;9375;p82"/>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376" name="Google Shape;9376;p82"/>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377" name="Google Shape;9377;p82"/>
          <p:cNvGrpSpPr/>
          <p:nvPr/>
        </p:nvGrpSpPr>
        <p:grpSpPr>
          <a:xfrm>
            <a:off x="4899249" y="1859288"/>
            <a:ext cx="710153" cy="710153"/>
            <a:chOff x="5007123" y="2079403"/>
            <a:chExt cx="687600" cy="687600"/>
          </a:xfrm>
        </p:grpSpPr>
        <p:sp>
          <p:nvSpPr>
            <p:cNvPr id="9378" name="Google Shape;9378;p82"/>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2"/>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2"/>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2"/>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82"/>
          <p:cNvGrpSpPr/>
          <p:nvPr/>
        </p:nvGrpSpPr>
        <p:grpSpPr>
          <a:xfrm>
            <a:off x="5708687" y="1853794"/>
            <a:ext cx="720998" cy="721183"/>
            <a:chOff x="5797446" y="2063053"/>
            <a:chExt cx="698100" cy="698280"/>
          </a:xfrm>
        </p:grpSpPr>
        <p:sp>
          <p:nvSpPr>
            <p:cNvPr id="9383" name="Google Shape;9383;p82"/>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2"/>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2"/>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2"/>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82"/>
          <p:cNvGrpSpPr/>
          <p:nvPr/>
        </p:nvGrpSpPr>
        <p:grpSpPr>
          <a:xfrm>
            <a:off x="8153834" y="3499399"/>
            <a:ext cx="280585" cy="673164"/>
            <a:chOff x="8075075" y="3754290"/>
            <a:chExt cx="255612" cy="613194"/>
          </a:xfrm>
        </p:grpSpPr>
        <p:grpSp>
          <p:nvGrpSpPr>
            <p:cNvPr id="9388" name="Google Shape;9388;p82"/>
            <p:cNvGrpSpPr/>
            <p:nvPr/>
          </p:nvGrpSpPr>
          <p:grpSpPr>
            <a:xfrm>
              <a:off x="8075075" y="3754290"/>
              <a:ext cx="255612" cy="613194"/>
              <a:chOff x="8075075" y="3754290"/>
              <a:chExt cx="255612" cy="613194"/>
            </a:xfrm>
          </p:grpSpPr>
          <p:sp>
            <p:nvSpPr>
              <p:cNvPr id="9389" name="Google Shape;9389;p82"/>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2"/>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1" name="Google Shape;9391;p82"/>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82"/>
          <p:cNvGrpSpPr/>
          <p:nvPr/>
        </p:nvGrpSpPr>
        <p:grpSpPr>
          <a:xfrm>
            <a:off x="5270892" y="3488196"/>
            <a:ext cx="470352" cy="683745"/>
            <a:chOff x="1697726" y="3244179"/>
            <a:chExt cx="788124" cy="1146069"/>
          </a:xfrm>
        </p:grpSpPr>
        <p:sp>
          <p:nvSpPr>
            <p:cNvPr id="9393" name="Google Shape;9393;p8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5" name="Google Shape;9395;p82"/>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6" name="Google Shape;9396;p82"/>
          <p:cNvGrpSpPr/>
          <p:nvPr/>
        </p:nvGrpSpPr>
        <p:grpSpPr>
          <a:xfrm>
            <a:off x="5892043" y="3499398"/>
            <a:ext cx="293891" cy="293845"/>
            <a:chOff x="6134814" y="3754290"/>
            <a:chExt cx="293891" cy="293845"/>
          </a:xfrm>
        </p:grpSpPr>
        <p:sp>
          <p:nvSpPr>
            <p:cNvPr id="9397" name="Google Shape;9397;p82"/>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2"/>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82"/>
          <p:cNvGrpSpPr/>
          <p:nvPr/>
        </p:nvGrpSpPr>
        <p:grpSpPr>
          <a:xfrm>
            <a:off x="5892043" y="3878069"/>
            <a:ext cx="293891" cy="293891"/>
            <a:chOff x="6134814" y="4086186"/>
            <a:chExt cx="293891" cy="293891"/>
          </a:xfrm>
        </p:grpSpPr>
        <p:sp>
          <p:nvSpPr>
            <p:cNvPr id="9400" name="Google Shape;9400;p82"/>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2"/>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2" name="Google Shape;9402;p82"/>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2"/>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4" name="Google Shape;9404;p82"/>
          <p:cNvGrpSpPr/>
          <p:nvPr/>
        </p:nvGrpSpPr>
        <p:grpSpPr>
          <a:xfrm>
            <a:off x="7817018" y="2706762"/>
            <a:ext cx="622883" cy="621944"/>
            <a:chOff x="1187048" y="238125"/>
            <a:chExt cx="5256397" cy="5248476"/>
          </a:xfrm>
        </p:grpSpPr>
        <p:sp>
          <p:nvSpPr>
            <p:cNvPr id="9405" name="Google Shape;9405;p8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2"/>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2"/>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2"/>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82"/>
          <p:cNvGrpSpPr/>
          <p:nvPr/>
        </p:nvGrpSpPr>
        <p:grpSpPr>
          <a:xfrm>
            <a:off x="2274123" y="2716370"/>
            <a:ext cx="1310987" cy="612407"/>
            <a:chOff x="238125" y="1188750"/>
            <a:chExt cx="7140450" cy="3335550"/>
          </a:xfrm>
        </p:grpSpPr>
        <p:sp>
          <p:nvSpPr>
            <p:cNvPr id="9410" name="Google Shape;9410;p8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82"/>
          <p:cNvGrpSpPr/>
          <p:nvPr/>
        </p:nvGrpSpPr>
        <p:grpSpPr>
          <a:xfrm>
            <a:off x="6599995" y="2706925"/>
            <a:ext cx="1110299" cy="621702"/>
            <a:chOff x="238125" y="1335475"/>
            <a:chExt cx="5418735" cy="3034175"/>
          </a:xfrm>
        </p:grpSpPr>
        <p:sp>
          <p:nvSpPr>
            <p:cNvPr id="9416" name="Google Shape;9416;p8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82"/>
          <p:cNvGrpSpPr/>
          <p:nvPr/>
        </p:nvGrpSpPr>
        <p:grpSpPr>
          <a:xfrm>
            <a:off x="5417655" y="2703822"/>
            <a:ext cx="1074451" cy="627181"/>
            <a:chOff x="5359127" y="2910889"/>
            <a:chExt cx="1097723" cy="640831"/>
          </a:xfrm>
        </p:grpSpPr>
        <p:grpSp>
          <p:nvGrpSpPr>
            <p:cNvPr id="9420" name="Google Shape;9420;p82"/>
            <p:cNvGrpSpPr/>
            <p:nvPr/>
          </p:nvGrpSpPr>
          <p:grpSpPr>
            <a:xfrm>
              <a:off x="5929791" y="3263088"/>
              <a:ext cx="527060" cy="287097"/>
              <a:chOff x="5929791" y="3263088"/>
              <a:chExt cx="527060" cy="287097"/>
            </a:xfrm>
          </p:grpSpPr>
          <p:sp>
            <p:nvSpPr>
              <p:cNvPr id="9421" name="Google Shape;9421;p82"/>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22" name="Google Shape;9422;p82"/>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23" name="Google Shape;9423;p82"/>
            <p:cNvGrpSpPr/>
            <p:nvPr/>
          </p:nvGrpSpPr>
          <p:grpSpPr>
            <a:xfrm>
              <a:off x="5359127" y="3263089"/>
              <a:ext cx="526428" cy="288631"/>
              <a:chOff x="5359127" y="3263089"/>
              <a:chExt cx="526428" cy="288631"/>
            </a:xfrm>
          </p:grpSpPr>
          <p:sp>
            <p:nvSpPr>
              <p:cNvPr id="9424" name="Google Shape;9424;p82"/>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25" name="Google Shape;9425;p82"/>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26" name="Google Shape;9426;p82"/>
            <p:cNvGrpSpPr/>
            <p:nvPr/>
          </p:nvGrpSpPr>
          <p:grpSpPr>
            <a:xfrm>
              <a:off x="5551525" y="2910889"/>
              <a:ext cx="520901" cy="610283"/>
              <a:chOff x="5551525" y="2910889"/>
              <a:chExt cx="520901" cy="610283"/>
            </a:xfrm>
          </p:grpSpPr>
          <p:sp>
            <p:nvSpPr>
              <p:cNvPr id="9427" name="Google Shape;9427;p82"/>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28" name="Google Shape;9428;p82"/>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29" name="Google Shape;9429;p82"/>
            <p:cNvGrpSpPr/>
            <p:nvPr/>
          </p:nvGrpSpPr>
          <p:grpSpPr>
            <a:xfrm>
              <a:off x="5743962" y="2919100"/>
              <a:ext cx="623674" cy="284502"/>
              <a:chOff x="5743962" y="2919100"/>
              <a:chExt cx="623674" cy="284502"/>
            </a:xfrm>
          </p:grpSpPr>
          <p:sp>
            <p:nvSpPr>
              <p:cNvPr id="9430" name="Google Shape;9430;p82"/>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31" name="Google Shape;9431;p82"/>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432" name="Google Shape;9432;p82"/>
          <p:cNvGrpSpPr/>
          <p:nvPr/>
        </p:nvGrpSpPr>
        <p:grpSpPr>
          <a:xfrm>
            <a:off x="7568868" y="1854534"/>
            <a:ext cx="874976" cy="719600"/>
            <a:chOff x="7608988" y="2093194"/>
            <a:chExt cx="817276" cy="672147"/>
          </a:xfrm>
        </p:grpSpPr>
        <p:cxnSp>
          <p:nvCxnSpPr>
            <p:cNvPr id="9433" name="Google Shape;9433;p82"/>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34" name="Google Shape;9434;p82"/>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35" name="Google Shape;9435;p82"/>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36" name="Google Shape;9436;p82"/>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37" name="Google Shape;9437;p82"/>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438" name="Google Shape;9438;p82"/>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439" name="Google Shape;9439;p82"/>
            <p:cNvGrpSpPr/>
            <p:nvPr/>
          </p:nvGrpSpPr>
          <p:grpSpPr>
            <a:xfrm>
              <a:off x="7721175" y="2093194"/>
              <a:ext cx="599587" cy="623846"/>
              <a:chOff x="7721175" y="2093194"/>
              <a:chExt cx="599587" cy="623846"/>
            </a:xfrm>
          </p:grpSpPr>
          <p:grpSp>
            <p:nvGrpSpPr>
              <p:cNvPr id="9440" name="Google Shape;9440;p82"/>
              <p:cNvGrpSpPr/>
              <p:nvPr/>
            </p:nvGrpSpPr>
            <p:grpSpPr>
              <a:xfrm>
                <a:off x="7721175" y="2093194"/>
                <a:ext cx="291605" cy="623846"/>
                <a:chOff x="9405575" y="2061418"/>
                <a:chExt cx="291605" cy="623846"/>
              </a:xfrm>
            </p:grpSpPr>
            <p:sp>
              <p:nvSpPr>
                <p:cNvPr id="9441" name="Google Shape;9441;p8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82"/>
              <p:cNvGrpSpPr/>
              <p:nvPr/>
            </p:nvGrpSpPr>
            <p:grpSpPr>
              <a:xfrm flipH="1">
                <a:off x="8029157" y="2093194"/>
                <a:ext cx="291605" cy="623846"/>
                <a:chOff x="9405575" y="2061418"/>
                <a:chExt cx="291605" cy="623846"/>
              </a:xfrm>
            </p:grpSpPr>
            <p:sp>
              <p:nvSpPr>
                <p:cNvPr id="9449" name="Google Shape;9449;p8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456" name="Google Shape;9456;p82"/>
          <p:cNvGrpSpPr/>
          <p:nvPr/>
        </p:nvGrpSpPr>
        <p:grpSpPr>
          <a:xfrm>
            <a:off x="4013304" y="970936"/>
            <a:ext cx="712557" cy="785901"/>
            <a:chOff x="4206459" y="1191441"/>
            <a:chExt cx="712557" cy="785901"/>
          </a:xfrm>
        </p:grpSpPr>
        <p:sp>
          <p:nvSpPr>
            <p:cNvPr id="9457" name="Google Shape;9457;p82"/>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2"/>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2"/>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2"/>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1" name="Google Shape;9461;p82"/>
            <p:cNvGrpSpPr/>
            <p:nvPr/>
          </p:nvGrpSpPr>
          <p:grpSpPr>
            <a:xfrm>
              <a:off x="4644280" y="1290523"/>
              <a:ext cx="143716" cy="29463"/>
              <a:chOff x="4644280" y="1290523"/>
              <a:chExt cx="143716" cy="29463"/>
            </a:xfrm>
          </p:grpSpPr>
          <p:sp>
            <p:nvSpPr>
              <p:cNvPr id="9462" name="Google Shape;9462;p82"/>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2"/>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2"/>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2"/>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6" name="Google Shape;9466;p82"/>
            <p:cNvGrpSpPr/>
            <p:nvPr/>
          </p:nvGrpSpPr>
          <p:grpSpPr>
            <a:xfrm>
              <a:off x="4356567" y="1191441"/>
              <a:ext cx="143690" cy="29488"/>
              <a:chOff x="4356567" y="1191441"/>
              <a:chExt cx="143690" cy="29488"/>
            </a:xfrm>
          </p:grpSpPr>
          <p:sp>
            <p:nvSpPr>
              <p:cNvPr id="9467" name="Google Shape;9467;p82"/>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2"/>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2"/>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2"/>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82"/>
            <p:cNvGrpSpPr/>
            <p:nvPr/>
          </p:nvGrpSpPr>
          <p:grpSpPr>
            <a:xfrm>
              <a:off x="4339009" y="1863727"/>
              <a:ext cx="143703" cy="29476"/>
              <a:chOff x="4339009" y="1863727"/>
              <a:chExt cx="143703" cy="29476"/>
            </a:xfrm>
          </p:grpSpPr>
          <p:sp>
            <p:nvSpPr>
              <p:cNvPr id="9472" name="Google Shape;9472;p82"/>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2"/>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2"/>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2"/>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82"/>
            <p:cNvGrpSpPr/>
            <p:nvPr/>
          </p:nvGrpSpPr>
          <p:grpSpPr>
            <a:xfrm>
              <a:off x="4206459" y="1607315"/>
              <a:ext cx="29539" cy="142899"/>
              <a:chOff x="4206459" y="1607315"/>
              <a:chExt cx="29539" cy="142899"/>
            </a:xfrm>
          </p:grpSpPr>
          <p:sp>
            <p:nvSpPr>
              <p:cNvPr id="9477" name="Google Shape;9477;p82"/>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2"/>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2"/>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2"/>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1" name="Google Shape;9481;p82"/>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2"/>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2"/>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2"/>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5" name="Google Shape;9485;p82"/>
            <p:cNvGrpSpPr/>
            <p:nvPr/>
          </p:nvGrpSpPr>
          <p:grpSpPr>
            <a:xfrm>
              <a:off x="4889463" y="1423737"/>
              <a:ext cx="29552" cy="142899"/>
              <a:chOff x="4889463" y="1423737"/>
              <a:chExt cx="29552" cy="142899"/>
            </a:xfrm>
          </p:grpSpPr>
          <p:sp>
            <p:nvSpPr>
              <p:cNvPr id="9486" name="Google Shape;9486;p82"/>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2"/>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2"/>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2"/>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82"/>
            <p:cNvGrpSpPr/>
            <p:nvPr/>
          </p:nvGrpSpPr>
          <p:grpSpPr>
            <a:xfrm>
              <a:off x="4771663" y="1876896"/>
              <a:ext cx="108651" cy="100447"/>
              <a:chOff x="4771663" y="1876896"/>
              <a:chExt cx="108651" cy="100447"/>
            </a:xfrm>
          </p:grpSpPr>
          <p:sp>
            <p:nvSpPr>
              <p:cNvPr id="9491" name="Google Shape;9491;p82"/>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2"/>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2"/>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2"/>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95" name="Google Shape;9495;p82"/>
          <p:cNvGrpSpPr/>
          <p:nvPr/>
        </p:nvGrpSpPr>
        <p:grpSpPr>
          <a:xfrm>
            <a:off x="4008780" y="1854159"/>
            <a:ext cx="791287" cy="720350"/>
            <a:chOff x="267375" y="1071875"/>
            <a:chExt cx="470500" cy="428550"/>
          </a:xfrm>
        </p:grpSpPr>
        <p:sp>
          <p:nvSpPr>
            <p:cNvPr id="9496" name="Google Shape;9496;p82"/>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2"/>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2"/>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2"/>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2"/>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2"/>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2"/>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2"/>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82"/>
          <p:cNvGrpSpPr/>
          <p:nvPr/>
        </p:nvGrpSpPr>
        <p:grpSpPr>
          <a:xfrm>
            <a:off x="709275" y="3498789"/>
            <a:ext cx="1408444" cy="673166"/>
            <a:chOff x="712664" y="3693287"/>
            <a:chExt cx="1460738" cy="698160"/>
          </a:xfrm>
        </p:grpSpPr>
        <p:grpSp>
          <p:nvGrpSpPr>
            <p:cNvPr id="9505" name="Google Shape;9505;p82"/>
            <p:cNvGrpSpPr/>
            <p:nvPr/>
          </p:nvGrpSpPr>
          <p:grpSpPr>
            <a:xfrm>
              <a:off x="1380079" y="4133090"/>
              <a:ext cx="234048" cy="258099"/>
              <a:chOff x="1380079" y="4133090"/>
              <a:chExt cx="234048" cy="258099"/>
            </a:xfrm>
          </p:grpSpPr>
          <p:sp>
            <p:nvSpPr>
              <p:cNvPr id="9506" name="Google Shape;9506;p82"/>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2"/>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2"/>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82"/>
            <p:cNvGrpSpPr/>
            <p:nvPr/>
          </p:nvGrpSpPr>
          <p:grpSpPr>
            <a:xfrm>
              <a:off x="884610" y="3864082"/>
              <a:ext cx="1118566" cy="527275"/>
              <a:chOff x="890961" y="3865463"/>
              <a:chExt cx="1115221" cy="525698"/>
            </a:xfrm>
          </p:grpSpPr>
          <p:sp>
            <p:nvSpPr>
              <p:cNvPr id="9510" name="Google Shape;9510;p82"/>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2"/>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2"/>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82"/>
            <p:cNvGrpSpPr/>
            <p:nvPr/>
          </p:nvGrpSpPr>
          <p:grpSpPr>
            <a:xfrm>
              <a:off x="712664" y="3693287"/>
              <a:ext cx="1460738" cy="698160"/>
              <a:chOff x="712664" y="3693025"/>
              <a:chExt cx="1460738" cy="698160"/>
            </a:xfrm>
          </p:grpSpPr>
          <p:sp>
            <p:nvSpPr>
              <p:cNvPr id="9514" name="Google Shape;9514;p82"/>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2"/>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2"/>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2"/>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2"/>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2"/>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20" name="Google Shape;9520;p82"/>
          <p:cNvGrpSpPr/>
          <p:nvPr/>
        </p:nvGrpSpPr>
        <p:grpSpPr>
          <a:xfrm>
            <a:off x="3146990" y="970936"/>
            <a:ext cx="795485" cy="738831"/>
            <a:chOff x="3348603" y="1236445"/>
            <a:chExt cx="749256" cy="695894"/>
          </a:xfrm>
        </p:grpSpPr>
        <p:grpSp>
          <p:nvGrpSpPr>
            <p:cNvPr id="9521" name="Google Shape;9521;p82"/>
            <p:cNvGrpSpPr/>
            <p:nvPr/>
          </p:nvGrpSpPr>
          <p:grpSpPr>
            <a:xfrm>
              <a:off x="3583779" y="1236445"/>
              <a:ext cx="293795" cy="285811"/>
              <a:chOff x="3750225" y="1774000"/>
              <a:chExt cx="149575" cy="145525"/>
            </a:xfrm>
          </p:grpSpPr>
          <p:sp>
            <p:nvSpPr>
              <p:cNvPr id="9522" name="Google Shape;9522;p8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82"/>
            <p:cNvGrpSpPr/>
            <p:nvPr/>
          </p:nvGrpSpPr>
          <p:grpSpPr>
            <a:xfrm>
              <a:off x="3775534" y="1462599"/>
              <a:ext cx="322325" cy="285958"/>
              <a:chOff x="3847850" y="1889150"/>
              <a:chExt cx="164100" cy="145600"/>
            </a:xfrm>
          </p:grpSpPr>
          <p:sp>
            <p:nvSpPr>
              <p:cNvPr id="9525" name="Google Shape;9525;p8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82"/>
            <p:cNvGrpSpPr/>
            <p:nvPr/>
          </p:nvGrpSpPr>
          <p:grpSpPr>
            <a:xfrm>
              <a:off x="3545329" y="1646528"/>
              <a:ext cx="293746" cy="285811"/>
              <a:chOff x="3730650" y="1982800"/>
              <a:chExt cx="149550" cy="145525"/>
            </a:xfrm>
          </p:grpSpPr>
          <p:sp>
            <p:nvSpPr>
              <p:cNvPr id="9528" name="Google Shape;9528;p8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82"/>
            <p:cNvGrpSpPr/>
            <p:nvPr/>
          </p:nvGrpSpPr>
          <p:grpSpPr>
            <a:xfrm>
              <a:off x="3348603" y="1415046"/>
              <a:ext cx="294384" cy="284387"/>
              <a:chOff x="3630494" y="1864938"/>
              <a:chExt cx="149875" cy="144800"/>
            </a:xfrm>
          </p:grpSpPr>
          <p:sp>
            <p:nvSpPr>
              <p:cNvPr id="9531" name="Google Shape;9531;p82"/>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2"/>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33" name="Google Shape;9533;p82"/>
          <p:cNvGrpSpPr/>
          <p:nvPr/>
        </p:nvGrpSpPr>
        <p:grpSpPr>
          <a:xfrm>
            <a:off x="2268517" y="3493832"/>
            <a:ext cx="1324924" cy="678083"/>
            <a:chOff x="2413923" y="3711366"/>
            <a:chExt cx="1374117" cy="703260"/>
          </a:xfrm>
        </p:grpSpPr>
        <p:grpSp>
          <p:nvGrpSpPr>
            <p:cNvPr id="9534" name="Google Shape;9534;p82"/>
            <p:cNvGrpSpPr/>
            <p:nvPr/>
          </p:nvGrpSpPr>
          <p:grpSpPr>
            <a:xfrm>
              <a:off x="2413923" y="3711366"/>
              <a:ext cx="1374117" cy="703260"/>
              <a:chOff x="2413923" y="3711366"/>
              <a:chExt cx="1374117" cy="703260"/>
            </a:xfrm>
          </p:grpSpPr>
          <p:sp>
            <p:nvSpPr>
              <p:cNvPr id="9535" name="Google Shape;9535;p82"/>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6" name="Google Shape;9536;p82"/>
              <p:cNvGrpSpPr/>
              <p:nvPr/>
            </p:nvGrpSpPr>
            <p:grpSpPr>
              <a:xfrm>
                <a:off x="2600284" y="3808654"/>
                <a:ext cx="234506" cy="138009"/>
                <a:chOff x="2600284" y="3808654"/>
                <a:chExt cx="234506" cy="138009"/>
              </a:xfrm>
            </p:grpSpPr>
            <p:sp>
              <p:nvSpPr>
                <p:cNvPr id="9537" name="Google Shape;9537;p82"/>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38" name="Google Shape;9538;p82"/>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539" name="Google Shape;9539;p82"/>
              <p:cNvGrpSpPr/>
              <p:nvPr/>
            </p:nvGrpSpPr>
            <p:grpSpPr>
              <a:xfrm>
                <a:off x="3359659" y="3805664"/>
                <a:ext cx="232294" cy="141000"/>
                <a:chOff x="3359659" y="3805664"/>
                <a:chExt cx="232294" cy="141000"/>
              </a:xfrm>
            </p:grpSpPr>
            <p:sp>
              <p:nvSpPr>
                <p:cNvPr id="9540" name="Google Shape;9540;p82"/>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41" name="Google Shape;9541;p82"/>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542" name="Google Shape;9542;p82"/>
              <p:cNvGrpSpPr/>
              <p:nvPr/>
            </p:nvGrpSpPr>
            <p:grpSpPr>
              <a:xfrm>
                <a:off x="3067316" y="3711366"/>
                <a:ext cx="66900" cy="166809"/>
                <a:chOff x="3067316" y="3711366"/>
                <a:chExt cx="66900" cy="166809"/>
              </a:xfrm>
            </p:grpSpPr>
            <p:sp>
              <p:nvSpPr>
                <p:cNvPr id="9543" name="Google Shape;9543;p82"/>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44" name="Google Shape;9544;p82"/>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545" name="Google Shape;9545;p82"/>
              <p:cNvGrpSpPr/>
              <p:nvPr/>
            </p:nvGrpSpPr>
            <p:grpSpPr>
              <a:xfrm>
                <a:off x="2413923" y="4058666"/>
                <a:ext cx="224119" cy="66900"/>
                <a:chOff x="2413923" y="4058666"/>
                <a:chExt cx="224119" cy="66900"/>
              </a:xfrm>
            </p:grpSpPr>
            <p:sp>
              <p:nvSpPr>
                <p:cNvPr id="9546" name="Google Shape;9546;p82"/>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47" name="Google Shape;9547;p82"/>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548" name="Google Shape;9548;p82"/>
              <p:cNvGrpSpPr/>
              <p:nvPr/>
            </p:nvGrpSpPr>
            <p:grpSpPr>
              <a:xfrm>
                <a:off x="3564643" y="4058666"/>
                <a:ext cx="223397" cy="66900"/>
                <a:chOff x="3564643" y="4058666"/>
                <a:chExt cx="223397" cy="66900"/>
              </a:xfrm>
            </p:grpSpPr>
            <p:sp>
              <p:nvSpPr>
                <p:cNvPr id="9549" name="Google Shape;9549;p82"/>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50" name="Google Shape;9550;p82"/>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551" name="Google Shape;9551;p82"/>
            <p:cNvGrpSpPr/>
            <p:nvPr/>
          </p:nvGrpSpPr>
          <p:grpSpPr>
            <a:xfrm>
              <a:off x="2633353" y="3965763"/>
              <a:ext cx="933975" cy="445687"/>
              <a:chOff x="2633353" y="3965763"/>
              <a:chExt cx="933975" cy="445687"/>
            </a:xfrm>
          </p:grpSpPr>
          <p:sp>
            <p:nvSpPr>
              <p:cNvPr id="9552" name="Google Shape;9552;p82"/>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2"/>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4" name="Google Shape;9554;p82"/>
          <p:cNvGrpSpPr/>
          <p:nvPr/>
        </p:nvGrpSpPr>
        <p:grpSpPr>
          <a:xfrm>
            <a:off x="6392789" y="1044380"/>
            <a:ext cx="1131087" cy="587383"/>
            <a:chOff x="238125" y="999450"/>
            <a:chExt cx="7140700" cy="3708225"/>
          </a:xfrm>
        </p:grpSpPr>
        <p:sp>
          <p:nvSpPr>
            <p:cNvPr id="9555" name="Google Shape;9555;p82"/>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2"/>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82"/>
          <p:cNvGrpSpPr/>
          <p:nvPr/>
        </p:nvGrpSpPr>
        <p:grpSpPr>
          <a:xfrm>
            <a:off x="3744240" y="3493874"/>
            <a:ext cx="1375854" cy="678131"/>
            <a:chOff x="3913765" y="3641905"/>
            <a:chExt cx="1522805" cy="750560"/>
          </a:xfrm>
        </p:grpSpPr>
        <p:grpSp>
          <p:nvGrpSpPr>
            <p:cNvPr id="9565" name="Google Shape;9565;p82"/>
            <p:cNvGrpSpPr/>
            <p:nvPr/>
          </p:nvGrpSpPr>
          <p:grpSpPr>
            <a:xfrm>
              <a:off x="3913765" y="3997002"/>
              <a:ext cx="1522805" cy="395463"/>
              <a:chOff x="3913765" y="3997002"/>
              <a:chExt cx="1522805" cy="395463"/>
            </a:xfrm>
          </p:grpSpPr>
          <p:grpSp>
            <p:nvGrpSpPr>
              <p:cNvPr id="9566" name="Google Shape;9566;p82"/>
              <p:cNvGrpSpPr/>
              <p:nvPr/>
            </p:nvGrpSpPr>
            <p:grpSpPr>
              <a:xfrm>
                <a:off x="3913765" y="4138659"/>
                <a:ext cx="507602" cy="253806"/>
                <a:chOff x="3913765" y="4138659"/>
                <a:chExt cx="507602" cy="253806"/>
              </a:xfrm>
            </p:grpSpPr>
            <p:sp>
              <p:nvSpPr>
                <p:cNvPr id="9567" name="Google Shape;9567;p82"/>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2"/>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569" name="Google Shape;9569;p82"/>
              <p:cNvGrpSpPr/>
              <p:nvPr/>
            </p:nvGrpSpPr>
            <p:grpSpPr>
              <a:xfrm>
                <a:off x="4421361" y="3997002"/>
                <a:ext cx="507618" cy="395463"/>
                <a:chOff x="4421361" y="3997002"/>
                <a:chExt cx="507618" cy="395463"/>
              </a:xfrm>
            </p:grpSpPr>
            <p:sp>
              <p:nvSpPr>
                <p:cNvPr id="9570" name="Google Shape;9570;p82"/>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2"/>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82"/>
              <p:cNvGrpSpPr/>
              <p:nvPr/>
            </p:nvGrpSpPr>
            <p:grpSpPr>
              <a:xfrm>
                <a:off x="4928973" y="4189418"/>
                <a:ext cx="507596" cy="203047"/>
                <a:chOff x="4928973" y="4189418"/>
                <a:chExt cx="507596" cy="203047"/>
              </a:xfrm>
            </p:grpSpPr>
            <p:sp>
              <p:nvSpPr>
                <p:cNvPr id="9573" name="Google Shape;9573;p82"/>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2"/>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75" name="Google Shape;9575;p82"/>
            <p:cNvGrpSpPr/>
            <p:nvPr/>
          </p:nvGrpSpPr>
          <p:grpSpPr>
            <a:xfrm>
              <a:off x="4482186" y="3641905"/>
              <a:ext cx="397605" cy="349784"/>
              <a:chOff x="2906375" y="1159725"/>
              <a:chExt cx="1860575" cy="1636800"/>
            </a:xfrm>
          </p:grpSpPr>
          <p:sp>
            <p:nvSpPr>
              <p:cNvPr id="9576" name="Google Shape;9576;p82"/>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2"/>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2"/>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2"/>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80" name="Google Shape;9580;p82"/>
          <p:cNvGrpSpPr/>
          <p:nvPr/>
        </p:nvGrpSpPr>
        <p:grpSpPr>
          <a:xfrm>
            <a:off x="6528949" y="1853801"/>
            <a:ext cx="940737" cy="721067"/>
            <a:chOff x="6599718" y="2068734"/>
            <a:chExt cx="940737" cy="721067"/>
          </a:xfrm>
        </p:grpSpPr>
        <p:sp>
          <p:nvSpPr>
            <p:cNvPr id="9581" name="Google Shape;9581;p82"/>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2"/>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2"/>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2"/>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2"/>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2"/>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7" name="Google Shape;9587;p82"/>
            <p:cNvGrpSpPr/>
            <p:nvPr/>
          </p:nvGrpSpPr>
          <p:grpSpPr>
            <a:xfrm>
              <a:off x="6836957" y="2068734"/>
              <a:ext cx="461892" cy="721067"/>
              <a:chOff x="6836957" y="2068734"/>
              <a:chExt cx="461892" cy="721067"/>
            </a:xfrm>
          </p:grpSpPr>
          <p:sp>
            <p:nvSpPr>
              <p:cNvPr id="9588" name="Google Shape;9588;p82"/>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2"/>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2"/>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2"/>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2"/>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2"/>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4" name="Google Shape;9594;p82"/>
              <p:cNvGrpSpPr/>
              <p:nvPr/>
            </p:nvGrpSpPr>
            <p:grpSpPr>
              <a:xfrm>
                <a:off x="6836957" y="2068734"/>
                <a:ext cx="461892" cy="721067"/>
                <a:chOff x="6836957" y="2068734"/>
                <a:chExt cx="461892" cy="721067"/>
              </a:xfrm>
            </p:grpSpPr>
            <p:sp>
              <p:nvSpPr>
                <p:cNvPr id="9595" name="Google Shape;9595;p82"/>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2"/>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2"/>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2"/>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2"/>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2"/>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2"/>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602" name="Google Shape;9602;p82"/>
          <p:cNvGrpSpPr/>
          <p:nvPr/>
        </p:nvGrpSpPr>
        <p:grpSpPr>
          <a:xfrm>
            <a:off x="2412267" y="1858147"/>
            <a:ext cx="712577" cy="712374"/>
            <a:chOff x="2559249" y="2069323"/>
            <a:chExt cx="685566" cy="685634"/>
          </a:xfrm>
        </p:grpSpPr>
        <p:sp>
          <p:nvSpPr>
            <p:cNvPr id="9603" name="Google Shape;9603;p82"/>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2"/>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2"/>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2"/>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2"/>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2"/>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2"/>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2"/>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2"/>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2"/>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2"/>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2"/>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2"/>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82"/>
          <p:cNvGrpSpPr/>
          <p:nvPr/>
        </p:nvGrpSpPr>
        <p:grpSpPr>
          <a:xfrm>
            <a:off x="7594705" y="970936"/>
            <a:ext cx="845645" cy="711911"/>
            <a:chOff x="951975" y="315800"/>
            <a:chExt cx="5860325" cy="4933550"/>
          </a:xfrm>
        </p:grpSpPr>
        <p:sp>
          <p:nvSpPr>
            <p:cNvPr id="9617" name="Google Shape;9617;p82"/>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2"/>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2"/>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2"/>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2"/>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2"/>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2"/>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2"/>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82"/>
          <p:cNvGrpSpPr/>
          <p:nvPr/>
        </p:nvGrpSpPr>
        <p:grpSpPr>
          <a:xfrm>
            <a:off x="3691834" y="2707045"/>
            <a:ext cx="1617932" cy="621724"/>
            <a:chOff x="3862800" y="3038525"/>
            <a:chExt cx="1329006" cy="510698"/>
          </a:xfrm>
        </p:grpSpPr>
        <p:sp>
          <p:nvSpPr>
            <p:cNvPr id="9626" name="Google Shape;9626;p82"/>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2"/>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8" name="Google Shape;9628;p82"/>
            <p:cNvGrpSpPr/>
            <p:nvPr/>
          </p:nvGrpSpPr>
          <p:grpSpPr>
            <a:xfrm>
              <a:off x="3967075" y="3040337"/>
              <a:ext cx="1019927" cy="402126"/>
              <a:chOff x="3967075" y="3040337"/>
              <a:chExt cx="1019927" cy="402126"/>
            </a:xfrm>
          </p:grpSpPr>
          <p:sp>
            <p:nvSpPr>
              <p:cNvPr id="9629" name="Google Shape;9629;p82"/>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2"/>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82"/>
            <p:cNvGrpSpPr/>
            <p:nvPr/>
          </p:nvGrpSpPr>
          <p:grpSpPr>
            <a:xfrm>
              <a:off x="4186700" y="3040337"/>
              <a:ext cx="390475" cy="183289"/>
              <a:chOff x="4186700" y="3040337"/>
              <a:chExt cx="390475" cy="183289"/>
            </a:xfrm>
          </p:grpSpPr>
          <p:sp>
            <p:nvSpPr>
              <p:cNvPr id="9632" name="Google Shape;9632;p82"/>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2"/>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82"/>
            <p:cNvGrpSpPr/>
            <p:nvPr/>
          </p:nvGrpSpPr>
          <p:grpSpPr>
            <a:xfrm>
              <a:off x="4073727" y="3040337"/>
              <a:ext cx="697794" cy="296263"/>
              <a:chOff x="4073727" y="3040337"/>
              <a:chExt cx="697794" cy="296263"/>
            </a:xfrm>
          </p:grpSpPr>
          <p:sp>
            <p:nvSpPr>
              <p:cNvPr id="9635" name="Google Shape;9635;p82"/>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2"/>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82"/>
            <p:cNvGrpSpPr/>
            <p:nvPr/>
          </p:nvGrpSpPr>
          <p:grpSpPr>
            <a:xfrm>
              <a:off x="3862800" y="3038525"/>
              <a:ext cx="1329006" cy="510698"/>
              <a:chOff x="3862800" y="3038525"/>
              <a:chExt cx="1329006" cy="510698"/>
            </a:xfrm>
          </p:grpSpPr>
          <p:sp>
            <p:nvSpPr>
              <p:cNvPr id="9638" name="Google Shape;9638;p82"/>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2"/>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40" name="Google Shape;9640;p82"/>
          <p:cNvGrpSpPr/>
          <p:nvPr/>
        </p:nvGrpSpPr>
        <p:grpSpPr>
          <a:xfrm>
            <a:off x="700156" y="970936"/>
            <a:ext cx="883205" cy="775176"/>
            <a:chOff x="649648" y="271400"/>
            <a:chExt cx="6215377" cy="5455143"/>
          </a:xfrm>
        </p:grpSpPr>
        <p:sp>
          <p:nvSpPr>
            <p:cNvPr id="9641" name="Google Shape;9641;p82"/>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2"/>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2"/>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2"/>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2"/>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2"/>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2"/>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2"/>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2"/>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2"/>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2"/>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2"/>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82"/>
          <p:cNvGrpSpPr/>
          <p:nvPr/>
        </p:nvGrpSpPr>
        <p:grpSpPr>
          <a:xfrm>
            <a:off x="2308457" y="970936"/>
            <a:ext cx="767704" cy="815489"/>
            <a:chOff x="2499700" y="1135950"/>
            <a:chExt cx="732402" cy="777990"/>
          </a:xfrm>
        </p:grpSpPr>
        <p:grpSp>
          <p:nvGrpSpPr>
            <p:cNvPr id="9654" name="Google Shape;9654;p82"/>
            <p:cNvGrpSpPr/>
            <p:nvPr/>
          </p:nvGrpSpPr>
          <p:grpSpPr>
            <a:xfrm>
              <a:off x="2499700" y="1135950"/>
              <a:ext cx="732402" cy="694705"/>
              <a:chOff x="2499700" y="1135950"/>
              <a:chExt cx="732402" cy="694705"/>
            </a:xfrm>
          </p:grpSpPr>
          <p:sp>
            <p:nvSpPr>
              <p:cNvPr id="9655" name="Google Shape;9655;p82"/>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2"/>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2"/>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2"/>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2"/>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2"/>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2"/>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2"/>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2"/>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2"/>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2"/>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2"/>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2"/>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2"/>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2"/>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2"/>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2"/>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2"/>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2"/>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2"/>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2"/>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2"/>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2"/>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2"/>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2"/>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2"/>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2"/>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82"/>
            <p:cNvGrpSpPr/>
            <p:nvPr/>
          </p:nvGrpSpPr>
          <p:grpSpPr>
            <a:xfrm>
              <a:off x="2517909" y="1188726"/>
              <a:ext cx="702702" cy="725214"/>
              <a:chOff x="2517909" y="1188726"/>
              <a:chExt cx="702702" cy="725214"/>
            </a:xfrm>
          </p:grpSpPr>
          <p:sp>
            <p:nvSpPr>
              <p:cNvPr id="9683" name="Google Shape;9683;p82"/>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2"/>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2"/>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2"/>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2"/>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88" name="Google Shape;9688;p82"/>
          <p:cNvGrpSpPr/>
          <p:nvPr/>
        </p:nvGrpSpPr>
        <p:grpSpPr>
          <a:xfrm>
            <a:off x="1654189" y="970936"/>
            <a:ext cx="583439" cy="870229"/>
            <a:chOff x="1716825" y="1121550"/>
            <a:chExt cx="622800" cy="928938"/>
          </a:xfrm>
        </p:grpSpPr>
        <p:grpSp>
          <p:nvGrpSpPr>
            <p:cNvPr id="9689" name="Google Shape;9689;p82"/>
            <p:cNvGrpSpPr/>
            <p:nvPr/>
          </p:nvGrpSpPr>
          <p:grpSpPr>
            <a:xfrm>
              <a:off x="1716825" y="1121550"/>
              <a:ext cx="622800" cy="928938"/>
              <a:chOff x="1716825" y="1121550"/>
              <a:chExt cx="622800" cy="928938"/>
            </a:xfrm>
          </p:grpSpPr>
          <p:cxnSp>
            <p:nvCxnSpPr>
              <p:cNvPr id="9690" name="Google Shape;9690;p82"/>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691" name="Google Shape;9691;p82"/>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82"/>
            <p:cNvGrpSpPr/>
            <p:nvPr/>
          </p:nvGrpSpPr>
          <p:grpSpPr>
            <a:xfrm>
              <a:off x="1768050" y="1172775"/>
              <a:ext cx="520200" cy="832000"/>
              <a:chOff x="1768050" y="1172775"/>
              <a:chExt cx="520200" cy="832000"/>
            </a:xfrm>
          </p:grpSpPr>
          <p:cxnSp>
            <p:nvCxnSpPr>
              <p:cNvPr id="9693" name="Google Shape;9693;p82"/>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694" name="Google Shape;9694;p82"/>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82"/>
            <p:cNvGrpSpPr/>
            <p:nvPr/>
          </p:nvGrpSpPr>
          <p:grpSpPr>
            <a:xfrm>
              <a:off x="1820100" y="1225475"/>
              <a:ext cx="416400" cy="729575"/>
              <a:chOff x="1820100" y="1225475"/>
              <a:chExt cx="416400" cy="729575"/>
            </a:xfrm>
          </p:grpSpPr>
          <p:cxnSp>
            <p:nvCxnSpPr>
              <p:cNvPr id="9696" name="Google Shape;9696;p82"/>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697" name="Google Shape;9697;p82"/>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82"/>
            <p:cNvGrpSpPr/>
            <p:nvPr/>
          </p:nvGrpSpPr>
          <p:grpSpPr>
            <a:xfrm>
              <a:off x="1874250" y="1278825"/>
              <a:ext cx="308100" cy="605275"/>
              <a:chOff x="1874250" y="1278825"/>
              <a:chExt cx="308100" cy="605275"/>
            </a:xfrm>
          </p:grpSpPr>
          <p:cxnSp>
            <p:nvCxnSpPr>
              <p:cNvPr id="9699" name="Google Shape;9699;p82"/>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700" name="Google Shape;9700;p82"/>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1" name="Google Shape;9701;p82"/>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82"/>
          <p:cNvGrpSpPr/>
          <p:nvPr/>
        </p:nvGrpSpPr>
        <p:grpSpPr>
          <a:xfrm>
            <a:off x="1574012" y="1857258"/>
            <a:ext cx="739072" cy="714152"/>
            <a:chOff x="4334725" y="1355875"/>
            <a:chExt cx="3106650" cy="3001900"/>
          </a:xfrm>
        </p:grpSpPr>
        <p:grpSp>
          <p:nvGrpSpPr>
            <p:cNvPr id="9703" name="Google Shape;9703;p82"/>
            <p:cNvGrpSpPr/>
            <p:nvPr/>
          </p:nvGrpSpPr>
          <p:grpSpPr>
            <a:xfrm>
              <a:off x="4516050" y="1724875"/>
              <a:ext cx="2693725" cy="2632900"/>
              <a:chOff x="4516050" y="1724875"/>
              <a:chExt cx="2693725" cy="2632900"/>
            </a:xfrm>
          </p:grpSpPr>
          <p:sp>
            <p:nvSpPr>
              <p:cNvPr id="9704" name="Google Shape;9704;p82"/>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2"/>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2"/>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82"/>
            <p:cNvGrpSpPr/>
            <p:nvPr/>
          </p:nvGrpSpPr>
          <p:grpSpPr>
            <a:xfrm>
              <a:off x="4334725" y="1355875"/>
              <a:ext cx="3106650" cy="2709650"/>
              <a:chOff x="4334725" y="1355875"/>
              <a:chExt cx="3106650" cy="2709650"/>
            </a:xfrm>
          </p:grpSpPr>
          <p:sp>
            <p:nvSpPr>
              <p:cNvPr id="9708" name="Google Shape;9708;p82"/>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2"/>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2"/>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11" name="Google Shape;9711;p82"/>
          <p:cNvGrpSpPr/>
          <p:nvPr/>
        </p:nvGrpSpPr>
        <p:grpSpPr>
          <a:xfrm>
            <a:off x="7690961" y="3488029"/>
            <a:ext cx="312074" cy="684173"/>
            <a:chOff x="7645573" y="3754300"/>
            <a:chExt cx="293855" cy="644170"/>
          </a:xfrm>
        </p:grpSpPr>
        <p:sp>
          <p:nvSpPr>
            <p:cNvPr id="9712" name="Google Shape;9712;p82"/>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2"/>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82"/>
          <p:cNvGrpSpPr/>
          <p:nvPr/>
        </p:nvGrpSpPr>
        <p:grpSpPr>
          <a:xfrm>
            <a:off x="5612949" y="970936"/>
            <a:ext cx="709011" cy="739359"/>
            <a:chOff x="5830645" y="1256617"/>
            <a:chExt cx="530340" cy="553040"/>
          </a:xfrm>
        </p:grpSpPr>
        <p:grpSp>
          <p:nvGrpSpPr>
            <p:cNvPr id="9715" name="Google Shape;9715;p82"/>
            <p:cNvGrpSpPr/>
            <p:nvPr/>
          </p:nvGrpSpPr>
          <p:grpSpPr>
            <a:xfrm>
              <a:off x="5830645" y="1256617"/>
              <a:ext cx="259743" cy="269909"/>
              <a:chOff x="5830645" y="1256617"/>
              <a:chExt cx="259743" cy="269909"/>
            </a:xfrm>
          </p:grpSpPr>
          <p:sp>
            <p:nvSpPr>
              <p:cNvPr id="9716" name="Google Shape;9716;p82"/>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2"/>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82"/>
            <p:cNvGrpSpPr/>
            <p:nvPr/>
          </p:nvGrpSpPr>
          <p:grpSpPr>
            <a:xfrm>
              <a:off x="6101293" y="1256617"/>
              <a:ext cx="259692" cy="269909"/>
              <a:chOff x="6101293" y="1256617"/>
              <a:chExt cx="259692" cy="269909"/>
            </a:xfrm>
          </p:grpSpPr>
          <p:sp>
            <p:nvSpPr>
              <p:cNvPr id="9719" name="Google Shape;9719;p82"/>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2"/>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82"/>
            <p:cNvGrpSpPr/>
            <p:nvPr/>
          </p:nvGrpSpPr>
          <p:grpSpPr>
            <a:xfrm>
              <a:off x="5830645" y="1539749"/>
              <a:ext cx="259692" cy="269909"/>
              <a:chOff x="5830645" y="1539749"/>
              <a:chExt cx="259692" cy="269909"/>
            </a:xfrm>
          </p:grpSpPr>
          <p:sp>
            <p:nvSpPr>
              <p:cNvPr id="9722" name="Google Shape;9722;p82"/>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2"/>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82"/>
            <p:cNvGrpSpPr/>
            <p:nvPr/>
          </p:nvGrpSpPr>
          <p:grpSpPr>
            <a:xfrm>
              <a:off x="6101293" y="1539749"/>
              <a:ext cx="259692" cy="269909"/>
              <a:chOff x="6101293" y="1539749"/>
              <a:chExt cx="259692" cy="269909"/>
            </a:xfrm>
          </p:grpSpPr>
          <p:sp>
            <p:nvSpPr>
              <p:cNvPr id="9725" name="Google Shape;9725;p82"/>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2"/>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7" name="Google Shape;9727;p82"/>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8" name="Google Shape;9728;p82"/>
          <p:cNvGrpSpPr/>
          <p:nvPr/>
        </p:nvGrpSpPr>
        <p:grpSpPr>
          <a:xfrm>
            <a:off x="714444" y="2707052"/>
            <a:ext cx="1452955" cy="621360"/>
            <a:chOff x="732422" y="2990152"/>
            <a:chExt cx="1337773" cy="572102"/>
          </a:xfrm>
        </p:grpSpPr>
        <p:sp>
          <p:nvSpPr>
            <p:cNvPr id="9729" name="Google Shape;9729;p82"/>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2"/>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2"/>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2"/>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2"/>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2"/>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38" name="Shape 9738"/>
        <p:cNvGrpSpPr/>
        <p:nvPr/>
      </p:nvGrpSpPr>
      <p:grpSpPr>
        <a:xfrm>
          <a:off x="0" y="0"/>
          <a:ext cx="0" cy="0"/>
          <a:chOff x="0" y="0"/>
          <a:chExt cx="0" cy="0"/>
        </a:xfrm>
      </p:grpSpPr>
      <p:grpSp>
        <p:nvGrpSpPr>
          <p:cNvPr id="9739" name="Google Shape;9739;p83"/>
          <p:cNvGrpSpPr/>
          <p:nvPr/>
        </p:nvGrpSpPr>
        <p:grpSpPr>
          <a:xfrm>
            <a:off x="708579" y="965872"/>
            <a:ext cx="1636117" cy="1526144"/>
            <a:chOff x="729238" y="1179665"/>
            <a:chExt cx="1636117" cy="1526144"/>
          </a:xfrm>
        </p:grpSpPr>
        <p:grpSp>
          <p:nvGrpSpPr>
            <p:cNvPr id="9740" name="Google Shape;9740;p83"/>
            <p:cNvGrpSpPr/>
            <p:nvPr/>
          </p:nvGrpSpPr>
          <p:grpSpPr>
            <a:xfrm>
              <a:off x="729238" y="1179665"/>
              <a:ext cx="80700" cy="1526144"/>
              <a:chOff x="729238" y="1179665"/>
              <a:chExt cx="80700" cy="1526144"/>
            </a:xfrm>
          </p:grpSpPr>
          <p:sp>
            <p:nvSpPr>
              <p:cNvPr id="9741" name="Google Shape;9741;p83"/>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3"/>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3"/>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3"/>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83"/>
            <p:cNvGrpSpPr/>
            <p:nvPr/>
          </p:nvGrpSpPr>
          <p:grpSpPr>
            <a:xfrm>
              <a:off x="903098" y="1179665"/>
              <a:ext cx="80700" cy="1526144"/>
              <a:chOff x="903098" y="1179665"/>
              <a:chExt cx="80700" cy="1526144"/>
            </a:xfrm>
          </p:grpSpPr>
          <p:sp>
            <p:nvSpPr>
              <p:cNvPr id="9752" name="Google Shape;9752;p83"/>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3"/>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3"/>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3"/>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3"/>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3"/>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83"/>
            <p:cNvGrpSpPr/>
            <p:nvPr/>
          </p:nvGrpSpPr>
          <p:grpSpPr>
            <a:xfrm>
              <a:off x="1076958" y="1179665"/>
              <a:ext cx="80700" cy="1526144"/>
              <a:chOff x="1076958" y="1179665"/>
              <a:chExt cx="80700" cy="1526144"/>
            </a:xfrm>
          </p:grpSpPr>
          <p:sp>
            <p:nvSpPr>
              <p:cNvPr id="9763" name="Google Shape;9763;p83"/>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3"/>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3"/>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3"/>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3"/>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3"/>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3"/>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83"/>
            <p:cNvGrpSpPr/>
            <p:nvPr/>
          </p:nvGrpSpPr>
          <p:grpSpPr>
            <a:xfrm>
              <a:off x="1247707" y="1179665"/>
              <a:ext cx="80700" cy="1526144"/>
              <a:chOff x="1247707" y="1179665"/>
              <a:chExt cx="80700" cy="1526144"/>
            </a:xfrm>
          </p:grpSpPr>
          <p:sp>
            <p:nvSpPr>
              <p:cNvPr id="9774" name="Google Shape;9774;p83"/>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3"/>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3"/>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83"/>
            <p:cNvGrpSpPr/>
            <p:nvPr/>
          </p:nvGrpSpPr>
          <p:grpSpPr>
            <a:xfrm>
              <a:off x="1421567" y="1179665"/>
              <a:ext cx="80700" cy="1526144"/>
              <a:chOff x="1421567" y="1179665"/>
              <a:chExt cx="80700" cy="1526144"/>
            </a:xfrm>
          </p:grpSpPr>
          <p:sp>
            <p:nvSpPr>
              <p:cNvPr id="9785" name="Google Shape;9785;p83"/>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3"/>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3"/>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3"/>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3"/>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3"/>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3"/>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3"/>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83"/>
            <p:cNvGrpSpPr/>
            <p:nvPr/>
          </p:nvGrpSpPr>
          <p:grpSpPr>
            <a:xfrm>
              <a:off x="1592327" y="1179665"/>
              <a:ext cx="80700" cy="1526144"/>
              <a:chOff x="1592327" y="1179665"/>
              <a:chExt cx="80700" cy="1526144"/>
            </a:xfrm>
          </p:grpSpPr>
          <p:sp>
            <p:nvSpPr>
              <p:cNvPr id="9796" name="Google Shape;9796;p83"/>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3"/>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3"/>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3"/>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3"/>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3"/>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83"/>
            <p:cNvGrpSpPr/>
            <p:nvPr/>
          </p:nvGrpSpPr>
          <p:grpSpPr>
            <a:xfrm>
              <a:off x="1766187" y="1179665"/>
              <a:ext cx="80700" cy="1526144"/>
              <a:chOff x="1766187" y="1179665"/>
              <a:chExt cx="80700" cy="1526144"/>
            </a:xfrm>
          </p:grpSpPr>
          <p:sp>
            <p:nvSpPr>
              <p:cNvPr id="9807" name="Google Shape;9807;p83"/>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3"/>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3"/>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3"/>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3"/>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3"/>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3"/>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3"/>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3"/>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83"/>
            <p:cNvGrpSpPr/>
            <p:nvPr/>
          </p:nvGrpSpPr>
          <p:grpSpPr>
            <a:xfrm>
              <a:off x="1936935" y="1179665"/>
              <a:ext cx="80700" cy="1526144"/>
              <a:chOff x="1936935" y="1179665"/>
              <a:chExt cx="80700" cy="1526144"/>
            </a:xfrm>
          </p:grpSpPr>
          <p:sp>
            <p:nvSpPr>
              <p:cNvPr id="9818" name="Google Shape;9818;p83"/>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3"/>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3"/>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3"/>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3"/>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8" name="Google Shape;9828;p83"/>
            <p:cNvGrpSpPr/>
            <p:nvPr/>
          </p:nvGrpSpPr>
          <p:grpSpPr>
            <a:xfrm>
              <a:off x="2110795" y="1179665"/>
              <a:ext cx="80700" cy="1526144"/>
              <a:chOff x="2110795" y="1179665"/>
              <a:chExt cx="80700" cy="1526144"/>
            </a:xfrm>
          </p:grpSpPr>
          <p:sp>
            <p:nvSpPr>
              <p:cNvPr id="9829" name="Google Shape;9829;p83"/>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3"/>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3"/>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3"/>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83"/>
            <p:cNvGrpSpPr/>
            <p:nvPr/>
          </p:nvGrpSpPr>
          <p:grpSpPr>
            <a:xfrm>
              <a:off x="2284655" y="1179665"/>
              <a:ext cx="80700" cy="1526144"/>
              <a:chOff x="2284655" y="1179665"/>
              <a:chExt cx="80700" cy="1526144"/>
            </a:xfrm>
          </p:grpSpPr>
          <p:sp>
            <p:nvSpPr>
              <p:cNvPr id="9840" name="Google Shape;9840;p83"/>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3"/>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3"/>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3"/>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3"/>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3"/>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50" name="Google Shape;9850;p83"/>
          <p:cNvGrpSpPr/>
          <p:nvPr/>
        </p:nvGrpSpPr>
        <p:grpSpPr>
          <a:xfrm>
            <a:off x="2603245" y="985011"/>
            <a:ext cx="1364248" cy="1102133"/>
            <a:chOff x="2623904" y="1198803"/>
            <a:chExt cx="1364248" cy="1102133"/>
          </a:xfrm>
        </p:grpSpPr>
        <p:grpSp>
          <p:nvGrpSpPr>
            <p:cNvPr id="9851" name="Google Shape;9851;p83"/>
            <p:cNvGrpSpPr/>
            <p:nvPr/>
          </p:nvGrpSpPr>
          <p:grpSpPr>
            <a:xfrm>
              <a:off x="2623907" y="1198803"/>
              <a:ext cx="1364245" cy="273000"/>
              <a:chOff x="2623907" y="1198803"/>
              <a:chExt cx="1364245" cy="273000"/>
            </a:xfrm>
          </p:grpSpPr>
          <p:sp>
            <p:nvSpPr>
              <p:cNvPr id="9852" name="Google Shape;9852;p83"/>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83"/>
            <p:cNvGrpSpPr/>
            <p:nvPr/>
          </p:nvGrpSpPr>
          <p:grpSpPr>
            <a:xfrm>
              <a:off x="2623904" y="1476964"/>
              <a:ext cx="1364245" cy="273000"/>
              <a:chOff x="2623904" y="1476964"/>
              <a:chExt cx="1364245" cy="273000"/>
            </a:xfrm>
          </p:grpSpPr>
          <p:sp>
            <p:nvSpPr>
              <p:cNvPr id="9858" name="Google Shape;9858;p83"/>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3"/>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3"/>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83"/>
            <p:cNvGrpSpPr/>
            <p:nvPr/>
          </p:nvGrpSpPr>
          <p:grpSpPr>
            <a:xfrm>
              <a:off x="2623907" y="1749775"/>
              <a:ext cx="1364245" cy="273000"/>
              <a:chOff x="2623907" y="1749775"/>
              <a:chExt cx="1364245" cy="273000"/>
            </a:xfrm>
          </p:grpSpPr>
          <p:sp>
            <p:nvSpPr>
              <p:cNvPr id="9864" name="Google Shape;9864;p83"/>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3"/>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83"/>
            <p:cNvGrpSpPr/>
            <p:nvPr/>
          </p:nvGrpSpPr>
          <p:grpSpPr>
            <a:xfrm>
              <a:off x="2623904" y="2027936"/>
              <a:ext cx="1364245" cy="273000"/>
              <a:chOff x="2623904" y="2027936"/>
              <a:chExt cx="1364245" cy="273000"/>
            </a:xfrm>
          </p:grpSpPr>
          <p:sp>
            <p:nvSpPr>
              <p:cNvPr id="9870" name="Google Shape;9870;p8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75" name="Google Shape;9875;p83"/>
          <p:cNvGrpSpPr/>
          <p:nvPr/>
        </p:nvGrpSpPr>
        <p:grpSpPr>
          <a:xfrm>
            <a:off x="2592706" y="2444193"/>
            <a:ext cx="1387541" cy="159124"/>
            <a:chOff x="3200660" y="2180272"/>
            <a:chExt cx="2563824" cy="378237"/>
          </a:xfrm>
        </p:grpSpPr>
        <p:sp>
          <p:nvSpPr>
            <p:cNvPr id="9876" name="Google Shape;9876;p8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83"/>
          <p:cNvGrpSpPr/>
          <p:nvPr/>
        </p:nvGrpSpPr>
        <p:grpSpPr>
          <a:xfrm>
            <a:off x="2589231" y="2722018"/>
            <a:ext cx="1390502" cy="159625"/>
            <a:chOff x="3530150" y="2790075"/>
            <a:chExt cx="1962600" cy="225300"/>
          </a:xfrm>
        </p:grpSpPr>
        <p:sp>
          <p:nvSpPr>
            <p:cNvPr id="9895" name="Google Shape;9895;p83"/>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3"/>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83"/>
          <p:cNvGrpSpPr/>
          <p:nvPr/>
        </p:nvGrpSpPr>
        <p:grpSpPr>
          <a:xfrm>
            <a:off x="2589884" y="3000344"/>
            <a:ext cx="1411629" cy="153761"/>
            <a:chOff x="3558802" y="4011427"/>
            <a:chExt cx="1866000" cy="111300"/>
          </a:xfrm>
        </p:grpSpPr>
        <p:sp>
          <p:nvSpPr>
            <p:cNvPr id="9898" name="Google Shape;9898;p8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3"/>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83"/>
          <p:cNvGrpSpPr/>
          <p:nvPr/>
        </p:nvGrpSpPr>
        <p:grpSpPr>
          <a:xfrm>
            <a:off x="2589576" y="2205744"/>
            <a:ext cx="1383503" cy="119749"/>
            <a:chOff x="3465975" y="2270276"/>
            <a:chExt cx="1986364" cy="171929"/>
          </a:xfrm>
        </p:grpSpPr>
        <p:sp>
          <p:nvSpPr>
            <p:cNvPr id="9901" name="Google Shape;9901;p8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3"/>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3"/>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3"/>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3"/>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3"/>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83"/>
          <p:cNvGrpSpPr/>
          <p:nvPr/>
        </p:nvGrpSpPr>
        <p:grpSpPr>
          <a:xfrm>
            <a:off x="2600584" y="3569394"/>
            <a:ext cx="1369531" cy="195460"/>
            <a:chOff x="723300" y="4253549"/>
            <a:chExt cx="2276482" cy="324900"/>
          </a:xfrm>
        </p:grpSpPr>
        <p:sp>
          <p:nvSpPr>
            <p:cNvPr id="9910" name="Google Shape;9910;p8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3"/>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83"/>
          <p:cNvGrpSpPr/>
          <p:nvPr/>
        </p:nvGrpSpPr>
        <p:grpSpPr>
          <a:xfrm>
            <a:off x="2590145" y="3270574"/>
            <a:ext cx="1389066" cy="180119"/>
            <a:chOff x="705948" y="3788465"/>
            <a:chExt cx="2308953" cy="299400"/>
          </a:xfrm>
        </p:grpSpPr>
        <p:sp>
          <p:nvSpPr>
            <p:cNvPr id="9916" name="Google Shape;9916;p8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3"/>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3"/>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83"/>
          <p:cNvGrpSpPr/>
          <p:nvPr/>
        </p:nvGrpSpPr>
        <p:grpSpPr>
          <a:xfrm>
            <a:off x="2638082" y="3883554"/>
            <a:ext cx="1304609" cy="294074"/>
            <a:chOff x="2658741" y="4097347"/>
            <a:chExt cx="1304609" cy="294074"/>
          </a:xfrm>
        </p:grpSpPr>
        <p:grpSp>
          <p:nvGrpSpPr>
            <p:cNvPr id="9922" name="Google Shape;9922;p83"/>
            <p:cNvGrpSpPr/>
            <p:nvPr/>
          </p:nvGrpSpPr>
          <p:grpSpPr>
            <a:xfrm>
              <a:off x="2658741" y="4097347"/>
              <a:ext cx="118572" cy="294074"/>
              <a:chOff x="3343310" y="4475555"/>
              <a:chExt cx="127717" cy="316753"/>
            </a:xfrm>
          </p:grpSpPr>
          <p:sp>
            <p:nvSpPr>
              <p:cNvPr id="9923" name="Google Shape;9923;p8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83"/>
            <p:cNvGrpSpPr/>
            <p:nvPr/>
          </p:nvGrpSpPr>
          <p:grpSpPr>
            <a:xfrm>
              <a:off x="3815519" y="4098388"/>
              <a:ext cx="147831" cy="291991"/>
              <a:chOff x="3527539" y="4476677"/>
              <a:chExt cx="159232" cy="314510"/>
            </a:xfrm>
          </p:grpSpPr>
          <p:sp>
            <p:nvSpPr>
              <p:cNvPr id="9926" name="Google Shape;9926;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83"/>
            <p:cNvGrpSpPr/>
            <p:nvPr/>
          </p:nvGrpSpPr>
          <p:grpSpPr>
            <a:xfrm>
              <a:off x="3511696" y="4098388"/>
              <a:ext cx="147831" cy="291991"/>
              <a:chOff x="3527539" y="4476677"/>
              <a:chExt cx="159232" cy="314510"/>
            </a:xfrm>
          </p:grpSpPr>
          <p:sp>
            <p:nvSpPr>
              <p:cNvPr id="9929" name="Google Shape;9929;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83"/>
            <p:cNvGrpSpPr/>
            <p:nvPr/>
          </p:nvGrpSpPr>
          <p:grpSpPr>
            <a:xfrm>
              <a:off x="3207874" y="4098388"/>
              <a:ext cx="147831" cy="291991"/>
              <a:chOff x="3527539" y="4476677"/>
              <a:chExt cx="159232" cy="314510"/>
            </a:xfrm>
          </p:grpSpPr>
          <p:sp>
            <p:nvSpPr>
              <p:cNvPr id="9932" name="Google Shape;9932;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4" name="Google Shape;9934;p83"/>
            <p:cNvGrpSpPr/>
            <p:nvPr/>
          </p:nvGrpSpPr>
          <p:grpSpPr>
            <a:xfrm>
              <a:off x="2933305" y="4097347"/>
              <a:ext cx="118572" cy="294074"/>
              <a:chOff x="3343310" y="4475555"/>
              <a:chExt cx="127717" cy="316753"/>
            </a:xfrm>
          </p:grpSpPr>
          <p:sp>
            <p:nvSpPr>
              <p:cNvPr id="9935" name="Google Shape;9935;p8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37" name="Google Shape;9937;p83"/>
          <p:cNvGrpSpPr/>
          <p:nvPr/>
        </p:nvGrpSpPr>
        <p:grpSpPr>
          <a:xfrm>
            <a:off x="4256912" y="1866676"/>
            <a:ext cx="1433821" cy="191501"/>
            <a:chOff x="4273350" y="2080469"/>
            <a:chExt cx="1433821" cy="191501"/>
          </a:xfrm>
        </p:grpSpPr>
        <p:grpSp>
          <p:nvGrpSpPr>
            <p:cNvPr id="9938" name="Google Shape;9938;p83"/>
            <p:cNvGrpSpPr/>
            <p:nvPr/>
          </p:nvGrpSpPr>
          <p:grpSpPr>
            <a:xfrm>
              <a:off x="4273350" y="2080469"/>
              <a:ext cx="1433821" cy="0"/>
              <a:chOff x="5224975" y="2962250"/>
              <a:chExt cx="1544400" cy="0"/>
            </a:xfrm>
          </p:grpSpPr>
          <p:cxnSp>
            <p:nvCxnSpPr>
              <p:cNvPr id="9939" name="Google Shape;9939;p8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940" name="Google Shape;9940;p83"/>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941" name="Google Shape;9941;p83"/>
            <p:cNvGrpSpPr/>
            <p:nvPr/>
          </p:nvGrpSpPr>
          <p:grpSpPr>
            <a:xfrm>
              <a:off x="4273350" y="2271969"/>
              <a:ext cx="1433821" cy="0"/>
              <a:chOff x="5224975" y="2962250"/>
              <a:chExt cx="1544400" cy="0"/>
            </a:xfrm>
          </p:grpSpPr>
          <p:cxnSp>
            <p:nvCxnSpPr>
              <p:cNvPr id="9942" name="Google Shape;9942;p8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943" name="Google Shape;9943;p83"/>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944" name="Google Shape;9944;p83"/>
          <p:cNvGrpSpPr/>
          <p:nvPr/>
        </p:nvGrpSpPr>
        <p:grpSpPr>
          <a:xfrm>
            <a:off x="4258467" y="969244"/>
            <a:ext cx="1430711" cy="743389"/>
            <a:chOff x="5159450" y="1919950"/>
            <a:chExt cx="1541050" cy="862500"/>
          </a:xfrm>
        </p:grpSpPr>
        <p:sp>
          <p:nvSpPr>
            <p:cNvPr id="9945" name="Google Shape;9945;p8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946" name="Google Shape;9946;p83"/>
            <p:cNvGrpSpPr/>
            <p:nvPr/>
          </p:nvGrpSpPr>
          <p:grpSpPr>
            <a:xfrm>
              <a:off x="5159450" y="1919950"/>
              <a:ext cx="1541050" cy="862500"/>
              <a:chOff x="5159450" y="1919950"/>
              <a:chExt cx="1541050" cy="862500"/>
            </a:xfrm>
          </p:grpSpPr>
          <p:cxnSp>
            <p:nvCxnSpPr>
              <p:cNvPr id="9947" name="Google Shape;9947;p8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948" name="Google Shape;9948;p8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949" name="Google Shape;9949;p83"/>
          <p:cNvGrpSpPr/>
          <p:nvPr/>
        </p:nvGrpSpPr>
        <p:grpSpPr>
          <a:xfrm>
            <a:off x="4248581" y="2192571"/>
            <a:ext cx="1450484" cy="1052087"/>
            <a:chOff x="5230575" y="1554475"/>
            <a:chExt cx="2137150" cy="1550150"/>
          </a:xfrm>
        </p:grpSpPr>
        <p:sp>
          <p:nvSpPr>
            <p:cNvPr id="9950" name="Google Shape;9950;p83"/>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3"/>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3"/>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3"/>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3"/>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3"/>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3"/>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3"/>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3"/>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3"/>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3"/>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3"/>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3"/>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83"/>
          <p:cNvGrpSpPr/>
          <p:nvPr/>
        </p:nvGrpSpPr>
        <p:grpSpPr>
          <a:xfrm rot="10800000">
            <a:off x="4265131" y="3284761"/>
            <a:ext cx="1417383" cy="887946"/>
            <a:chOff x="5645403" y="2920021"/>
            <a:chExt cx="2650800" cy="2180614"/>
          </a:xfrm>
        </p:grpSpPr>
        <p:sp>
          <p:nvSpPr>
            <p:cNvPr id="9964" name="Google Shape;9964;p83"/>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65" name="Google Shape;9965;p83"/>
            <p:cNvCxnSpPr>
              <a:stCxn id="9964"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966" name="Google Shape;9966;p83"/>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67" name="Google Shape;9967;p83"/>
            <p:cNvCxnSpPr>
              <a:endCxn id="9966"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9968" name="Google Shape;9968;p83"/>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69" name="Google Shape;9969;p83"/>
            <p:cNvCxnSpPr>
              <a:stCxn id="9968"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970" name="Google Shape;9970;p83"/>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71" name="Google Shape;9971;p83"/>
            <p:cNvCxnSpPr>
              <a:endCxn id="9970"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972" name="Google Shape;9972;p83"/>
          <p:cNvGrpSpPr/>
          <p:nvPr/>
        </p:nvGrpSpPr>
        <p:grpSpPr>
          <a:xfrm>
            <a:off x="7365491" y="2188116"/>
            <a:ext cx="1071743" cy="1021579"/>
            <a:chOff x="7189833" y="2022667"/>
            <a:chExt cx="1251159" cy="1192597"/>
          </a:xfrm>
        </p:grpSpPr>
        <p:sp>
          <p:nvSpPr>
            <p:cNvPr id="9973" name="Google Shape;9973;p83"/>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3"/>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3"/>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3"/>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83"/>
          <p:cNvGrpSpPr/>
          <p:nvPr/>
        </p:nvGrpSpPr>
        <p:grpSpPr>
          <a:xfrm>
            <a:off x="706762" y="2614523"/>
            <a:ext cx="1695374" cy="1560837"/>
            <a:chOff x="727421" y="2828315"/>
            <a:chExt cx="1695374" cy="1560837"/>
          </a:xfrm>
        </p:grpSpPr>
        <p:grpSp>
          <p:nvGrpSpPr>
            <p:cNvPr id="9978" name="Google Shape;9978;p83"/>
            <p:cNvGrpSpPr/>
            <p:nvPr/>
          </p:nvGrpSpPr>
          <p:grpSpPr>
            <a:xfrm>
              <a:off x="819108" y="2882501"/>
              <a:ext cx="103104" cy="1426186"/>
              <a:chOff x="4674013" y="3100904"/>
              <a:chExt cx="122758" cy="1698043"/>
            </a:xfrm>
          </p:grpSpPr>
          <p:sp>
            <p:nvSpPr>
              <p:cNvPr id="9979" name="Google Shape;9979;p8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83"/>
            <p:cNvGrpSpPr/>
            <p:nvPr/>
          </p:nvGrpSpPr>
          <p:grpSpPr>
            <a:xfrm>
              <a:off x="1062475" y="2882501"/>
              <a:ext cx="103104" cy="1426186"/>
              <a:chOff x="4940438" y="3100904"/>
              <a:chExt cx="122758" cy="1698043"/>
            </a:xfrm>
          </p:grpSpPr>
          <p:sp>
            <p:nvSpPr>
              <p:cNvPr id="9987" name="Google Shape;9987;p8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4" name="Google Shape;9994;p83"/>
            <p:cNvGrpSpPr/>
            <p:nvPr/>
          </p:nvGrpSpPr>
          <p:grpSpPr>
            <a:xfrm>
              <a:off x="1299324" y="2882501"/>
              <a:ext cx="103104" cy="1426186"/>
              <a:chOff x="5206863" y="3100904"/>
              <a:chExt cx="122758" cy="1698043"/>
            </a:xfrm>
          </p:grpSpPr>
          <p:sp>
            <p:nvSpPr>
              <p:cNvPr id="9995" name="Google Shape;9995;p8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83"/>
            <p:cNvGrpSpPr/>
            <p:nvPr/>
          </p:nvGrpSpPr>
          <p:grpSpPr>
            <a:xfrm>
              <a:off x="1786057" y="2882501"/>
              <a:ext cx="103104" cy="1426186"/>
              <a:chOff x="6006138" y="3143629"/>
              <a:chExt cx="122758" cy="1698043"/>
            </a:xfrm>
          </p:grpSpPr>
          <p:sp>
            <p:nvSpPr>
              <p:cNvPr id="10003" name="Google Shape;10003;p8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83"/>
            <p:cNvGrpSpPr/>
            <p:nvPr/>
          </p:nvGrpSpPr>
          <p:grpSpPr>
            <a:xfrm>
              <a:off x="2029422" y="2882501"/>
              <a:ext cx="103104" cy="1426186"/>
              <a:chOff x="6805413" y="3100904"/>
              <a:chExt cx="122758" cy="1698043"/>
            </a:xfrm>
          </p:grpSpPr>
          <p:sp>
            <p:nvSpPr>
              <p:cNvPr id="10011" name="Google Shape;10011;p8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8" name="Google Shape;10018;p83"/>
            <p:cNvGrpSpPr/>
            <p:nvPr/>
          </p:nvGrpSpPr>
          <p:grpSpPr>
            <a:xfrm>
              <a:off x="727421" y="2828315"/>
              <a:ext cx="1695374" cy="1560837"/>
              <a:chOff x="734799" y="2782450"/>
              <a:chExt cx="1571100" cy="1577400"/>
            </a:xfrm>
          </p:grpSpPr>
          <p:cxnSp>
            <p:nvCxnSpPr>
              <p:cNvPr id="10019" name="Google Shape;10019;p8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020" name="Google Shape;10020;p8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021" name="Google Shape;10021;p83"/>
            <p:cNvGrpSpPr/>
            <p:nvPr/>
          </p:nvGrpSpPr>
          <p:grpSpPr>
            <a:xfrm>
              <a:off x="2272795" y="2882501"/>
              <a:ext cx="103104" cy="1426186"/>
              <a:chOff x="5206863" y="3100904"/>
              <a:chExt cx="122758" cy="1698043"/>
            </a:xfrm>
          </p:grpSpPr>
          <p:sp>
            <p:nvSpPr>
              <p:cNvPr id="10022" name="Google Shape;10022;p8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83"/>
            <p:cNvGrpSpPr/>
            <p:nvPr/>
          </p:nvGrpSpPr>
          <p:grpSpPr>
            <a:xfrm>
              <a:off x="1542694" y="2882501"/>
              <a:ext cx="103104" cy="1426186"/>
              <a:chOff x="6006138" y="3143629"/>
              <a:chExt cx="122758" cy="1698043"/>
            </a:xfrm>
          </p:grpSpPr>
          <p:sp>
            <p:nvSpPr>
              <p:cNvPr id="10030" name="Google Shape;10030;p8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37" name="Google Shape;10037;p83"/>
          <p:cNvGrpSpPr/>
          <p:nvPr/>
        </p:nvGrpSpPr>
        <p:grpSpPr>
          <a:xfrm>
            <a:off x="5915341" y="2192094"/>
            <a:ext cx="1248543" cy="1025319"/>
            <a:chOff x="5183758" y="1210600"/>
            <a:chExt cx="3605380" cy="2960783"/>
          </a:xfrm>
        </p:grpSpPr>
        <p:sp>
          <p:nvSpPr>
            <p:cNvPr id="10038" name="Google Shape;10038;p8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42" name="Google Shape;10042;p83"/>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043" name="Google Shape;10043;p83"/>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044" name="Google Shape;10044;p83"/>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045" name="Google Shape;10045;p83"/>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046" name="Google Shape;10046;p83"/>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83"/>
          <p:cNvGrpSpPr/>
          <p:nvPr/>
        </p:nvGrpSpPr>
        <p:grpSpPr>
          <a:xfrm>
            <a:off x="5772403" y="3330411"/>
            <a:ext cx="2664831" cy="843440"/>
            <a:chOff x="5916567" y="1099697"/>
            <a:chExt cx="2556683" cy="809211"/>
          </a:xfrm>
        </p:grpSpPr>
        <p:sp>
          <p:nvSpPr>
            <p:cNvPr id="10048" name="Google Shape;10048;p83"/>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3"/>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3"/>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3"/>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3"/>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3"/>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3"/>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3"/>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83"/>
          <p:cNvGrpSpPr/>
          <p:nvPr/>
        </p:nvGrpSpPr>
        <p:grpSpPr>
          <a:xfrm>
            <a:off x="5879943" y="979270"/>
            <a:ext cx="1299851" cy="1023338"/>
            <a:chOff x="5900602" y="1193063"/>
            <a:chExt cx="1299851" cy="1023338"/>
          </a:xfrm>
        </p:grpSpPr>
        <p:grpSp>
          <p:nvGrpSpPr>
            <p:cNvPr id="10057" name="Google Shape;10057;p83"/>
            <p:cNvGrpSpPr/>
            <p:nvPr/>
          </p:nvGrpSpPr>
          <p:grpSpPr>
            <a:xfrm>
              <a:off x="6743564" y="1193063"/>
              <a:ext cx="456889" cy="700379"/>
              <a:chOff x="6743564" y="1193063"/>
              <a:chExt cx="456889" cy="700379"/>
            </a:xfrm>
          </p:grpSpPr>
          <p:grpSp>
            <p:nvGrpSpPr>
              <p:cNvPr id="10058" name="Google Shape;10058;p83"/>
              <p:cNvGrpSpPr/>
              <p:nvPr/>
            </p:nvGrpSpPr>
            <p:grpSpPr>
              <a:xfrm>
                <a:off x="6743564" y="1690731"/>
                <a:ext cx="214402" cy="202710"/>
                <a:chOff x="6743564" y="1690731"/>
                <a:chExt cx="214402" cy="202710"/>
              </a:xfrm>
            </p:grpSpPr>
            <p:sp>
              <p:nvSpPr>
                <p:cNvPr id="10059" name="Google Shape;10059;p83"/>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3"/>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83"/>
              <p:cNvGrpSpPr/>
              <p:nvPr/>
            </p:nvGrpSpPr>
            <p:grpSpPr>
              <a:xfrm>
                <a:off x="6915505" y="1193063"/>
                <a:ext cx="284947" cy="589637"/>
                <a:chOff x="6915505" y="1193063"/>
                <a:chExt cx="284947" cy="589637"/>
              </a:xfrm>
            </p:grpSpPr>
            <p:sp>
              <p:nvSpPr>
                <p:cNvPr id="10062" name="Google Shape;10062;p8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63" name="Google Shape;10063;p83"/>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064" name="Google Shape;10064;p83"/>
            <p:cNvGrpSpPr/>
            <p:nvPr/>
          </p:nvGrpSpPr>
          <p:grpSpPr>
            <a:xfrm>
              <a:off x="6520337" y="1193063"/>
              <a:ext cx="341815" cy="801589"/>
              <a:chOff x="6520337" y="1193063"/>
              <a:chExt cx="341815" cy="801589"/>
            </a:xfrm>
          </p:grpSpPr>
          <p:grpSp>
            <p:nvGrpSpPr>
              <p:cNvPr id="10065" name="Google Shape;10065;p83"/>
              <p:cNvGrpSpPr/>
              <p:nvPr/>
            </p:nvGrpSpPr>
            <p:grpSpPr>
              <a:xfrm>
                <a:off x="6520337" y="1589527"/>
                <a:ext cx="213950" cy="405125"/>
                <a:chOff x="6520337" y="1589527"/>
                <a:chExt cx="213950" cy="405125"/>
              </a:xfrm>
            </p:grpSpPr>
            <p:sp>
              <p:nvSpPr>
                <p:cNvPr id="10066" name="Google Shape;10066;p8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3"/>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83"/>
              <p:cNvGrpSpPr/>
              <p:nvPr/>
            </p:nvGrpSpPr>
            <p:grpSpPr>
              <a:xfrm>
                <a:off x="6577204" y="1193063"/>
                <a:ext cx="284947" cy="453562"/>
                <a:chOff x="6577204" y="1193063"/>
                <a:chExt cx="284947" cy="453562"/>
              </a:xfrm>
            </p:grpSpPr>
            <p:sp>
              <p:nvSpPr>
                <p:cNvPr id="10069" name="Google Shape;10069;p8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70" name="Google Shape;10070;p83"/>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071" name="Google Shape;10071;p83"/>
            <p:cNvGrpSpPr/>
            <p:nvPr/>
          </p:nvGrpSpPr>
          <p:grpSpPr>
            <a:xfrm>
              <a:off x="6238903" y="1193063"/>
              <a:ext cx="300475" cy="901782"/>
              <a:chOff x="6238903" y="1193063"/>
              <a:chExt cx="300475" cy="901782"/>
            </a:xfrm>
          </p:grpSpPr>
          <p:grpSp>
            <p:nvGrpSpPr>
              <p:cNvPr id="10072" name="Google Shape;10072;p83"/>
              <p:cNvGrpSpPr/>
              <p:nvPr/>
            </p:nvGrpSpPr>
            <p:grpSpPr>
              <a:xfrm>
                <a:off x="6290865" y="1489315"/>
                <a:ext cx="248514" cy="605530"/>
                <a:chOff x="6290865" y="1489315"/>
                <a:chExt cx="248514" cy="605530"/>
              </a:xfrm>
            </p:grpSpPr>
            <p:sp>
              <p:nvSpPr>
                <p:cNvPr id="10073" name="Google Shape;10073;p8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3"/>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83"/>
              <p:cNvGrpSpPr/>
              <p:nvPr/>
            </p:nvGrpSpPr>
            <p:grpSpPr>
              <a:xfrm>
                <a:off x="6238903" y="1193063"/>
                <a:ext cx="284947" cy="327512"/>
                <a:chOff x="6238903" y="1193063"/>
                <a:chExt cx="284947" cy="327512"/>
              </a:xfrm>
            </p:grpSpPr>
            <p:sp>
              <p:nvSpPr>
                <p:cNvPr id="10076" name="Google Shape;10076;p8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77" name="Google Shape;10077;p83"/>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078" name="Google Shape;10078;p83"/>
            <p:cNvGrpSpPr/>
            <p:nvPr/>
          </p:nvGrpSpPr>
          <p:grpSpPr>
            <a:xfrm>
              <a:off x="5900602" y="1193063"/>
              <a:ext cx="444345" cy="1023338"/>
              <a:chOff x="5900602" y="1193063"/>
              <a:chExt cx="444345" cy="1023338"/>
            </a:xfrm>
          </p:grpSpPr>
          <p:grpSp>
            <p:nvGrpSpPr>
              <p:cNvPr id="10079" name="Google Shape;10079;p83"/>
              <p:cNvGrpSpPr/>
              <p:nvPr/>
            </p:nvGrpSpPr>
            <p:grpSpPr>
              <a:xfrm>
                <a:off x="6046501" y="1367785"/>
                <a:ext cx="298446" cy="848616"/>
                <a:chOff x="6046501" y="1367785"/>
                <a:chExt cx="298446" cy="848616"/>
              </a:xfrm>
            </p:grpSpPr>
            <p:sp>
              <p:nvSpPr>
                <p:cNvPr id="10080" name="Google Shape;10080;p8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3"/>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83"/>
              <p:cNvGrpSpPr/>
              <p:nvPr/>
            </p:nvGrpSpPr>
            <p:grpSpPr>
              <a:xfrm>
                <a:off x="5900602" y="1193063"/>
                <a:ext cx="284947" cy="182312"/>
                <a:chOff x="5900602" y="1193063"/>
                <a:chExt cx="284947" cy="182312"/>
              </a:xfrm>
            </p:grpSpPr>
            <p:sp>
              <p:nvSpPr>
                <p:cNvPr id="10083" name="Google Shape;10083;p8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84" name="Google Shape;10084;p8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085" name="Google Shape;10085;p83"/>
          <p:cNvGrpSpPr/>
          <p:nvPr/>
        </p:nvGrpSpPr>
        <p:grpSpPr>
          <a:xfrm>
            <a:off x="7217825" y="979415"/>
            <a:ext cx="1219413" cy="1051365"/>
            <a:chOff x="7287122" y="1165658"/>
            <a:chExt cx="1219413" cy="1051365"/>
          </a:xfrm>
        </p:grpSpPr>
        <p:grpSp>
          <p:nvGrpSpPr>
            <p:cNvPr id="10086" name="Google Shape;10086;p83"/>
            <p:cNvGrpSpPr/>
            <p:nvPr/>
          </p:nvGrpSpPr>
          <p:grpSpPr>
            <a:xfrm>
              <a:off x="7287122" y="1969723"/>
              <a:ext cx="1219413" cy="247300"/>
              <a:chOff x="7287122" y="1969723"/>
              <a:chExt cx="1219413" cy="247300"/>
            </a:xfrm>
          </p:grpSpPr>
          <p:sp>
            <p:nvSpPr>
              <p:cNvPr id="10087" name="Google Shape;10087;p8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8" name="Google Shape;10088;p83"/>
              <p:cNvGrpSpPr/>
              <p:nvPr/>
            </p:nvGrpSpPr>
            <p:grpSpPr>
              <a:xfrm>
                <a:off x="7287122" y="2063892"/>
                <a:ext cx="1151753" cy="73428"/>
                <a:chOff x="7287122" y="2063892"/>
                <a:chExt cx="1151753" cy="73428"/>
              </a:xfrm>
            </p:grpSpPr>
            <p:sp>
              <p:nvSpPr>
                <p:cNvPr id="10089" name="Google Shape;10089;p8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90" name="Google Shape;10090;p8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091" name="Google Shape;10091;p83"/>
            <p:cNvGrpSpPr/>
            <p:nvPr/>
          </p:nvGrpSpPr>
          <p:grpSpPr>
            <a:xfrm>
              <a:off x="7287122" y="1712201"/>
              <a:ext cx="1219403" cy="246767"/>
              <a:chOff x="7287122" y="1712201"/>
              <a:chExt cx="1219403" cy="246767"/>
            </a:xfrm>
          </p:grpSpPr>
          <p:sp>
            <p:nvSpPr>
              <p:cNvPr id="10092" name="Google Shape;10092;p8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3" name="Google Shape;10093;p83"/>
              <p:cNvGrpSpPr/>
              <p:nvPr/>
            </p:nvGrpSpPr>
            <p:grpSpPr>
              <a:xfrm>
                <a:off x="7287122" y="1842861"/>
                <a:ext cx="1005303" cy="73419"/>
                <a:chOff x="7287122" y="1842861"/>
                <a:chExt cx="1005303" cy="73419"/>
              </a:xfrm>
            </p:grpSpPr>
            <p:sp>
              <p:nvSpPr>
                <p:cNvPr id="10094" name="Google Shape;10094;p8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95" name="Google Shape;10095;p8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096" name="Google Shape;10096;p83"/>
            <p:cNvGrpSpPr/>
            <p:nvPr/>
          </p:nvGrpSpPr>
          <p:grpSpPr>
            <a:xfrm>
              <a:off x="7287122" y="1447520"/>
              <a:ext cx="1219403" cy="286667"/>
              <a:chOff x="7287122" y="1447520"/>
              <a:chExt cx="1219403" cy="286667"/>
            </a:xfrm>
          </p:grpSpPr>
          <p:sp>
            <p:nvSpPr>
              <p:cNvPr id="10097" name="Google Shape;10097;p8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8" name="Google Shape;10098;p83"/>
              <p:cNvGrpSpPr/>
              <p:nvPr/>
            </p:nvGrpSpPr>
            <p:grpSpPr>
              <a:xfrm>
                <a:off x="7287122" y="1581977"/>
                <a:ext cx="852803" cy="73428"/>
                <a:chOff x="7287122" y="1581977"/>
                <a:chExt cx="852803" cy="73428"/>
              </a:xfrm>
            </p:grpSpPr>
            <p:sp>
              <p:nvSpPr>
                <p:cNvPr id="10099" name="Google Shape;10099;p8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00" name="Google Shape;10100;p8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101" name="Google Shape;10101;p83"/>
            <p:cNvGrpSpPr/>
            <p:nvPr/>
          </p:nvGrpSpPr>
          <p:grpSpPr>
            <a:xfrm>
              <a:off x="7287122" y="1165658"/>
              <a:ext cx="1219403" cy="344253"/>
              <a:chOff x="7287122" y="1165658"/>
              <a:chExt cx="1219403" cy="344253"/>
            </a:xfrm>
          </p:grpSpPr>
          <p:sp>
            <p:nvSpPr>
              <p:cNvPr id="10102" name="Google Shape;10102;p8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3" name="Google Shape;10103;p83"/>
              <p:cNvGrpSpPr/>
              <p:nvPr/>
            </p:nvGrpSpPr>
            <p:grpSpPr>
              <a:xfrm>
                <a:off x="7287122" y="1341025"/>
                <a:ext cx="695703" cy="73419"/>
                <a:chOff x="7287122" y="1341025"/>
                <a:chExt cx="695703" cy="73419"/>
              </a:xfrm>
            </p:grpSpPr>
            <p:sp>
              <p:nvSpPr>
                <p:cNvPr id="10104" name="Google Shape;10104;p8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05" name="Google Shape;10105;p8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09" name="Shape 10109"/>
        <p:cNvGrpSpPr/>
        <p:nvPr/>
      </p:nvGrpSpPr>
      <p:grpSpPr>
        <a:xfrm>
          <a:off x="0" y="0"/>
          <a:ext cx="0" cy="0"/>
          <a:chOff x="0" y="0"/>
          <a:chExt cx="0" cy="0"/>
        </a:xfrm>
      </p:grpSpPr>
      <p:grpSp>
        <p:nvGrpSpPr>
          <p:cNvPr id="10110" name="Google Shape;10110;p84"/>
          <p:cNvGrpSpPr/>
          <p:nvPr/>
        </p:nvGrpSpPr>
        <p:grpSpPr>
          <a:xfrm>
            <a:off x="846551" y="2273217"/>
            <a:ext cx="415546" cy="355053"/>
            <a:chOff x="866243" y="2291587"/>
            <a:chExt cx="415546" cy="355053"/>
          </a:xfrm>
        </p:grpSpPr>
        <p:sp>
          <p:nvSpPr>
            <p:cNvPr id="10111" name="Google Shape;10111;p84"/>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4"/>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4"/>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4"/>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4"/>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6" name="Google Shape;10116;p84"/>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7" name="Google Shape;10117;p84"/>
          <p:cNvGrpSpPr/>
          <p:nvPr/>
        </p:nvGrpSpPr>
        <p:grpSpPr>
          <a:xfrm>
            <a:off x="1938828" y="2284205"/>
            <a:ext cx="359213" cy="327807"/>
            <a:chOff x="1958520" y="2302574"/>
            <a:chExt cx="359213" cy="327807"/>
          </a:xfrm>
        </p:grpSpPr>
        <p:sp>
          <p:nvSpPr>
            <p:cNvPr id="10118" name="Google Shape;10118;p84"/>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4"/>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4"/>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84"/>
          <p:cNvGrpSpPr/>
          <p:nvPr/>
        </p:nvGrpSpPr>
        <p:grpSpPr>
          <a:xfrm>
            <a:off x="2560190" y="2269057"/>
            <a:ext cx="207582" cy="359594"/>
            <a:chOff x="2656082" y="2287427"/>
            <a:chExt cx="207582" cy="359594"/>
          </a:xfrm>
        </p:grpSpPr>
        <p:sp>
          <p:nvSpPr>
            <p:cNvPr id="10122" name="Google Shape;10122;p84"/>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4"/>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4"/>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4"/>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84"/>
          <p:cNvGrpSpPr/>
          <p:nvPr/>
        </p:nvGrpSpPr>
        <p:grpSpPr>
          <a:xfrm>
            <a:off x="3029961" y="2303099"/>
            <a:ext cx="362991" cy="290018"/>
            <a:chOff x="3049653" y="2321468"/>
            <a:chExt cx="362991" cy="290018"/>
          </a:xfrm>
        </p:grpSpPr>
        <p:sp>
          <p:nvSpPr>
            <p:cNvPr id="10127" name="Google Shape;10127;p84"/>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4"/>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4"/>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4"/>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84"/>
          <p:cNvGrpSpPr/>
          <p:nvPr/>
        </p:nvGrpSpPr>
        <p:grpSpPr>
          <a:xfrm>
            <a:off x="3544551" y="2271534"/>
            <a:ext cx="422342" cy="355243"/>
            <a:chOff x="3564243" y="2289904"/>
            <a:chExt cx="422342" cy="355243"/>
          </a:xfrm>
        </p:grpSpPr>
        <p:sp>
          <p:nvSpPr>
            <p:cNvPr id="10132" name="Google Shape;10132;p84"/>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4"/>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4"/>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4"/>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4"/>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7" name="Google Shape;10137;p84"/>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8" name="Google Shape;10138;p84"/>
          <p:cNvGrpSpPr/>
          <p:nvPr/>
        </p:nvGrpSpPr>
        <p:grpSpPr>
          <a:xfrm>
            <a:off x="4668202" y="2271344"/>
            <a:ext cx="359594" cy="353909"/>
            <a:chOff x="4687894" y="2289713"/>
            <a:chExt cx="359594" cy="353909"/>
          </a:xfrm>
        </p:grpSpPr>
        <p:sp>
          <p:nvSpPr>
            <p:cNvPr id="10139" name="Google Shape;10139;p84"/>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4"/>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4"/>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2" name="Google Shape;10142;p84"/>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3" name="Google Shape;10143;p84"/>
          <p:cNvGrpSpPr/>
          <p:nvPr/>
        </p:nvGrpSpPr>
        <p:grpSpPr>
          <a:xfrm>
            <a:off x="6352932" y="2289857"/>
            <a:ext cx="263567" cy="317614"/>
            <a:chOff x="6421399" y="2308227"/>
            <a:chExt cx="263567" cy="317614"/>
          </a:xfrm>
        </p:grpSpPr>
        <p:sp>
          <p:nvSpPr>
            <p:cNvPr id="10144" name="Google Shape;10144;p84"/>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4"/>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4"/>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4"/>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84"/>
          <p:cNvGrpSpPr/>
          <p:nvPr/>
        </p:nvGrpSpPr>
        <p:grpSpPr>
          <a:xfrm>
            <a:off x="6850501" y="2277250"/>
            <a:ext cx="360356" cy="343462"/>
            <a:chOff x="6870193" y="2295620"/>
            <a:chExt cx="360356" cy="343462"/>
          </a:xfrm>
        </p:grpSpPr>
        <p:sp>
          <p:nvSpPr>
            <p:cNvPr id="10149" name="Google Shape;10149;p84"/>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4"/>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84"/>
          <p:cNvGrpSpPr/>
          <p:nvPr/>
        </p:nvGrpSpPr>
        <p:grpSpPr>
          <a:xfrm>
            <a:off x="7421773" y="2284490"/>
            <a:ext cx="342192" cy="327140"/>
            <a:chOff x="7441465" y="2302860"/>
            <a:chExt cx="342192" cy="327140"/>
          </a:xfrm>
        </p:grpSpPr>
        <p:sp>
          <p:nvSpPr>
            <p:cNvPr id="10152" name="Google Shape;10152;p84"/>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4"/>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84"/>
          <p:cNvGrpSpPr/>
          <p:nvPr/>
        </p:nvGrpSpPr>
        <p:grpSpPr>
          <a:xfrm>
            <a:off x="7969991" y="2331837"/>
            <a:ext cx="332761" cy="234066"/>
            <a:chOff x="7989683" y="2350207"/>
            <a:chExt cx="332761" cy="234066"/>
          </a:xfrm>
        </p:grpSpPr>
        <p:sp>
          <p:nvSpPr>
            <p:cNvPr id="10155" name="Google Shape;10155;p84"/>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4"/>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4"/>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4"/>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4"/>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4"/>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84"/>
          <p:cNvGrpSpPr/>
          <p:nvPr/>
        </p:nvGrpSpPr>
        <p:grpSpPr>
          <a:xfrm>
            <a:off x="5803602" y="2291381"/>
            <a:ext cx="315327" cy="314978"/>
            <a:chOff x="5823294" y="2309751"/>
            <a:chExt cx="315327" cy="314978"/>
          </a:xfrm>
        </p:grpSpPr>
        <p:sp>
          <p:nvSpPr>
            <p:cNvPr id="10162" name="Google Shape;10162;p84"/>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4"/>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4"/>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4"/>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4"/>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4"/>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4"/>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4"/>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4"/>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4"/>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4"/>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4"/>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4"/>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4"/>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4"/>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4"/>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4"/>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84"/>
          <p:cNvGrpSpPr/>
          <p:nvPr/>
        </p:nvGrpSpPr>
        <p:grpSpPr>
          <a:xfrm>
            <a:off x="2477583" y="2725790"/>
            <a:ext cx="370930" cy="370549"/>
            <a:chOff x="2497275" y="2744159"/>
            <a:chExt cx="370930" cy="370549"/>
          </a:xfrm>
        </p:grpSpPr>
        <p:sp>
          <p:nvSpPr>
            <p:cNvPr id="10180" name="Google Shape;10180;p84"/>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4"/>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4"/>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4"/>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4"/>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4"/>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84"/>
          <p:cNvGrpSpPr/>
          <p:nvPr/>
        </p:nvGrpSpPr>
        <p:grpSpPr>
          <a:xfrm>
            <a:off x="841248" y="2728108"/>
            <a:ext cx="371883" cy="365691"/>
            <a:chOff x="860940" y="2746477"/>
            <a:chExt cx="371883" cy="365691"/>
          </a:xfrm>
        </p:grpSpPr>
        <p:sp>
          <p:nvSpPr>
            <p:cNvPr id="10187" name="Google Shape;10187;p84"/>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4"/>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4"/>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4"/>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4"/>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84"/>
          <p:cNvGrpSpPr/>
          <p:nvPr/>
        </p:nvGrpSpPr>
        <p:grpSpPr>
          <a:xfrm>
            <a:off x="1431144" y="2747889"/>
            <a:ext cx="283985" cy="341080"/>
            <a:chOff x="1493849" y="2775533"/>
            <a:chExt cx="283985" cy="341080"/>
          </a:xfrm>
        </p:grpSpPr>
        <p:sp>
          <p:nvSpPr>
            <p:cNvPr id="10193" name="Google Shape;10193;p84"/>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4"/>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84"/>
          <p:cNvGrpSpPr/>
          <p:nvPr/>
        </p:nvGrpSpPr>
        <p:grpSpPr>
          <a:xfrm>
            <a:off x="1933144" y="2756052"/>
            <a:ext cx="372835" cy="342573"/>
            <a:chOff x="1952836" y="2774422"/>
            <a:chExt cx="372835" cy="342573"/>
          </a:xfrm>
        </p:grpSpPr>
        <p:sp>
          <p:nvSpPr>
            <p:cNvPr id="10196" name="Google Shape;10196;p84"/>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4"/>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4"/>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84"/>
          <p:cNvGrpSpPr/>
          <p:nvPr/>
        </p:nvGrpSpPr>
        <p:grpSpPr>
          <a:xfrm>
            <a:off x="3060224" y="2726107"/>
            <a:ext cx="332729" cy="372518"/>
            <a:chOff x="3079916" y="2744477"/>
            <a:chExt cx="332729" cy="372518"/>
          </a:xfrm>
        </p:grpSpPr>
        <p:sp>
          <p:nvSpPr>
            <p:cNvPr id="10200" name="Google Shape;10200;p84"/>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4"/>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4"/>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84"/>
          <p:cNvGrpSpPr/>
          <p:nvPr/>
        </p:nvGrpSpPr>
        <p:grpSpPr>
          <a:xfrm>
            <a:off x="3600884" y="2727155"/>
            <a:ext cx="336889" cy="355592"/>
            <a:chOff x="3620576" y="2745525"/>
            <a:chExt cx="336889" cy="355592"/>
          </a:xfrm>
        </p:grpSpPr>
        <p:sp>
          <p:nvSpPr>
            <p:cNvPr id="10204" name="Google Shape;10204;p84"/>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4"/>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84"/>
          <p:cNvGrpSpPr/>
          <p:nvPr/>
        </p:nvGrpSpPr>
        <p:grpSpPr>
          <a:xfrm>
            <a:off x="4107123" y="2742334"/>
            <a:ext cx="380393" cy="363118"/>
            <a:chOff x="4126815" y="2760704"/>
            <a:chExt cx="380393" cy="363118"/>
          </a:xfrm>
        </p:grpSpPr>
        <p:sp>
          <p:nvSpPr>
            <p:cNvPr id="10207" name="Google Shape;10207;p84"/>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4"/>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4"/>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4"/>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84"/>
          <p:cNvGrpSpPr/>
          <p:nvPr/>
        </p:nvGrpSpPr>
        <p:grpSpPr>
          <a:xfrm>
            <a:off x="4656294" y="2727314"/>
            <a:ext cx="381346" cy="368644"/>
            <a:chOff x="4675986" y="2745684"/>
            <a:chExt cx="381346" cy="368644"/>
          </a:xfrm>
        </p:grpSpPr>
        <p:sp>
          <p:nvSpPr>
            <p:cNvPr id="10212" name="Google Shape;10212;p84"/>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4"/>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84"/>
          <p:cNvGrpSpPr/>
          <p:nvPr/>
        </p:nvGrpSpPr>
        <p:grpSpPr>
          <a:xfrm>
            <a:off x="5200924" y="2772692"/>
            <a:ext cx="373185" cy="302466"/>
            <a:chOff x="5220616" y="2791061"/>
            <a:chExt cx="373185" cy="302466"/>
          </a:xfrm>
        </p:grpSpPr>
        <p:sp>
          <p:nvSpPr>
            <p:cNvPr id="10215" name="Google Shape;10215;p84"/>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4"/>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4"/>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4"/>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4"/>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4"/>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4"/>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4"/>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4"/>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4"/>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4"/>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4"/>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4"/>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4"/>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4"/>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4"/>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4"/>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4"/>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84"/>
          <p:cNvGrpSpPr/>
          <p:nvPr/>
        </p:nvGrpSpPr>
        <p:grpSpPr>
          <a:xfrm>
            <a:off x="5768969" y="2754147"/>
            <a:ext cx="284366" cy="344097"/>
            <a:chOff x="5864861" y="2772517"/>
            <a:chExt cx="284366" cy="344097"/>
          </a:xfrm>
        </p:grpSpPr>
        <p:sp>
          <p:nvSpPr>
            <p:cNvPr id="10234" name="Google Shape;10234;p84"/>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4"/>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4"/>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4"/>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4"/>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4"/>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0" name="Google Shape;10240;p84"/>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1" name="Google Shape;10241;p84"/>
          <p:cNvGrpSpPr/>
          <p:nvPr/>
        </p:nvGrpSpPr>
        <p:grpSpPr>
          <a:xfrm>
            <a:off x="6954467" y="2771168"/>
            <a:ext cx="255247" cy="327458"/>
            <a:chOff x="6974158" y="2789537"/>
            <a:chExt cx="255247" cy="327458"/>
          </a:xfrm>
        </p:grpSpPr>
        <p:sp>
          <p:nvSpPr>
            <p:cNvPr id="10242" name="Google Shape;10242;p84"/>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4"/>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4"/>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4"/>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4"/>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4"/>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84"/>
          <p:cNvGrpSpPr/>
          <p:nvPr/>
        </p:nvGrpSpPr>
        <p:grpSpPr>
          <a:xfrm>
            <a:off x="7511005" y="2771930"/>
            <a:ext cx="244291" cy="326314"/>
            <a:chOff x="7530697" y="2790299"/>
            <a:chExt cx="244291" cy="326314"/>
          </a:xfrm>
        </p:grpSpPr>
        <p:sp>
          <p:nvSpPr>
            <p:cNvPr id="10249" name="Google Shape;10249;p84"/>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4"/>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4"/>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4"/>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4"/>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4"/>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84"/>
          <p:cNvGrpSpPr/>
          <p:nvPr/>
        </p:nvGrpSpPr>
        <p:grpSpPr>
          <a:xfrm>
            <a:off x="7968499" y="2813878"/>
            <a:ext cx="332348" cy="283985"/>
            <a:chOff x="7988191" y="2832248"/>
            <a:chExt cx="332348" cy="283985"/>
          </a:xfrm>
        </p:grpSpPr>
        <p:sp>
          <p:nvSpPr>
            <p:cNvPr id="10256" name="Google Shape;10256;p84"/>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4"/>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4"/>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9" name="Google Shape;10259;p84"/>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0" name="Google Shape;10260;p84"/>
          <p:cNvGrpSpPr/>
          <p:nvPr/>
        </p:nvGrpSpPr>
        <p:grpSpPr>
          <a:xfrm>
            <a:off x="3568748" y="3239998"/>
            <a:ext cx="364484" cy="262423"/>
            <a:chOff x="3588440" y="3258368"/>
            <a:chExt cx="364484" cy="262423"/>
          </a:xfrm>
        </p:grpSpPr>
        <p:sp>
          <p:nvSpPr>
            <p:cNvPr id="10261" name="Google Shape;10261;p84"/>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4"/>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4"/>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4"/>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4"/>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4"/>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7" name="Google Shape;10267;p84"/>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8" name="Google Shape;10268;p84"/>
          <p:cNvGrpSpPr/>
          <p:nvPr/>
        </p:nvGrpSpPr>
        <p:grpSpPr>
          <a:xfrm>
            <a:off x="5746125" y="3209355"/>
            <a:ext cx="364865" cy="324822"/>
            <a:chOff x="5765817" y="3227724"/>
            <a:chExt cx="364865" cy="324822"/>
          </a:xfrm>
        </p:grpSpPr>
        <p:sp>
          <p:nvSpPr>
            <p:cNvPr id="10269" name="Google Shape;10269;p84"/>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4"/>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4"/>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84"/>
          <p:cNvGrpSpPr/>
          <p:nvPr/>
        </p:nvGrpSpPr>
        <p:grpSpPr>
          <a:xfrm>
            <a:off x="6208891" y="3219294"/>
            <a:ext cx="446539" cy="303895"/>
            <a:chOff x="6228583" y="3237664"/>
            <a:chExt cx="446539" cy="303895"/>
          </a:xfrm>
        </p:grpSpPr>
        <p:sp>
          <p:nvSpPr>
            <p:cNvPr id="10273" name="Google Shape;10273;p84"/>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4"/>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4"/>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4"/>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4"/>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4"/>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4"/>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4"/>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4"/>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4"/>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4"/>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4"/>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4"/>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4"/>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4"/>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4"/>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4"/>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84"/>
          <p:cNvGrpSpPr/>
          <p:nvPr/>
        </p:nvGrpSpPr>
        <p:grpSpPr>
          <a:xfrm>
            <a:off x="846170" y="3188936"/>
            <a:ext cx="364484" cy="364897"/>
            <a:chOff x="865862" y="3207306"/>
            <a:chExt cx="364484" cy="364897"/>
          </a:xfrm>
        </p:grpSpPr>
        <p:sp>
          <p:nvSpPr>
            <p:cNvPr id="10291" name="Google Shape;10291;p84"/>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4"/>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4"/>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4"/>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4"/>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4"/>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4"/>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4"/>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4"/>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4"/>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4"/>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4"/>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4"/>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4"/>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84"/>
          <p:cNvGrpSpPr/>
          <p:nvPr/>
        </p:nvGrpSpPr>
        <p:grpSpPr>
          <a:xfrm>
            <a:off x="1384925" y="3208593"/>
            <a:ext cx="370168" cy="325965"/>
            <a:chOff x="1404617" y="3226962"/>
            <a:chExt cx="370168" cy="325965"/>
          </a:xfrm>
        </p:grpSpPr>
        <p:sp>
          <p:nvSpPr>
            <p:cNvPr id="10306" name="Google Shape;10306;p84"/>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4"/>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4"/>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4"/>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4"/>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4"/>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4"/>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4"/>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4"/>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84"/>
          <p:cNvGrpSpPr/>
          <p:nvPr/>
        </p:nvGrpSpPr>
        <p:grpSpPr>
          <a:xfrm>
            <a:off x="1933711" y="3197724"/>
            <a:ext cx="366389" cy="354481"/>
            <a:chOff x="1954741" y="3212419"/>
            <a:chExt cx="366389" cy="354481"/>
          </a:xfrm>
        </p:grpSpPr>
        <p:sp>
          <p:nvSpPr>
            <p:cNvPr id="10316" name="Google Shape;10316;p84"/>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4"/>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4"/>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4"/>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4"/>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4"/>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4"/>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84"/>
          <p:cNvGrpSpPr/>
          <p:nvPr/>
        </p:nvGrpSpPr>
        <p:grpSpPr>
          <a:xfrm>
            <a:off x="3023547" y="3197256"/>
            <a:ext cx="366008" cy="348670"/>
            <a:chOff x="3043239" y="3215626"/>
            <a:chExt cx="366008" cy="348670"/>
          </a:xfrm>
        </p:grpSpPr>
        <p:sp>
          <p:nvSpPr>
            <p:cNvPr id="10324" name="Google Shape;10324;p84"/>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4"/>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84"/>
          <p:cNvGrpSpPr/>
          <p:nvPr/>
        </p:nvGrpSpPr>
        <p:grpSpPr>
          <a:xfrm>
            <a:off x="4198641" y="3166613"/>
            <a:ext cx="209107" cy="383442"/>
            <a:chOff x="4218333" y="3184982"/>
            <a:chExt cx="209107" cy="383442"/>
          </a:xfrm>
        </p:grpSpPr>
        <p:sp>
          <p:nvSpPr>
            <p:cNvPr id="10327" name="Google Shape;10327;p84"/>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4"/>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9" name="Google Shape;10329;p84"/>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0" name="Google Shape;10330;p84"/>
          <p:cNvGrpSpPr/>
          <p:nvPr/>
        </p:nvGrpSpPr>
        <p:grpSpPr>
          <a:xfrm>
            <a:off x="6876953" y="3197637"/>
            <a:ext cx="322917" cy="347876"/>
            <a:chOff x="6896644" y="3216007"/>
            <a:chExt cx="322917" cy="347876"/>
          </a:xfrm>
        </p:grpSpPr>
        <p:sp>
          <p:nvSpPr>
            <p:cNvPr id="10331" name="Google Shape;10331;p84"/>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4"/>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4"/>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4"/>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4"/>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4"/>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4"/>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84"/>
          <p:cNvGrpSpPr/>
          <p:nvPr/>
        </p:nvGrpSpPr>
        <p:grpSpPr>
          <a:xfrm>
            <a:off x="7409674" y="3204814"/>
            <a:ext cx="334634" cy="333904"/>
            <a:chOff x="7429366" y="3223183"/>
            <a:chExt cx="334634" cy="333904"/>
          </a:xfrm>
        </p:grpSpPr>
        <p:sp>
          <p:nvSpPr>
            <p:cNvPr id="10339" name="Google Shape;10339;p84"/>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4"/>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1" name="Google Shape;10341;p84"/>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2" name="Google Shape;10342;p84"/>
          <p:cNvGrpSpPr/>
          <p:nvPr/>
        </p:nvGrpSpPr>
        <p:grpSpPr>
          <a:xfrm>
            <a:off x="5196764" y="3707114"/>
            <a:ext cx="356196" cy="265631"/>
            <a:chOff x="5216456" y="3725484"/>
            <a:chExt cx="356196" cy="265631"/>
          </a:xfrm>
        </p:grpSpPr>
        <p:sp>
          <p:nvSpPr>
            <p:cNvPr id="10343" name="Google Shape;10343;p84"/>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4"/>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84"/>
          <p:cNvGrpSpPr/>
          <p:nvPr/>
        </p:nvGrpSpPr>
        <p:grpSpPr>
          <a:xfrm>
            <a:off x="6829701" y="3715625"/>
            <a:ext cx="355053" cy="248038"/>
            <a:chOff x="6849393" y="3733994"/>
            <a:chExt cx="355053" cy="248038"/>
          </a:xfrm>
        </p:grpSpPr>
        <p:sp>
          <p:nvSpPr>
            <p:cNvPr id="10346" name="Google Shape;10346;p84"/>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4"/>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4"/>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4"/>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4"/>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84"/>
          <p:cNvGrpSpPr/>
          <p:nvPr/>
        </p:nvGrpSpPr>
        <p:grpSpPr>
          <a:xfrm>
            <a:off x="7899305" y="3696318"/>
            <a:ext cx="392111" cy="280206"/>
            <a:chOff x="7918997" y="3714687"/>
            <a:chExt cx="392111" cy="280206"/>
          </a:xfrm>
        </p:grpSpPr>
        <p:sp>
          <p:nvSpPr>
            <p:cNvPr id="10352" name="Google Shape;10352;p84"/>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4"/>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4"/>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4"/>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4"/>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7" name="Google Shape;10357;p84"/>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8" name="Google Shape;10358;p84"/>
          <p:cNvGrpSpPr/>
          <p:nvPr/>
        </p:nvGrpSpPr>
        <p:grpSpPr>
          <a:xfrm>
            <a:off x="1389085" y="3662594"/>
            <a:ext cx="357720" cy="355148"/>
            <a:chOff x="1408777" y="3680964"/>
            <a:chExt cx="357720" cy="355148"/>
          </a:xfrm>
        </p:grpSpPr>
        <p:sp>
          <p:nvSpPr>
            <p:cNvPr id="10359" name="Google Shape;10359;p84"/>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4"/>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4"/>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4"/>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4"/>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84"/>
          <p:cNvGrpSpPr/>
          <p:nvPr/>
        </p:nvGrpSpPr>
        <p:grpSpPr>
          <a:xfrm>
            <a:off x="1933144" y="3662594"/>
            <a:ext cx="357720" cy="355148"/>
            <a:chOff x="1952836" y="3680964"/>
            <a:chExt cx="357720" cy="355148"/>
          </a:xfrm>
        </p:grpSpPr>
        <p:sp>
          <p:nvSpPr>
            <p:cNvPr id="10365" name="Google Shape;10365;p84"/>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4"/>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4"/>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4"/>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4"/>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84"/>
          <p:cNvGrpSpPr/>
          <p:nvPr/>
        </p:nvGrpSpPr>
        <p:grpSpPr>
          <a:xfrm>
            <a:off x="2477202" y="3662594"/>
            <a:ext cx="357720" cy="355148"/>
            <a:chOff x="2496894" y="3680964"/>
            <a:chExt cx="357720" cy="355148"/>
          </a:xfrm>
        </p:grpSpPr>
        <p:sp>
          <p:nvSpPr>
            <p:cNvPr id="10371" name="Google Shape;10371;p84"/>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4"/>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4"/>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4"/>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4"/>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84"/>
          <p:cNvGrpSpPr/>
          <p:nvPr/>
        </p:nvGrpSpPr>
        <p:grpSpPr>
          <a:xfrm>
            <a:off x="3021292" y="3662689"/>
            <a:ext cx="356164" cy="355815"/>
            <a:chOff x="3040984" y="3681059"/>
            <a:chExt cx="356164" cy="355815"/>
          </a:xfrm>
        </p:grpSpPr>
        <p:sp>
          <p:nvSpPr>
            <p:cNvPr id="10377" name="Google Shape;10377;p84"/>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4"/>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4"/>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84"/>
          <p:cNvGrpSpPr/>
          <p:nvPr/>
        </p:nvGrpSpPr>
        <p:grpSpPr>
          <a:xfrm>
            <a:off x="3564589" y="3680821"/>
            <a:ext cx="358069" cy="317995"/>
            <a:chOff x="3584280" y="3699191"/>
            <a:chExt cx="358069" cy="317995"/>
          </a:xfrm>
        </p:grpSpPr>
        <p:sp>
          <p:nvSpPr>
            <p:cNvPr id="10381" name="Google Shape;10381;p84"/>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4"/>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4"/>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4"/>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84"/>
          <p:cNvGrpSpPr/>
          <p:nvPr/>
        </p:nvGrpSpPr>
        <p:grpSpPr>
          <a:xfrm>
            <a:off x="4109790" y="3662689"/>
            <a:ext cx="355402" cy="354291"/>
            <a:chOff x="4129482" y="3681059"/>
            <a:chExt cx="355402" cy="354291"/>
          </a:xfrm>
        </p:grpSpPr>
        <p:sp>
          <p:nvSpPr>
            <p:cNvPr id="10386" name="Google Shape;10386;p84"/>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4"/>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4"/>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4"/>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84"/>
          <p:cNvGrpSpPr/>
          <p:nvPr/>
        </p:nvGrpSpPr>
        <p:grpSpPr>
          <a:xfrm>
            <a:off x="4653849" y="3661927"/>
            <a:ext cx="355434" cy="355815"/>
            <a:chOff x="4673540" y="3680297"/>
            <a:chExt cx="355434" cy="355815"/>
          </a:xfrm>
        </p:grpSpPr>
        <p:sp>
          <p:nvSpPr>
            <p:cNvPr id="10391" name="Google Shape;10391;p84"/>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4"/>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4"/>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84"/>
          <p:cNvGrpSpPr/>
          <p:nvPr/>
        </p:nvGrpSpPr>
        <p:grpSpPr>
          <a:xfrm>
            <a:off x="5759716" y="3680821"/>
            <a:ext cx="317645" cy="318757"/>
            <a:chOff x="5779408" y="3699191"/>
            <a:chExt cx="317645" cy="318757"/>
          </a:xfrm>
        </p:grpSpPr>
        <p:sp>
          <p:nvSpPr>
            <p:cNvPr id="10395" name="Google Shape;10395;p84"/>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4"/>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7" name="Google Shape;10397;p84"/>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8" name="Google Shape;10398;p84"/>
          <p:cNvGrpSpPr/>
          <p:nvPr/>
        </p:nvGrpSpPr>
        <p:grpSpPr>
          <a:xfrm>
            <a:off x="7370743" y="3662499"/>
            <a:ext cx="372073" cy="355243"/>
            <a:chOff x="7390435" y="3680868"/>
            <a:chExt cx="372073" cy="355243"/>
          </a:xfrm>
        </p:grpSpPr>
        <p:sp>
          <p:nvSpPr>
            <p:cNvPr id="10399" name="Google Shape;10399;p84"/>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4"/>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4"/>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4"/>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4"/>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4"/>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84"/>
          <p:cNvGrpSpPr/>
          <p:nvPr/>
        </p:nvGrpSpPr>
        <p:grpSpPr>
          <a:xfrm>
            <a:off x="1392301" y="4119346"/>
            <a:ext cx="374709" cy="374010"/>
            <a:chOff x="1421638" y="4125629"/>
            <a:chExt cx="374709" cy="374010"/>
          </a:xfrm>
        </p:grpSpPr>
        <p:sp>
          <p:nvSpPr>
            <p:cNvPr id="10406" name="Google Shape;10406;p84"/>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4"/>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84"/>
          <p:cNvGrpSpPr/>
          <p:nvPr/>
        </p:nvGrpSpPr>
        <p:grpSpPr>
          <a:xfrm>
            <a:off x="1943917" y="4135255"/>
            <a:ext cx="357720" cy="342192"/>
            <a:chOff x="1973254" y="4156304"/>
            <a:chExt cx="357720" cy="342192"/>
          </a:xfrm>
        </p:grpSpPr>
        <p:sp>
          <p:nvSpPr>
            <p:cNvPr id="10409" name="Google Shape;10409;p84"/>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4"/>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4"/>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4"/>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4"/>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4"/>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5" name="Google Shape;10415;p84"/>
          <p:cNvGrpSpPr/>
          <p:nvPr/>
        </p:nvGrpSpPr>
        <p:grpSpPr>
          <a:xfrm>
            <a:off x="2494422" y="4136192"/>
            <a:ext cx="341049" cy="340318"/>
            <a:chOff x="2523759" y="4135505"/>
            <a:chExt cx="341049" cy="340318"/>
          </a:xfrm>
        </p:grpSpPr>
        <p:sp>
          <p:nvSpPr>
            <p:cNvPr id="10416" name="Google Shape;10416;p84"/>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4"/>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84"/>
          <p:cNvGrpSpPr/>
          <p:nvPr/>
        </p:nvGrpSpPr>
        <p:grpSpPr>
          <a:xfrm>
            <a:off x="3011266" y="4131175"/>
            <a:ext cx="392079" cy="350353"/>
            <a:chOff x="3040603" y="4130360"/>
            <a:chExt cx="392079" cy="350353"/>
          </a:xfrm>
        </p:grpSpPr>
        <p:sp>
          <p:nvSpPr>
            <p:cNvPr id="10419" name="Google Shape;10419;p84"/>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4"/>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4"/>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4"/>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4"/>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4"/>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4"/>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4"/>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4"/>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4"/>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84"/>
          <p:cNvGrpSpPr/>
          <p:nvPr/>
        </p:nvGrpSpPr>
        <p:grpSpPr>
          <a:xfrm>
            <a:off x="3632807" y="4136192"/>
            <a:ext cx="232955" cy="340318"/>
            <a:chOff x="3662144" y="4135505"/>
            <a:chExt cx="232955" cy="340318"/>
          </a:xfrm>
        </p:grpSpPr>
        <p:sp>
          <p:nvSpPr>
            <p:cNvPr id="10430" name="Google Shape;10430;p84"/>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4"/>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4"/>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4"/>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84"/>
          <p:cNvGrpSpPr/>
          <p:nvPr/>
        </p:nvGrpSpPr>
        <p:grpSpPr>
          <a:xfrm>
            <a:off x="4119801" y="4122029"/>
            <a:ext cx="344065" cy="368644"/>
            <a:chOff x="4149138" y="4121151"/>
            <a:chExt cx="344065" cy="368644"/>
          </a:xfrm>
        </p:grpSpPr>
        <p:sp>
          <p:nvSpPr>
            <p:cNvPr id="10435" name="Google Shape;10435;p84"/>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4"/>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4"/>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4"/>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4"/>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4"/>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4"/>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4"/>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4"/>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4"/>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4"/>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4"/>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7" name="Google Shape;10447;p84"/>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8" name="Google Shape;10448;p84"/>
          <p:cNvGrpSpPr/>
          <p:nvPr/>
        </p:nvGrpSpPr>
        <p:grpSpPr>
          <a:xfrm>
            <a:off x="5176925" y="4174949"/>
            <a:ext cx="397763" cy="262804"/>
            <a:chOff x="5206262" y="4174817"/>
            <a:chExt cx="397763" cy="262804"/>
          </a:xfrm>
        </p:grpSpPr>
        <p:sp>
          <p:nvSpPr>
            <p:cNvPr id="10449" name="Google Shape;10449;p84"/>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4"/>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4"/>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4"/>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4"/>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4"/>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4"/>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84"/>
          <p:cNvGrpSpPr/>
          <p:nvPr/>
        </p:nvGrpSpPr>
        <p:grpSpPr>
          <a:xfrm>
            <a:off x="5698279" y="4161342"/>
            <a:ext cx="440505" cy="290018"/>
            <a:chOff x="5727616" y="4204699"/>
            <a:chExt cx="440505" cy="290018"/>
          </a:xfrm>
        </p:grpSpPr>
        <p:sp>
          <p:nvSpPr>
            <p:cNvPr id="10457" name="Google Shape;10457;p84"/>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4"/>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4"/>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4"/>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4"/>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4"/>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4"/>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4"/>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5" name="Google Shape;10465;p84"/>
          <p:cNvGrpSpPr/>
          <p:nvPr/>
        </p:nvGrpSpPr>
        <p:grpSpPr>
          <a:xfrm>
            <a:off x="6380726" y="4124093"/>
            <a:ext cx="159950" cy="364516"/>
            <a:chOff x="6410063" y="4135124"/>
            <a:chExt cx="159950" cy="364516"/>
          </a:xfrm>
        </p:grpSpPr>
        <p:sp>
          <p:nvSpPr>
            <p:cNvPr id="10466" name="Google Shape;10466;p84"/>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4"/>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4"/>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4"/>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84"/>
          <p:cNvGrpSpPr/>
          <p:nvPr/>
        </p:nvGrpSpPr>
        <p:grpSpPr>
          <a:xfrm>
            <a:off x="6641065" y="4124284"/>
            <a:ext cx="214378" cy="364135"/>
            <a:chOff x="6924652" y="4135505"/>
            <a:chExt cx="214378" cy="364135"/>
          </a:xfrm>
        </p:grpSpPr>
        <p:sp>
          <p:nvSpPr>
            <p:cNvPr id="10471" name="Google Shape;10471;p84"/>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4"/>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4"/>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4"/>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5" name="Google Shape;10475;p84"/>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0476" name="Google Shape;10476;p8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0477" name="Google Shape;10477;p84"/>
          <p:cNvGrpSpPr/>
          <p:nvPr/>
        </p:nvGrpSpPr>
        <p:grpSpPr>
          <a:xfrm>
            <a:off x="841240" y="4119220"/>
            <a:ext cx="374177" cy="374263"/>
            <a:chOff x="775325" y="4143525"/>
            <a:chExt cx="468776" cy="468884"/>
          </a:xfrm>
        </p:grpSpPr>
        <p:sp>
          <p:nvSpPr>
            <p:cNvPr id="10478" name="Google Shape;10478;p84"/>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4"/>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4"/>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4"/>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84"/>
          <p:cNvGrpSpPr/>
          <p:nvPr/>
        </p:nvGrpSpPr>
        <p:grpSpPr>
          <a:xfrm>
            <a:off x="7015917" y="4114633"/>
            <a:ext cx="219464" cy="383437"/>
            <a:chOff x="1426400" y="1814750"/>
            <a:chExt cx="407850" cy="712575"/>
          </a:xfrm>
        </p:grpSpPr>
        <p:sp>
          <p:nvSpPr>
            <p:cNvPr id="10483" name="Google Shape;10483;p84"/>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4"/>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4"/>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84"/>
          <p:cNvGrpSpPr/>
          <p:nvPr/>
        </p:nvGrpSpPr>
        <p:grpSpPr>
          <a:xfrm>
            <a:off x="7391519" y="4149408"/>
            <a:ext cx="313833" cy="313887"/>
            <a:chOff x="1910075" y="2021700"/>
            <a:chExt cx="583225" cy="583325"/>
          </a:xfrm>
        </p:grpSpPr>
        <p:sp>
          <p:nvSpPr>
            <p:cNvPr id="10487" name="Google Shape;10487;p84"/>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4"/>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4"/>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84"/>
          <p:cNvGrpSpPr/>
          <p:nvPr/>
        </p:nvGrpSpPr>
        <p:grpSpPr>
          <a:xfrm>
            <a:off x="7861486" y="4189187"/>
            <a:ext cx="441255" cy="234329"/>
            <a:chOff x="2749275" y="2099575"/>
            <a:chExt cx="820025" cy="435475"/>
          </a:xfrm>
        </p:grpSpPr>
        <p:sp>
          <p:nvSpPr>
            <p:cNvPr id="10491" name="Google Shape;10491;p84"/>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4"/>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4"/>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4"/>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98" name="Shape 10498"/>
        <p:cNvGrpSpPr/>
        <p:nvPr/>
      </p:nvGrpSpPr>
      <p:grpSpPr>
        <a:xfrm>
          <a:off x="0" y="0"/>
          <a:ext cx="0" cy="0"/>
          <a:chOff x="0" y="0"/>
          <a:chExt cx="0" cy="0"/>
        </a:xfrm>
      </p:grpSpPr>
      <p:grpSp>
        <p:nvGrpSpPr>
          <p:cNvPr id="10499" name="Google Shape;10499;p85"/>
          <p:cNvGrpSpPr/>
          <p:nvPr/>
        </p:nvGrpSpPr>
        <p:grpSpPr>
          <a:xfrm>
            <a:off x="1989449" y="4101269"/>
            <a:ext cx="374774" cy="346073"/>
            <a:chOff x="1989449" y="4282269"/>
            <a:chExt cx="374774" cy="346073"/>
          </a:xfrm>
        </p:grpSpPr>
        <p:sp>
          <p:nvSpPr>
            <p:cNvPr id="10500" name="Google Shape;10500;p85"/>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5"/>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5"/>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5"/>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5"/>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5" name="Google Shape;10505;p85"/>
          <p:cNvGrpSpPr/>
          <p:nvPr/>
        </p:nvGrpSpPr>
        <p:grpSpPr>
          <a:xfrm>
            <a:off x="2487439" y="4099740"/>
            <a:ext cx="198775" cy="348972"/>
            <a:chOff x="2487439" y="4280740"/>
            <a:chExt cx="198775" cy="348972"/>
          </a:xfrm>
        </p:grpSpPr>
        <p:sp>
          <p:nvSpPr>
            <p:cNvPr id="10506" name="Google Shape;10506;p85"/>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5"/>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5"/>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5"/>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85"/>
          <p:cNvGrpSpPr/>
          <p:nvPr/>
        </p:nvGrpSpPr>
        <p:grpSpPr>
          <a:xfrm>
            <a:off x="2810958" y="4092923"/>
            <a:ext cx="353145" cy="361873"/>
            <a:chOff x="2810958" y="4273923"/>
            <a:chExt cx="353145" cy="361873"/>
          </a:xfrm>
        </p:grpSpPr>
        <p:sp>
          <p:nvSpPr>
            <p:cNvPr id="10511" name="Google Shape;10511;p85"/>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5"/>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5"/>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5"/>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5"/>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5"/>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5"/>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85"/>
          <p:cNvGrpSpPr/>
          <p:nvPr/>
        </p:nvGrpSpPr>
        <p:grpSpPr>
          <a:xfrm>
            <a:off x="6275635" y="4101651"/>
            <a:ext cx="209383" cy="366778"/>
            <a:chOff x="6275635" y="4282651"/>
            <a:chExt cx="209383" cy="366778"/>
          </a:xfrm>
        </p:grpSpPr>
        <p:sp>
          <p:nvSpPr>
            <p:cNvPr id="10519" name="Google Shape;10519;p85"/>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5"/>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85"/>
          <p:cNvGrpSpPr/>
          <p:nvPr/>
        </p:nvGrpSpPr>
        <p:grpSpPr>
          <a:xfrm>
            <a:off x="6701186" y="4102033"/>
            <a:ext cx="280292" cy="366396"/>
            <a:chOff x="6701186" y="4283033"/>
            <a:chExt cx="280292" cy="366396"/>
          </a:xfrm>
        </p:grpSpPr>
        <p:sp>
          <p:nvSpPr>
            <p:cNvPr id="10522" name="Google Shape;10522;p85"/>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5"/>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85"/>
          <p:cNvGrpSpPr/>
          <p:nvPr/>
        </p:nvGrpSpPr>
        <p:grpSpPr>
          <a:xfrm>
            <a:off x="2609571" y="3643958"/>
            <a:ext cx="373627" cy="347347"/>
            <a:chOff x="2609571" y="3824958"/>
            <a:chExt cx="373627" cy="347347"/>
          </a:xfrm>
        </p:grpSpPr>
        <p:sp>
          <p:nvSpPr>
            <p:cNvPr id="10525" name="Google Shape;10525;p85"/>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5"/>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7" name="Google Shape;10527;p85"/>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8" name="Google Shape;10528;p85"/>
          <p:cNvGrpSpPr/>
          <p:nvPr/>
        </p:nvGrpSpPr>
        <p:grpSpPr>
          <a:xfrm>
            <a:off x="916127" y="3626056"/>
            <a:ext cx="221902" cy="380795"/>
            <a:chOff x="916127" y="3807056"/>
            <a:chExt cx="221902" cy="380795"/>
          </a:xfrm>
        </p:grpSpPr>
        <p:sp>
          <p:nvSpPr>
            <p:cNvPr id="10529" name="Google Shape;10529;p85"/>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5"/>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5"/>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5"/>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3" name="Google Shape;10533;p85"/>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5"/>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5" name="Google Shape;10535;p85"/>
          <p:cNvGrpSpPr/>
          <p:nvPr/>
        </p:nvGrpSpPr>
        <p:grpSpPr>
          <a:xfrm>
            <a:off x="3513010" y="3635134"/>
            <a:ext cx="362223" cy="361108"/>
            <a:chOff x="3513010" y="3816134"/>
            <a:chExt cx="362223" cy="361108"/>
          </a:xfrm>
        </p:grpSpPr>
        <p:sp>
          <p:nvSpPr>
            <p:cNvPr id="10536" name="Google Shape;10536;p85"/>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5"/>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5"/>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5"/>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85"/>
          <p:cNvGrpSpPr/>
          <p:nvPr/>
        </p:nvGrpSpPr>
        <p:grpSpPr>
          <a:xfrm>
            <a:off x="3950316" y="3639307"/>
            <a:ext cx="369805" cy="353782"/>
            <a:chOff x="3950316" y="3820307"/>
            <a:chExt cx="369805" cy="353782"/>
          </a:xfrm>
        </p:grpSpPr>
        <p:sp>
          <p:nvSpPr>
            <p:cNvPr id="10541" name="Google Shape;10541;p85"/>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5"/>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5"/>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5"/>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5" name="Google Shape;10545;p85"/>
          <p:cNvGrpSpPr/>
          <p:nvPr/>
        </p:nvGrpSpPr>
        <p:grpSpPr>
          <a:xfrm>
            <a:off x="1761909" y="3630961"/>
            <a:ext cx="307974" cy="371716"/>
            <a:chOff x="1761909" y="3811961"/>
            <a:chExt cx="307974" cy="371716"/>
          </a:xfrm>
        </p:grpSpPr>
        <p:sp>
          <p:nvSpPr>
            <p:cNvPr id="10546" name="Google Shape;10546;p85"/>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5"/>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5"/>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5"/>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5"/>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5"/>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5"/>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5"/>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5"/>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5"/>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85"/>
          <p:cNvGrpSpPr/>
          <p:nvPr/>
        </p:nvGrpSpPr>
        <p:grpSpPr>
          <a:xfrm>
            <a:off x="5373342" y="3627935"/>
            <a:ext cx="231395" cy="353145"/>
            <a:chOff x="5373342" y="3808935"/>
            <a:chExt cx="231395" cy="353145"/>
          </a:xfrm>
        </p:grpSpPr>
        <p:sp>
          <p:nvSpPr>
            <p:cNvPr id="10557" name="Google Shape;10557;p85"/>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5"/>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5"/>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5"/>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5"/>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5"/>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5"/>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5"/>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5"/>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6" name="Google Shape;10566;p85"/>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7" name="Google Shape;10567;p85"/>
          <p:cNvGrpSpPr/>
          <p:nvPr/>
        </p:nvGrpSpPr>
        <p:grpSpPr>
          <a:xfrm>
            <a:off x="5833775" y="3628445"/>
            <a:ext cx="235185" cy="352253"/>
            <a:chOff x="5833775" y="3809445"/>
            <a:chExt cx="235185" cy="352253"/>
          </a:xfrm>
        </p:grpSpPr>
        <p:sp>
          <p:nvSpPr>
            <p:cNvPr id="10568" name="Google Shape;10568;p85"/>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5"/>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5"/>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85"/>
          <p:cNvGrpSpPr/>
          <p:nvPr/>
        </p:nvGrpSpPr>
        <p:grpSpPr>
          <a:xfrm>
            <a:off x="4942472" y="3628318"/>
            <a:ext cx="238976" cy="352762"/>
            <a:chOff x="4942472" y="3809318"/>
            <a:chExt cx="238976" cy="352762"/>
          </a:xfrm>
        </p:grpSpPr>
        <p:sp>
          <p:nvSpPr>
            <p:cNvPr id="10572" name="Google Shape;10572;p85"/>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5"/>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5"/>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5"/>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5"/>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5"/>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5"/>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85"/>
          <p:cNvGrpSpPr/>
          <p:nvPr/>
        </p:nvGrpSpPr>
        <p:grpSpPr>
          <a:xfrm>
            <a:off x="6266525" y="3626788"/>
            <a:ext cx="260223" cy="353527"/>
            <a:chOff x="6266525" y="3807788"/>
            <a:chExt cx="260223" cy="353527"/>
          </a:xfrm>
        </p:grpSpPr>
        <p:sp>
          <p:nvSpPr>
            <p:cNvPr id="10580" name="Google Shape;10580;p85"/>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5"/>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5"/>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5"/>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4" name="Google Shape;10584;p85"/>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5" name="Google Shape;10585;p85"/>
          <p:cNvGrpSpPr/>
          <p:nvPr/>
        </p:nvGrpSpPr>
        <p:grpSpPr>
          <a:xfrm>
            <a:off x="7184363" y="3628604"/>
            <a:ext cx="202184" cy="352762"/>
            <a:chOff x="7184363" y="3809604"/>
            <a:chExt cx="202184" cy="352762"/>
          </a:xfrm>
        </p:grpSpPr>
        <p:sp>
          <p:nvSpPr>
            <p:cNvPr id="10586" name="Google Shape;10586;p85"/>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5"/>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8" name="Google Shape;10588;p85"/>
          <p:cNvGrpSpPr/>
          <p:nvPr/>
        </p:nvGrpSpPr>
        <p:grpSpPr>
          <a:xfrm>
            <a:off x="7571624" y="3627935"/>
            <a:ext cx="292047" cy="352762"/>
            <a:chOff x="7571624" y="3808935"/>
            <a:chExt cx="292047" cy="352762"/>
          </a:xfrm>
        </p:grpSpPr>
        <p:sp>
          <p:nvSpPr>
            <p:cNvPr id="10589" name="Google Shape;10589;p85"/>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5"/>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5"/>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5"/>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5"/>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5"/>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85"/>
          <p:cNvGrpSpPr/>
          <p:nvPr/>
        </p:nvGrpSpPr>
        <p:grpSpPr>
          <a:xfrm>
            <a:off x="2174559" y="3175116"/>
            <a:ext cx="364135" cy="359930"/>
            <a:chOff x="2174559" y="3356116"/>
            <a:chExt cx="364135" cy="359930"/>
          </a:xfrm>
        </p:grpSpPr>
        <p:sp>
          <p:nvSpPr>
            <p:cNvPr id="10596" name="Google Shape;10596;p85"/>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5"/>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85"/>
          <p:cNvGrpSpPr/>
          <p:nvPr/>
        </p:nvGrpSpPr>
        <p:grpSpPr>
          <a:xfrm>
            <a:off x="1731934" y="3174639"/>
            <a:ext cx="368371" cy="361554"/>
            <a:chOff x="1731934" y="3355639"/>
            <a:chExt cx="368371" cy="361554"/>
          </a:xfrm>
        </p:grpSpPr>
        <p:sp>
          <p:nvSpPr>
            <p:cNvPr id="10599" name="Google Shape;10599;p85"/>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5"/>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85"/>
          <p:cNvGrpSpPr/>
          <p:nvPr/>
        </p:nvGrpSpPr>
        <p:grpSpPr>
          <a:xfrm>
            <a:off x="3990517" y="3173173"/>
            <a:ext cx="279559" cy="363402"/>
            <a:chOff x="3990517" y="3354173"/>
            <a:chExt cx="279559" cy="363402"/>
          </a:xfrm>
        </p:grpSpPr>
        <p:sp>
          <p:nvSpPr>
            <p:cNvPr id="10602" name="Google Shape;10602;p85"/>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5"/>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5"/>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85"/>
          <p:cNvGrpSpPr/>
          <p:nvPr/>
        </p:nvGrpSpPr>
        <p:grpSpPr>
          <a:xfrm>
            <a:off x="3497847" y="3236374"/>
            <a:ext cx="379680" cy="237606"/>
            <a:chOff x="3497847" y="3417374"/>
            <a:chExt cx="379680" cy="237606"/>
          </a:xfrm>
        </p:grpSpPr>
        <p:sp>
          <p:nvSpPr>
            <p:cNvPr id="10606" name="Google Shape;10606;p85"/>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5"/>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5"/>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5"/>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85"/>
          <p:cNvGrpSpPr/>
          <p:nvPr/>
        </p:nvGrpSpPr>
        <p:grpSpPr>
          <a:xfrm>
            <a:off x="2612597" y="3186075"/>
            <a:ext cx="376271" cy="337982"/>
            <a:chOff x="2612597" y="3367075"/>
            <a:chExt cx="376271" cy="337982"/>
          </a:xfrm>
        </p:grpSpPr>
        <p:sp>
          <p:nvSpPr>
            <p:cNvPr id="10611" name="Google Shape;10611;p85"/>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5"/>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85"/>
          <p:cNvGrpSpPr/>
          <p:nvPr/>
        </p:nvGrpSpPr>
        <p:grpSpPr>
          <a:xfrm>
            <a:off x="3071914" y="3183431"/>
            <a:ext cx="343652" cy="342505"/>
            <a:chOff x="3071914" y="3364431"/>
            <a:chExt cx="343652" cy="342505"/>
          </a:xfrm>
        </p:grpSpPr>
        <p:sp>
          <p:nvSpPr>
            <p:cNvPr id="10614" name="Google Shape;10614;p85"/>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5"/>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5"/>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5"/>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5"/>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85"/>
          <p:cNvGrpSpPr/>
          <p:nvPr/>
        </p:nvGrpSpPr>
        <p:grpSpPr>
          <a:xfrm>
            <a:off x="897141" y="3178875"/>
            <a:ext cx="257962" cy="352762"/>
            <a:chOff x="897141" y="3359875"/>
            <a:chExt cx="257962" cy="352762"/>
          </a:xfrm>
        </p:grpSpPr>
        <p:sp>
          <p:nvSpPr>
            <p:cNvPr id="10620" name="Google Shape;10620;p85"/>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5"/>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5"/>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5"/>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5"/>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5"/>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5"/>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5"/>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85"/>
          <p:cNvGrpSpPr/>
          <p:nvPr/>
        </p:nvGrpSpPr>
        <p:grpSpPr>
          <a:xfrm>
            <a:off x="1333682" y="3163330"/>
            <a:ext cx="271213" cy="383088"/>
            <a:chOff x="1333682" y="3344330"/>
            <a:chExt cx="271213" cy="383088"/>
          </a:xfrm>
        </p:grpSpPr>
        <p:sp>
          <p:nvSpPr>
            <p:cNvPr id="10629" name="Google Shape;10629;p85"/>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5"/>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5"/>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5"/>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5"/>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5"/>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5"/>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5"/>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5"/>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5"/>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5"/>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85"/>
          <p:cNvGrpSpPr/>
          <p:nvPr/>
        </p:nvGrpSpPr>
        <p:grpSpPr>
          <a:xfrm>
            <a:off x="6664394" y="3165974"/>
            <a:ext cx="353113" cy="351998"/>
            <a:chOff x="6664394" y="3346974"/>
            <a:chExt cx="353113" cy="351998"/>
          </a:xfrm>
        </p:grpSpPr>
        <p:sp>
          <p:nvSpPr>
            <p:cNvPr id="10641" name="Google Shape;10641;p85"/>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5"/>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5"/>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5"/>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5"/>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85"/>
          <p:cNvGrpSpPr/>
          <p:nvPr/>
        </p:nvGrpSpPr>
        <p:grpSpPr>
          <a:xfrm>
            <a:off x="849741" y="1778307"/>
            <a:ext cx="399398" cy="375443"/>
            <a:chOff x="849741" y="1959307"/>
            <a:chExt cx="399398" cy="375443"/>
          </a:xfrm>
        </p:grpSpPr>
        <p:sp>
          <p:nvSpPr>
            <p:cNvPr id="10647" name="Google Shape;10647;p85"/>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5"/>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9" name="Google Shape;10649;p85"/>
          <p:cNvGrpSpPr/>
          <p:nvPr/>
        </p:nvGrpSpPr>
        <p:grpSpPr>
          <a:xfrm>
            <a:off x="1284212" y="1782766"/>
            <a:ext cx="379489" cy="366046"/>
            <a:chOff x="1284212" y="1963766"/>
            <a:chExt cx="379489" cy="366046"/>
          </a:xfrm>
        </p:grpSpPr>
        <p:sp>
          <p:nvSpPr>
            <p:cNvPr id="10650" name="Google Shape;10650;p85"/>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5"/>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85"/>
          <p:cNvGrpSpPr/>
          <p:nvPr/>
        </p:nvGrpSpPr>
        <p:grpSpPr>
          <a:xfrm>
            <a:off x="3037766" y="1788564"/>
            <a:ext cx="370219" cy="354928"/>
            <a:chOff x="3037766" y="1969564"/>
            <a:chExt cx="370219" cy="354928"/>
          </a:xfrm>
        </p:grpSpPr>
        <p:sp>
          <p:nvSpPr>
            <p:cNvPr id="10653" name="Google Shape;10653;p85"/>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5"/>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5"/>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5"/>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85"/>
          <p:cNvGrpSpPr/>
          <p:nvPr/>
        </p:nvGrpSpPr>
        <p:grpSpPr>
          <a:xfrm>
            <a:off x="3982553" y="1790730"/>
            <a:ext cx="304566" cy="350501"/>
            <a:chOff x="3982553" y="1971730"/>
            <a:chExt cx="304566" cy="350501"/>
          </a:xfrm>
        </p:grpSpPr>
        <p:sp>
          <p:nvSpPr>
            <p:cNvPr id="10658" name="Google Shape;10658;p85"/>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5"/>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85"/>
          <p:cNvGrpSpPr/>
          <p:nvPr/>
        </p:nvGrpSpPr>
        <p:grpSpPr>
          <a:xfrm>
            <a:off x="2567841" y="1813124"/>
            <a:ext cx="399812" cy="306477"/>
            <a:chOff x="2567841" y="1994124"/>
            <a:chExt cx="399812" cy="306477"/>
          </a:xfrm>
        </p:grpSpPr>
        <p:sp>
          <p:nvSpPr>
            <p:cNvPr id="10661" name="Google Shape;10661;p85"/>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5"/>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5"/>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85"/>
          <p:cNvGrpSpPr/>
          <p:nvPr/>
        </p:nvGrpSpPr>
        <p:grpSpPr>
          <a:xfrm>
            <a:off x="2212084" y="1779358"/>
            <a:ext cx="324698" cy="372863"/>
            <a:chOff x="2212084" y="1960358"/>
            <a:chExt cx="324698" cy="372863"/>
          </a:xfrm>
        </p:grpSpPr>
        <p:sp>
          <p:nvSpPr>
            <p:cNvPr id="10665" name="Google Shape;10665;p85"/>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5"/>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5"/>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8" name="Google Shape;10668;p85"/>
          <p:cNvGrpSpPr/>
          <p:nvPr/>
        </p:nvGrpSpPr>
        <p:grpSpPr>
          <a:xfrm>
            <a:off x="1805901" y="1779358"/>
            <a:ext cx="284847" cy="373627"/>
            <a:chOff x="1805901" y="1960358"/>
            <a:chExt cx="284847" cy="373627"/>
          </a:xfrm>
        </p:grpSpPr>
        <p:sp>
          <p:nvSpPr>
            <p:cNvPr id="10669" name="Google Shape;10669;p85"/>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5"/>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1" name="Google Shape;10671;p85"/>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5"/>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5"/>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4" name="Google Shape;10674;p85"/>
          <p:cNvGrpSpPr/>
          <p:nvPr/>
        </p:nvGrpSpPr>
        <p:grpSpPr>
          <a:xfrm>
            <a:off x="6656812" y="1848388"/>
            <a:ext cx="368690" cy="245793"/>
            <a:chOff x="6656812" y="2029388"/>
            <a:chExt cx="368690" cy="245793"/>
          </a:xfrm>
        </p:grpSpPr>
        <p:sp>
          <p:nvSpPr>
            <p:cNvPr id="10675" name="Google Shape;10675;p85"/>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5"/>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5"/>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5"/>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5"/>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5"/>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5"/>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5"/>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5"/>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5"/>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85"/>
          <p:cNvGrpSpPr/>
          <p:nvPr/>
        </p:nvGrpSpPr>
        <p:grpSpPr>
          <a:xfrm>
            <a:off x="4869651" y="1831218"/>
            <a:ext cx="376654" cy="281566"/>
            <a:chOff x="4869651" y="2012218"/>
            <a:chExt cx="376654" cy="281566"/>
          </a:xfrm>
        </p:grpSpPr>
        <p:sp>
          <p:nvSpPr>
            <p:cNvPr id="10686" name="Google Shape;10686;p85"/>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5"/>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5"/>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5"/>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85"/>
          <p:cNvGrpSpPr/>
          <p:nvPr/>
        </p:nvGrpSpPr>
        <p:grpSpPr>
          <a:xfrm>
            <a:off x="5306224" y="1831313"/>
            <a:ext cx="367925" cy="281694"/>
            <a:chOff x="5306224" y="2012313"/>
            <a:chExt cx="367925" cy="281694"/>
          </a:xfrm>
        </p:grpSpPr>
        <p:sp>
          <p:nvSpPr>
            <p:cNvPr id="10691" name="Google Shape;10691;p85"/>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5"/>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3" name="Google Shape;10693;p85"/>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4" name="Google Shape;10694;p85"/>
          <p:cNvGrpSpPr/>
          <p:nvPr/>
        </p:nvGrpSpPr>
        <p:grpSpPr>
          <a:xfrm>
            <a:off x="6195998" y="1802102"/>
            <a:ext cx="368308" cy="338746"/>
            <a:chOff x="6195998" y="1983102"/>
            <a:chExt cx="368308" cy="338746"/>
          </a:xfrm>
        </p:grpSpPr>
        <p:sp>
          <p:nvSpPr>
            <p:cNvPr id="10695" name="Google Shape;10695;p85"/>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5"/>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5"/>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85"/>
          <p:cNvGrpSpPr/>
          <p:nvPr/>
        </p:nvGrpSpPr>
        <p:grpSpPr>
          <a:xfrm>
            <a:off x="7542031" y="1830835"/>
            <a:ext cx="369072" cy="280037"/>
            <a:chOff x="7542031" y="2011835"/>
            <a:chExt cx="369072" cy="280037"/>
          </a:xfrm>
        </p:grpSpPr>
        <p:sp>
          <p:nvSpPr>
            <p:cNvPr id="10699" name="Google Shape;10699;p85"/>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5"/>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5"/>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5"/>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5"/>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5"/>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5"/>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5"/>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5"/>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8" name="Google Shape;10708;p85"/>
          <p:cNvGrpSpPr/>
          <p:nvPr/>
        </p:nvGrpSpPr>
        <p:grpSpPr>
          <a:xfrm>
            <a:off x="8010427" y="3167503"/>
            <a:ext cx="278795" cy="351615"/>
            <a:chOff x="8010427" y="3348503"/>
            <a:chExt cx="278795" cy="351615"/>
          </a:xfrm>
        </p:grpSpPr>
        <p:sp>
          <p:nvSpPr>
            <p:cNvPr id="10709" name="Google Shape;10709;p85"/>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5"/>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5"/>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5"/>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3" name="Google Shape;10713;p85"/>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4" name="Google Shape;10714;p85"/>
          <p:cNvGrpSpPr/>
          <p:nvPr/>
        </p:nvGrpSpPr>
        <p:grpSpPr>
          <a:xfrm>
            <a:off x="7141900" y="3168204"/>
            <a:ext cx="281057" cy="351010"/>
            <a:chOff x="7141900" y="3349204"/>
            <a:chExt cx="281057" cy="351010"/>
          </a:xfrm>
        </p:grpSpPr>
        <p:sp>
          <p:nvSpPr>
            <p:cNvPr id="10715" name="Google Shape;10715;p85"/>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5"/>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5"/>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85"/>
          <p:cNvGrpSpPr/>
          <p:nvPr/>
        </p:nvGrpSpPr>
        <p:grpSpPr>
          <a:xfrm>
            <a:off x="5314188" y="3169032"/>
            <a:ext cx="363752" cy="353113"/>
            <a:chOff x="5314188" y="3350032"/>
            <a:chExt cx="363752" cy="353113"/>
          </a:xfrm>
        </p:grpSpPr>
        <p:sp>
          <p:nvSpPr>
            <p:cNvPr id="10719" name="Google Shape;10719;p85"/>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5"/>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1" name="Google Shape;10721;p85"/>
          <p:cNvGrpSpPr/>
          <p:nvPr/>
        </p:nvGrpSpPr>
        <p:grpSpPr>
          <a:xfrm>
            <a:off x="5829984" y="3169032"/>
            <a:ext cx="220755" cy="352348"/>
            <a:chOff x="5829984" y="3350032"/>
            <a:chExt cx="220755" cy="352348"/>
          </a:xfrm>
        </p:grpSpPr>
        <p:sp>
          <p:nvSpPr>
            <p:cNvPr id="10722" name="Google Shape;10722;p85"/>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5"/>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5"/>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5"/>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85"/>
          <p:cNvGrpSpPr/>
          <p:nvPr/>
        </p:nvGrpSpPr>
        <p:grpSpPr>
          <a:xfrm>
            <a:off x="4882170" y="3168841"/>
            <a:ext cx="358464" cy="352316"/>
            <a:chOff x="4882170" y="3349841"/>
            <a:chExt cx="358464" cy="352316"/>
          </a:xfrm>
        </p:grpSpPr>
        <p:sp>
          <p:nvSpPr>
            <p:cNvPr id="10727" name="Google Shape;10727;p85"/>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5"/>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9" name="Google Shape;10729;p85"/>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5"/>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1" name="Google Shape;10731;p85"/>
          <p:cNvGrpSpPr/>
          <p:nvPr/>
        </p:nvGrpSpPr>
        <p:grpSpPr>
          <a:xfrm>
            <a:off x="3044965" y="2254220"/>
            <a:ext cx="400194" cy="324316"/>
            <a:chOff x="3044965" y="2435220"/>
            <a:chExt cx="400194" cy="324316"/>
          </a:xfrm>
        </p:grpSpPr>
        <p:sp>
          <p:nvSpPr>
            <p:cNvPr id="10732" name="Google Shape;10732;p85"/>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5"/>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5"/>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85"/>
          <p:cNvGrpSpPr/>
          <p:nvPr/>
        </p:nvGrpSpPr>
        <p:grpSpPr>
          <a:xfrm>
            <a:off x="6203579" y="3167981"/>
            <a:ext cx="351615" cy="350373"/>
            <a:chOff x="6203579" y="3348981"/>
            <a:chExt cx="351615" cy="350373"/>
          </a:xfrm>
        </p:grpSpPr>
        <p:sp>
          <p:nvSpPr>
            <p:cNvPr id="10736" name="Google Shape;10736;p85"/>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5"/>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5"/>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5"/>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5"/>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85"/>
          <p:cNvGrpSpPr/>
          <p:nvPr/>
        </p:nvGrpSpPr>
        <p:grpSpPr>
          <a:xfrm>
            <a:off x="4878379" y="2292892"/>
            <a:ext cx="367161" cy="287523"/>
            <a:chOff x="4878379" y="2473892"/>
            <a:chExt cx="367161" cy="287523"/>
          </a:xfrm>
        </p:grpSpPr>
        <p:sp>
          <p:nvSpPr>
            <p:cNvPr id="10742" name="Google Shape;10742;p85"/>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5"/>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5"/>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5"/>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5"/>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85"/>
          <p:cNvGrpSpPr/>
          <p:nvPr/>
        </p:nvGrpSpPr>
        <p:grpSpPr>
          <a:xfrm>
            <a:off x="1325719" y="2706689"/>
            <a:ext cx="290581" cy="372481"/>
            <a:chOff x="1325719" y="2887689"/>
            <a:chExt cx="290581" cy="372481"/>
          </a:xfrm>
        </p:grpSpPr>
        <p:sp>
          <p:nvSpPr>
            <p:cNvPr id="10748" name="Google Shape;10748;p85"/>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5"/>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0" name="Google Shape;10750;p85"/>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1" name="Google Shape;10751;p85"/>
          <p:cNvGrpSpPr/>
          <p:nvPr/>
        </p:nvGrpSpPr>
        <p:grpSpPr>
          <a:xfrm>
            <a:off x="3510335" y="2711499"/>
            <a:ext cx="360726" cy="361204"/>
            <a:chOff x="3510335" y="2892499"/>
            <a:chExt cx="360726" cy="361204"/>
          </a:xfrm>
        </p:grpSpPr>
        <p:sp>
          <p:nvSpPr>
            <p:cNvPr id="10752" name="Google Shape;10752;p85"/>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5"/>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5"/>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5"/>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5"/>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85"/>
          <p:cNvGrpSpPr/>
          <p:nvPr/>
        </p:nvGrpSpPr>
        <p:grpSpPr>
          <a:xfrm>
            <a:off x="3086313" y="2696049"/>
            <a:ext cx="320143" cy="392581"/>
            <a:chOff x="3086313" y="2877049"/>
            <a:chExt cx="320143" cy="392581"/>
          </a:xfrm>
        </p:grpSpPr>
        <p:sp>
          <p:nvSpPr>
            <p:cNvPr id="10758" name="Google Shape;10758;p85"/>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5"/>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5"/>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5"/>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5"/>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5"/>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5"/>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5"/>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5"/>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5"/>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5"/>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5"/>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0" name="Google Shape;10770;p85"/>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1" name="Google Shape;10771;p85"/>
          <p:cNvGrpSpPr/>
          <p:nvPr/>
        </p:nvGrpSpPr>
        <p:grpSpPr>
          <a:xfrm>
            <a:off x="861113" y="2704746"/>
            <a:ext cx="333809" cy="373277"/>
            <a:chOff x="861113" y="2885746"/>
            <a:chExt cx="333809" cy="373277"/>
          </a:xfrm>
        </p:grpSpPr>
        <p:sp>
          <p:nvSpPr>
            <p:cNvPr id="10772" name="Google Shape;10772;p85"/>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5"/>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5"/>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5" name="Google Shape;10775;p85"/>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5"/>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7" name="Google Shape;10777;p85"/>
          <p:cNvGrpSpPr/>
          <p:nvPr/>
        </p:nvGrpSpPr>
        <p:grpSpPr>
          <a:xfrm>
            <a:off x="1297654" y="1323481"/>
            <a:ext cx="349354" cy="362223"/>
            <a:chOff x="1297654" y="1504481"/>
            <a:chExt cx="349354" cy="362223"/>
          </a:xfrm>
        </p:grpSpPr>
        <p:sp>
          <p:nvSpPr>
            <p:cNvPr id="10778" name="Google Shape;10778;p85"/>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5"/>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5"/>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1" name="Google Shape;10781;p85"/>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2" name="Google Shape;10782;p85"/>
          <p:cNvGrpSpPr/>
          <p:nvPr/>
        </p:nvGrpSpPr>
        <p:grpSpPr>
          <a:xfrm>
            <a:off x="852385" y="1329916"/>
            <a:ext cx="353145" cy="351998"/>
            <a:chOff x="852385" y="1510916"/>
            <a:chExt cx="353145" cy="351998"/>
          </a:xfrm>
        </p:grpSpPr>
        <p:sp>
          <p:nvSpPr>
            <p:cNvPr id="10783" name="Google Shape;10783;p85"/>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5"/>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5"/>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85"/>
          <p:cNvGrpSpPr/>
          <p:nvPr/>
        </p:nvGrpSpPr>
        <p:grpSpPr>
          <a:xfrm>
            <a:off x="1745217" y="1334471"/>
            <a:ext cx="343269" cy="342505"/>
            <a:chOff x="1745217" y="1515471"/>
            <a:chExt cx="343269" cy="342505"/>
          </a:xfrm>
        </p:grpSpPr>
        <p:sp>
          <p:nvSpPr>
            <p:cNvPr id="10787" name="Google Shape;10787;p85"/>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5"/>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5"/>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5"/>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1" name="Google Shape;10791;p85"/>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2" name="Google Shape;10792;p85"/>
          <p:cNvGrpSpPr/>
          <p:nvPr/>
        </p:nvGrpSpPr>
        <p:grpSpPr>
          <a:xfrm>
            <a:off x="3042703" y="1348137"/>
            <a:ext cx="411535" cy="315587"/>
            <a:chOff x="3042703" y="1529137"/>
            <a:chExt cx="411535" cy="315587"/>
          </a:xfrm>
        </p:grpSpPr>
        <p:sp>
          <p:nvSpPr>
            <p:cNvPr id="10793" name="Google Shape;10793;p85"/>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5"/>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5"/>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5"/>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5"/>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5"/>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5"/>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5"/>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5"/>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5"/>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85"/>
          <p:cNvGrpSpPr/>
          <p:nvPr/>
        </p:nvGrpSpPr>
        <p:grpSpPr>
          <a:xfrm>
            <a:off x="2629289" y="1363682"/>
            <a:ext cx="350501" cy="284497"/>
            <a:chOff x="2629289" y="1544682"/>
            <a:chExt cx="350501" cy="284497"/>
          </a:xfrm>
        </p:grpSpPr>
        <p:sp>
          <p:nvSpPr>
            <p:cNvPr id="10804" name="Google Shape;10804;p85"/>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5"/>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5"/>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5"/>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5"/>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85"/>
          <p:cNvGrpSpPr/>
          <p:nvPr/>
        </p:nvGrpSpPr>
        <p:grpSpPr>
          <a:xfrm>
            <a:off x="5305077" y="1321633"/>
            <a:ext cx="367893" cy="365218"/>
            <a:chOff x="5305077" y="1502633"/>
            <a:chExt cx="367893" cy="365218"/>
          </a:xfrm>
        </p:grpSpPr>
        <p:sp>
          <p:nvSpPr>
            <p:cNvPr id="10810" name="Google Shape;10810;p85"/>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5"/>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85"/>
          <p:cNvGrpSpPr/>
          <p:nvPr/>
        </p:nvGrpSpPr>
        <p:grpSpPr>
          <a:xfrm>
            <a:off x="7100170" y="1319117"/>
            <a:ext cx="368308" cy="367033"/>
            <a:chOff x="7100170" y="1500117"/>
            <a:chExt cx="368308" cy="367033"/>
          </a:xfrm>
        </p:grpSpPr>
        <p:sp>
          <p:nvSpPr>
            <p:cNvPr id="10813" name="Google Shape;10813;p85"/>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5"/>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5"/>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5"/>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5"/>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5"/>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5"/>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5"/>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5"/>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5"/>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5"/>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5"/>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5"/>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6" name="Google Shape;10826;p85"/>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7" name="Google Shape;10827;p85"/>
          <p:cNvGrpSpPr/>
          <p:nvPr/>
        </p:nvGrpSpPr>
        <p:grpSpPr>
          <a:xfrm>
            <a:off x="6649231" y="1319021"/>
            <a:ext cx="390287" cy="367065"/>
            <a:chOff x="6649231" y="1500021"/>
            <a:chExt cx="390287" cy="367065"/>
          </a:xfrm>
        </p:grpSpPr>
        <p:sp>
          <p:nvSpPr>
            <p:cNvPr id="10828" name="Google Shape;10828;p85"/>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5"/>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5"/>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5"/>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5"/>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5"/>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5"/>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5"/>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5"/>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5"/>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5"/>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5"/>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85"/>
          <p:cNvGrpSpPr/>
          <p:nvPr/>
        </p:nvGrpSpPr>
        <p:grpSpPr>
          <a:xfrm>
            <a:off x="5746938" y="1362503"/>
            <a:ext cx="387261" cy="280356"/>
            <a:chOff x="5746938" y="1543503"/>
            <a:chExt cx="387261" cy="280356"/>
          </a:xfrm>
        </p:grpSpPr>
        <p:sp>
          <p:nvSpPr>
            <p:cNvPr id="10841" name="Google Shape;10841;p85"/>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5"/>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85"/>
          <p:cNvGrpSpPr/>
          <p:nvPr/>
        </p:nvGrpSpPr>
        <p:grpSpPr>
          <a:xfrm>
            <a:off x="6196730" y="1344346"/>
            <a:ext cx="369072" cy="317467"/>
            <a:chOff x="6196730" y="1525346"/>
            <a:chExt cx="369072" cy="317467"/>
          </a:xfrm>
        </p:grpSpPr>
        <p:sp>
          <p:nvSpPr>
            <p:cNvPr id="10844" name="Google Shape;10844;p85"/>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5"/>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5"/>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85"/>
          <p:cNvGrpSpPr/>
          <p:nvPr/>
        </p:nvGrpSpPr>
        <p:grpSpPr>
          <a:xfrm>
            <a:off x="4940592" y="1319690"/>
            <a:ext cx="246558" cy="367161"/>
            <a:chOff x="4940592" y="1500690"/>
            <a:chExt cx="246558" cy="367161"/>
          </a:xfrm>
        </p:grpSpPr>
        <p:sp>
          <p:nvSpPr>
            <p:cNvPr id="10848" name="Google Shape;10848;p85"/>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5"/>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5"/>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5"/>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85"/>
          <p:cNvGrpSpPr/>
          <p:nvPr/>
        </p:nvGrpSpPr>
        <p:grpSpPr>
          <a:xfrm>
            <a:off x="7964906" y="1318894"/>
            <a:ext cx="380858" cy="367575"/>
            <a:chOff x="7964906" y="1499894"/>
            <a:chExt cx="380858" cy="367575"/>
          </a:xfrm>
        </p:grpSpPr>
        <p:sp>
          <p:nvSpPr>
            <p:cNvPr id="10853" name="Google Shape;10853;p85"/>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5"/>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5"/>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6" name="Google Shape;10856;p85"/>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7" name="Google Shape;10857;p85"/>
          <p:cNvGrpSpPr/>
          <p:nvPr/>
        </p:nvGrpSpPr>
        <p:grpSpPr>
          <a:xfrm>
            <a:off x="8007400" y="2721278"/>
            <a:ext cx="285230" cy="355597"/>
            <a:chOff x="8007400" y="2902278"/>
            <a:chExt cx="285230" cy="355597"/>
          </a:xfrm>
        </p:grpSpPr>
        <p:sp>
          <p:nvSpPr>
            <p:cNvPr id="10858" name="Google Shape;10858;p85"/>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5"/>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85"/>
          <p:cNvGrpSpPr/>
          <p:nvPr/>
        </p:nvGrpSpPr>
        <p:grpSpPr>
          <a:xfrm>
            <a:off x="6219124" y="2721788"/>
            <a:ext cx="318231" cy="355470"/>
            <a:chOff x="6219124" y="2902788"/>
            <a:chExt cx="318231" cy="355470"/>
          </a:xfrm>
        </p:grpSpPr>
        <p:sp>
          <p:nvSpPr>
            <p:cNvPr id="10861" name="Google Shape;10861;p85"/>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5"/>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5"/>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85"/>
          <p:cNvGrpSpPr/>
          <p:nvPr/>
        </p:nvGrpSpPr>
        <p:grpSpPr>
          <a:xfrm>
            <a:off x="4969421" y="2721852"/>
            <a:ext cx="185109" cy="355406"/>
            <a:chOff x="4969421" y="2902852"/>
            <a:chExt cx="185109" cy="355406"/>
          </a:xfrm>
        </p:grpSpPr>
        <p:sp>
          <p:nvSpPr>
            <p:cNvPr id="10865" name="Google Shape;10865;p85"/>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5"/>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5"/>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5"/>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5"/>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5"/>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1" name="Google Shape;10871;p85"/>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5"/>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3" name="Google Shape;10873;p85"/>
          <p:cNvGrpSpPr/>
          <p:nvPr/>
        </p:nvGrpSpPr>
        <p:grpSpPr>
          <a:xfrm>
            <a:off x="6685259" y="2721852"/>
            <a:ext cx="311414" cy="355406"/>
            <a:chOff x="6685259" y="2902852"/>
            <a:chExt cx="311414" cy="355406"/>
          </a:xfrm>
        </p:grpSpPr>
        <p:sp>
          <p:nvSpPr>
            <p:cNvPr id="10874" name="Google Shape;10874;p85"/>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5"/>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5"/>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85"/>
          <p:cNvGrpSpPr/>
          <p:nvPr/>
        </p:nvGrpSpPr>
        <p:grpSpPr>
          <a:xfrm>
            <a:off x="5309250" y="2722170"/>
            <a:ext cx="359579" cy="355852"/>
            <a:chOff x="5309250" y="2903170"/>
            <a:chExt cx="359579" cy="355852"/>
          </a:xfrm>
        </p:grpSpPr>
        <p:sp>
          <p:nvSpPr>
            <p:cNvPr id="10878" name="Google Shape;10878;p85"/>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5"/>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5"/>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85"/>
          <p:cNvGrpSpPr/>
          <p:nvPr/>
        </p:nvGrpSpPr>
        <p:grpSpPr>
          <a:xfrm>
            <a:off x="2199565" y="2240172"/>
            <a:ext cx="312179" cy="353431"/>
            <a:chOff x="2199565" y="2421172"/>
            <a:chExt cx="312179" cy="353431"/>
          </a:xfrm>
        </p:grpSpPr>
        <p:sp>
          <p:nvSpPr>
            <p:cNvPr id="10882" name="Google Shape;10882;p85"/>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5"/>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4" name="Google Shape;10884;p85"/>
          <p:cNvGrpSpPr/>
          <p:nvPr/>
        </p:nvGrpSpPr>
        <p:grpSpPr>
          <a:xfrm>
            <a:off x="1750887" y="2244727"/>
            <a:ext cx="320143" cy="343269"/>
            <a:chOff x="1750887" y="2425727"/>
            <a:chExt cx="320143" cy="343269"/>
          </a:xfrm>
        </p:grpSpPr>
        <p:sp>
          <p:nvSpPr>
            <p:cNvPr id="10885" name="Google Shape;10885;p85"/>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5"/>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85"/>
          <p:cNvGrpSpPr/>
          <p:nvPr/>
        </p:nvGrpSpPr>
        <p:grpSpPr>
          <a:xfrm>
            <a:off x="1298037" y="2244727"/>
            <a:ext cx="338364" cy="342887"/>
            <a:chOff x="1298037" y="2425727"/>
            <a:chExt cx="338364" cy="342887"/>
          </a:xfrm>
        </p:grpSpPr>
        <p:sp>
          <p:nvSpPr>
            <p:cNvPr id="10888" name="Google Shape;10888;p85"/>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5"/>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5"/>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5"/>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2" name="Google Shape;10892;p85"/>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3" name="Google Shape;10893;p85"/>
          <p:cNvGrpSpPr/>
          <p:nvPr/>
        </p:nvGrpSpPr>
        <p:grpSpPr>
          <a:xfrm>
            <a:off x="3974207" y="2248009"/>
            <a:ext cx="320143" cy="338491"/>
            <a:chOff x="3974207" y="2429009"/>
            <a:chExt cx="320143" cy="338491"/>
          </a:xfrm>
        </p:grpSpPr>
        <p:sp>
          <p:nvSpPr>
            <p:cNvPr id="10894" name="Google Shape;10894;p85"/>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5"/>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85"/>
          <p:cNvGrpSpPr/>
          <p:nvPr/>
        </p:nvGrpSpPr>
        <p:grpSpPr>
          <a:xfrm>
            <a:off x="2623237" y="2250047"/>
            <a:ext cx="355024" cy="332630"/>
            <a:chOff x="2623237" y="2431047"/>
            <a:chExt cx="355024" cy="332630"/>
          </a:xfrm>
        </p:grpSpPr>
        <p:sp>
          <p:nvSpPr>
            <p:cNvPr id="10897" name="Google Shape;10897;p85"/>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5"/>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5"/>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5"/>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85"/>
          <p:cNvGrpSpPr/>
          <p:nvPr/>
        </p:nvGrpSpPr>
        <p:grpSpPr>
          <a:xfrm>
            <a:off x="6657194" y="2253073"/>
            <a:ext cx="375507" cy="367925"/>
            <a:chOff x="6657194" y="2434073"/>
            <a:chExt cx="375507" cy="367925"/>
          </a:xfrm>
        </p:grpSpPr>
        <p:sp>
          <p:nvSpPr>
            <p:cNvPr id="10902" name="Google Shape;10902;p85"/>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5"/>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5"/>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85"/>
          <p:cNvGrpSpPr/>
          <p:nvPr/>
        </p:nvGrpSpPr>
        <p:grpSpPr>
          <a:xfrm>
            <a:off x="7101317" y="2260655"/>
            <a:ext cx="367925" cy="352380"/>
            <a:chOff x="7101317" y="2441655"/>
            <a:chExt cx="367925" cy="352380"/>
          </a:xfrm>
        </p:grpSpPr>
        <p:sp>
          <p:nvSpPr>
            <p:cNvPr id="10906" name="Google Shape;10906;p85"/>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5"/>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85"/>
          <p:cNvGrpSpPr/>
          <p:nvPr/>
        </p:nvGrpSpPr>
        <p:grpSpPr>
          <a:xfrm>
            <a:off x="5756399" y="2253456"/>
            <a:ext cx="367925" cy="367161"/>
            <a:chOff x="5756399" y="2434456"/>
            <a:chExt cx="367925" cy="367161"/>
          </a:xfrm>
        </p:grpSpPr>
        <p:sp>
          <p:nvSpPr>
            <p:cNvPr id="10909" name="Google Shape;10909;p85"/>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5"/>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5"/>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5"/>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5"/>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5"/>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5"/>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6" name="Google Shape;10916;p85"/>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5"/>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8" name="Google Shape;10918;p85"/>
          <p:cNvGrpSpPr/>
          <p:nvPr/>
        </p:nvGrpSpPr>
        <p:grpSpPr>
          <a:xfrm>
            <a:off x="7964906" y="2253073"/>
            <a:ext cx="373627" cy="367925"/>
            <a:chOff x="7964906" y="2434073"/>
            <a:chExt cx="373627" cy="367925"/>
          </a:xfrm>
        </p:grpSpPr>
        <p:sp>
          <p:nvSpPr>
            <p:cNvPr id="10919" name="Google Shape;10919;p85"/>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5"/>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1" name="Google Shape;10921;p85"/>
          <p:cNvGrpSpPr/>
          <p:nvPr/>
        </p:nvGrpSpPr>
        <p:grpSpPr>
          <a:xfrm>
            <a:off x="6194086" y="2256737"/>
            <a:ext cx="369837" cy="360471"/>
            <a:chOff x="6194086" y="2437737"/>
            <a:chExt cx="369837" cy="360471"/>
          </a:xfrm>
        </p:grpSpPr>
        <p:sp>
          <p:nvSpPr>
            <p:cNvPr id="10922" name="Google Shape;10922;p85"/>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5"/>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4" name="Google Shape;10924;p85"/>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0925" name="Google Shape;10925;p85"/>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29" name="Shape 10929"/>
        <p:cNvGrpSpPr/>
        <p:nvPr/>
      </p:nvGrpSpPr>
      <p:grpSpPr>
        <a:xfrm>
          <a:off x="0" y="0"/>
          <a:ext cx="0" cy="0"/>
          <a:chOff x="0" y="0"/>
          <a:chExt cx="0" cy="0"/>
        </a:xfrm>
      </p:grpSpPr>
      <p:grpSp>
        <p:nvGrpSpPr>
          <p:cNvPr id="10930" name="Google Shape;10930;p86"/>
          <p:cNvGrpSpPr/>
          <p:nvPr/>
        </p:nvGrpSpPr>
        <p:grpSpPr>
          <a:xfrm>
            <a:off x="3122257" y="1334344"/>
            <a:ext cx="294850" cy="349434"/>
            <a:chOff x="3122257" y="1508594"/>
            <a:chExt cx="294850" cy="349434"/>
          </a:xfrm>
        </p:grpSpPr>
        <p:sp>
          <p:nvSpPr>
            <p:cNvPr id="10931" name="Google Shape;10931;p86"/>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6"/>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6"/>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6"/>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6"/>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86"/>
          <p:cNvGrpSpPr/>
          <p:nvPr/>
        </p:nvGrpSpPr>
        <p:grpSpPr>
          <a:xfrm>
            <a:off x="910723" y="1333962"/>
            <a:ext cx="251660" cy="350166"/>
            <a:chOff x="910723" y="1508212"/>
            <a:chExt cx="251660" cy="350166"/>
          </a:xfrm>
        </p:grpSpPr>
        <p:sp>
          <p:nvSpPr>
            <p:cNvPr id="10937" name="Google Shape;10937;p86"/>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6"/>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6"/>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6"/>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6"/>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6"/>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6"/>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6"/>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6"/>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6"/>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6"/>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6"/>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6"/>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6"/>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6"/>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6"/>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6"/>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86"/>
          <p:cNvGrpSpPr/>
          <p:nvPr/>
        </p:nvGrpSpPr>
        <p:grpSpPr>
          <a:xfrm>
            <a:off x="1308631" y="1333580"/>
            <a:ext cx="350166" cy="350198"/>
            <a:chOff x="1308631" y="1507830"/>
            <a:chExt cx="350166" cy="350198"/>
          </a:xfrm>
        </p:grpSpPr>
        <p:sp>
          <p:nvSpPr>
            <p:cNvPr id="10955" name="Google Shape;10955;p86"/>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6"/>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6"/>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6"/>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86"/>
          <p:cNvGrpSpPr/>
          <p:nvPr/>
        </p:nvGrpSpPr>
        <p:grpSpPr>
          <a:xfrm>
            <a:off x="1756921" y="1335489"/>
            <a:ext cx="345997" cy="345997"/>
            <a:chOff x="1756921" y="1509739"/>
            <a:chExt cx="345997" cy="345997"/>
          </a:xfrm>
        </p:grpSpPr>
        <p:sp>
          <p:nvSpPr>
            <p:cNvPr id="10960" name="Google Shape;10960;p86"/>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6"/>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6"/>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6"/>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6"/>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6"/>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6"/>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6"/>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6"/>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6"/>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6"/>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6"/>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6"/>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6"/>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6"/>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6"/>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6"/>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86"/>
          <p:cNvGrpSpPr/>
          <p:nvPr/>
        </p:nvGrpSpPr>
        <p:grpSpPr>
          <a:xfrm>
            <a:off x="2216956" y="1336253"/>
            <a:ext cx="318721" cy="345615"/>
            <a:chOff x="2216956" y="1510503"/>
            <a:chExt cx="318721" cy="345615"/>
          </a:xfrm>
        </p:grpSpPr>
        <p:sp>
          <p:nvSpPr>
            <p:cNvPr id="10978" name="Google Shape;10978;p86"/>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6"/>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6"/>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6"/>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6"/>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86"/>
          <p:cNvGrpSpPr/>
          <p:nvPr/>
        </p:nvGrpSpPr>
        <p:grpSpPr>
          <a:xfrm>
            <a:off x="3988156" y="1394211"/>
            <a:ext cx="349052" cy="230049"/>
            <a:chOff x="3988156" y="1568461"/>
            <a:chExt cx="349052" cy="230049"/>
          </a:xfrm>
        </p:grpSpPr>
        <p:sp>
          <p:nvSpPr>
            <p:cNvPr id="10984" name="Google Shape;10984;p86"/>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6"/>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6"/>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6"/>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6"/>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6"/>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6"/>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86"/>
          <p:cNvGrpSpPr/>
          <p:nvPr/>
        </p:nvGrpSpPr>
        <p:grpSpPr>
          <a:xfrm>
            <a:off x="2633037" y="1325623"/>
            <a:ext cx="379002" cy="366112"/>
            <a:chOff x="2633037" y="1499873"/>
            <a:chExt cx="379002" cy="366112"/>
          </a:xfrm>
        </p:grpSpPr>
        <p:sp>
          <p:nvSpPr>
            <p:cNvPr id="10992" name="Google Shape;10992;p86"/>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6"/>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6"/>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6"/>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6"/>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6"/>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8" name="Google Shape;10998;p86"/>
          <p:cNvGrpSpPr/>
          <p:nvPr/>
        </p:nvGrpSpPr>
        <p:grpSpPr>
          <a:xfrm>
            <a:off x="6675256" y="1341919"/>
            <a:ext cx="327823" cy="357009"/>
            <a:chOff x="6675256" y="1516169"/>
            <a:chExt cx="327823" cy="357009"/>
          </a:xfrm>
        </p:grpSpPr>
        <p:sp>
          <p:nvSpPr>
            <p:cNvPr id="10999" name="Google Shape;10999;p86"/>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6"/>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6"/>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6"/>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6"/>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6"/>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6"/>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6"/>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6"/>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86"/>
          <p:cNvGrpSpPr/>
          <p:nvPr/>
        </p:nvGrpSpPr>
        <p:grpSpPr>
          <a:xfrm>
            <a:off x="8020159" y="1342301"/>
            <a:ext cx="300897" cy="356627"/>
            <a:chOff x="8020159" y="1516551"/>
            <a:chExt cx="300897" cy="356627"/>
          </a:xfrm>
        </p:grpSpPr>
        <p:sp>
          <p:nvSpPr>
            <p:cNvPr id="11009" name="Google Shape;11009;p86"/>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6"/>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6"/>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6"/>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6"/>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86"/>
          <p:cNvGrpSpPr/>
          <p:nvPr/>
        </p:nvGrpSpPr>
        <p:grpSpPr>
          <a:xfrm>
            <a:off x="5377363" y="1341919"/>
            <a:ext cx="257357" cy="356627"/>
            <a:chOff x="5377363" y="1516169"/>
            <a:chExt cx="257357" cy="356627"/>
          </a:xfrm>
        </p:grpSpPr>
        <p:sp>
          <p:nvSpPr>
            <p:cNvPr id="11015" name="Google Shape;11015;p86"/>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6"/>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6"/>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6"/>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6"/>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6"/>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6"/>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6"/>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6"/>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6"/>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6"/>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6"/>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6"/>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6"/>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6"/>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6"/>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6"/>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86"/>
          <p:cNvGrpSpPr/>
          <p:nvPr/>
        </p:nvGrpSpPr>
        <p:grpSpPr>
          <a:xfrm>
            <a:off x="4880567" y="1361620"/>
            <a:ext cx="356245" cy="317607"/>
            <a:chOff x="4880567" y="1535870"/>
            <a:chExt cx="356245" cy="317607"/>
          </a:xfrm>
        </p:grpSpPr>
        <p:sp>
          <p:nvSpPr>
            <p:cNvPr id="11033" name="Google Shape;11033;p86"/>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6"/>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6"/>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6"/>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6"/>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8" name="Google Shape;11038;p86"/>
          <p:cNvGrpSpPr/>
          <p:nvPr/>
        </p:nvGrpSpPr>
        <p:grpSpPr>
          <a:xfrm>
            <a:off x="5771483" y="1341537"/>
            <a:ext cx="357359" cy="357391"/>
            <a:chOff x="5771483" y="1515787"/>
            <a:chExt cx="357359" cy="357391"/>
          </a:xfrm>
        </p:grpSpPr>
        <p:sp>
          <p:nvSpPr>
            <p:cNvPr id="11039" name="Google Shape;11039;p86"/>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6"/>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6"/>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6"/>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86"/>
          <p:cNvGrpSpPr/>
          <p:nvPr/>
        </p:nvGrpSpPr>
        <p:grpSpPr>
          <a:xfrm>
            <a:off x="7121669" y="1359360"/>
            <a:ext cx="321362" cy="321362"/>
            <a:chOff x="7121669" y="1533610"/>
            <a:chExt cx="321362" cy="321362"/>
          </a:xfrm>
        </p:grpSpPr>
        <p:sp>
          <p:nvSpPr>
            <p:cNvPr id="11044" name="Google Shape;11044;p86"/>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6"/>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6"/>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6"/>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86"/>
          <p:cNvGrpSpPr/>
          <p:nvPr/>
        </p:nvGrpSpPr>
        <p:grpSpPr>
          <a:xfrm>
            <a:off x="7562766" y="1340614"/>
            <a:ext cx="327059" cy="360192"/>
            <a:chOff x="7562766" y="1514864"/>
            <a:chExt cx="327059" cy="360192"/>
          </a:xfrm>
        </p:grpSpPr>
        <p:sp>
          <p:nvSpPr>
            <p:cNvPr id="11049" name="Google Shape;11049;p86"/>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6"/>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6"/>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6"/>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86"/>
          <p:cNvGrpSpPr/>
          <p:nvPr/>
        </p:nvGrpSpPr>
        <p:grpSpPr>
          <a:xfrm>
            <a:off x="6221229" y="1324423"/>
            <a:ext cx="361636" cy="362183"/>
            <a:chOff x="6259175" y="1559008"/>
            <a:chExt cx="271743" cy="272093"/>
          </a:xfrm>
        </p:grpSpPr>
        <p:sp>
          <p:nvSpPr>
            <p:cNvPr id="11054" name="Google Shape;11054;p86"/>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6"/>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6"/>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6"/>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6"/>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6"/>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6"/>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6"/>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6"/>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6"/>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6"/>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6"/>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6"/>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6"/>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6"/>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6"/>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6"/>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86"/>
          <p:cNvGrpSpPr/>
          <p:nvPr/>
        </p:nvGrpSpPr>
        <p:grpSpPr>
          <a:xfrm>
            <a:off x="6671087" y="1835054"/>
            <a:ext cx="332757" cy="281833"/>
            <a:chOff x="6671087" y="2009304"/>
            <a:chExt cx="332757" cy="281833"/>
          </a:xfrm>
        </p:grpSpPr>
        <p:sp>
          <p:nvSpPr>
            <p:cNvPr id="11072" name="Google Shape;11072;p86"/>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6"/>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4" name="Google Shape;11074;p86"/>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5" name="Google Shape;11075;p86"/>
          <p:cNvGrpSpPr/>
          <p:nvPr/>
        </p:nvGrpSpPr>
        <p:grpSpPr>
          <a:xfrm>
            <a:off x="2201806" y="1802335"/>
            <a:ext cx="349784" cy="349434"/>
            <a:chOff x="2201806" y="1976585"/>
            <a:chExt cx="349784" cy="349434"/>
          </a:xfrm>
        </p:grpSpPr>
        <p:sp>
          <p:nvSpPr>
            <p:cNvPr id="11076" name="Google Shape;11076;p86"/>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6"/>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6"/>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6"/>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86"/>
          <p:cNvGrpSpPr/>
          <p:nvPr/>
        </p:nvGrpSpPr>
        <p:grpSpPr>
          <a:xfrm>
            <a:off x="3094217" y="1802335"/>
            <a:ext cx="350198" cy="350548"/>
            <a:chOff x="3094217" y="1976585"/>
            <a:chExt cx="350198" cy="350548"/>
          </a:xfrm>
        </p:grpSpPr>
        <p:sp>
          <p:nvSpPr>
            <p:cNvPr id="11081" name="Google Shape;11081;p86"/>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6"/>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6"/>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6"/>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6"/>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6"/>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6"/>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6"/>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6"/>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6"/>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6"/>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6"/>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6"/>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4" name="Google Shape;11094;p86"/>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5" name="Google Shape;11095;p86"/>
          <p:cNvGrpSpPr/>
          <p:nvPr/>
        </p:nvGrpSpPr>
        <p:grpSpPr>
          <a:xfrm>
            <a:off x="3979435" y="1802335"/>
            <a:ext cx="345265" cy="349848"/>
            <a:chOff x="3979435" y="1976585"/>
            <a:chExt cx="345265" cy="349848"/>
          </a:xfrm>
        </p:grpSpPr>
        <p:sp>
          <p:nvSpPr>
            <p:cNvPr id="11096" name="Google Shape;11096;p86"/>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6"/>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6"/>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6"/>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6"/>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6"/>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6"/>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6"/>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6"/>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6"/>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6"/>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6"/>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6"/>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6"/>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6"/>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6"/>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6"/>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3" name="Google Shape;11113;p86"/>
          <p:cNvGrpSpPr/>
          <p:nvPr/>
        </p:nvGrpSpPr>
        <p:grpSpPr>
          <a:xfrm>
            <a:off x="3541011" y="1334344"/>
            <a:ext cx="350166" cy="349434"/>
            <a:chOff x="3541011" y="1508594"/>
            <a:chExt cx="350166" cy="349434"/>
          </a:xfrm>
        </p:grpSpPr>
        <p:sp>
          <p:nvSpPr>
            <p:cNvPr id="11114" name="Google Shape;11114;p86"/>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6"/>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6"/>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6"/>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6"/>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6"/>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6"/>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6"/>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6"/>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6"/>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6"/>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6"/>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6"/>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86"/>
          <p:cNvGrpSpPr/>
          <p:nvPr/>
        </p:nvGrpSpPr>
        <p:grpSpPr>
          <a:xfrm>
            <a:off x="3576626" y="1801571"/>
            <a:ext cx="284251" cy="351694"/>
            <a:chOff x="3576626" y="1975821"/>
            <a:chExt cx="284251" cy="351694"/>
          </a:xfrm>
        </p:grpSpPr>
        <p:sp>
          <p:nvSpPr>
            <p:cNvPr id="11128" name="Google Shape;11128;p86"/>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6"/>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6"/>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86"/>
          <p:cNvGrpSpPr/>
          <p:nvPr/>
        </p:nvGrpSpPr>
        <p:grpSpPr>
          <a:xfrm>
            <a:off x="2722090" y="2715912"/>
            <a:ext cx="238770" cy="371841"/>
            <a:chOff x="2722090" y="2890162"/>
            <a:chExt cx="238770" cy="371841"/>
          </a:xfrm>
        </p:grpSpPr>
        <p:sp>
          <p:nvSpPr>
            <p:cNvPr id="11132" name="Google Shape;11132;p86"/>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6"/>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6"/>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5" name="Google Shape;11135;p86"/>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6" name="Google Shape;11136;p86"/>
          <p:cNvGrpSpPr/>
          <p:nvPr/>
        </p:nvGrpSpPr>
        <p:grpSpPr>
          <a:xfrm>
            <a:off x="6216367" y="1795906"/>
            <a:ext cx="361147" cy="361147"/>
            <a:chOff x="6216367" y="1970156"/>
            <a:chExt cx="361147" cy="361147"/>
          </a:xfrm>
        </p:grpSpPr>
        <p:sp>
          <p:nvSpPr>
            <p:cNvPr id="11137" name="Google Shape;11137;p86"/>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6"/>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6"/>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6"/>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1" name="Google Shape;11141;p86"/>
          <p:cNvGrpSpPr/>
          <p:nvPr/>
        </p:nvGrpSpPr>
        <p:grpSpPr>
          <a:xfrm>
            <a:off x="1289311" y="2751972"/>
            <a:ext cx="408156" cy="299783"/>
            <a:chOff x="1289311" y="2926222"/>
            <a:chExt cx="408156" cy="299783"/>
          </a:xfrm>
        </p:grpSpPr>
        <p:sp>
          <p:nvSpPr>
            <p:cNvPr id="11142" name="Google Shape;11142;p86"/>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6"/>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86"/>
          <p:cNvGrpSpPr/>
          <p:nvPr/>
        </p:nvGrpSpPr>
        <p:grpSpPr>
          <a:xfrm>
            <a:off x="7978465" y="1795142"/>
            <a:ext cx="361147" cy="360797"/>
            <a:chOff x="7978465" y="1969392"/>
            <a:chExt cx="361147" cy="360797"/>
          </a:xfrm>
        </p:grpSpPr>
        <p:sp>
          <p:nvSpPr>
            <p:cNvPr id="11145" name="Google Shape;11145;p86"/>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6"/>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6"/>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6"/>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6"/>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6"/>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6"/>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6"/>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6"/>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4" name="Google Shape;11154;p86"/>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5" name="Google Shape;11155;p86"/>
          <p:cNvGrpSpPr/>
          <p:nvPr/>
        </p:nvGrpSpPr>
        <p:grpSpPr>
          <a:xfrm>
            <a:off x="854261" y="2734563"/>
            <a:ext cx="377474" cy="335748"/>
            <a:chOff x="854261" y="2908813"/>
            <a:chExt cx="377474" cy="335748"/>
          </a:xfrm>
        </p:grpSpPr>
        <p:sp>
          <p:nvSpPr>
            <p:cNvPr id="11156" name="Google Shape;11156;p86"/>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6"/>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6"/>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6"/>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6"/>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86"/>
          <p:cNvGrpSpPr/>
          <p:nvPr/>
        </p:nvGrpSpPr>
        <p:grpSpPr>
          <a:xfrm>
            <a:off x="1749728" y="2720527"/>
            <a:ext cx="386927" cy="363438"/>
            <a:chOff x="1749728" y="2894777"/>
            <a:chExt cx="386927" cy="363438"/>
          </a:xfrm>
        </p:grpSpPr>
        <p:sp>
          <p:nvSpPr>
            <p:cNvPr id="11162" name="Google Shape;11162;p86"/>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6"/>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6"/>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6"/>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6"/>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6"/>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6"/>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9" name="Google Shape;11169;p86"/>
          <p:cNvGrpSpPr/>
          <p:nvPr/>
        </p:nvGrpSpPr>
        <p:grpSpPr>
          <a:xfrm>
            <a:off x="7098912" y="1795142"/>
            <a:ext cx="359651" cy="361560"/>
            <a:chOff x="7098912" y="1969392"/>
            <a:chExt cx="359651" cy="361560"/>
          </a:xfrm>
        </p:grpSpPr>
        <p:sp>
          <p:nvSpPr>
            <p:cNvPr id="11170" name="Google Shape;11170;p86"/>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6"/>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6"/>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6"/>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6"/>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6"/>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6"/>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6"/>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6"/>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6"/>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6"/>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6"/>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6"/>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3" name="Google Shape;11183;p86"/>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4" name="Google Shape;11184;p86"/>
          <p:cNvGrpSpPr/>
          <p:nvPr/>
        </p:nvGrpSpPr>
        <p:grpSpPr>
          <a:xfrm>
            <a:off x="5352728" y="1815989"/>
            <a:ext cx="327091" cy="322508"/>
            <a:chOff x="5352728" y="1990239"/>
            <a:chExt cx="327091" cy="322508"/>
          </a:xfrm>
        </p:grpSpPr>
        <p:sp>
          <p:nvSpPr>
            <p:cNvPr id="11185" name="Google Shape;11185;p86"/>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6"/>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6"/>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86"/>
          <p:cNvGrpSpPr/>
          <p:nvPr/>
        </p:nvGrpSpPr>
        <p:grpSpPr>
          <a:xfrm>
            <a:off x="7538896" y="1795906"/>
            <a:ext cx="361147" cy="361529"/>
            <a:chOff x="7538896" y="1970156"/>
            <a:chExt cx="361147" cy="361529"/>
          </a:xfrm>
        </p:grpSpPr>
        <p:sp>
          <p:nvSpPr>
            <p:cNvPr id="11189" name="Google Shape;11189;p86"/>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6"/>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6"/>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6"/>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6"/>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6"/>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86"/>
          <p:cNvGrpSpPr/>
          <p:nvPr/>
        </p:nvGrpSpPr>
        <p:grpSpPr>
          <a:xfrm>
            <a:off x="4896099" y="1796670"/>
            <a:ext cx="358155" cy="358123"/>
            <a:chOff x="4896099" y="1970920"/>
            <a:chExt cx="358155" cy="358123"/>
          </a:xfrm>
        </p:grpSpPr>
        <p:sp>
          <p:nvSpPr>
            <p:cNvPr id="11196" name="Google Shape;11196;p86"/>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6"/>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6"/>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86"/>
          <p:cNvGrpSpPr/>
          <p:nvPr/>
        </p:nvGrpSpPr>
        <p:grpSpPr>
          <a:xfrm>
            <a:off x="4048787" y="2802769"/>
            <a:ext cx="283488" cy="198604"/>
            <a:chOff x="4048787" y="2977019"/>
            <a:chExt cx="283488" cy="198604"/>
          </a:xfrm>
        </p:grpSpPr>
        <p:sp>
          <p:nvSpPr>
            <p:cNvPr id="11200" name="Google Shape;11200;p86"/>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6"/>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6"/>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6"/>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6"/>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6"/>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86"/>
          <p:cNvGrpSpPr/>
          <p:nvPr/>
        </p:nvGrpSpPr>
        <p:grpSpPr>
          <a:xfrm>
            <a:off x="4054103" y="2255941"/>
            <a:ext cx="218687" cy="349052"/>
            <a:chOff x="4054103" y="2430191"/>
            <a:chExt cx="218687" cy="349052"/>
          </a:xfrm>
        </p:grpSpPr>
        <p:sp>
          <p:nvSpPr>
            <p:cNvPr id="11207" name="Google Shape;11207;p86"/>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6"/>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9" name="Google Shape;11209;p86"/>
          <p:cNvGrpSpPr/>
          <p:nvPr/>
        </p:nvGrpSpPr>
        <p:grpSpPr>
          <a:xfrm>
            <a:off x="2185128" y="2253299"/>
            <a:ext cx="382758" cy="356595"/>
            <a:chOff x="2185128" y="2427549"/>
            <a:chExt cx="382758" cy="356595"/>
          </a:xfrm>
        </p:grpSpPr>
        <p:sp>
          <p:nvSpPr>
            <p:cNvPr id="11210" name="Google Shape;11210;p86"/>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6"/>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6"/>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6"/>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86"/>
          <p:cNvGrpSpPr/>
          <p:nvPr/>
        </p:nvGrpSpPr>
        <p:grpSpPr>
          <a:xfrm>
            <a:off x="2656907" y="2265043"/>
            <a:ext cx="332757" cy="332343"/>
            <a:chOff x="2656907" y="2439293"/>
            <a:chExt cx="332757" cy="332343"/>
          </a:xfrm>
        </p:grpSpPr>
        <p:sp>
          <p:nvSpPr>
            <p:cNvPr id="11215" name="Google Shape;11215;p86"/>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6"/>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6"/>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6"/>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6"/>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6"/>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6"/>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2" name="Google Shape;11222;p86"/>
          <p:cNvGrpSpPr/>
          <p:nvPr/>
        </p:nvGrpSpPr>
        <p:grpSpPr>
          <a:xfrm>
            <a:off x="1731523" y="2248366"/>
            <a:ext cx="399435" cy="365698"/>
            <a:chOff x="1731523" y="2422616"/>
            <a:chExt cx="399435" cy="365698"/>
          </a:xfrm>
        </p:grpSpPr>
        <p:sp>
          <p:nvSpPr>
            <p:cNvPr id="11223" name="Google Shape;11223;p86"/>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6"/>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6"/>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86"/>
          <p:cNvGrpSpPr/>
          <p:nvPr/>
        </p:nvGrpSpPr>
        <p:grpSpPr>
          <a:xfrm>
            <a:off x="3097241" y="2259314"/>
            <a:ext cx="344883" cy="343387"/>
            <a:chOff x="3097241" y="2433564"/>
            <a:chExt cx="344883" cy="343387"/>
          </a:xfrm>
        </p:grpSpPr>
        <p:sp>
          <p:nvSpPr>
            <p:cNvPr id="11227" name="Google Shape;11227;p86"/>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6"/>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6"/>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6"/>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6"/>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6"/>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6"/>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6"/>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6"/>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86"/>
          <p:cNvGrpSpPr/>
          <p:nvPr/>
        </p:nvGrpSpPr>
        <p:grpSpPr>
          <a:xfrm>
            <a:off x="1278299" y="2265043"/>
            <a:ext cx="410829" cy="332343"/>
            <a:chOff x="1278299" y="2439293"/>
            <a:chExt cx="410829" cy="332343"/>
          </a:xfrm>
        </p:grpSpPr>
        <p:sp>
          <p:nvSpPr>
            <p:cNvPr id="11237" name="Google Shape;11237;p86"/>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6"/>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6"/>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6"/>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6"/>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6"/>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6"/>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6"/>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86"/>
          <p:cNvGrpSpPr/>
          <p:nvPr/>
        </p:nvGrpSpPr>
        <p:grpSpPr>
          <a:xfrm>
            <a:off x="2661459" y="1840751"/>
            <a:ext cx="322508" cy="273494"/>
            <a:chOff x="2661459" y="2015001"/>
            <a:chExt cx="322508" cy="273494"/>
          </a:xfrm>
        </p:grpSpPr>
        <p:sp>
          <p:nvSpPr>
            <p:cNvPr id="11246" name="Google Shape;11246;p86"/>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6"/>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8" name="Google Shape;11248;p86"/>
          <p:cNvGrpSpPr/>
          <p:nvPr/>
        </p:nvGrpSpPr>
        <p:grpSpPr>
          <a:xfrm>
            <a:off x="870939" y="2265043"/>
            <a:ext cx="331993" cy="331993"/>
            <a:chOff x="870939" y="2439293"/>
            <a:chExt cx="331993" cy="331993"/>
          </a:xfrm>
        </p:grpSpPr>
        <p:sp>
          <p:nvSpPr>
            <p:cNvPr id="11249" name="Google Shape;11249;p86"/>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6"/>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6"/>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6"/>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6"/>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6"/>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6"/>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6"/>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6"/>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6"/>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6"/>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6"/>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6"/>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6"/>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6"/>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6"/>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86"/>
          <p:cNvGrpSpPr/>
          <p:nvPr/>
        </p:nvGrpSpPr>
        <p:grpSpPr>
          <a:xfrm>
            <a:off x="6644957" y="2282103"/>
            <a:ext cx="371395" cy="278904"/>
            <a:chOff x="6644957" y="2456353"/>
            <a:chExt cx="371395" cy="278904"/>
          </a:xfrm>
        </p:grpSpPr>
        <p:sp>
          <p:nvSpPr>
            <p:cNvPr id="11266" name="Google Shape;11266;p86"/>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6"/>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6"/>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6"/>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6"/>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1" name="Google Shape;11271;p86"/>
          <p:cNvGrpSpPr/>
          <p:nvPr/>
        </p:nvGrpSpPr>
        <p:grpSpPr>
          <a:xfrm>
            <a:off x="5388757" y="2240409"/>
            <a:ext cx="260349" cy="362292"/>
            <a:chOff x="5388757" y="2414659"/>
            <a:chExt cx="260349" cy="362292"/>
          </a:xfrm>
        </p:grpSpPr>
        <p:sp>
          <p:nvSpPr>
            <p:cNvPr id="11272" name="Google Shape;11272;p86"/>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6"/>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6"/>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6"/>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6"/>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6"/>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6"/>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6"/>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6"/>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6"/>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6"/>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6"/>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6"/>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6"/>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6"/>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6"/>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6"/>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6"/>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6"/>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6"/>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86"/>
          <p:cNvGrpSpPr/>
          <p:nvPr/>
        </p:nvGrpSpPr>
        <p:grpSpPr>
          <a:xfrm>
            <a:off x="3567142" y="2731507"/>
            <a:ext cx="348288" cy="340331"/>
            <a:chOff x="3567142" y="2905757"/>
            <a:chExt cx="348288" cy="340331"/>
          </a:xfrm>
        </p:grpSpPr>
        <p:sp>
          <p:nvSpPr>
            <p:cNvPr id="11293" name="Google Shape;11293;p86"/>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6"/>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6"/>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6"/>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6"/>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8" name="Google Shape;11298;p86"/>
          <p:cNvGrpSpPr/>
          <p:nvPr/>
        </p:nvGrpSpPr>
        <p:grpSpPr>
          <a:xfrm>
            <a:off x="870939" y="1801571"/>
            <a:ext cx="332375" cy="350071"/>
            <a:chOff x="870939" y="1975821"/>
            <a:chExt cx="332375" cy="350071"/>
          </a:xfrm>
        </p:grpSpPr>
        <p:sp>
          <p:nvSpPr>
            <p:cNvPr id="11299" name="Google Shape;11299;p86"/>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6"/>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6"/>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6"/>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86"/>
          <p:cNvGrpSpPr/>
          <p:nvPr/>
        </p:nvGrpSpPr>
        <p:grpSpPr>
          <a:xfrm>
            <a:off x="7967103" y="2240791"/>
            <a:ext cx="355863" cy="361911"/>
            <a:chOff x="7967103" y="2415041"/>
            <a:chExt cx="355863" cy="361911"/>
          </a:xfrm>
        </p:grpSpPr>
        <p:sp>
          <p:nvSpPr>
            <p:cNvPr id="11304" name="Google Shape;11304;p86"/>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6"/>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6"/>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6"/>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6"/>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6"/>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6"/>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6"/>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6"/>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6"/>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6"/>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86"/>
          <p:cNvGrpSpPr/>
          <p:nvPr/>
        </p:nvGrpSpPr>
        <p:grpSpPr>
          <a:xfrm>
            <a:off x="7529411" y="2240409"/>
            <a:ext cx="355863" cy="362292"/>
            <a:chOff x="7529411" y="2414659"/>
            <a:chExt cx="355863" cy="362292"/>
          </a:xfrm>
        </p:grpSpPr>
        <p:sp>
          <p:nvSpPr>
            <p:cNvPr id="11316" name="Google Shape;11316;p86"/>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6"/>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6"/>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6"/>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6"/>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6"/>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6"/>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6"/>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6"/>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6"/>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6"/>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6"/>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86"/>
          <p:cNvGrpSpPr/>
          <p:nvPr/>
        </p:nvGrpSpPr>
        <p:grpSpPr>
          <a:xfrm>
            <a:off x="5733194" y="2257468"/>
            <a:ext cx="446826" cy="327059"/>
            <a:chOff x="5733194" y="2431718"/>
            <a:chExt cx="446826" cy="327059"/>
          </a:xfrm>
        </p:grpSpPr>
        <p:sp>
          <p:nvSpPr>
            <p:cNvPr id="11329" name="Google Shape;11329;p86"/>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6"/>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6"/>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86"/>
          <p:cNvGrpSpPr/>
          <p:nvPr/>
        </p:nvGrpSpPr>
        <p:grpSpPr>
          <a:xfrm>
            <a:off x="4876780" y="2243814"/>
            <a:ext cx="407774" cy="356627"/>
            <a:chOff x="4876780" y="2418064"/>
            <a:chExt cx="407774" cy="356627"/>
          </a:xfrm>
        </p:grpSpPr>
        <p:sp>
          <p:nvSpPr>
            <p:cNvPr id="11333" name="Google Shape;11333;p86"/>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6"/>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6"/>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6"/>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6"/>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6"/>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6"/>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6"/>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1" name="Google Shape;11341;p86"/>
          <p:cNvGrpSpPr/>
          <p:nvPr/>
        </p:nvGrpSpPr>
        <p:grpSpPr>
          <a:xfrm>
            <a:off x="7070872" y="2236621"/>
            <a:ext cx="398321" cy="371013"/>
            <a:chOff x="7070872" y="2410871"/>
            <a:chExt cx="398321" cy="371013"/>
          </a:xfrm>
        </p:grpSpPr>
        <p:sp>
          <p:nvSpPr>
            <p:cNvPr id="11342" name="Google Shape;11342;p86"/>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6"/>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6"/>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6"/>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6" name="Google Shape;11346;p86"/>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7" name="Google Shape;11347;p86"/>
          <p:cNvGrpSpPr/>
          <p:nvPr/>
        </p:nvGrpSpPr>
        <p:grpSpPr>
          <a:xfrm>
            <a:off x="5318259" y="2807861"/>
            <a:ext cx="371013" cy="220787"/>
            <a:chOff x="5318259" y="2982111"/>
            <a:chExt cx="371013" cy="220787"/>
          </a:xfrm>
        </p:grpSpPr>
        <p:sp>
          <p:nvSpPr>
            <p:cNvPr id="11348" name="Google Shape;11348;p86"/>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6"/>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6"/>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6"/>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6"/>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6"/>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6"/>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6"/>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86"/>
          <p:cNvGrpSpPr/>
          <p:nvPr/>
        </p:nvGrpSpPr>
        <p:grpSpPr>
          <a:xfrm>
            <a:off x="7073928" y="2731507"/>
            <a:ext cx="371395" cy="371809"/>
            <a:chOff x="7073928" y="2905757"/>
            <a:chExt cx="371395" cy="371809"/>
          </a:xfrm>
        </p:grpSpPr>
        <p:sp>
          <p:nvSpPr>
            <p:cNvPr id="11357" name="Google Shape;11357;p86"/>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6"/>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6"/>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86"/>
          <p:cNvGrpSpPr/>
          <p:nvPr/>
        </p:nvGrpSpPr>
        <p:grpSpPr>
          <a:xfrm>
            <a:off x="6188327" y="2781158"/>
            <a:ext cx="371395" cy="272857"/>
            <a:chOff x="6188327" y="2955408"/>
            <a:chExt cx="371395" cy="272857"/>
          </a:xfrm>
        </p:grpSpPr>
        <p:sp>
          <p:nvSpPr>
            <p:cNvPr id="11361" name="Google Shape;11361;p86"/>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6"/>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86"/>
          <p:cNvGrpSpPr/>
          <p:nvPr/>
        </p:nvGrpSpPr>
        <p:grpSpPr>
          <a:xfrm>
            <a:off x="7521454" y="2731889"/>
            <a:ext cx="359651" cy="371013"/>
            <a:chOff x="7521454" y="2906139"/>
            <a:chExt cx="359651" cy="371013"/>
          </a:xfrm>
        </p:grpSpPr>
        <p:sp>
          <p:nvSpPr>
            <p:cNvPr id="11364" name="Google Shape;11364;p86"/>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6"/>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6"/>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6"/>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6"/>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86"/>
          <p:cNvGrpSpPr/>
          <p:nvPr/>
        </p:nvGrpSpPr>
        <p:grpSpPr>
          <a:xfrm>
            <a:off x="5782845" y="2732271"/>
            <a:ext cx="301661" cy="371013"/>
            <a:chOff x="5782845" y="2906521"/>
            <a:chExt cx="301661" cy="371013"/>
          </a:xfrm>
        </p:grpSpPr>
        <p:sp>
          <p:nvSpPr>
            <p:cNvPr id="11370" name="Google Shape;11370;p86"/>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6"/>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6"/>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86"/>
          <p:cNvGrpSpPr/>
          <p:nvPr/>
        </p:nvGrpSpPr>
        <p:grpSpPr>
          <a:xfrm>
            <a:off x="3539102" y="2253299"/>
            <a:ext cx="355099" cy="355481"/>
            <a:chOff x="3539102" y="2427549"/>
            <a:chExt cx="355099" cy="355481"/>
          </a:xfrm>
        </p:grpSpPr>
        <p:sp>
          <p:nvSpPr>
            <p:cNvPr id="11374" name="Google Shape;11374;p86"/>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6"/>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86"/>
          <p:cNvGrpSpPr/>
          <p:nvPr/>
        </p:nvGrpSpPr>
        <p:grpSpPr>
          <a:xfrm>
            <a:off x="6630539" y="2743252"/>
            <a:ext cx="371777" cy="349434"/>
            <a:chOff x="6630539" y="2917502"/>
            <a:chExt cx="371777" cy="349434"/>
          </a:xfrm>
        </p:grpSpPr>
        <p:sp>
          <p:nvSpPr>
            <p:cNvPr id="11377" name="Google Shape;11377;p86"/>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6"/>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6"/>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6"/>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6"/>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6"/>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6"/>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86"/>
          <p:cNvGrpSpPr/>
          <p:nvPr/>
        </p:nvGrpSpPr>
        <p:grpSpPr>
          <a:xfrm>
            <a:off x="2171474" y="3194979"/>
            <a:ext cx="408156" cy="343737"/>
            <a:chOff x="2171474" y="3369229"/>
            <a:chExt cx="408156" cy="343737"/>
          </a:xfrm>
        </p:grpSpPr>
        <p:sp>
          <p:nvSpPr>
            <p:cNvPr id="11385" name="Google Shape;11385;p86"/>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6"/>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6"/>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6"/>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86"/>
          <p:cNvGrpSpPr/>
          <p:nvPr/>
        </p:nvGrpSpPr>
        <p:grpSpPr>
          <a:xfrm>
            <a:off x="4891198" y="2750858"/>
            <a:ext cx="334634" cy="334634"/>
            <a:chOff x="4891198" y="2925108"/>
            <a:chExt cx="334634" cy="334634"/>
          </a:xfrm>
        </p:grpSpPr>
        <p:sp>
          <p:nvSpPr>
            <p:cNvPr id="11390" name="Google Shape;11390;p86"/>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6"/>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6"/>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6"/>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6"/>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6"/>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6"/>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6"/>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86"/>
          <p:cNvGrpSpPr/>
          <p:nvPr/>
        </p:nvGrpSpPr>
        <p:grpSpPr>
          <a:xfrm>
            <a:off x="7976174" y="2750858"/>
            <a:ext cx="334666" cy="334634"/>
            <a:chOff x="7976174" y="2925108"/>
            <a:chExt cx="334666" cy="334634"/>
          </a:xfrm>
        </p:grpSpPr>
        <p:sp>
          <p:nvSpPr>
            <p:cNvPr id="11399" name="Google Shape;11399;p86"/>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6"/>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6"/>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6"/>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6"/>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6"/>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6"/>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6"/>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6"/>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86"/>
          <p:cNvGrpSpPr/>
          <p:nvPr/>
        </p:nvGrpSpPr>
        <p:grpSpPr>
          <a:xfrm>
            <a:off x="3091957" y="3199881"/>
            <a:ext cx="354717" cy="332757"/>
            <a:chOff x="3091957" y="3374131"/>
            <a:chExt cx="354717" cy="332757"/>
          </a:xfrm>
        </p:grpSpPr>
        <p:sp>
          <p:nvSpPr>
            <p:cNvPr id="11409" name="Google Shape;11409;p86"/>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6"/>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6"/>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6"/>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6"/>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6"/>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86"/>
          <p:cNvGrpSpPr/>
          <p:nvPr/>
        </p:nvGrpSpPr>
        <p:grpSpPr>
          <a:xfrm>
            <a:off x="3988156" y="3205960"/>
            <a:ext cx="353954" cy="318880"/>
            <a:chOff x="3988156" y="3380210"/>
            <a:chExt cx="353954" cy="318880"/>
          </a:xfrm>
        </p:grpSpPr>
        <p:sp>
          <p:nvSpPr>
            <p:cNvPr id="11416" name="Google Shape;11416;p86"/>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6"/>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6"/>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6"/>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6"/>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86"/>
          <p:cNvGrpSpPr/>
          <p:nvPr/>
        </p:nvGrpSpPr>
        <p:grpSpPr>
          <a:xfrm>
            <a:off x="3541011" y="3193070"/>
            <a:ext cx="348257" cy="346188"/>
            <a:chOff x="3541011" y="3367320"/>
            <a:chExt cx="348257" cy="346188"/>
          </a:xfrm>
        </p:grpSpPr>
        <p:sp>
          <p:nvSpPr>
            <p:cNvPr id="11422" name="Google Shape;11422;p86"/>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6"/>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6"/>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6"/>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6" name="Google Shape;11426;p86"/>
          <p:cNvGrpSpPr/>
          <p:nvPr/>
        </p:nvGrpSpPr>
        <p:grpSpPr>
          <a:xfrm>
            <a:off x="1314678" y="3183967"/>
            <a:ext cx="334666" cy="365348"/>
            <a:chOff x="1314678" y="3358217"/>
            <a:chExt cx="334666" cy="365348"/>
          </a:xfrm>
        </p:grpSpPr>
        <p:sp>
          <p:nvSpPr>
            <p:cNvPr id="11427" name="Google Shape;11427;p86"/>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6"/>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6"/>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6"/>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6"/>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86"/>
          <p:cNvGrpSpPr/>
          <p:nvPr/>
        </p:nvGrpSpPr>
        <p:grpSpPr>
          <a:xfrm>
            <a:off x="1748582" y="3198385"/>
            <a:ext cx="359269" cy="335780"/>
            <a:chOff x="1748582" y="3372635"/>
            <a:chExt cx="359269" cy="335780"/>
          </a:xfrm>
        </p:grpSpPr>
        <p:sp>
          <p:nvSpPr>
            <p:cNvPr id="11433" name="Google Shape;11433;p86"/>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4" name="Google Shape;11434;p86"/>
            <p:cNvGrpSpPr/>
            <p:nvPr/>
          </p:nvGrpSpPr>
          <p:grpSpPr>
            <a:xfrm>
              <a:off x="1748582" y="3372635"/>
              <a:ext cx="333520" cy="335780"/>
              <a:chOff x="1748582" y="3372635"/>
              <a:chExt cx="333520" cy="335780"/>
            </a:xfrm>
          </p:grpSpPr>
          <p:sp>
            <p:nvSpPr>
              <p:cNvPr id="11435" name="Google Shape;11435;p86"/>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6"/>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6"/>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38" name="Google Shape;11438;p86"/>
          <p:cNvGrpSpPr/>
          <p:nvPr/>
        </p:nvGrpSpPr>
        <p:grpSpPr>
          <a:xfrm>
            <a:off x="2640993" y="3183585"/>
            <a:ext cx="365348" cy="364966"/>
            <a:chOff x="2640993" y="3357835"/>
            <a:chExt cx="365348" cy="364966"/>
          </a:xfrm>
        </p:grpSpPr>
        <p:sp>
          <p:nvSpPr>
            <p:cNvPr id="11439" name="Google Shape;11439;p86"/>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6"/>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6"/>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6"/>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6"/>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6"/>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6"/>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6"/>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6"/>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6"/>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86"/>
          <p:cNvGrpSpPr/>
          <p:nvPr/>
        </p:nvGrpSpPr>
        <p:grpSpPr>
          <a:xfrm>
            <a:off x="4886264" y="3191924"/>
            <a:ext cx="350548" cy="350198"/>
            <a:chOff x="4886264" y="3366174"/>
            <a:chExt cx="350548" cy="350198"/>
          </a:xfrm>
        </p:grpSpPr>
        <p:sp>
          <p:nvSpPr>
            <p:cNvPr id="11450" name="Google Shape;11450;p86"/>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6"/>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6"/>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6"/>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6"/>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6"/>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6"/>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6"/>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6"/>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6"/>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6"/>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6"/>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6"/>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86"/>
          <p:cNvGrpSpPr/>
          <p:nvPr/>
        </p:nvGrpSpPr>
        <p:grpSpPr>
          <a:xfrm>
            <a:off x="5331913" y="3239697"/>
            <a:ext cx="347143" cy="254684"/>
            <a:chOff x="5331913" y="3413947"/>
            <a:chExt cx="347143" cy="254684"/>
          </a:xfrm>
        </p:grpSpPr>
        <p:sp>
          <p:nvSpPr>
            <p:cNvPr id="11464" name="Google Shape;11464;p86"/>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6"/>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6"/>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6"/>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6"/>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6"/>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86"/>
          <p:cNvGrpSpPr/>
          <p:nvPr/>
        </p:nvGrpSpPr>
        <p:grpSpPr>
          <a:xfrm>
            <a:off x="5776798" y="3235528"/>
            <a:ext cx="346379" cy="264518"/>
            <a:chOff x="5776798" y="3409778"/>
            <a:chExt cx="346379" cy="264518"/>
          </a:xfrm>
        </p:grpSpPr>
        <p:sp>
          <p:nvSpPr>
            <p:cNvPr id="11471" name="Google Shape;11471;p86"/>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6"/>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6"/>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6"/>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6"/>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6"/>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7" name="Google Shape;11477;p86"/>
          <p:cNvGrpSpPr/>
          <p:nvPr/>
        </p:nvGrpSpPr>
        <p:grpSpPr>
          <a:xfrm>
            <a:off x="7108015" y="3222255"/>
            <a:ext cx="344883" cy="290299"/>
            <a:chOff x="7108015" y="3396505"/>
            <a:chExt cx="344883" cy="290299"/>
          </a:xfrm>
        </p:grpSpPr>
        <p:sp>
          <p:nvSpPr>
            <p:cNvPr id="11478" name="Google Shape;11478;p86"/>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6"/>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6"/>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6"/>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86"/>
          <p:cNvGrpSpPr/>
          <p:nvPr/>
        </p:nvGrpSpPr>
        <p:grpSpPr>
          <a:xfrm>
            <a:off x="7551754" y="3216558"/>
            <a:ext cx="344883" cy="301311"/>
            <a:chOff x="7551754" y="3390808"/>
            <a:chExt cx="344883" cy="301311"/>
          </a:xfrm>
        </p:grpSpPr>
        <p:sp>
          <p:nvSpPr>
            <p:cNvPr id="11483" name="Google Shape;11483;p86"/>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6"/>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6"/>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6"/>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6"/>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6"/>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6"/>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6"/>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6"/>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6"/>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6"/>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86"/>
          <p:cNvGrpSpPr/>
          <p:nvPr/>
        </p:nvGrpSpPr>
        <p:grpSpPr>
          <a:xfrm>
            <a:off x="6707084" y="3213153"/>
            <a:ext cx="261145" cy="308504"/>
            <a:chOff x="6707084" y="3387403"/>
            <a:chExt cx="261145" cy="308504"/>
          </a:xfrm>
        </p:grpSpPr>
        <p:sp>
          <p:nvSpPr>
            <p:cNvPr id="11495" name="Google Shape;11495;p86"/>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6"/>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6"/>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6"/>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9" name="Google Shape;11499;p86"/>
          <p:cNvGrpSpPr/>
          <p:nvPr/>
        </p:nvGrpSpPr>
        <p:grpSpPr>
          <a:xfrm>
            <a:off x="848978" y="4123387"/>
            <a:ext cx="377824" cy="324418"/>
            <a:chOff x="848978" y="4297637"/>
            <a:chExt cx="377824" cy="324418"/>
          </a:xfrm>
        </p:grpSpPr>
        <p:sp>
          <p:nvSpPr>
            <p:cNvPr id="11500" name="Google Shape;11500;p86"/>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6"/>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2" name="Google Shape;11502;p86"/>
          <p:cNvGrpSpPr/>
          <p:nvPr/>
        </p:nvGrpSpPr>
        <p:grpSpPr>
          <a:xfrm>
            <a:off x="1754279" y="4112343"/>
            <a:ext cx="351439" cy="345965"/>
            <a:chOff x="1754279" y="4286593"/>
            <a:chExt cx="351439" cy="345965"/>
          </a:xfrm>
        </p:grpSpPr>
        <p:sp>
          <p:nvSpPr>
            <p:cNvPr id="11503" name="Google Shape;11503;p86"/>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6"/>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6"/>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6"/>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6"/>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86"/>
          <p:cNvGrpSpPr/>
          <p:nvPr/>
        </p:nvGrpSpPr>
        <p:grpSpPr>
          <a:xfrm>
            <a:off x="3996113" y="4116926"/>
            <a:ext cx="336512" cy="335048"/>
            <a:chOff x="3996113" y="4291176"/>
            <a:chExt cx="336512" cy="335048"/>
          </a:xfrm>
        </p:grpSpPr>
        <p:sp>
          <p:nvSpPr>
            <p:cNvPr id="11509" name="Google Shape;11509;p86"/>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6"/>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6"/>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2" name="Google Shape;11512;p86"/>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3" name="Google Shape;11513;p86"/>
          <p:cNvGrpSpPr/>
          <p:nvPr/>
        </p:nvGrpSpPr>
        <p:grpSpPr>
          <a:xfrm>
            <a:off x="2179081" y="4111261"/>
            <a:ext cx="397525" cy="348670"/>
            <a:chOff x="2179081" y="4285511"/>
            <a:chExt cx="397525" cy="348670"/>
          </a:xfrm>
        </p:grpSpPr>
        <p:sp>
          <p:nvSpPr>
            <p:cNvPr id="11514" name="Google Shape;11514;p86"/>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6"/>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86"/>
          <p:cNvGrpSpPr/>
          <p:nvPr/>
        </p:nvGrpSpPr>
        <p:grpSpPr>
          <a:xfrm>
            <a:off x="3584201" y="4120746"/>
            <a:ext cx="267574" cy="329415"/>
            <a:chOff x="3584201" y="4294996"/>
            <a:chExt cx="267574" cy="329415"/>
          </a:xfrm>
        </p:grpSpPr>
        <p:sp>
          <p:nvSpPr>
            <p:cNvPr id="11517" name="Google Shape;11517;p86"/>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6"/>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6"/>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6"/>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86"/>
          <p:cNvGrpSpPr/>
          <p:nvPr/>
        </p:nvGrpSpPr>
        <p:grpSpPr>
          <a:xfrm>
            <a:off x="3082855" y="4121478"/>
            <a:ext cx="375946" cy="327823"/>
            <a:chOff x="3082855" y="4295728"/>
            <a:chExt cx="375946" cy="327823"/>
          </a:xfrm>
        </p:grpSpPr>
        <p:sp>
          <p:nvSpPr>
            <p:cNvPr id="11522" name="Google Shape;11522;p86"/>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6"/>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6"/>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6"/>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6"/>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6"/>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6"/>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6"/>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6"/>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6"/>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6"/>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86"/>
          <p:cNvGrpSpPr/>
          <p:nvPr/>
        </p:nvGrpSpPr>
        <p:grpSpPr>
          <a:xfrm>
            <a:off x="2749016" y="4116926"/>
            <a:ext cx="150831" cy="336926"/>
            <a:chOff x="2749016" y="4291176"/>
            <a:chExt cx="150831" cy="336926"/>
          </a:xfrm>
        </p:grpSpPr>
        <p:sp>
          <p:nvSpPr>
            <p:cNvPr id="11534" name="Google Shape;11534;p86"/>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6"/>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6"/>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6"/>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8" name="Google Shape;11538;p86"/>
          <p:cNvGrpSpPr/>
          <p:nvPr/>
        </p:nvGrpSpPr>
        <p:grpSpPr>
          <a:xfrm>
            <a:off x="7127716" y="4105182"/>
            <a:ext cx="248254" cy="361942"/>
            <a:chOff x="7127716" y="4279432"/>
            <a:chExt cx="248254" cy="361942"/>
          </a:xfrm>
        </p:grpSpPr>
        <p:sp>
          <p:nvSpPr>
            <p:cNvPr id="11539" name="Google Shape;11539;p86"/>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6"/>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6"/>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6"/>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6"/>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6"/>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6"/>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6"/>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6"/>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86"/>
          <p:cNvGrpSpPr/>
          <p:nvPr/>
        </p:nvGrpSpPr>
        <p:grpSpPr>
          <a:xfrm>
            <a:off x="7565408" y="4105182"/>
            <a:ext cx="248255" cy="361942"/>
            <a:chOff x="7565408" y="4279432"/>
            <a:chExt cx="248255" cy="361942"/>
          </a:xfrm>
        </p:grpSpPr>
        <p:sp>
          <p:nvSpPr>
            <p:cNvPr id="11549" name="Google Shape;11549;p86"/>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6"/>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6"/>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6"/>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6"/>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6"/>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6"/>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6"/>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86"/>
          <p:cNvGrpSpPr/>
          <p:nvPr/>
        </p:nvGrpSpPr>
        <p:grpSpPr>
          <a:xfrm>
            <a:off x="6264109" y="4105182"/>
            <a:ext cx="225498" cy="361560"/>
            <a:chOff x="6264109" y="4279432"/>
            <a:chExt cx="225498" cy="361560"/>
          </a:xfrm>
        </p:grpSpPr>
        <p:sp>
          <p:nvSpPr>
            <p:cNvPr id="11558" name="Google Shape;11558;p86"/>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6"/>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86"/>
          <p:cNvGrpSpPr/>
          <p:nvPr/>
        </p:nvGrpSpPr>
        <p:grpSpPr>
          <a:xfrm>
            <a:off x="7929578" y="4110115"/>
            <a:ext cx="395266" cy="351312"/>
            <a:chOff x="7929578" y="4284365"/>
            <a:chExt cx="395266" cy="351312"/>
          </a:xfrm>
        </p:grpSpPr>
        <p:sp>
          <p:nvSpPr>
            <p:cNvPr id="11561" name="Google Shape;11561;p86"/>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6"/>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6"/>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6"/>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86"/>
          <p:cNvGrpSpPr/>
          <p:nvPr/>
        </p:nvGrpSpPr>
        <p:grpSpPr>
          <a:xfrm>
            <a:off x="6595502" y="4149527"/>
            <a:ext cx="426315" cy="332826"/>
            <a:chOff x="6639652" y="4323777"/>
            <a:chExt cx="426315" cy="332826"/>
          </a:xfrm>
        </p:grpSpPr>
        <p:sp>
          <p:nvSpPr>
            <p:cNvPr id="11566" name="Google Shape;11566;p86"/>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6"/>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6"/>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6"/>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6"/>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6"/>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6"/>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6"/>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6"/>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6"/>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86"/>
          <p:cNvGrpSpPr/>
          <p:nvPr/>
        </p:nvGrpSpPr>
        <p:grpSpPr>
          <a:xfrm>
            <a:off x="5357662" y="4123387"/>
            <a:ext cx="287275" cy="326296"/>
            <a:chOff x="5357662" y="4297637"/>
            <a:chExt cx="287275" cy="326296"/>
          </a:xfrm>
        </p:grpSpPr>
        <p:sp>
          <p:nvSpPr>
            <p:cNvPr id="11577" name="Google Shape;11577;p86"/>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6"/>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6"/>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6"/>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6"/>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86"/>
          <p:cNvGrpSpPr/>
          <p:nvPr/>
        </p:nvGrpSpPr>
        <p:grpSpPr>
          <a:xfrm>
            <a:off x="5774124" y="4120300"/>
            <a:ext cx="331611" cy="331674"/>
            <a:chOff x="5774124" y="4294550"/>
            <a:chExt cx="331611" cy="331674"/>
          </a:xfrm>
        </p:grpSpPr>
        <p:sp>
          <p:nvSpPr>
            <p:cNvPr id="11583" name="Google Shape;11583;p86"/>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6"/>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86"/>
          <p:cNvGrpSpPr/>
          <p:nvPr/>
        </p:nvGrpSpPr>
        <p:grpSpPr>
          <a:xfrm>
            <a:off x="4890434" y="4113139"/>
            <a:ext cx="345997" cy="346029"/>
            <a:chOff x="4890434" y="4287389"/>
            <a:chExt cx="345997" cy="346029"/>
          </a:xfrm>
        </p:grpSpPr>
        <p:sp>
          <p:nvSpPr>
            <p:cNvPr id="11586" name="Google Shape;11586;p86"/>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6"/>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6"/>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6"/>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6"/>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6"/>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6"/>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86"/>
          <p:cNvGrpSpPr/>
          <p:nvPr/>
        </p:nvGrpSpPr>
        <p:grpSpPr>
          <a:xfrm>
            <a:off x="2165809" y="3636809"/>
            <a:ext cx="422542" cy="342973"/>
            <a:chOff x="2165809" y="3811059"/>
            <a:chExt cx="422542" cy="342973"/>
          </a:xfrm>
        </p:grpSpPr>
        <p:sp>
          <p:nvSpPr>
            <p:cNvPr id="11594" name="Google Shape;11594;p86"/>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6"/>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6"/>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6"/>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6"/>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6"/>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6"/>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6"/>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6"/>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6"/>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6"/>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6"/>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6"/>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6"/>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6"/>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6"/>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6"/>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6"/>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2" name="Google Shape;11612;p86"/>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3" name="Google Shape;11613;p86"/>
          <p:cNvGrpSpPr/>
          <p:nvPr/>
        </p:nvGrpSpPr>
        <p:grpSpPr>
          <a:xfrm>
            <a:off x="903530" y="3631875"/>
            <a:ext cx="264550" cy="353222"/>
            <a:chOff x="903530" y="3806125"/>
            <a:chExt cx="264550" cy="353222"/>
          </a:xfrm>
        </p:grpSpPr>
        <p:sp>
          <p:nvSpPr>
            <p:cNvPr id="11614" name="Google Shape;11614;p86"/>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6"/>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6"/>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6"/>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86"/>
          <p:cNvGrpSpPr/>
          <p:nvPr/>
        </p:nvGrpSpPr>
        <p:grpSpPr>
          <a:xfrm>
            <a:off x="850092" y="3178684"/>
            <a:ext cx="369517" cy="375660"/>
            <a:chOff x="850092" y="3352934"/>
            <a:chExt cx="369517" cy="375660"/>
          </a:xfrm>
        </p:grpSpPr>
        <p:sp>
          <p:nvSpPr>
            <p:cNvPr id="11619" name="Google Shape;11619;p86"/>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6"/>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6"/>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6"/>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6"/>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86"/>
          <p:cNvGrpSpPr/>
          <p:nvPr/>
        </p:nvGrpSpPr>
        <p:grpSpPr>
          <a:xfrm>
            <a:off x="2611458" y="3642124"/>
            <a:ext cx="426329" cy="332375"/>
            <a:chOff x="2611458" y="3816374"/>
            <a:chExt cx="426329" cy="332375"/>
          </a:xfrm>
        </p:grpSpPr>
        <p:sp>
          <p:nvSpPr>
            <p:cNvPr id="11625" name="Google Shape;11625;p86"/>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6"/>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6"/>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6"/>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6"/>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6"/>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6"/>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6"/>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6"/>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6"/>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5" name="Google Shape;11635;p86"/>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6" name="Google Shape;11636;p86"/>
          <p:cNvGrpSpPr/>
          <p:nvPr/>
        </p:nvGrpSpPr>
        <p:grpSpPr>
          <a:xfrm>
            <a:off x="4019984" y="3631143"/>
            <a:ext cx="293704" cy="353954"/>
            <a:chOff x="4019984" y="3805393"/>
            <a:chExt cx="293704" cy="353954"/>
          </a:xfrm>
        </p:grpSpPr>
        <p:sp>
          <p:nvSpPr>
            <p:cNvPr id="11637" name="Google Shape;11637;p86"/>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6"/>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9" name="Google Shape;11639;p86"/>
          <p:cNvGrpSpPr/>
          <p:nvPr/>
        </p:nvGrpSpPr>
        <p:grpSpPr>
          <a:xfrm>
            <a:off x="8006505" y="3215794"/>
            <a:ext cx="323654" cy="303189"/>
            <a:chOff x="8006505" y="3390044"/>
            <a:chExt cx="323654" cy="303189"/>
          </a:xfrm>
        </p:grpSpPr>
        <p:sp>
          <p:nvSpPr>
            <p:cNvPr id="11640" name="Google Shape;11640;p86"/>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6"/>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6"/>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6"/>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6"/>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6"/>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86"/>
          <p:cNvGrpSpPr/>
          <p:nvPr/>
        </p:nvGrpSpPr>
        <p:grpSpPr>
          <a:xfrm>
            <a:off x="1299146" y="3632257"/>
            <a:ext cx="367990" cy="351312"/>
            <a:chOff x="1299146" y="3806507"/>
            <a:chExt cx="367990" cy="351312"/>
          </a:xfrm>
        </p:grpSpPr>
        <p:sp>
          <p:nvSpPr>
            <p:cNvPr id="11647" name="Google Shape;11647;p86"/>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6"/>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9" name="Google Shape;11649;p86"/>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0" name="Google Shape;11650;p86"/>
          <p:cNvGrpSpPr/>
          <p:nvPr/>
        </p:nvGrpSpPr>
        <p:grpSpPr>
          <a:xfrm>
            <a:off x="7550258" y="3658420"/>
            <a:ext cx="371395" cy="301279"/>
            <a:chOff x="7550258" y="3832670"/>
            <a:chExt cx="371395" cy="301279"/>
          </a:xfrm>
        </p:grpSpPr>
        <p:sp>
          <p:nvSpPr>
            <p:cNvPr id="11651" name="Google Shape;11651;p86"/>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6"/>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6"/>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6"/>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6"/>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6"/>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6"/>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6"/>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6"/>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6"/>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6"/>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6"/>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6"/>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6"/>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6"/>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6"/>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6"/>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6"/>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9" name="Google Shape;11669;p86"/>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0" name="Google Shape;11670;p86"/>
          <p:cNvGrpSpPr/>
          <p:nvPr/>
        </p:nvGrpSpPr>
        <p:grpSpPr>
          <a:xfrm>
            <a:off x="6659725" y="3633785"/>
            <a:ext cx="367608" cy="350548"/>
            <a:chOff x="6659725" y="3808035"/>
            <a:chExt cx="367608" cy="350548"/>
          </a:xfrm>
        </p:grpSpPr>
        <p:sp>
          <p:nvSpPr>
            <p:cNvPr id="11671" name="Google Shape;11671;p86"/>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6"/>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86"/>
          <p:cNvGrpSpPr/>
          <p:nvPr/>
        </p:nvGrpSpPr>
        <p:grpSpPr>
          <a:xfrm>
            <a:off x="6219391" y="3642506"/>
            <a:ext cx="356627" cy="334252"/>
            <a:chOff x="6219391" y="3816756"/>
            <a:chExt cx="356627" cy="334252"/>
          </a:xfrm>
        </p:grpSpPr>
        <p:sp>
          <p:nvSpPr>
            <p:cNvPr id="11674" name="Google Shape;11674;p86"/>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6"/>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6"/>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6"/>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8" name="Google Shape;11678;p86"/>
          <p:cNvGrpSpPr/>
          <p:nvPr/>
        </p:nvGrpSpPr>
        <p:grpSpPr>
          <a:xfrm>
            <a:off x="5778676" y="3652722"/>
            <a:ext cx="349052" cy="313055"/>
            <a:chOff x="5778676" y="3826972"/>
            <a:chExt cx="349052" cy="313055"/>
          </a:xfrm>
        </p:grpSpPr>
        <p:sp>
          <p:nvSpPr>
            <p:cNvPr id="11679" name="Google Shape;11679;p86"/>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6"/>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6"/>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6"/>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6"/>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86"/>
          <p:cNvGrpSpPr/>
          <p:nvPr/>
        </p:nvGrpSpPr>
        <p:grpSpPr>
          <a:xfrm>
            <a:off x="5355784" y="3660297"/>
            <a:ext cx="299019" cy="297905"/>
            <a:chOff x="5355784" y="3834547"/>
            <a:chExt cx="299019" cy="297905"/>
          </a:xfrm>
        </p:grpSpPr>
        <p:sp>
          <p:nvSpPr>
            <p:cNvPr id="11685" name="Google Shape;11685;p86"/>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6"/>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6"/>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6"/>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86"/>
          <p:cNvGrpSpPr/>
          <p:nvPr/>
        </p:nvGrpSpPr>
        <p:grpSpPr>
          <a:xfrm>
            <a:off x="8036455" y="3633021"/>
            <a:ext cx="292176" cy="353985"/>
            <a:chOff x="8036455" y="3807271"/>
            <a:chExt cx="292176" cy="353985"/>
          </a:xfrm>
        </p:grpSpPr>
        <p:sp>
          <p:nvSpPr>
            <p:cNvPr id="11690" name="Google Shape;11690;p86"/>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6"/>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2" name="Google Shape;11692;p86"/>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1693" name="Google Shape;11693;p86"/>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1694" name="Google Shape;11694;p86"/>
          <p:cNvGrpSpPr/>
          <p:nvPr/>
        </p:nvGrpSpPr>
        <p:grpSpPr>
          <a:xfrm>
            <a:off x="4874902" y="3634549"/>
            <a:ext cx="345615" cy="350835"/>
            <a:chOff x="4874902" y="3808799"/>
            <a:chExt cx="345615" cy="350835"/>
          </a:xfrm>
        </p:grpSpPr>
        <p:sp>
          <p:nvSpPr>
            <p:cNvPr id="11695" name="Google Shape;11695;p86"/>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6"/>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6"/>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6"/>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6"/>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6"/>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6"/>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6"/>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6"/>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6"/>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6"/>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6"/>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6"/>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6"/>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6"/>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6"/>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6"/>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86"/>
          <p:cNvGrpSpPr/>
          <p:nvPr/>
        </p:nvGrpSpPr>
        <p:grpSpPr>
          <a:xfrm>
            <a:off x="3095745" y="3631143"/>
            <a:ext cx="352840" cy="354717"/>
            <a:chOff x="3095745" y="3805393"/>
            <a:chExt cx="352840" cy="354717"/>
          </a:xfrm>
        </p:grpSpPr>
        <p:sp>
          <p:nvSpPr>
            <p:cNvPr id="11713" name="Google Shape;11713;p86"/>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6"/>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6"/>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6"/>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6"/>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6"/>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22" name="Shape 11722"/>
        <p:cNvGrpSpPr/>
        <p:nvPr/>
      </p:nvGrpSpPr>
      <p:grpSpPr>
        <a:xfrm>
          <a:off x="0" y="0"/>
          <a:ext cx="0" cy="0"/>
          <a:chOff x="0" y="0"/>
          <a:chExt cx="0" cy="0"/>
        </a:xfrm>
      </p:grpSpPr>
      <p:grpSp>
        <p:nvGrpSpPr>
          <p:cNvPr id="11723" name="Google Shape;11723;p87"/>
          <p:cNvGrpSpPr/>
          <p:nvPr/>
        </p:nvGrpSpPr>
        <p:grpSpPr>
          <a:xfrm>
            <a:off x="2733780" y="4039081"/>
            <a:ext cx="342144" cy="362704"/>
            <a:chOff x="2704005" y="4258781"/>
            <a:chExt cx="342144" cy="362704"/>
          </a:xfrm>
        </p:grpSpPr>
        <p:sp>
          <p:nvSpPr>
            <p:cNvPr id="11724" name="Google Shape;11724;p87"/>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7"/>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7"/>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7"/>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7"/>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7"/>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7"/>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87"/>
          <p:cNvGrpSpPr/>
          <p:nvPr/>
        </p:nvGrpSpPr>
        <p:grpSpPr>
          <a:xfrm>
            <a:off x="2157462" y="4083096"/>
            <a:ext cx="347435" cy="363370"/>
            <a:chOff x="2157462" y="4258496"/>
            <a:chExt cx="347435" cy="363370"/>
          </a:xfrm>
        </p:grpSpPr>
        <p:sp>
          <p:nvSpPr>
            <p:cNvPr id="11732" name="Google Shape;11732;p87"/>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7"/>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7"/>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87"/>
          <p:cNvGrpSpPr/>
          <p:nvPr/>
        </p:nvGrpSpPr>
        <p:grpSpPr>
          <a:xfrm>
            <a:off x="4010963" y="3588381"/>
            <a:ext cx="343665" cy="363211"/>
            <a:chOff x="4010963" y="3763781"/>
            <a:chExt cx="343665" cy="363211"/>
          </a:xfrm>
        </p:grpSpPr>
        <p:sp>
          <p:nvSpPr>
            <p:cNvPr id="11736" name="Google Shape;11736;p87"/>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7"/>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7"/>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7"/>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7"/>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87"/>
          <p:cNvGrpSpPr/>
          <p:nvPr/>
        </p:nvGrpSpPr>
        <p:grpSpPr>
          <a:xfrm>
            <a:off x="2214042" y="3635109"/>
            <a:ext cx="368153" cy="311193"/>
            <a:chOff x="2214042" y="3810509"/>
            <a:chExt cx="368153" cy="311193"/>
          </a:xfrm>
        </p:grpSpPr>
        <p:sp>
          <p:nvSpPr>
            <p:cNvPr id="11742" name="Google Shape;11742;p87"/>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7"/>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87"/>
          <p:cNvGrpSpPr/>
          <p:nvPr/>
        </p:nvGrpSpPr>
        <p:grpSpPr>
          <a:xfrm>
            <a:off x="1797413" y="3606819"/>
            <a:ext cx="367805" cy="367773"/>
            <a:chOff x="1768938" y="3782219"/>
            <a:chExt cx="367805" cy="367773"/>
          </a:xfrm>
        </p:grpSpPr>
        <p:sp>
          <p:nvSpPr>
            <p:cNvPr id="11745" name="Google Shape;11745;p87"/>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7"/>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7"/>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7"/>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7"/>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0" name="Google Shape;11750;p87"/>
          <p:cNvGrpSpPr/>
          <p:nvPr/>
        </p:nvGrpSpPr>
        <p:grpSpPr>
          <a:xfrm>
            <a:off x="2681385" y="3623039"/>
            <a:ext cx="325544" cy="327413"/>
            <a:chOff x="2681385" y="3798439"/>
            <a:chExt cx="325544" cy="327413"/>
          </a:xfrm>
        </p:grpSpPr>
        <p:sp>
          <p:nvSpPr>
            <p:cNvPr id="11751" name="Google Shape;11751;p87"/>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7"/>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7"/>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7"/>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7"/>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7"/>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7"/>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87"/>
          <p:cNvGrpSpPr/>
          <p:nvPr/>
        </p:nvGrpSpPr>
        <p:grpSpPr>
          <a:xfrm>
            <a:off x="6243928" y="4088102"/>
            <a:ext cx="274254" cy="350824"/>
            <a:chOff x="6243928" y="4263502"/>
            <a:chExt cx="274254" cy="350824"/>
          </a:xfrm>
        </p:grpSpPr>
        <p:sp>
          <p:nvSpPr>
            <p:cNvPr id="11759" name="Google Shape;11759;p87"/>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7"/>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7"/>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7"/>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7"/>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7"/>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7"/>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7"/>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87"/>
          <p:cNvGrpSpPr/>
          <p:nvPr/>
        </p:nvGrpSpPr>
        <p:grpSpPr>
          <a:xfrm>
            <a:off x="3560600" y="3587938"/>
            <a:ext cx="352345" cy="363655"/>
            <a:chOff x="3560600" y="3763338"/>
            <a:chExt cx="352345" cy="363655"/>
          </a:xfrm>
        </p:grpSpPr>
        <p:sp>
          <p:nvSpPr>
            <p:cNvPr id="11768" name="Google Shape;11768;p87"/>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7"/>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7"/>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87"/>
          <p:cNvGrpSpPr/>
          <p:nvPr/>
        </p:nvGrpSpPr>
        <p:grpSpPr>
          <a:xfrm>
            <a:off x="5790556" y="4085852"/>
            <a:ext cx="279513" cy="356083"/>
            <a:chOff x="5790556" y="4261252"/>
            <a:chExt cx="279513" cy="356083"/>
          </a:xfrm>
        </p:grpSpPr>
        <p:sp>
          <p:nvSpPr>
            <p:cNvPr id="11772" name="Google Shape;11772;p87"/>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7"/>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7"/>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7"/>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7"/>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7"/>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7"/>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87"/>
          <p:cNvGrpSpPr/>
          <p:nvPr/>
        </p:nvGrpSpPr>
        <p:grpSpPr>
          <a:xfrm>
            <a:off x="5341333" y="4085852"/>
            <a:ext cx="278752" cy="356463"/>
            <a:chOff x="5341333" y="4261252"/>
            <a:chExt cx="278752" cy="356463"/>
          </a:xfrm>
        </p:grpSpPr>
        <p:sp>
          <p:nvSpPr>
            <p:cNvPr id="11780" name="Google Shape;11780;p87"/>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7"/>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7"/>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7"/>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7"/>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7"/>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7"/>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7" name="Google Shape;11787;p87"/>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8" name="Google Shape;11788;p87"/>
          <p:cNvGrpSpPr/>
          <p:nvPr/>
        </p:nvGrpSpPr>
        <p:grpSpPr>
          <a:xfrm>
            <a:off x="3103646" y="3590676"/>
            <a:ext cx="360233" cy="362451"/>
            <a:chOff x="3107608" y="3763401"/>
            <a:chExt cx="360233" cy="362451"/>
          </a:xfrm>
        </p:grpSpPr>
        <p:sp>
          <p:nvSpPr>
            <p:cNvPr id="11789" name="Google Shape;11789;p87"/>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7"/>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7"/>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87"/>
          <p:cNvGrpSpPr/>
          <p:nvPr/>
        </p:nvGrpSpPr>
        <p:grpSpPr>
          <a:xfrm>
            <a:off x="889343" y="3625827"/>
            <a:ext cx="351585" cy="339705"/>
            <a:chOff x="889343" y="3801227"/>
            <a:chExt cx="351585" cy="339705"/>
          </a:xfrm>
        </p:grpSpPr>
        <p:sp>
          <p:nvSpPr>
            <p:cNvPr id="11793" name="Google Shape;11793;p87"/>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7"/>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7"/>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7"/>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7"/>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8" name="Google Shape;11798;p87"/>
          <p:cNvGrpSpPr/>
          <p:nvPr/>
        </p:nvGrpSpPr>
        <p:grpSpPr>
          <a:xfrm>
            <a:off x="4896609" y="4085472"/>
            <a:ext cx="278784" cy="355323"/>
            <a:chOff x="4896609" y="4260872"/>
            <a:chExt cx="278784" cy="355323"/>
          </a:xfrm>
        </p:grpSpPr>
        <p:sp>
          <p:nvSpPr>
            <p:cNvPr id="11799" name="Google Shape;11799;p87"/>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7"/>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7"/>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7"/>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7"/>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7"/>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87"/>
          <p:cNvGrpSpPr/>
          <p:nvPr/>
        </p:nvGrpSpPr>
        <p:grpSpPr>
          <a:xfrm>
            <a:off x="7598438" y="4090731"/>
            <a:ext cx="260283" cy="345914"/>
            <a:chOff x="7598438" y="4266131"/>
            <a:chExt cx="260283" cy="345914"/>
          </a:xfrm>
        </p:grpSpPr>
        <p:sp>
          <p:nvSpPr>
            <p:cNvPr id="11806" name="Google Shape;11806;p87"/>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7"/>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7"/>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7"/>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7"/>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7"/>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7"/>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87"/>
          <p:cNvGrpSpPr/>
          <p:nvPr/>
        </p:nvGrpSpPr>
        <p:grpSpPr>
          <a:xfrm>
            <a:off x="1767069" y="3184746"/>
            <a:ext cx="286324" cy="348163"/>
            <a:chOff x="1767069" y="3360146"/>
            <a:chExt cx="286324" cy="348163"/>
          </a:xfrm>
        </p:grpSpPr>
        <p:sp>
          <p:nvSpPr>
            <p:cNvPr id="11814" name="Google Shape;11814;p87"/>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7"/>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7"/>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7"/>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7"/>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7"/>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7"/>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1" name="Google Shape;11821;p87"/>
          <p:cNvGrpSpPr/>
          <p:nvPr/>
        </p:nvGrpSpPr>
        <p:grpSpPr>
          <a:xfrm>
            <a:off x="7149944" y="4090731"/>
            <a:ext cx="260283" cy="345914"/>
            <a:chOff x="7149944" y="4266131"/>
            <a:chExt cx="260283" cy="345914"/>
          </a:xfrm>
        </p:grpSpPr>
        <p:sp>
          <p:nvSpPr>
            <p:cNvPr id="11822" name="Google Shape;11822;p87"/>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7"/>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7"/>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7"/>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7"/>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7"/>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8" name="Google Shape;11828;p87"/>
          <p:cNvGrpSpPr/>
          <p:nvPr/>
        </p:nvGrpSpPr>
        <p:grpSpPr>
          <a:xfrm>
            <a:off x="6695051" y="4083951"/>
            <a:ext cx="270104" cy="360233"/>
            <a:chOff x="6695051" y="4259351"/>
            <a:chExt cx="270104" cy="360233"/>
          </a:xfrm>
        </p:grpSpPr>
        <p:sp>
          <p:nvSpPr>
            <p:cNvPr id="11829" name="Google Shape;11829;p87"/>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7"/>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7"/>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7"/>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3" name="Google Shape;11833;p87"/>
          <p:cNvGrpSpPr/>
          <p:nvPr/>
        </p:nvGrpSpPr>
        <p:grpSpPr>
          <a:xfrm>
            <a:off x="8047661" y="4082051"/>
            <a:ext cx="277263" cy="362514"/>
            <a:chOff x="8047661" y="4257451"/>
            <a:chExt cx="277263" cy="362514"/>
          </a:xfrm>
        </p:grpSpPr>
        <p:sp>
          <p:nvSpPr>
            <p:cNvPr id="11834" name="Google Shape;11834;p87"/>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7"/>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7"/>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7"/>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87"/>
          <p:cNvGrpSpPr/>
          <p:nvPr/>
        </p:nvGrpSpPr>
        <p:grpSpPr>
          <a:xfrm>
            <a:off x="6248078" y="3609068"/>
            <a:ext cx="277263" cy="356115"/>
            <a:chOff x="6248078" y="3784468"/>
            <a:chExt cx="277263" cy="356115"/>
          </a:xfrm>
        </p:grpSpPr>
        <p:sp>
          <p:nvSpPr>
            <p:cNvPr id="11839" name="Google Shape;11839;p87"/>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7"/>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7"/>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7"/>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7"/>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4" name="Google Shape;11844;p87"/>
          <p:cNvGrpSpPr/>
          <p:nvPr/>
        </p:nvGrpSpPr>
        <p:grpSpPr>
          <a:xfrm>
            <a:off x="5800725" y="3610589"/>
            <a:ext cx="277644" cy="354594"/>
            <a:chOff x="5800725" y="3785989"/>
            <a:chExt cx="277644" cy="354594"/>
          </a:xfrm>
        </p:grpSpPr>
        <p:sp>
          <p:nvSpPr>
            <p:cNvPr id="11845" name="Google Shape;11845;p87"/>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7"/>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7"/>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7"/>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7"/>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7"/>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7"/>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87"/>
          <p:cNvGrpSpPr/>
          <p:nvPr/>
        </p:nvGrpSpPr>
        <p:grpSpPr>
          <a:xfrm>
            <a:off x="2206122" y="3185348"/>
            <a:ext cx="308183" cy="347561"/>
            <a:chOff x="2206122" y="3360748"/>
            <a:chExt cx="308183" cy="347561"/>
          </a:xfrm>
        </p:grpSpPr>
        <p:sp>
          <p:nvSpPr>
            <p:cNvPr id="11853" name="Google Shape;11853;p87"/>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7"/>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7"/>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7"/>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7"/>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87"/>
          <p:cNvGrpSpPr/>
          <p:nvPr/>
        </p:nvGrpSpPr>
        <p:grpSpPr>
          <a:xfrm>
            <a:off x="5353403" y="3610209"/>
            <a:ext cx="277992" cy="354974"/>
            <a:chOff x="5353403" y="3785609"/>
            <a:chExt cx="277992" cy="354974"/>
          </a:xfrm>
        </p:grpSpPr>
        <p:sp>
          <p:nvSpPr>
            <p:cNvPr id="11859" name="Google Shape;11859;p87"/>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7"/>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7"/>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7"/>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7"/>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7"/>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5" name="Google Shape;11865;p87"/>
          <p:cNvGrpSpPr/>
          <p:nvPr/>
        </p:nvGrpSpPr>
        <p:grpSpPr>
          <a:xfrm>
            <a:off x="4896229" y="3610589"/>
            <a:ext cx="278784" cy="354594"/>
            <a:chOff x="4896229" y="3785989"/>
            <a:chExt cx="278784" cy="354594"/>
          </a:xfrm>
        </p:grpSpPr>
        <p:sp>
          <p:nvSpPr>
            <p:cNvPr id="11866" name="Google Shape;11866;p87"/>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7"/>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7"/>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7"/>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7"/>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7"/>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2" name="Google Shape;11872;p87"/>
          <p:cNvGrpSpPr/>
          <p:nvPr/>
        </p:nvGrpSpPr>
        <p:grpSpPr>
          <a:xfrm>
            <a:off x="7592387" y="3612458"/>
            <a:ext cx="273874" cy="351204"/>
            <a:chOff x="7592387" y="3787858"/>
            <a:chExt cx="273874" cy="351204"/>
          </a:xfrm>
        </p:grpSpPr>
        <p:sp>
          <p:nvSpPr>
            <p:cNvPr id="11873" name="Google Shape;11873;p87"/>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7"/>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7"/>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7"/>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87"/>
          <p:cNvGrpSpPr/>
          <p:nvPr/>
        </p:nvGrpSpPr>
        <p:grpSpPr>
          <a:xfrm>
            <a:off x="7145794" y="3612458"/>
            <a:ext cx="274254" cy="350444"/>
            <a:chOff x="7145794" y="3787858"/>
            <a:chExt cx="274254" cy="350444"/>
          </a:xfrm>
        </p:grpSpPr>
        <p:sp>
          <p:nvSpPr>
            <p:cNvPr id="11878" name="Google Shape;11878;p87"/>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7"/>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7"/>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7"/>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7"/>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7"/>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87"/>
          <p:cNvGrpSpPr/>
          <p:nvPr/>
        </p:nvGrpSpPr>
        <p:grpSpPr>
          <a:xfrm>
            <a:off x="8054060" y="3611698"/>
            <a:ext cx="266334" cy="353834"/>
            <a:chOff x="8054060" y="3787098"/>
            <a:chExt cx="266334" cy="353834"/>
          </a:xfrm>
        </p:grpSpPr>
        <p:sp>
          <p:nvSpPr>
            <p:cNvPr id="11885" name="Google Shape;11885;p87"/>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7"/>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7"/>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7"/>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9" name="Google Shape;11889;p87"/>
          <p:cNvGrpSpPr/>
          <p:nvPr/>
        </p:nvGrpSpPr>
        <p:grpSpPr>
          <a:xfrm>
            <a:off x="6702211" y="3607199"/>
            <a:ext cx="270104" cy="361754"/>
            <a:chOff x="6702211" y="3782599"/>
            <a:chExt cx="270104" cy="361754"/>
          </a:xfrm>
        </p:grpSpPr>
        <p:sp>
          <p:nvSpPr>
            <p:cNvPr id="11890" name="Google Shape;11890;p87"/>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7"/>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7"/>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7"/>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7"/>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5" name="Google Shape;11895;p87"/>
          <p:cNvGrpSpPr/>
          <p:nvPr/>
        </p:nvGrpSpPr>
        <p:grpSpPr>
          <a:xfrm>
            <a:off x="3516886" y="3263327"/>
            <a:ext cx="391854" cy="269922"/>
            <a:chOff x="3516850" y="3406526"/>
            <a:chExt cx="369674" cy="254644"/>
          </a:xfrm>
        </p:grpSpPr>
        <p:sp>
          <p:nvSpPr>
            <p:cNvPr id="11896" name="Google Shape;11896;p87"/>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7"/>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7"/>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7"/>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87"/>
          <p:cNvGrpSpPr/>
          <p:nvPr/>
        </p:nvGrpSpPr>
        <p:grpSpPr>
          <a:xfrm>
            <a:off x="1310655" y="3185127"/>
            <a:ext cx="306314" cy="347403"/>
            <a:chOff x="1310655" y="3360527"/>
            <a:chExt cx="306314" cy="347403"/>
          </a:xfrm>
        </p:grpSpPr>
        <p:sp>
          <p:nvSpPr>
            <p:cNvPr id="11901" name="Google Shape;11901;p87"/>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7"/>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7"/>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7"/>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7"/>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6" name="Google Shape;11906;p87"/>
          <p:cNvGrpSpPr/>
          <p:nvPr/>
        </p:nvGrpSpPr>
        <p:grpSpPr>
          <a:xfrm>
            <a:off x="3119678" y="3184746"/>
            <a:ext cx="269343" cy="348543"/>
            <a:chOff x="3119678" y="3360146"/>
            <a:chExt cx="269343" cy="348543"/>
          </a:xfrm>
        </p:grpSpPr>
        <p:sp>
          <p:nvSpPr>
            <p:cNvPr id="11907" name="Google Shape;11907;p87"/>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7"/>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7"/>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7"/>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7"/>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7"/>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7"/>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4" name="Google Shape;11914;p87"/>
          <p:cNvGrpSpPr/>
          <p:nvPr/>
        </p:nvGrpSpPr>
        <p:grpSpPr>
          <a:xfrm>
            <a:off x="3967213" y="3181547"/>
            <a:ext cx="368185" cy="354753"/>
            <a:chOff x="3967213" y="3356947"/>
            <a:chExt cx="368185" cy="354753"/>
          </a:xfrm>
        </p:grpSpPr>
        <p:sp>
          <p:nvSpPr>
            <p:cNvPr id="11915" name="Google Shape;11915;p87"/>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7"/>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7"/>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7"/>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7"/>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0" name="Google Shape;11920;p87"/>
          <p:cNvGrpSpPr/>
          <p:nvPr/>
        </p:nvGrpSpPr>
        <p:grpSpPr>
          <a:xfrm>
            <a:off x="871254" y="3184746"/>
            <a:ext cx="285183" cy="347023"/>
            <a:chOff x="871254" y="3360146"/>
            <a:chExt cx="285183" cy="347023"/>
          </a:xfrm>
        </p:grpSpPr>
        <p:sp>
          <p:nvSpPr>
            <p:cNvPr id="11921" name="Google Shape;11921;p87"/>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7"/>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7"/>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7"/>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87"/>
          <p:cNvGrpSpPr/>
          <p:nvPr/>
        </p:nvGrpSpPr>
        <p:grpSpPr>
          <a:xfrm>
            <a:off x="2665165" y="3184746"/>
            <a:ext cx="281794" cy="349684"/>
            <a:chOff x="2665165" y="3360146"/>
            <a:chExt cx="281794" cy="349684"/>
          </a:xfrm>
        </p:grpSpPr>
        <p:sp>
          <p:nvSpPr>
            <p:cNvPr id="11926" name="Google Shape;11926;p87"/>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7"/>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7"/>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7"/>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7"/>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87"/>
          <p:cNvGrpSpPr/>
          <p:nvPr/>
        </p:nvGrpSpPr>
        <p:grpSpPr>
          <a:xfrm>
            <a:off x="7156344" y="3172296"/>
            <a:ext cx="264465" cy="353074"/>
            <a:chOff x="7156344" y="3347696"/>
            <a:chExt cx="264465" cy="353074"/>
          </a:xfrm>
        </p:grpSpPr>
        <p:sp>
          <p:nvSpPr>
            <p:cNvPr id="11932" name="Google Shape;11932;p87"/>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7"/>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7"/>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7"/>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7"/>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87"/>
          <p:cNvGrpSpPr/>
          <p:nvPr/>
        </p:nvGrpSpPr>
        <p:grpSpPr>
          <a:xfrm>
            <a:off x="6703732" y="3171536"/>
            <a:ext cx="264813" cy="352693"/>
            <a:chOff x="6703732" y="3346936"/>
            <a:chExt cx="264813" cy="352693"/>
          </a:xfrm>
        </p:grpSpPr>
        <p:sp>
          <p:nvSpPr>
            <p:cNvPr id="11938" name="Google Shape;11938;p87"/>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7"/>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7"/>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7"/>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7"/>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87"/>
          <p:cNvGrpSpPr/>
          <p:nvPr/>
        </p:nvGrpSpPr>
        <p:grpSpPr>
          <a:xfrm>
            <a:off x="6252228" y="3171536"/>
            <a:ext cx="265193" cy="352693"/>
            <a:chOff x="6252228" y="3346936"/>
            <a:chExt cx="265193" cy="352693"/>
          </a:xfrm>
        </p:grpSpPr>
        <p:sp>
          <p:nvSpPr>
            <p:cNvPr id="11944" name="Google Shape;11944;p87"/>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7"/>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7"/>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87"/>
          <p:cNvGrpSpPr/>
          <p:nvPr/>
        </p:nvGrpSpPr>
        <p:grpSpPr>
          <a:xfrm>
            <a:off x="5801105" y="3172296"/>
            <a:ext cx="264813" cy="351933"/>
            <a:chOff x="5801105" y="3347696"/>
            <a:chExt cx="264813" cy="351933"/>
          </a:xfrm>
        </p:grpSpPr>
        <p:sp>
          <p:nvSpPr>
            <p:cNvPr id="11948" name="Google Shape;11948;p87"/>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7"/>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7"/>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7"/>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87"/>
          <p:cNvGrpSpPr/>
          <p:nvPr/>
        </p:nvGrpSpPr>
        <p:grpSpPr>
          <a:xfrm>
            <a:off x="5349253" y="3171536"/>
            <a:ext cx="265922" cy="352693"/>
            <a:chOff x="5349253" y="3346936"/>
            <a:chExt cx="265922" cy="352693"/>
          </a:xfrm>
        </p:grpSpPr>
        <p:sp>
          <p:nvSpPr>
            <p:cNvPr id="11953" name="Google Shape;11953;p87"/>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7"/>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7"/>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7"/>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7"/>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7"/>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9" name="Google Shape;11959;p87"/>
          <p:cNvGrpSpPr/>
          <p:nvPr/>
        </p:nvGrpSpPr>
        <p:grpSpPr>
          <a:xfrm>
            <a:off x="4907159" y="3171536"/>
            <a:ext cx="264845" cy="354214"/>
            <a:chOff x="4907159" y="3346936"/>
            <a:chExt cx="264845" cy="354214"/>
          </a:xfrm>
        </p:grpSpPr>
        <p:sp>
          <p:nvSpPr>
            <p:cNvPr id="11960" name="Google Shape;11960;p87"/>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7"/>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87"/>
          <p:cNvGrpSpPr/>
          <p:nvPr/>
        </p:nvGrpSpPr>
        <p:grpSpPr>
          <a:xfrm>
            <a:off x="8048421" y="3159086"/>
            <a:ext cx="276503" cy="369674"/>
            <a:chOff x="8048421" y="3334486"/>
            <a:chExt cx="276503" cy="369674"/>
          </a:xfrm>
        </p:grpSpPr>
        <p:sp>
          <p:nvSpPr>
            <p:cNvPr id="11963" name="Google Shape;11963;p87"/>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7"/>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7"/>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7"/>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7"/>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7"/>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87"/>
          <p:cNvGrpSpPr/>
          <p:nvPr/>
        </p:nvGrpSpPr>
        <p:grpSpPr>
          <a:xfrm>
            <a:off x="7575787" y="3154555"/>
            <a:ext cx="295384" cy="376834"/>
            <a:chOff x="7575787" y="3329955"/>
            <a:chExt cx="295384" cy="376834"/>
          </a:xfrm>
        </p:grpSpPr>
        <p:sp>
          <p:nvSpPr>
            <p:cNvPr id="11970" name="Google Shape;11970;p87"/>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7"/>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7"/>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7"/>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7"/>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7"/>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87"/>
          <p:cNvGrpSpPr/>
          <p:nvPr/>
        </p:nvGrpSpPr>
        <p:grpSpPr>
          <a:xfrm>
            <a:off x="864062" y="2709103"/>
            <a:ext cx="264084" cy="347783"/>
            <a:chOff x="864062" y="2884503"/>
            <a:chExt cx="264084" cy="347783"/>
          </a:xfrm>
        </p:grpSpPr>
        <p:sp>
          <p:nvSpPr>
            <p:cNvPr id="11977" name="Google Shape;11977;p87"/>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7"/>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7"/>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7"/>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7"/>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7"/>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7"/>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7"/>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7"/>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7"/>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87"/>
          <p:cNvGrpSpPr/>
          <p:nvPr/>
        </p:nvGrpSpPr>
        <p:grpSpPr>
          <a:xfrm>
            <a:off x="3978523" y="2709261"/>
            <a:ext cx="348955" cy="346516"/>
            <a:chOff x="3978523" y="2884661"/>
            <a:chExt cx="348955" cy="346516"/>
          </a:xfrm>
        </p:grpSpPr>
        <p:sp>
          <p:nvSpPr>
            <p:cNvPr id="11988" name="Google Shape;11988;p87"/>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7"/>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7"/>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7"/>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7"/>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7"/>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7"/>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7"/>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6" name="Google Shape;11996;p87"/>
          <p:cNvGrpSpPr/>
          <p:nvPr/>
        </p:nvGrpSpPr>
        <p:grpSpPr>
          <a:xfrm>
            <a:off x="3556255" y="2709863"/>
            <a:ext cx="347435" cy="345534"/>
            <a:chOff x="3527780" y="2885263"/>
            <a:chExt cx="347435" cy="345534"/>
          </a:xfrm>
        </p:grpSpPr>
        <p:sp>
          <p:nvSpPr>
            <p:cNvPr id="11997" name="Google Shape;11997;p87"/>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7"/>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7"/>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7"/>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7"/>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7"/>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7"/>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7"/>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7"/>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7"/>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7"/>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7"/>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7"/>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7"/>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7"/>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7"/>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7"/>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7"/>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7"/>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7"/>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7"/>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7"/>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7"/>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87"/>
          <p:cNvGrpSpPr/>
          <p:nvPr/>
        </p:nvGrpSpPr>
        <p:grpSpPr>
          <a:xfrm>
            <a:off x="2239671" y="2709103"/>
            <a:ext cx="218053" cy="348543"/>
            <a:chOff x="2239671" y="2884503"/>
            <a:chExt cx="218053" cy="348543"/>
          </a:xfrm>
        </p:grpSpPr>
        <p:sp>
          <p:nvSpPr>
            <p:cNvPr id="12021" name="Google Shape;12021;p87"/>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7"/>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7"/>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7"/>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7"/>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87"/>
          <p:cNvGrpSpPr/>
          <p:nvPr/>
        </p:nvGrpSpPr>
        <p:grpSpPr>
          <a:xfrm>
            <a:off x="2691555" y="2709103"/>
            <a:ext cx="215044" cy="348924"/>
            <a:chOff x="2691555" y="2884503"/>
            <a:chExt cx="215044" cy="348924"/>
          </a:xfrm>
        </p:grpSpPr>
        <p:sp>
          <p:nvSpPr>
            <p:cNvPr id="12027" name="Google Shape;12027;p87"/>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7"/>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7"/>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0" name="Google Shape;12030;p87"/>
          <p:cNvGrpSpPr/>
          <p:nvPr/>
        </p:nvGrpSpPr>
        <p:grpSpPr>
          <a:xfrm>
            <a:off x="1770459" y="2709103"/>
            <a:ext cx="254644" cy="348828"/>
            <a:chOff x="1770459" y="2884503"/>
            <a:chExt cx="254644" cy="348828"/>
          </a:xfrm>
        </p:grpSpPr>
        <p:sp>
          <p:nvSpPr>
            <p:cNvPr id="12031" name="Google Shape;12031;p87"/>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7"/>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7"/>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7"/>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7"/>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7"/>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7"/>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7"/>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87"/>
          <p:cNvGrpSpPr/>
          <p:nvPr/>
        </p:nvGrpSpPr>
        <p:grpSpPr>
          <a:xfrm>
            <a:off x="1317466" y="2709483"/>
            <a:ext cx="258382" cy="348543"/>
            <a:chOff x="1317466" y="2884883"/>
            <a:chExt cx="258382" cy="348543"/>
          </a:xfrm>
        </p:grpSpPr>
        <p:sp>
          <p:nvSpPr>
            <p:cNvPr id="12040" name="Google Shape;12040;p87"/>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7"/>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7"/>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7"/>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7"/>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7"/>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7"/>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7"/>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87"/>
          <p:cNvGrpSpPr/>
          <p:nvPr/>
        </p:nvGrpSpPr>
        <p:grpSpPr>
          <a:xfrm>
            <a:off x="3121167" y="2709483"/>
            <a:ext cx="258414" cy="348543"/>
            <a:chOff x="3121167" y="2884883"/>
            <a:chExt cx="258414" cy="348543"/>
          </a:xfrm>
        </p:grpSpPr>
        <p:sp>
          <p:nvSpPr>
            <p:cNvPr id="12049" name="Google Shape;12049;p87"/>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7"/>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7"/>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7"/>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7"/>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7"/>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7"/>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7"/>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87"/>
          <p:cNvGrpSpPr/>
          <p:nvPr/>
        </p:nvGrpSpPr>
        <p:grpSpPr>
          <a:xfrm>
            <a:off x="4899999" y="2706695"/>
            <a:ext cx="271244" cy="346801"/>
            <a:chOff x="4899999" y="2882095"/>
            <a:chExt cx="271244" cy="346801"/>
          </a:xfrm>
        </p:grpSpPr>
        <p:sp>
          <p:nvSpPr>
            <p:cNvPr id="12058" name="Google Shape;12058;p87"/>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7"/>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7"/>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7"/>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7"/>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7"/>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7"/>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7"/>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7"/>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7"/>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8" name="Google Shape;12068;p87"/>
          <p:cNvGrpSpPr/>
          <p:nvPr/>
        </p:nvGrpSpPr>
        <p:grpSpPr>
          <a:xfrm>
            <a:off x="7162775" y="2705713"/>
            <a:ext cx="259523" cy="346294"/>
            <a:chOff x="7162775" y="2881113"/>
            <a:chExt cx="259523" cy="346294"/>
          </a:xfrm>
        </p:grpSpPr>
        <p:sp>
          <p:nvSpPr>
            <p:cNvPr id="12069" name="Google Shape;12069;p87"/>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7"/>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7"/>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7"/>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7"/>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7"/>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5" name="Google Shape;12075;p87"/>
          <p:cNvGrpSpPr/>
          <p:nvPr/>
        </p:nvGrpSpPr>
        <p:grpSpPr>
          <a:xfrm>
            <a:off x="6709751" y="2706442"/>
            <a:ext cx="261075" cy="347815"/>
            <a:chOff x="6709751" y="2881842"/>
            <a:chExt cx="261075" cy="347815"/>
          </a:xfrm>
        </p:grpSpPr>
        <p:sp>
          <p:nvSpPr>
            <p:cNvPr id="12076" name="Google Shape;12076;p87"/>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7"/>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7"/>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7"/>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7"/>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7"/>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87"/>
          <p:cNvGrpSpPr/>
          <p:nvPr/>
        </p:nvGrpSpPr>
        <p:grpSpPr>
          <a:xfrm>
            <a:off x="5807156" y="2705713"/>
            <a:ext cx="261043" cy="348163"/>
            <a:chOff x="5807156" y="2881113"/>
            <a:chExt cx="261043" cy="348163"/>
          </a:xfrm>
        </p:grpSpPr>
        <p:sp>
          <p:nvSpPr>
            <p:cNvPr id="12083" name="Google Shape;12083;p87"/>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7"/>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7"/>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7"/>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7"/>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87"/>
          <p:cNvGrpSpPr/>
          <p:nvPr/>
        </p:nvGrpSpPr>
        <p:grpSpPr>
          <a:xfrm>
            <a:off x="5355653" y="2706093"/>
            <a:ext cx="262184" cy="346643"/>
            <a:chOff x="5355653" y="2881493"/>
            <a:chExt cx="262184" cy="346643"/>
          </a:xfrm>
        </p:grpSpPr>
        <p:sp>
          <p:nvSpPr>
            <p:cNvPr id="12089" name="Google Shape;12089;p87"/>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7"/>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7"/>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7"/>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7"/>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4" name="Google Shape;12094;p87"/>
          <p:cNvGrpSpPr/>
          <p:nvPr/>
        </p:nvGrpSpPr>
        <p:grpSpPr>
          <a:xfrm>
            <a:off x="8055961" y="2706442"/>
            <a:ext cx="260283" cy="345914"/>
            <a:chOff x="8055961" y="2881842"/>
            <a:chExt cx="260283" cy="345914"/>
          </a:xfrm>
        </p:grpSpPr>
        <p:sp>
          <p:nvSpPr>
            <p:cNvPr id="12095" name="Google Shape;12095;p87"/>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7"/>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7"/>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7"/>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9" name="Google Shape;12099;p87"/>
          <p:cNvGrpSpPr/>
          <p:nvPr/>
        </p:nvGrpSpPr>
        <p:grpSpPr>
          <a:xfrm>
            <a:off x="7609368" y="2718512"/>
            <a:ext cx="264813" cy="353105"/>
            <a:chOff x="7609368" y="2893912"/>
            <a:chExt cx="264813" cy="353105"/>
          </a:xfrm>
        </p:grpSpPr>
        <p:sp>
          <p:nvSpPr>
            <p:cNvPr id="12100" name="Google Shape;12100;p87"/>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7"/>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7"/>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7"/>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7"/>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7"/>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87"/>
          <p:cNvGrpSpPr/>
          <p:nvPr/>
        </p:nvGrpSpPr>
        <p:grpSpPr>
          <a:xfrm>
            <a:off x="6248458" y="2694372"/>
            <a:ext cx="270864" cy="360645"/>
            <a:chOff x="6248458" y="2869772"/>
            <a:chExt cx="270864" cy="360645"/>
          </a:xfrm>
        </p:grpSpPr>
        <p:sp>
          <p:nvSpPr>
            <p:cNvPr id="12107" name="Google Shape;12107;p87"/>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7"/>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7"/>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7"/>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7"/>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87"/>
          <p:cNvGrpSpPr/>
          <p:nvPr/>
        </p:nvGrpSpPr>
        <p:grpSpPr>
          <a:xfrm>
            <a:off x="3075928" y="2270398"/>
            <a:ext cx="363243" cy="300675"/>
            <a:chOff x="3075928" y="2445798"/>
            <a:chExt cx="363243" cy="300675"/>
          </a:xfrm>
        </p:grpSpPr>
        <p:sp>
          <p:nvSpPr>
            <p:cNvPr id="12113" name="Google Shape;12113;p87"/>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7"/>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7"/>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7"/>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7"/>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7"/>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7"/>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7"/>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7"/>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7"/>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7"/>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87"/>
          <p:cNvGrpSpPr/>
          <p:nvPr/>
        </p:nvGrpSpPr>
        <p:grpSpPr>
          <a:xfrm>
            <a:off x="2633105" y="2256459"/>
            <a:ext cx="363243" cy="328585"/>
            <a:chOff x="2633105" y="2431859"/>
            <a:chExt cx="363243" cy="328585"/>
          </a:xfrm>
        </p:grpSpPr>
        <p:sp>
          <p:nvSpPr>
            <p:cNvPr id="12125" name="Google Shape;12125;p87"/>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7"/>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7"/>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7"/>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7"/>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7"/>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7"/>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7"/>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87"/>
          <p:cNvGrpSpPr/>
          <p:nvPr/>
        </p:nvGrpSpPr>
        <p:grpSpPr>
          <a:xfrm>
            <a:off x="2189142" y="2245910"/>
            <a:ext cx="365904" cy="350064"/>
            <a:chOff x="2189142" y="2421310"/>
            <a:chExt cx="365904" cy="350064"/>
          </a:xfrm>
        </p:grpSpPr>
        <p:sp>
          <p:nvSpPr>
            <p:cNvPr id="12134" name="Google Shape;12134;p87"/>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7"/>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7"/>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7"/>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7"/>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7"/>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7"/>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7"/>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7"/>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3" name="Google Shape;12143;p87"/>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4" name="Google Shape;12144;p87"/>
          <p:cNvGrpSpPr/>
          <p:nvPr/>
        </p:nvGrpSpPr>
        <p:grpSpPr>
          <a:xfrm>
            <a:off x="3961923" y="2310917"/>
            <a:ext cx="364415" cy="220936"/>
            <a:chOff x="3961923" y="2486317"/>
            <a:chExt cx="364415" cy="220936"/>
          </a:xfrm>
        </p:grpSpPr>
        <p:sp>
          <p:nvSpPr>
            <p:cNvPr id="12145" name="Google Shape;12145;p87"/>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7"/>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7"/>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7"/>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9" name="Google Shape;12149;p87"/>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0" name="Google Shape;12150;p87"/>
          <p:cNvGrpSpPr/>
          <p:nvPr/>
        </p:nvGrpSpPr>
        <p:grpSpPr>
          <a:xfrm>
            <a:off x="1303876" y="2243977"/>
            <a:ext cx="363275" cy="354626"/>
            <a:chOff x="1303876" y="2419377"/>
            <a:chExt cx="363275" cy="354626"/>
          </a:xfrm>
        </p:grpSpPr>
        <p:sp>
          <p:nvSpPr>
            <p:cNvPr id="12151" name="Google Shape;12151;p87"/>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7"/>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7"/>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7"/>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7"/>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7"/>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7"/>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7"/>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87"/>
          <p:cNvGrpSpPr/>
          <p:nvPr/>
        </p:nvGrpSpPr>
        <p:grpSpPr>
          <a:xfrm>
            <a:off x="861053" y="2239510"/>
            <a:ext cx="362134" cy="363623"/>
            <a:chOff x="861053" y="2414910"/>
            <a:chExt cx="362134" cy="363623"/>
          </a:xfrm>
        </p:grpSpPr>
        <p:sp>
          <p:nvSpPr>
            <p:cNvPr id="12160" name="Google Shape;12160;p87"/>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7"/>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7"/>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7"/>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7"/>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87"/>
          <p:cNvGrpSpPr/>
          <p:nvPr/>
        </p:nvGrpSpPr>
        <p:grpSpPr>
          <a:xfrm>
            <a:off x="7594288" y="2239859"/>
            <a:ext cx="279513" cy="355735"/>
            <a:chOff x="7594288" y="2415259"/>
            <a:chExt cx="279513" cy="355735"/>
          </a:xfrm>
        </p:grpSpPr>
        <p:sp>
          <p:nvSpPr>
            <p:cNvPr id="12166" name="Google Shape;12166;p87"/>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7"/>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7"/>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7"/>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7"/>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7"/>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87"/>
          <p:cNvGrpSpPr/>
          <p:nvPr/>
        </p:nvGrpSpPr>
        <p:grpSpPr>
          <a:xfrm>
            <a:off x="7145794" y="2240239"/>
            <a:ext cx="278784" cy="355735"/>
            <a:chOff x="7145794" y="2415639"/>
            <a:chExt cx="278784" cy="355735"/>
          </a:xfrm>
        </p:grpSpPr>
        <p:sp>
          <p:nvSpPr>
            <p:cNvPr id="12173" name="Google Shape;12173;p87"/>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7"/>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7"/>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7"/>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7"/>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7"/>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7"/>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7"/>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7"/>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7"/>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87"/>
          <p:cNvGrpSpPr/>
          <p:nvPr/>
        </p:nvGrpSpPr>
        <p:grpSpPr>
          <a:xfrm>
            <a:off x="6698441" y="2239130"/>
            <a:ext cx="277644" cy="357984"/>
            <a:chOff x="6698441" y="2414530"/>
            <a:chExt cx="277644" cy="357984"/>
          </a:xfrm>
        </p:grpSpPr>
        <p:sp>
          <p:nvSpPr>
            <p:cNvPr id="12184" name="Google Shape;12184;p87"/>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7"/>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7"/>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7"/>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7"/>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7"/>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87"/>
          <p:cNvGrpSpPr/>
          <p:nvPr/>
        </p:nvGrpSpPr>
        <p:grpSpPr>
          <a:xfrm>
            <a:off x="4897750" y="2240239"/>
            <a:ext cx="279513" cy="357255"/>
            <a:chOff x="4897750" y="2415639"/>
            <a:chExt cx="279513" cy="357255"/>
          </a:xfrm>
        </p:grpSpPr>
        <p:sp>
          <p:nvSpPr>
            <p:cNvPr id="12191" name="Google Shape;12191;p87"/>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7"/>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7"/>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7"/>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7"/>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7"/>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7"/>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7"/>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9" name="Google Shape;12199;p87"/>
          <p:cNvGrpSpPr/>
          <p:nvPr/>
        </p:nvGrpSpPr>
        <p:grpSpPr>
          <a:xfrm>
            <a:off x="5812066" y="2240619"/>
            <a:ext cx="264813" cy="353454"/>
            <a:chOff x="5812066" y="2416019"/>
            <a:chExt cx="264813" cy="353454"/>
          </a:xfrm>
        </p:grpSpPr>
        <p:sp>
          <p:nvSpPr>
            <p:cNvPr id="12200" name="Google Shape;12200;p87"/>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7"/>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7"/>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7"/>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7"/>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7"/>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7"/>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87"/>
          <p:cNvGrpSpPr/>
          <p:nvPr/>
        </p:nvGrpSpPr>
        <p:grpSpPr>
          <a:xfrm>
            <a:off x="8054820" y="2240999"/>
            <a:ext cx="264433" cy="353454"/>
            <a:chOff x="8054820" y="2416399"/>
            <a:chExt cx="264433" cy="353454"/>
          </a:xfrm>
        </p:grpSpPr>
        <p:sp>
          <p:nvSpPr>
            <p:cNvPr id="12208" name="Google Shape;12208;p87"/>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7"/>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7"/>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7"/>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7"/>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7"/>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87"/>
          <p:cNvGrpSpPr/>
          <p:nvPr/>
        </p:nvGrpSpPr>
        <p:grpSpPr>
          <a:xfrm>
            <a:off x="5356413" y="2237990"/>
            <a:ext cx="271212" cy="361374"/>
            <a:chOff x="5356413" y="2413390"/>
            <a:chExt cx="271212" cy="361374"/>
          </a:xfrm>
        </p:grpSpPr>
        <p:sp>
          <p:nvSpPr>
            <p:cNvPr id="12215" name="Google Shape;12215;p87"/>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7"/>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7"/>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7"/>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7"/>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0" name="Google Shape;12220;p87"/>
          <p:cNvGrpSpPr/>
          <p:nvPr/>
        </p:nvGrpSpPr>
        <p:grpSpPr>
          <a:xfrm>
            <a:off x="6255238" y="2236849"/>
            <a:ext cx="271244" cy="360994"/>
            <a:chOff x="6255238" y="2412249"/>
            <a:chExt cx="271244" cy="360994"/>
          </a:xfrm>
        </p:grpSpPr>
        <p:sp>
          <p:nvSpPr>
            <p:cNvPr id="12221" name="Google Shape;12221;p87"/>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7"/>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7"/>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7"/>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7"/>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7"/>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7" name="Google Shape;12227;p87"/>
          <p:cNvGrpSpPr/>
          <p:nvPr/>
        </p:nvGrpSpPr>
        <p:grpSpPr>
          <a:xfrm>
            <a:off x="2185372" y="1782399"/>
            <a:ext cx="366664" cy="366981"/>
            <a:chOff x="2185372" y="1957799"/>
            <a:chExt cx="366664" cy="366981"/>
          </a:xfrm>
        </p:grpSpPr>
        <p:sp>
          <p:nvSpPr>
            <p:cNvPr id="12228" name="Google Shape;12228;p87"/>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7"/>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7"/>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7"/>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7"/>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7"/>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7"/>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7"/>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87"/>
          <p:cNvGrpSpPr/>
          <p:nvPr/>
        </p:nvGrpSpPr>
        <p:grpSpPr>
          <a:xfrm>
            <a:off x="1737258" y="1812971"/>
            <a:ext cx="370814" cy="307359"/>
            <a:chOff x="1737258" y="1988371"/>
            <a:chExt cx="370814" cy="307359"/>
          </a:xfrm>
        </p:grpSpPr>
        <p:sp>
          <p:nvSpPr>
            <p:cNvPr id="12237" name="Google Shape;12237;p87"/>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7"/>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7"/>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7"/>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87"/>
          <p:cNvGrpSpPr/>
          <p:nvPr/>
        </p:nvGrpSpPr>
        <p:grpSpPr>
          <a:xfrm>
            <a:off x="848983" y="1814111"/>
            <a:ext cx="369294" cy="304350"/>
            <a:chOff x="848983" y="1989511"/>
            <a:chExt cx="369294" cy="304350"/>
          </a:xfrm>
        </p:grpSpPr>
        <p:sp>
          <p:nvSpPr>
            <p:cNvPr id="12242" name="Google Shape;12242;p87"/>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7"/>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7"/>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7"/>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7"/>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7" name="Google Shape;12247;p87"/>
          <p:cNvGrpSpPr/>
          <p:nvPr/>
        </p:nvGrpSpPr>
        <p:grpSpPr>
          <a:xfrm>
            <a:off x="3074027" y="1808377"/>
            <a:ext cx="380604" cy="313854"/>
            <a:chOff x="3074027" y="1983777"/>
            <a:chExt cx="380604" cy="313854"/>
          </a:xfrm>
        </p:grpSpPr>
        <p:sp>
          <p:nvSpPr>
            <p:cNvPr id="12248" name="Google Shape;12248;p87"/>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7"/>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7"/>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7"/>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7"/>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87"/>
          <p:cNvGrpSpPr/>
          <p:nvPr/>
        </p:nvGrpSpPr>
        <p:grpSpPr>
          <a:xfrm>
            <a:off x="3522521" y="1800457"/>
            <a:ext cx="367013" cy="331278"/>
            <a:chOff x="3522521" y="1975857"/>
            <a:chExt cx="367013" cy="331278"/>
          </a:xfrm>
        </p:grpSpPr>
        <p:sp>
          <p:nvSpPr>
            <p:cNvPr id="12254" name="Google Shape;12254;p87"/>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7"/>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7"/>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7"/>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7"/>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7"/>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7"/>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1" name="Google Shape;12261;p87"/>
          <p:cNvGrpSpPr/>
          <p:nvPr/>
        </p:nvGrpSpPr>
        <p:grpSpPr>
          <a:xfrm>
            <a:off x="2630824" y="1801566"/>
            <a:ext cx="368185" cy="330454"/>
            <a:chOff x="2630824" y="1976966"/>
            <a:chExt cx="368185" cy="330454"/>
          </a:xfrm>
        </p:grpSpPr>
        <p:sp>
          <p:nvSpPr>
            <p:cNvPr id="12262" name="Google Shape;12262;p87"/>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7"/>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7"/>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7"/>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7"/>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7"/>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7"/>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7"/>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0" name="Google Shape;12270;p87"/>
          <p:cNvGrpSpPr/>
          <p:nvPr/>
        </p:nvGrpSpPr>
        <p:grpSpPr>
          <a:xfrm>
            <a:off x="1293706" y="1791016"/>
            <a:ext cx="369294" cy="350444"/>
            <a:chOff x="1293706" y="1966416"/>
            <a:chExt cx="369294" cy="350444"/>
          </a:xfrm>
        </p:grpSpPr>
        <p:sp>
          <p:nvSpPr>
            <p:cNvPr id="12271" name="Google Shape;12271;p87"/>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7"/>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7"/>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7"/>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7"/>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7"/>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7"/>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7"/>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87"/>
          <p:cNvGrpSpPr/>
          <p:nvPr/>
        </p:nvGrpSpPr>
        <p:grpSpPr>
          <a:xfrm>
            <a:off x="3967213" y="1800077"/>
            <a:ext cx="368185" cy="331816"/>
            <a:chOff x="3967213" y="1975477"/>
            <a:chExt cx="368185" cy="331816"/>
          </a:xfrm>
        </p:grpSpPr>
        <p:sp>
          <p:nvSpPr>
            <p:cNvPr id="12280" name="Google Shape;12280;p87"/>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7"/>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7"/>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87"/>
          <p:cNvGrpSpPr/>
          <p:nvPr/>
        </p:nvGrpSpPr>
        <p:grpSpPr>
          <a:xfrm>
            <a:off x="8047661" y="1793646"/>
            <a:ext cx="279132" cy="356875"/>
            <a:chOff x="8047661" y="1969046"/>
            <a:chExt cx="279132" cy="356875"/>
          </a:xfrm>
        </p:grpSpPr>
        <p:sp>
          <p:nvSpPr>
            <p:cNvPr id="12284" name="Google Shape;12284;p87"/>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7"/>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7"/>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7"/>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87"/>
          <p:cNvGrpSpPr/>
          <p:nvPr/>
        </p:nvGrpSpPr>
        <p:grpSpPr>
          <a:xfrm>
            <a:off x="7596157" y="1792759"/>
            <a:ext cx="279544" cy="358142"/>
            <a:chOff x="7596157" y="1968159"/>
            <a:chExt cx="279544" cy="358142"/>
          </a:xfrm>
        </p:grpSpPr>
        <p:sp>
          <p:nvSpPr>
            <p:cNvPr id="12289" name="Google Shape;12289;p87"/>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7"/>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7"/>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7"/>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7"/>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7"/>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5" name="Google Shape;12295;p87"/>
          <p:cNvGrpSpPr/>
          <p:nvPr/>
        </p:nvGrpSpPr>
        <p:grpSpPr>
          <a:xfrm>
            <a:off x="7147315" y="1793646"/>
            <a:ext cx="279513" cy="357636"/>
            <a:chOff x="7147315" y="1969046"/>
            <a:chExt cx="279513" cy="357636"/>
          </a:xfrm>
        </p:grpSpPr>
        <p:sp>
          <p:nvSpPr>
            <p:cNvPr id="12296" name="Google Shape;12296;p87"/>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7"/>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7"/>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7"/>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7"/>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7"/>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7"/>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87"/>
          <p:cNvGrpSpPr/>
          <p:nvPr/>
        </p:nvGrpSpPr>
        <p:grpSpPr>
          <a:xfrm>
            <a:off x="6697681" y="1792917"/>
            <a:ext cx="280305" cy="359093"/>
            <a:chOff x="6697681" y="1968317"/>
            <a:chExt cx="280305" cy="359093"/>
          </a:xfrm>
        </p:grpSpPr>
        <p:sp>
          <p:nvSpPr>
            <p:cNvPr id="12304" name="Google Shape;12304;p87"/>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7"/>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7"/>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7"/>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7"/>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7"/>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7"/>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87"/>
          <p:cNvGrpSpPr/>
          <p:nvPr/>
        </p:nvGrpSpPr>
        <p:grpSpPr>
          <a:xfrm>
            <a:off x="6248839" y="1792537"/>
            <a:ext cx="280273" cy="358744"/>
            <a:chOff x="6248839" y="1967937"/>
            <a:chExt cx="280273" cy="358744"/>
          </a:xfrm>
        </p:grpSpPr>
        <p:sp>
          <p:nvSpPr>
            <p:cNvPr id="12312" name="Google Shape;12312;p87"/>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7"/>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7"/>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7"/>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7"/>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7"/>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8" name="Google Shape;12318;p87"/>
          <p:cNvGrpSpPr/>
          <p:nvPr/>
        </p:nvGrpSpPr>
        <p:grpSpPr>
          <a:xfrm>
            <a:off x="5801485" y="1793646"/>
            <a:ext cx="279164" cy="357794"/>
            <a:chOff x="5801485" y="1969046"/>
            <a:chExt cx="279164" cy="357794"/>
          </a:xfrm>
        </p:grpSpPr>
        <p:sp>
          <p:nvSpPr>
            <p:cNvPr id="12319" name="Google Shape;12319;p87"/>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7"/>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7"/>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7"/>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7"/>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7"/>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7"/>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7"/>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7"/>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7"/>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7"/>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7"/>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7"/>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87"/>
          <p:cNvGrpSpPr/>
          <p:nvPr/>
        </p:nvGrpSpPr>
        <p:grpSpPr>
          <a:xfrm>
            <a:off x="5352643" y="1793646"/>
            <a:ext cx="278404" cy="358364"/>
            <a:chOff x="5352643" y="1969046"/>
            <a:chExt cx="278404" cy="358364"/>
          </a:xfrm>
        </p:grpSpPr>
        <p:sp>
          <p:nvSpPr>
            <p:cNvPr id="12333" name="Google Shape;12333;p87"/>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7"/>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7"/>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7"/>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7" name="Google Shape;12337;p87"/>
          <p:cNvGrpSpPr/>
          <p:nvPr/>
        </p:nvGrpSpPr>
        <p:grpSpPr>
          <a:xfrm>
            <a:off x="4897750" y="1792917"/>
            <a:ext cx="279132" cy="358364"/>
            <a:chOff x="4897750" y="1968317"/>
            <a:chExt cx="279132" cy="358364"/>
          </a:xfrm>
        </p:grpSpPr>
        <p:sp>
          <p:nvSpPr>
            <p:cNvPr id="12338" name="Google Shape;12338;p87"/>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7"/>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7"/>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7"/>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7"/>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7"/>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7"/>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7"/>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7"/>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7"/>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7"/>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7"/>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7"/>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1" name="Google Shape;12351;p87"/>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2" name="Google Shape;12352;p87"/>
          <p:cNvGrpSpPr/>
          <p:nvPr/>
        </p:nvGrpSpPr>
        <p:grpSpPr>
          <a:xfrm>
            <a:off x="1767449" y="1337644"/>
            <a:ext cx="324403" cy="347783"/>
            <a:chOff x="1767449" y="1513044"/>
            <a:chExt cx="324403" cy="347783"/>
          </a:xfrm>
        </p:grpSpPr>
        <p:sp>
          <p:nvSpPr>
            <p:cNvPr id="12353" name="Google Shape;12353;p87"/>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7"/>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7"/>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7"/>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7"/>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7"/>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7"/>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7"/>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7"/>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2" name="Google Shape;12362;p87"/>
          <p:cNvGrpSpPr/>
          <p:nvPr/>
        </p:nvGrpSpPr>
        <p:grpSpPr>
          <a:xfrm>
            <a:off x="4007193" y="1337327"/>
            <a:ext cx="320633" cy="348100"/>
            <a:chOff x="4007193" y="1512727"/>
            <a:chExt cx="320633" cy="348100"/>
          </a:xfrm>
        </p:grpSpPr>
        <p:sp>
          <p:nvSpPr>
            <p:cNvPr id="12363" name="Google Shape;12363;p87"/>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7"/>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7"/>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7"/>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7"/>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87"/>
          <p:cNvGrpSpPr/>
          <p:nvPr/>
        </p:nvGrpSpPr>
        <p:grpSpPr>
          <a:xfrm>
            <a:off x="3530425" y="1333347"/>
            <a:ext cx="368175" cy="344594"/>
            <a:chOff x="3530425" y="1508747"/>
            <a:chExt cx="368175" cy="344594"/>
          </a:xfrm>
        </p:grpSpPr>
        <p:sp>
          <p:nvSpPr>
            <p:cNvPr id="12369" name="Google Shape;12369;p87"/>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7"/>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7"/>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7"/>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3" name="Google Shape;12373;p87"/>
          <p:cNvGrpSpPr/>
          <p:nvPr/>
        </p:nvGrpSpPr>
        <p:grpSpPr>
          <a:xfrm>
            <a:off x="3127598" y="1337834"/>
            <a:ext cx="289714" cy="347593"/>
            <a:chOff x="3127598" y="1513234"/>
            <a:chExt cx="289714" cy="347593"/>
          </a:xfrm>
        </p:grpSpPr>
        <p:sp>
          <p:nvSpPr>
            <p:cNvPr id="12374" name="Google Shape;12374;p87"/>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7"/>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7"/>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7"/>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7"/>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9" name="Google Shape;12379;p87"/>
          <p:cNvGrpSpPr/>
          <p:nvPr/>
        </p:nvGrpSpPr>
        <p:grpSpPr>
          <a:xfrm>
            <a:off x="2662884" y="1337644"/>
            <a:ext cx="322914" cy="348543"/>
            <a:chOff x="2662884" y="1513044"/>
            <a:chExt cx="322914" cy="348543"/>
          </a:xfrm>
        </p:grpSpPr>
        <p:sp>
          <p:nvSpPr>
            <p:cNvPr id="12380" name="Google Shape;12380;p87"/>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7"/>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7"/>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7"/>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7"/>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7"/>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7"/>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7"/>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7"/>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7"/>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0" name="Google Shape;12390;p87"/>
          <p:cNvGrpSpPr/>
          <p:nvPr/>
        </p:nvGrpSpPr>
        <p:grpSpPr>
          <a:xfrm>
            <a:off x="2232511" y="1337359"/>
            <a:ext cx="299534" cy="348068"/>
            <a:chOff x="2232511" y="1512759"/>
            <a:chExt cx="299534" cy="348068"/>
          </a:xfrm>
        </p:grpSpPr>
        <p:sp>
          <p:nvSpPr>
            <p:cNvPr id="12391" name="Google Shape;12391;p87"/>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7"/>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7"/>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7"/>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7"/>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7"/>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7"/>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7"/>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7"/>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7"/>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7"/>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87"/>
          <p:cNvGrpSpPr/>
          <p:nvPr/>
        </p:nvGrpSpPr>
        <p:grpSpPr>
          <a:xfrm>
            <a:off x="1331406" y="1337961"/>
            <a:ext cx="301784" cy="348607"/>
            <a:chOff x="1331406" y="1513361"/>
            <a:chExt cx="301784" cy="348607"/>
          </a:xfrm>
        </p:grpSpPr>
        <p:sp>
          <p:nvSpPr>
            <p:cNvPr id="12403" name="Google Shape;12403;p87"/>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7"/>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7"/>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7"/>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87"/>
          <p:cNvGrpSpPr/>
          <p:nvPr/>
        </p:nvGrpSpPr>
        <p:grpSpPr>
          <a:xfrm>
            <a:off x="7144274" y="1324814"/>
            <a:ext cx="282174" cy="355735"/>
            <a:chOff x="7144274" y="1500214"/>
            <a:chExt cx="282174" cy="355735"/>
          </a:xfrm>
        </p:grpSpPr>
        <p:sp>
          <p:nvSpPr>
            <p:cNvPr id="12408" name="Google Shape;12408;p87"/>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7"/>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7"/>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7"/>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7"/>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7"/>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87"/>
          <p:cNvGrpSpPr/>
          <p:nvPr/>
        </p:nvGrpSpPr>
        <p:grpSpPr>
          <a:xfrm>
            <a:off x="6685262" y="1324814"/>
            <a:ext cx="289682" cy="354594"/>
            <a:chOff x="6685262" y="1500214"/>
            <a:chExt cx="289682" cy="354594"/>
          </a:xfrm>
        </p:grpSpPr>
        <p:sp>
          <p:nvSpPr>
            <p:cNvPr id="12415" name="Google Shape;12415;p87"/>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7"/>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7"/>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7"/>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87"/>
          <p:cNvGrpSpPr/>
          <p:nvPr/>
        </p:nvGrpSpPr>
        <p:grpSpPr>
          <a:xfrm>
            <a:off x="6200938" y="1325194"/>
            <a:ext cx="322154" cy="355355"/>
            <a:chOff x="6200938" y="1500594"/>
            <a:chExt cx="322154" cy="355355"/>
          </a:xfrm>
        </p:grpSpPr>
        <p:sp>
          <p:nvSpPr>
            <p:cNvPr id="12420" name="Google Shape;12420;p87"/>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7"/>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7"/>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7"/>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7"/>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87"/>
          <p:cNvGrpSpPr/>
          <p:nvPr/>
        </p:nvGrpSpPr>
        <p:grpSpPr>
          <a:xfrm>
            <a:off x="5289631" y="1324814"/>
            <a:ext cx="332355" cy="354974"/>
            <a:chOff x="5289631" y="1500214"/>
            <a:chExt cx="332355" cy="354974"/>
          </a:xfrm>
        </p:grpSpPr>
        <p:sp>
          <p:nvSpPr>
            <p:cNvPr id="12426" name="Google Shape;12426;p87"/>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7"/>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7"/>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7"/>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7"/>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7"/>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87"/>
          <p:cNvGrpSpPr/>
          <p:nvPr/>
        </p:nvGrpSpPr>
        <p:grpSpPr>
          <a:xfrm>
            <a:off x="5748295" y="1324433"/>
            <a:ext cx="323294" cy="356115"/>
            <a:chOff x="5748295" y="1499833"/>
            <a:chExt cx="323294" cy="356115"/>
          </a:xfrm>
        </p:grpSpPr>
        <p:sp>
          <p:nvSpPr>
            <p:cNvPr id="12433" name="Google Shape;12433;p87"/>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7"/>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7"/>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7"/>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7"/>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7"/>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7"/>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0" name="Google Shape;12440;p87"/>
          <p:cNvGrpSpPr/>
          <p:nvPr/>
        </p:nvGrpSpPr>
        <p:grpSpPr>
          <a:xfrm>
            <a:off x="8047661" y="1325637"/>
            <a:ext cx="278404" cy="355260"/>
            <a:chOff x="8047661" y="1501037"/>
            <a:chExt cx="278404" cy="355260"/>
          </a:xfrm>
        </p:grpSpPr>
        <p:sp>
          <p:nvSpPr>
            <p:cNvPr id="12441" name="Google Shape;12441;p87"/>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7"/>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7"/>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7"/>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5" name="Google Shape;12445;p87"/>
          <p:cNvGrpSpPr/>
          <p:nvPr/>
        </p:nvGrpSpPr>
        <p:grpSpPr>
          <a:xfrm>
            <a:off x="4903389" y="1324814"/>
            <a:ext cx="267854" cy="355735"/>
            <a:chOff x="4903389" y="1500214"/>
            <a:chExt cx="267854" cy="355735"/>
          </a:xfrm>
        </p:grpSpPr>
        <p:sp>
          <p:nvSpPr>
            <p:cNvPr id="12446" name="Google Shape;12446;p87"/>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7"/>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7"/>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7"/>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7"/>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87"/>
          <p:cNvGrpSpPr/>
          <p:nvPr/>
        </p:nvGrpSpPr>
        <p:grpSpPr>
          <a:xfrm>
            <a:off x="7613518" y="1325954"/>
            <a:ext cx="264433" cy="353074"/>
            <a:chOff x="7613518" y="1501354"/>
            <a:chExt cx="264433" cy="353074"/>
          </a:xfrm>
        </p:grpSpPr>
        <p:sp>
          <p:nvSpPr>
            <p:cNvPr id="12452" name="Google Shape;12452;p87"/>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7"/>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7"/>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7"/>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7"/>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7"/>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8" name="Google Shape;12458;p87"/>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2459" name="Google Shape;12459;p87"/>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63" name="Shape 12463"/>
        <p:cNvGrpSpPr/>
        <p:nvPr/>
      </p:nvGrpSpPr>
      <p:grpSpPr>
        <a:xfrm>
          <a:off x="0" y="0"/>
          <a:ext cx="0" cy="0"/>
          <a:chOff x="0" y="0"/>
          <a:chExt cx="0" cy="0"/>
        </a:xfrm>
      </p:grpSpPr>
      <p:grpSp>
        <p:nvGrpSpPr>
          <p:cNvPr id="12464" name="Google Shape;12464;p88"/>
          <p:cNvGrpSpPr/>
          <p:nvPr/>
        </p:nvGrpSpPr>
        <p:grpSpPr>
          <a:xfrm>
            <a:off x="1757085" y="1325225"/>
            <a:ext cx="371069" cy="359396"/>
            <a:chOff x="1757085" y="1500675"/>
            <a:chExt cx="371069" cy="359396"/>
          </a:xfrm>
        </p:grpSpPr>
        <p:sp>
          <p:nvSpPr>
            <p:cNvPr id="12465" name="Google Shape;12465;p88"/>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8"/>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8"/>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8"/>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8"/>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8"/>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8"/>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8"/>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8"/>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8"/>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8"/>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8"/>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8"/>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8"/>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8"/>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8"/>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8"/>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8"/>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8"/>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88"/>
          <p:cNvGrpSpPr/>
          <p:nvPr/>
        </p:nvGrpSpPr>
        <p:grpSpPr>
          <a:xfrm>
            <a:off x="2774209" y="1779241"/>
            <a:ext cx="116693" cy="374186"/>
            <a:chOff x="2774209" y="1954691"/>
            <a:chExt cx="116693" cy="374186"/>
          </a:xfrm>
        </p:grpSpPr>
        <p:sp>
          <p:nvSpPr>
            <p:cNvPr id="12495" name="Google Shape;12495;p88"/>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8"/>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88"/>
          <p:cNvGrpSpPr/>
          <p:nvPr/>
        </p:nvGrpSpPr>
        <p:grpSpPr>
          <a:xfrm>
            <a:off x="4017435" y="1324462"/>
            <a:ext cx="315092" cy="359397"/>
            <a:chOff x="4017435" y="1499912"/>
            <a:chExt cx="315092" cy="359397"/>
          </a:xfrm>
        </p:grpSpPr>
        <p:sp>
          <p:nvSpPr>
            <p:cNvPr id="12498" name="Google Shape;12498;p88"/>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8"/>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88"/>
          <p:cNvGrpSpPr/>
          <p:nvPr/>
        </p:nvGrpSpPr>
        <p:grpSpPr>
          <a:xfrm>
            <a:off x="3963652" y="1824309"/>
            <a:ext cx="374154" cy="284050"/>
            <a:chOff x="3963652" y="1999759"/>
            <a:chExt cx="374154" cy="284050"/>
          </a:xfrm>
        </p:grpSpPr>
        <p:sp>
          <p:nvSpPr>
            <p:cNvPr id="12501" name="Google Shape;12501;p88"/>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8"/>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8"/>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4" name="Google Shape;12504;p88"/>
          <p:cNvGrpSpPr/>
          <p:nvPr/>
        </p:nvGrpSpPr>
        <p:grpSpPr>
          <a:xfrm>
            <a:off x="1777536" y="1839416"/>
            <a:ext cx="376444" cy="253772"/>
            <a:chOff x="1777536" y="2014866"/>
            <a:chExt cx="376444" cy="253772"/>
          </a:xfrm>
        </p:grpSpPr>
        <p:sp>
          <p:nvSpPr>
            <p:cNvPr id="12505" name="Google Shape;12505;p88"/>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8"/>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8"/>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8"/>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8"/>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88"/>
          <p:cNvGrpSpPr/>
          <p:nvPr/>
        </p:nvGrpSpPr>
        <p:grpSpPr>
          <a:xfrm>
            <a:off x="1309875" y="1881876"/>
            <a:ext cx="374154" cy="169680"/>
            <a:chOff x="1309875" y="2057326"/>
            <a:chExt cx="374154" cy="169680"/>
          </a:xfrm>
        </p:grpSpPr>
        <p:sp>
          <p:nvSpPr>
            <p:cNvPr id="12511" name="Google Shape;12511;p8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8"/>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8"/>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8"/>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8"/>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8"/>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8"/>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2" name="Google Shape;12522;p88"/>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3" name="Google Shape;12523;p88"/>
          <p:cNvGrpSpPr/>
          <p:nvPr/>
        </p:nvGrpSpPr>
        <p:grpSpPr>
          <a:xfrm>
            <a:off x="2347450" y="1779114"/>
            <a:ext cx="113639" cy="373168"/>
            <a:chOff x="2347450" y="1954564"/>
            <a:chExt cx="113639" cy="373168"/>
          </a:xfrm>
        </p:grpSpPr>
        <p:sp>
          <p:nvSpPr>
            <p:cNvPr id="12524" name="Google Shape;12524;p88"/>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8"/>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6" name="Google Shape;12526;p88"/>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7" name="Google Shape;12527;p88"/>
          <p:cNvGrpSpPr/>
          <p:nvPr/>
        </p:nvGrpSpPr>
        <p:grpSpPr>
          <a:xfrm>
            <a:off x="3110102" y="1324430"/>
            <a:ext cx="330613" cy="358379"/>
            <a:chOff x="3110102" y="1499880"/>
            <a:chExt cx="330613" cy="358379"/>
          </a:xfrm>
        </p:grpSpPr>
        <p:sp>
          <p:nvSpPr>
            <p:cNvPr id="12528" name="Google Shape;12528;p88"/>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8"/>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8"/>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8"/>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8"/>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8"/>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8"/>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5" name="Google Shape;12535;p88"/>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6" name="Google Shape;12536;p88"/>
          <p:cNvGrpSpPr/>
          <p:nvPr/>
        </p:nvGrpSpPr>
        <p:grpSpPr>
          <a:xfrm>
            <a:off x="3485575" y="1824309"/>
            <a:ext cx="373772" cy="284050"/>
            <a:chOff x="3531200" y="1999759"/>
            <a:chExt cx="373772" cy="284050"/>
          </a:xfrm>
        </p:grpSpPr>
        <p:sp>
          <p:nvSpPr>
            <p:cNvPr id="12537" name="Google Shape;12537;p88"/>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8"/>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8"/>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8"/>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1" name="Google Shape;12541;p88"/>
          <p:cNvGrpSpPr/>
          <p:nvPr/>
        </p:nvGrpSpPr>
        <p:grpSpPr>
          <a:xfrm>
            <a:off x="2667058" y="1324843"/>
            <a:ext cx="330231" cy="359015"/>
            <a:chOff x="2667058" y="1500293"/>
            <a:chExt cx="330231" cy="359015"/>
          </a:xfrm>
        </p:grpSpPr>
        <p:sp>
          <p:nvSpPr>
            <p:cNvPr id="12542" name="Google Shape;12542;p88"/>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8"/>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8"/>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8"/>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8"/>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8"/>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8"/>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8"/>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8"/>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8"/>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8"/>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8"/>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8"/>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8"/>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0" name="Google Shape;12560;p88"/>
          <p:cNvGrpSpPr/>
          <p:nvPr/>
        </p:nvGrpSpPr>
        <p:grpSpPr>
          <a:xfrm>
            <a:off x="3567553" y="1324462"/>
            <a:ext cx="320022" cy="359778"/>
            <a:chOff x="3567553" y="1499912"/>
            <a:chExt cx="320022" cy="359778"/>
          </a:xfrm>
        </p:grpSpPr>
        <p:sp>
          <p:nvSpPr>
            <p:cNvPr id="12561" name="Google Shape;12561;p88"/>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8"/>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8"/>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8"/>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8"/>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8"/>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88"/>
          <p:cNvGrpSpPr/>
          <p:nvPr/>
        </p:nvGrpSpPr>
        <p:grpSpPr>
          <a:xfrm>
            <a:off x="1309875" y="1324462"/>
            <a:ext cx="359015" cy="358633"/>
            <a:chOff x="1309875" y="1499912"/>
            <a:chExt cx="359015" cy="358633"/>
          </a:xfrm>
        </p:grpSpPr>
        <p:sp>
          <p:nvSpPr>
            <p:cNvPr id="12568" name="Google Shape;12568;p88"/>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8"/>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8"/>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8"/>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8"/>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8"/>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8"/>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8"/>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8"/>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7" name="Google Shape;12577;p88"/>
          <p:cNvGrpSpPr/>
          <p:nvPr/>
        </p:nvGrpSpPr>
        <p:grpSpPr>
          <a:xfrm>
            <a:off x="2219466" y="1324843"/>
            <a:ext cx="330613" cy="359015"/>
            <a:chOff x="2219466" y="1500293"/>
            <a:chExt cx="330613" cy="359015"/>
          </a:xfrm>
        </p:grpSpPr>
        <p:sp>
          <p:nvSpPr>
            <p:cNvPr id="12578" name="Google Shape;12578;p88"/>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8"/>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0" name="Google Shape;12580;p88"/>
          <p:cNvGrpSpPr/>
          <p:nvPr/>
        </p:nvGrpSpPr>
        <p:grpSpPr>
          <a:xfrm>
            <a:off x="5343544" y="1333908"/>
            <a:ext cx="244676" cy="351095"/>
            <a:chOff x="5343544" y="1509358"/>
            <a:chExt cx="244676" cy="351095"/>
          </a:xfrm>
        </p:grpSpPr>
        <p:sp>
          <p:nvSpPr>
            <p:cNvPr id="12581" name="Google Shape;12581;p88"/>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8"/>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8"/>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88"/>
          <p:cNvGrpSpPr/>
          <p:nvPr/>
        </p:nvGrpSpPr>
        <p:grpSpPr>
          <a:xfrm>
            <a:off x="4882340" y="1333908"/>
            <a:ext cx="246171" cy="351095"/>
            <a:chOff x="4882340" y="1509358"/>
            <a:chExt cx="246171" cy="351095"/>
          </a:xfrm>
        </p:grpSpPr>
        <p:sp>
          <p:nvSpPr>
            <p:cNvPr id="12585" name="Google Shape;12585;p88"/>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8"/>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8"/>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8"/>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8"/>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0" name="Google Shape;12590;p88"/>
          <p:cNvGrpSpPr/>
          <p:nvPr/>
        </p:nvGrpSpPr>
        <p:grpSpPr>
          <a:xfrm>
            <a:off x="6273204" y="1333558"/>
            <a:ext cx="236343" cy="351445"/>
            <a:chOff x="6273204" y="1509008"/>
            <a:chExt cx="236343" cy="351445"/>
          </a:xfrm>
        </p:grpSpPr>
        <p:sp>
          <p:nvSpPr>
            <p:cNvPr id="12591" name="Google Shape;12591;p88"/>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8"/>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3" name="Google Shape;12593;p88"/>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4" name="Google Shape;12594;p88"/>
          <p:cNvGrpSpPr/>
          <p:nvPr/>
        </p:nvGrpSpPr>
        <p:grpSpPr>
          <a:xfrm>
            <a:off x="7219530" y="1332794"/>
            <a:ext cx="191625" cy="352209"/>
            <a:chOff x="7219530" y="1508244"/>
            <a:chExt cx="191625" cy="352209"/>
          </a:xfrm>
        </p:grpSpPr>
        <p:sp>
          <p:nvSpPr>
            <p:cNvPr id="12595" name="Google Shape;12595;p88"/>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8"/>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7" name="Google Shape;12597;p88"/>
          <p:cNvGrpSpPr/>
          <p:nvPr/>
        </p:nvGrpSpPr>
        <p:grpSpPr>
          <a:xfrm>
            <a:off x="7699309" y="1333176"/>
            <a:ext cx="154922" cy="351827"/>
            <a:chOff x="7699309" y="1508626"/>
            <a:chExt cx="154922" cy="351827"/>
          </a:xfrm>
        </p:grpSpPr>
        <p:sp>
          <p:nvSpPr>
            <p:cNvPr id="12598" name="Google Shape;12598;p88"/>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8"/>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8"/>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8"/>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8"/>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8"/>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8"/>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5" name="Google Shape;12605;p88"/>
          <p:cNvGrpSpPr/>
          <p:nvPr/>
        </p:nvGrpSpPr>
        <p:grpSpPr>
          <a:xfrm>
            <a:off x="8161690" y="1333558"/>
            <a:ext cx="153396" cy="351064"/>
            <a:chOff x="8161690" y="1509008"/>
            <a:chExt cx="153396" cy="351064"/>
          </a:xfrm>
        </p:grpSpPr>
        <p:sp>
          <p:nvSpPr>
            <p:cNvPr id="12606" name="Google Shape;12606;p88"/>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8"/>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8"/>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8"/>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0" name="Google Shape;12610;p88"/>
          <p:cNvGrpSpPr/>
          <p:nvPr/>
        </p:nvGrpSpPr>
        <p:grpSpPr>
          <a:xfrm>
            <a:off x="6746940" y="1333431"/>
            <a:ext cx="213221" cy="352304"/>
            <a:chOff x="6746940" y="1508881"/>
            <a:chExt cx="213221" cy="352304"/>
          </a:xfrm>
        </p:grpSpPr>
        <p:sp>
          <p:nvSpPr>
            <p:cNvPr id="12611" name="Google Shape;12611;p88"/>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8"/>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8"/>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8"/>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5" name="Google Shape;12615;p88"/>
          <p:cNvGrpSpPr/>
          <p:nvPr/>
        </p:nvGrpSpPr>
        <p:grpSpPr>
          <a:xfrm>
            <a:off x="5770336" y="1832165"/>
            <a:ext cx="350682" cy="292097"/>
            <a:chOff x="5770336" y="2007615"/>
            <a:chExt cx="350682" cy="292097"/>
          </a:xfrm>
        </p:grpSpPr>
        <p:sp>
          <p:nvSpPr>
            <p:cNvPr id="12616" name="Google Shape;12616;p88"/>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8"/>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8"/>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8"/>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0" name="Google Shape;12620;p88"/>
          <p:cNvGrpSpPr/>
          <p:nvPr/>
        </p:nvGrpSpPr>
        <p:grpSpPr>
          <a:xfrm>
            <a:off x="5326878" y="1804908"/>
            <a:ext cx="350332" cy="346229"/>
            <a:chOff x="5326878" y="1980358"/>
            <a:chExt cx="350332" cy="346229"/>
          </a:xfrm>
        </p:grpSpPr>
        <p:sp>
          <p:nvSpPr>
            <p:cNvPr id="12621" name="Google Shape;12621;p88"/>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8"/>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8"/>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8"/>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5" name="Google Shape;12625;p88"/>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6" name="Google Shape;12626;p88"/>
          <p:cNvGrpSpPr/>
          <p:nvPr/>
        </p:nvGrpSpPr>
        <p:grpSpPr>
          <a:xfrm>
            <a:off x="4883835" y="1817121"/>
            <a:ext cx="350300" cy="323043"/>
            <a:chOff x="4883835" y="1992571"/>
            <a:chExt cx="350300" cy="323043"/>
          </a:xfrm>
        </p:grpSpPr>
        <p:sp>
          <p:nvSpPr>
            <p:cNvPr id="12627" name="Google Shape;12627;p88"/>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8"/>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8"/>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8"/>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8"/>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8"/>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3" name="Google Shape;12633;p88"/>
          <p:cNvGrpSpPr/>
          <p:nvPr/>
        </p:nvGrpSpPr>
        <p:grpSpPr>
          <a:xfrm>
            <a:off x="7548967" y="1803477"/>
            <a:ext cx="333285" cy="349950"/>
            <a:chOff x="7548967" y="1978927"/>
            <a:chExt cx="333285" cy="349950"/>
          </a:xfrm>
        </p:grpSpPr>
        <p:sp>
          <p:nvSpPr>
            <p:cNvPr id="12634" name="Google Shape;12634;p88"/>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8"/>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8"/>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8"/>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8"/>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8"/>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8"/>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88"/>
          <p:cNvGrpSpPr/>
          <p:nvPr/>
        </p:nvGrpSpPr>
        <p:grpSpPr>
          <a:xfrm>
            <a:off x="6214142" y="1803477"/>
            <a:ext cx="346515" cy="350300"/>
            <a:chOff x="6214142" y="1978927"/>
            <a:chExt cx="346515" cy="350300"/>
          </a:xfrm>
        </p:grpSpPr>
        <p:sp>
          <p:nvSpPr>
            <p:cNvPr id="12642" name="Google Shape;12642;p88"/>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8"/>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4" name="Google Shape;12644;p88"/>
          <p:cNvGrpSpPr/>
          <p:nvPr/>
        </p:nvGrpSpPr>
        <p:grpSpPr>
          <a:xfrm>
            <a:off x="7105923" y="1803095"/>
            <a:ext cx="333285" cy="350682"/>
            <a:chOff x="7105923" y="1978545"/>
            <a:chExt cx="333285" cy="350682"/>
          </a:xfrm>
        </p:grpSpPr>
        <p:sp>
          <p:nvSpPr>
            <p:cNvPr id="12645" name="Google Shape;12645;p88"/>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8"/>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8"/>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8"/>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8"/>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8"/>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8"/>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2" name="Google Shape;12652;p88"/>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8"/>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4" name="Google Shape;12654;p88"/>
          <p:cNvGrpSpPr/>
          <p:nvPr/>
        </p:nvGrpSpPr>
        <p:grpSpPr>
          <a:xfrm>
            <a:off x="3616406" y="2246902"/>
            <a:ext cx="203393" cy="351827"/>
            <a:chOff x="3616406" y="2422352"/>
            <a:chExt cx="203393" cy="351827"/>
          </a:xfrm>
        </p:grpSpPr>
        <p:sp>
          <p:nvSpPr>
            <p:cNvPr id="12655" name="Google Shape;12655;p88"/>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8"/>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7" name="Google Shape;12657;p88"/>
          <p:cNvGrpSpPr/>
          <p:nvPr/>
        </p:nvGrpSpPr>
        <p:grpSpPr>
          <a:xfrm>
            <a:off x="878187" y="2246520"/>
            <a:ext cx="272696" cy="351827"/>
            <a:chOff x="913012" y="2421970"/>
            <a:chExt cx="272696" cy="351827"/>
          </a:xfrm>
        </p:grpSpPr>
        <p:sp>
          <p:nvSpPr>
            <p:cNvPr id="12658" name="Google Shape;12658;p88"/>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8"/>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8"/>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8"/>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2" name="Google Shape;12662;p88"/>
          <p:cNvGrpSpPr/>
          <p:nvPr/>
        </p:nvGrpSpPr>
        <p:grpSpPr>
          <a:xfrm>
            <a:off x="2274743" y="2246902"/>
            <a:ext cx="255649" cy="351445"/>
            <a:chOff x="2274743" y="2422352"/>
            <a:chExt cx="255649" cy="351445"/>
          </a:xfrm>
        </p:grpSpPr>
        <p:sp>
          <p:nvSpPr>
            <p:cNvPr id="12663" name="Google Shape;12663;p88"/>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8"/>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8"/>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6" name="Google Shape;12666;p88"/>
          <p:cNvGrpSpPr/>
          <p:nvPr/>
        </p:nvGrpSpPr>
        <p:grpSpPr>
          <a:xfrm>
            <a:off x="2708723" y="2245789"/>
            <a:ext cx="246552" cy="352558"/>
            <a:chOff x="2708723" y="2421239"/>
            <a:chExt cx="246552" cy="352558"/>
          </a:xfrm>
        </p:grpSpPr>
        <p:sp>
          <p:nvSpPr>
            <p:cNvPr id="12667" name="Google Shape;12667;p88"/>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8"/>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9" name="Google Shape;12669;p88"/>
          <p:cNvGrpSpPr/>
          <p:nvPr/>
        </p:nvGrpSpPr>
        <p:grpSpPr>
          <a:xfrm>
            <a:off x="1835485" y="2246902"/>
            <a:ext cx="259433" cy="350714"/>
            <a:chOff x="1835485" y="2422352"/>
            <a:chExt cx="259433" cy="350714"/>
          </a:xfrm>
        </p:grpSpPr>
        <p:sp>
          <p:nvSpPr>
            <p:cNvPr id="12670" name="Google Shape;12670;p88"/>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8"/>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8"/>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8"/>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8"/>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8"/>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8"/>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7" name="Google Shape;12677;p88"/>
          <p:cNvGrpSpPr/>
          <p:nvPr/>
        </p:nvGrpSpPr>
        <p:grpSpPr>
          <a:xfrm>
            <a:off x="3150240" y="2246902"/>
            <a:ext cx="212489" cy="351445"/>
            <a:chOff x="3150240" y="2422352"/>
            <a:chExt cx="212489" cy="351445"/>
          </a:xfrm>
        </p:grpSpPr>
        <p:sp>
          <p:nvSpPr>
            <p:cNvPr id="12678" name="Google Shape;12678;p88"/>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8"/>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0" name="Google Shape;12680;p88"/>
          <p:cNvGrpSpPr/>
          <p:nvPr/>
        </p:nvGrpSpPr>
        <p:grpSpPr>
          <a:xfrm>
            <a:off x="1367060" y="2246679"/>
            <a:ext cx="269261" cy="352050"/>
            <a:chOff x="1367060" y="2422129"/>
            <a:chExt cx="269261" cy="352050"/>
          </a:xfrm>
        </p:grpSpPr>
        <p:sp>
          <p:nvSpPr>
            <p:cNvPr id="12681" name="Google Shape;12681;p88"/>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8"/>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8"/>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8"/>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8"/>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8"/>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8"/>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8"/>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8"/>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8"/>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8"/>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8"/>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8"/>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8"/>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5" name="Google Shape;12695;p88"/>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6" name="Google Shape;12696;p88"/>
          <p:cNvGrpSpPr/>
          <p:nvPr/>
        </p:nvGrpSpPr>
        <p:grpSpPr>
          <a:xfrm>
            <a:off x="4882690" y="2249955"/>
            <a:ext cx="274573" cy="350682"/>
            <a:chOff x="4882690" y="2425405"/>
            <a:chExt cx="274573" cy="350682"/>
          </a:xfrm>
        </p:grpSpPr>
        <p:sp>
          <p:nvSpPr>
            <p:cNvPr id="12697" name="Google Shape;12697;p88"/>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8"/>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9" name="Google Shape;12699;p88"/>
          <p:cNvGrpSpPr/>
          <p:nvPr/>
        </p:nvGrpSpPr>
        <p:grpSpPr>
          <a:xfrm>
            <a:off x="6627639" y="2268434"/>
            <a:ext cx="355993" cy="313247"/>
            <a:chOff x="6627639" y="2443884"/>
            <a:chExt cx="355993" cy="313247"/>
          </a:xfrm>
        </p:grpSpPr>
        <p:sp>
          <p:nvSpPr>
            <p:cNvPr id="12700" name="Google Shape;12700;p88"/>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8"/>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8"/>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88"/>
          <p:cNvGrpSpPr/>
          <p:nvPr/>
        </p:nvGrpSpPr>
        <p:grpSpPr>
          <a:xfrm>
            <a:off x="6183451" y="2286690"/>
            <a:ext cx="351445" cy="277976"/>
            <a:chOff x="6183451" y="2462140"/>
            <a:chExt cx="351445" cy="277976"/>
          </a:xfrm>
        </p:grpSpPr>
        <p:sp>
          <p:nvSpPr>
            <p:cNvPr id="12704" name="Google Shape;12704;p88"/>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8"/>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8"/>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8"/>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8"/>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8"/>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8"/>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1" name="Google Shape;12711;p88"/>
          <p:cNvGrpSpPr/>
          <p:nvPr/>
        </p:nvGrpSpPr>
        <p:grpSpPr>
          <a:xfrm>
            <a:off x="5735477" y="2254408"/>
            <a:ext cx="353354" cy="341299"/>
            <a:chOff x="5735477" y="2429858"/>
            <a:chExt cx="353354" cy="341299"/>
          </a:xfrm>
        </p:grpSpPr>
        <p:sp>
          <p:nvSpPr>
            <p:cNvPr id="12712" name="Google Shape;12712;p88"/>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8"/>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8"/>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8"/>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8"/>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8"/>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8" name="Google Shape;12718;p88"/>
          <p:cNvGrpSpPr/>
          <p:nvPr/>
        </p:nvGrpSpPr>
        <p:grpSpPr>
          <a:xfrm>
            <a:off x="5243735" y="2271523"/>
            <a:ext cx="405255" cy="275499"/>
            <a:chOff x="5283337" y="2478774"/>
            <a:chExt cx="358633" cy="243913"/>
          </a:xfrm>
        </p:grpSpPr>
        <p:sp>
          <p:nvSpPr>
            <p:cNvPr id="12719" name="Google Shape;12719;p88"/>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8"/>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8"/>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8"/>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8"/>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8"/>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8"/>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8"/>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8"/>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8"/>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8"/>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8"/>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8"/>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8"/>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8"/>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8"/>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8"/>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88"/>
          <p:cNvGrpSpPr/>
          <p:nvPr/>
        </p:nvGrpSpPr>
        <p:grpSpPr>
          <a:xfrm>
            <a:off x="7964753" y="2295373"/>
            <a:ext cx="362068" cy="258670"/>
            <a:chOff x="7964753" y="2470823"/>
            <a:chExt cx="362068" cy="258670"/>
          </a:xfrm>
        </p:grpSpPr>
        <p:sp>
          <p:nvSpPr>
            <p:cNvPr id="12737" name="Google Shape;12737;p88"/>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8"/>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8"/>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8"/>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8"/>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8"/>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8"/>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8"/>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8"/>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6" name="Google Shape;12746;p88"/>
          <p:cNvGrpSpPr/>
          <p:nvPr/>
        </p:nvGrpSpPr>
        <p:grpSpPr>
          <a:xfrm>
            <a:off x="7524349" y="2280997"/>
            <a:ext cx="350332" cy="288948"/>
            <a:chOff x="7524349" y="2456447"/>
            <a:chExt cx="350332" cy="288948"/>
          </a:xfrm>
        </p:grpSpPr>
        <p:sp>
          <p:nvSpPr>
            <p:cNvPr id="12747" name="Google Shape;12747;p88"/>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8"/>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8"/>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8"/>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8"/>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2" name="Google Shape;12752;p88"/>
          <p:cNvGrpSpPr/>
          <p:nvPr/>
        </p:nvGrpSpPr>
        <p:grpSpPr>
          <a:xfrm>
            <a:off x="3972749" y="2719143"/>
            <a:ext cx="355230" cy="356725"/>
            <a:chOff x="3972749" y="2894211"/>
            <a:chExt cx="355230" cy="356725"/>
          </a:xfrm>
        </p:grpSpPr>
        <p:sp>
          <p:nvSpPr>
            <p:cNvPr id="12753" name="Google Shape;12753;p88"/>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8"/>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8"/>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8"/>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8"/>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8" name="Google Shape;12758;p88"/>
          <p:cNvGrpSpPr/>
          <p:nvPr/>
        </p:nvGrpSpPr>
        <p:grpSpPr>
          <a:xfrm>
            <a:off x="3527797" y="2743553"/>
            <a:ext cx="355993" cy="307904"/>
            <a:chOff x="3527797" y="2918796"/>
            <a:chExt cx="355993" cy="307904"/>
          </a:xfrm>
        </p:grpSpPr>
        <p:sp>
          <p:nvSpPr>
            <p:cNvPr id="12759" name="Google Shape;12759;p88"/>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8"/>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8"/>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8"/>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8"/>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8"/>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8"/>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8"/>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8"/>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8"/>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9" name="Google Shape;12769;p88"/>
          <p:cNvGrpSpPr/>
          <p:nvPr/>
        </p:nvGrpSpPr>
        <p:grpSpPr>
          <a:xfrm>
            <a:off x="3082845" y="2746336"/>
            <a:ext cx="356375" cy="302338"/>
            <a:chOff x="3082845" y="2920959"/>
            <a:chExt cx="356375" cy="302338"/>
          </a:xfrm>
        </p:grpSpPr>
        <p:sp>
          <p:nvSpPr>
            <p:cNvPr id="12770" name="Google Shape;12770;p88"/>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8"/>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88"/>
          <p:cNvGrpSpPr/>
          <p:nvPr/>
        </p:nvGrpSpPr>
        <p:grpSpPr>
          <a:xfrm>
            <a:off x="2639038" y="2719699"/>
            <a:ext cx="355612" cy="355612"/>
            <a:chOff x="2639038" y="2894942"/>
            <a:chExt cx="355612" cy="355612"/>
          </a:xfrm>
        </p:grpSpPr>
        <p:sp>
          <p:nvSpPr>
            <p:cNvPr id="12773" name="Google Shape;12773;p88"/>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8"/>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5" name="Google Shape;12775;p88"/>
          <p:cNvGrpSpPr/>
          <p:nvPr/>
        </p:nvGrpSpPr>
        <p:grpSpPr>
          <a:xfrm>
            <a:off x="2194468" y="2763622"/>
            <a:ext cx="355993" cy="267766"/>
            <a:chOff x="2194468" y="2938865"/>
            <a:chExt cx="355993" cy="267766"/>
          </a:xfrm>
        </p:grpSpPr>
        <p:sp>
          <p:nvSpPr>
            <p:cNvPr id="12776" name="Google Shape;12776;p88"/>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8"/>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8"/>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8"/>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8"/>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8"/>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8"/>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8"/>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8"/>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8"/>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8"/>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8"/>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8"/>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8"/>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8"/>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8"/>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8"/>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8"/>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8"/>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8"/>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6" name="Google Shape;12796;p88"/>
          <p:cNvGrpSpPr/>
          <p:nvPr/>
        </p:nvGrpSpPr>
        <p:grpSpPr>
          <a:xfrm>
            <a:off x="1749897" y="2719699"/>
            <a:ext cx="355993" cy="355612"/>
            <a:chOff x="1749897" y="2894561"/>
            <a:chExt cx="355993" cy="355612"/>
          </a:xfrm>
        </p:grpSpPr>
        <p:sp>
          <p:nvSpPr>
            <p:cNvPr id="12797" name="Google Shape;12797;p88"/>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8"/>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8"/>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8"/>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8"/>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8"/>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8"/>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8"/>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8"/>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8"/>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8"/>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8" name="Google Shape;12808;p88"/>
          <p:cNvGrpSpPr/>
          <p:nvPr/>
        </p:nvGrpSpPr>
        <p:grpSpPr>
          <a:xfrm>
            <a:off x="1305327" y="2718761"/>
            <a:ext cx="357520" cy="357488"/>
            <a:chOff x="1305327" y="2894211"/>
            <a:chExt cx="357520" cy="357488"/>
          </a:xfrm>
        </p:grpSpPr>
        <p:sp>
          <p:nvSpPr>
            <p:cNvPr id="12809" name="Google Shape;12809;p88"/>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8"/>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8"/>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8"/>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8"/>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4" name="Google Shape;12814;p88"/>
          <p:cNvGrpSpPr/>
          <p:nvPr/>
        </p:nvGrpSpPr>
        <p:grpSpPr>
          <a:xfrm>
            <a:off x="853950" y="2720860"/>
            <a:ext cx="364104" cy="353290"/>
            <a:chOff x="853950" y="2894720"/>
            <a:chExt cx="364104" cy="353290"/>
          </a:xfrm>
        </p:grpSpPr>
        <p:sp>
          <p:nvSpPr>
            <p:cNvPr id="12815" name="Google Shape;12815;p88"/>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8"/>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8"/>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8"/>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8"/>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8"/>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8"/>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2" name="Google Shape;12822;p88"/>
          <p:cNvGrpSpPr/>
          <p:nvPr/>
        </p:nvGrpSpPr>
        <p:grpSpPr>
          <a:xfrm>
            <a:off x="7066548" y="2737144"/>
            <a:ext cx="352209" cy="334938"/>
            <a:chOff x="7066548" y="2912594"/>
            <a:chExt cx="352209" cy="334938"/>
          </a:xfrm>
        </p:grpSpPr>
        <p:sp>
          <p:nvSpPr>
            <p:cNvPr id="12823" name="Google Shape;12823;p88"/>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8"/>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8"/>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8"/>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8"/>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8"/>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9" name="Google Shape;12829;p88"/>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8"/>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1" name="Google Shape;12831;p88"/>
          <p:cNvGrpSpPr/>
          <p:nvPr/>
        </p:nvGrpSpPr>
        <p:grpSpPr>
          <a:xfrm>
            <a:off x="7541397" y="2729352"/>
            <a:ext cx="318495" cy="352209"/>
            <a:chOff x="7541397" y="2904802"/>
            <a:chExt cx="318495" cy="352209"/>
          </a:xfrm>
        </p:grpSpPr>
        <p:sp>
          <p:nvSpPr>
            <p:cNvPr id="12832" name="Google Shape;12832;p88"/>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8"/>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4" name="Google Shape;12834;p88"/>
          <p:cNvGrpSpPr/>
          <p:nvPr/>
        </p:nvGrpSpPr>
        <p:grpSpPr>
          <a:xfrm>
            <a:off x="8003015" y="2728589"/>
            <a:ext cx="306759" cy="351445"/>
            <a:chOff x="8003015" y="2904039"/>
            <a:chExt cx="306759" cy="351445"/>
          </a:xfrm>
        </p:grpSpPr>
        <p:sp>
          <p:nvSpPr>
            <p:cNvPr id="12835" name="Google Shape;12835;p88"/>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8"/>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8"/>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8"/>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8"/>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8"/>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1" name="Google Shape;12841;p88"/>
          <p:cNvGrpSpPr/>
          <p:nvPr/>
        </p:nvGrpSpPr>
        <p:grpSpPr>
          <a:xfrm>
            <a:off x="5687770" y="2710046"/>
            <a:ext cx="369638" cy="369606"/>
            <a:chOff x="5687770" y="2885496"/>
            <a:chExt cx="369638" cy="369606"/>
          </a:xfrm>
        </p:grpSpPr>
        <p:sp>
          <p:nvSpPr>
            <p:cNvPr id="12842" name="Google Shape;12842;p88"/>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8"/>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8"/>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8"/>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8"/>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8"/>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8"/>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8"/>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8"/>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8"/>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2" name="Google Shape;12852;p88"/>
          <p:cNvGrpSpPr/>
          <p:nvPr/>
        </p:nvGrpSpPr>
        <p:grpSpPr>
          <a:xfrm>
            <a:off x="4881958" y="2729352"/>
            <a:ext cx="156417" cy="349537"/>
            <a:chOff x="4881958" y="2904802"/>
            <a:chExt cx="156417" cy="349537"/>
          </a:xfrm>
        </p:grpSpPr>
        <p:sp>
          <p:nvSpPr>
            <p:cNvPr id="12853" name="Google Shape;12853;p88"/>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8"/>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8"/>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8"/>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8"/>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8"/>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8"/>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88"/>
          <p:cNvGrpSpPr/>
          <p:nvPr/>
        </p:nvGrpSpPr>
        <p:grpSpPr>
          <a:xfrm>
            <a:off x="5230318" y="2711064"/>
            <a:ext cx="371133" cy="367443"/>
            <a:chOff x="5230318" y="2886514"/>
            <a:chExt cx="371133" cy="367443"/>
          </a:xfrm>
        </p:grpSpPr>
        <p:sp>
          <p:nvSpPr>
            <p:cNvPr id="12861" name="Google Shape;12861;p88"/>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8"/>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8"/>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8"/>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8"/>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8"/>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8"/>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8"/>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8"/>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88"/>
          <p:cNvGrpSpPr/>
          <p:nvPr/>
        </p:nvGrpSpPr>
        <p:grpSpPr>
          <a:xfrm>
            <a:off x="5748358" y="3259128"/>
            <a:ext cx="352590" cy="182561"/>
            <a:chOff x="5748358" y="3434578"/>
            <a:chExt cx="352590" cy="182561"/>
          </a:xfrm>
        </p:grpSpPr>
        <p:sp>
          <p:nvSpPr>
            <p:cNvPr id="12871" name="Google Shape;12871;p88"/>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8"/>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8"/>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8"/>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8"/>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8"/>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88"/>
          <p:cNvGrpSpPr/>
          <p:nvPr/>
        </p:nvGrpSpPr>
        <p:grpSpPr>
          <a:xfrm>
            <a:off x="862283" y="4099321"/>
            <a:ext cx="341204" cy="359301"/>
            <a:chOff x="862283" y="4274771"/>
            <a:chExt cx="341204" cy="359301"/>
          </a:xfrm>
        </p:grpSpPr>
        <p:sp>
          <p:nvSpPr>
            <p:cNvPr id="12878" name="Google Shape;12878;p88"/>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8"/>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8"/>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88"/>
          <p:cNvGrpSpPr/>
          <p:nvPr/>
        </p:nvGrpSpPr>
        <p:grpSpPr>
          <a:xfrm>
            <a:off x="1396957" y="4111915"/>
            <a:ext cx="301861" cy="332871"/>
            <a:chOff x="1396957" y="4287365"/>
            <a:chExt cx="301861" cy="332871"/>
          </a:xfrm>
        </p:grpSpPr>
        <p:sp>
          <p:nvSpPr>
            <p:cNvPr id="12882" name="Google Shape;12882;p88"/>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8"/>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8"/>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8"/>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8"/>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8"/>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8"/>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8"/>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8"/>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8"/>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8"/>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8"/>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8"/>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8"/>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8"/>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7" name="Google Shape;12897;p88"/>
          <p:cNvGrpSpPr/>
          <p:nvPr/>
        </p:nvGrpSpPr>
        <p:grpSpPr>
          <a:xfrm>
            <a:off x="1865381" y="4102056"/>
            <a:ext cx="396131" cy="355612"/>
            <a:chOff x="1865381" y="4277506"/>
            <a:chExt cx="396131" cy="355612"/>
          </a:xfrm>
        </p:grpSpPr>
        <p:sp>
          <p:nvSpPr>
            <p:cNvPr id="12898" name="Google Shape;12898;p88"/>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8"/>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8"/>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8"/>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8"/>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8"/>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4" name="Google Shape;12904;p88"/>
          <p:cNvGrpSpPr/>
          <p:nvPr/>
        </p:nvGrpSpPr>
        <p:grpSpPr>
          <a:xfrm>
            <a:off x="2411823" y="4128549"/>
            <a:ext cx="334398" cy="299953"/>
            <a:chOff x="2411823" y="4303999"/>
            <a:chExt cx="334398" cy="299953"/>
          </a:xfrm>
        </p:grpSpPr>
        <p:sp>
          <p:nvSpPr>
            <p:cNvPr id="12905" name="Google Shape;12905;p88"/>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8"/>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8"/>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8"/>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8"/>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8"/>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8"/>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2" name="Google Shape;12912;p88"/>
          <p:cNvGrpSpPr/>
          <p:nvPr/>
        </p:nvGrpSpPr>
        <p:grpSpPr>
          <a:xfrm>
            <a:off x="2903337" y="4103582"/>
            <a:ext cx="382519" cy="350682"/>
            <a:chOff x="2903337" y="4279032"/>
            <a:chExt cx="382519" cy="350682"/>
          </a:xfrm>
        </p:grpSpPr>
        <p:sp>
          <p:nvSpPr>
            <p:cNvPr id="12913" name="Google Shape;12913;p88"/>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8"/>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8"/>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8"/>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8"/>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8"/>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8"/>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8"/>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8"/>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8"/>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8"/>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8"/>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8"/>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8"/>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8"/>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8" name="Google Shape;12928;p88"/>
          <p:cNvGrpSpPr/>
          <p:nvPr/>
        </p:nvGrpSpPr>
        <p:grpSpPr>
          <a:xfrm>
            <a:off x="3933342" y="4140317"/>
            <a:ext cx="383632" cy="276449"/>
            <a:chOff x="3933342" y="4315767"/>
            <a:chExt cx="383632" cy="276449"/>
          </a:xfrm>
        </p:grpSpPr>
        <p:sp>
          <p:nvSpPr>
            <p:cNvPr id="12929" name="Google Shape;12929;p88"/>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8"/>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8"/>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8"/>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8"/>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8"/>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88"/>
          <p:cNvGrpSpPr/>
          <p:nvPr/>
        </p:nvGrpSpPr>
        <p:grpSpPr>
          <a:xfrm>
            <a:off x="3441065" y="4127055"/>
            <a:ext cx="337069" cy="302593"/>
            <a:chOff x="3441065" y="4302505"/>
            <a:chExt cx="337069" cy="302593"/>
          </a:xfrm>
        </p:grpSpPr>
        <p:sp>
          <p:nvSpPr>
            <p:cNvPr id="12936" name="Google Shape;12936;p88"/>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8"/>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8"/>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8"/>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8"/>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8"/>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8"/>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8"/>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8"/>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8"/>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8"/>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8"/>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8"/>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9" name="Google Shape;12949;p88"/>
          <p:cNvGrpSpPr/>
          <p:nvPr/>
        </p:nvGrpSpPr>
        <p:grpSpPr>
          <a:xfrm>
            <a:off x="3532345" y="3187185"/>
            <a:ext cx="339328" cy="336274"/>
            <a:chOff x="3532345" y="3362635"/>
            <a:chExt cx="339328" cy="336274"/>
          </a:xfrm>
        </p:grpSpPr>
        <p:sp>
          <p:nvSpPr>
            <p:cNvPr id="12950" name="Google Shape;12950;p88"/>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8"/>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8"/>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8"/>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8"/>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55" name="Google Shape;12955;p88"/>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56" name="Google Shape;12956;p88"/>
          <p:cNvGrpSpPr/>
          <p:nvPr/>
        </p:nvGrpSpPr>
        <p:grpSpPr>
          <a:xfrm>
            <a:off x="1883955" y="3633250"/>
            <a:ext cx="162873" cy="351445"/>
            <a:chOff x="1883955" y="3808700"/>
            <a:chExt cx="162873" cy="351445"/>
          </a:xfrm>
        </p:grpSpPr>
        <p:sp>
          <p:nvSpPr>
            <p:cNvPr id="12957" name="Google Shape;12957;p88"/>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8"/>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88"/>
          <p:cNvGrpSpPr/>
          <p:nvPr/>
        </p:nvGrpSpPr>
        <p:grpSpPr>
          <a:xfrm>
            <a:off x="939156" y="3633759"/>
            <a:ext cx="192007" cy="351318"/>
            <a:chOff x="939156" y="3809209"/>
            <a:chExt cx="192007" cy="351318"/>
          </a:xfrm>
        </p:grpSpPr>
        <p:sp>
          <p:nvSpPr>
            <p:cNvPr id="12960" name="Google Shape;12960;p88"/>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8"/>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2" name="Google Shape;12962;p88"/>
          <p:cNvGrpSpPr/>
          <p:nvPr/>
        </p:nvGrpSpPr>
        <p:grpSpPr>
          <a:xfrm>
            <a:off x="2306167" y="3634395"/>
            <a:ext cx="193915" cy="349155"/>
            <a:chOff x="2306167" y="3809845"/>
            <a:chExt cx="193915" cy="349155"/>
          </a:xfrm>
        </p:grpSpPr>
        <p:sp>
          <p:nvSpPr>
            <p:cNvPr id="12963" name="Google Shape;12963;p88"/>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8"/>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8"/>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8"/>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8"/>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8"/>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8"/>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0" name="Google Shape;12970;p88"/>
          <p:cNvGrpSpPr/>
          <p:nvPr/>
        </p:nvGrpSpPr>
        <p:grpSpPr>
          <a:xfrm>
            <a:off x="1323901" y="3631723"/>
            <a:ext cx="356343" cy="356757"/>
            <a:chOff x="1323901" y="3807173"/>
            <a:chExt cx="356343" cy="356757"/>
          </a:xfrm>
        </p:grpSpPr>
        <p:sp>
          <p:nvSpPr>
            <p:cNvPr id="12971" name="Google Shape;12971;p88"/>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8"/>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8"/>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8"/>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8"/>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8"/>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8"/>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8"/>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8"/>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8"/>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8"/>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8"/>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8"/>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8"/>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8"/>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8"/>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8"/>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8"/>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8"/>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8"/>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8"/>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8"/>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8"/>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8"/>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95" name="Google Shape;12995;p88"/>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96" name="Google Shape;12996;p88"/>
          <p:cNvGrpSpPr/>
          <p:nvPr/>
        </p:nvGrpSpPr>
        <p:grpSpPr>
          <a:xfrm>
            <a:off x="859262" y="3178470"/>
            <a:ext cx="306759" cy="351445"/>
            <a:chOff x="859262" y="3353920"/>
            <a:chExt cx="306759" cy="351445"/>
          </a:xfrm>
        </p:grpSpPr>
        <p:sp>
          <p:nvSpPr>
            <p:cNvPr id="12997" name="Google Shape;12997;p88"/>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8"/>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8"/>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8"/>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8"/>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2" name="Google Shape;13002;p88"/>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3" name="Google Shape;13003;p88"/>
          <p:cNvGrpSpPr/>
          <p:nvPr/>
        </p:nvGrpSpPr>
        <p:grpSpPr>
          <a:xfrm>
            <a:off x="3967437" y="3661652"/>
            <a:ext cx="364708" cy="295405"/>
            <a:chOff x="3967437" y="3837102"/>
            <a:chExt cx="364708" cy="295405"/>
          </a:xfrm>
        </p:grpSpPr>
        <p:sp>
          <p:nvSpPr>
            <p:cNvPr id="13004" name="Google Shape;13004;p88"/>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8"/>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8"/>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8"/>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8"/>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9" name="Google Shape;13009;p88"/>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8"/>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8"/>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12" name="Google Shape;13012;p88"/>
          <p:cNvGrpSpPr/>
          <p:nvPr/>
        </p:nvGrpSpPr>
        <p:grpSpPr>
          <a:xfrm>
            <a:off x="5811827" y="3631001"/>
            <a:ext cx="283743" cy="308444"/>
            <a:chOff x="5964227" y="3858701"/>
            <a:chExt cx="283743" cy="308444"/>
          </a:xfrm>
        </p:grpSpPr>
        <p:sp>
          <p:nvSpPr>
            <p:cNvPr id="13013" name="Google Shape;13013;p88"/>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8"/>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8"/>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8"/>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7" name="Google Shape;13017;p88"/>
          <p:cNvGrpSpPr/>
          <p:nvPr/>
        </p:nvGrpSpPr>
        <p:grpSpPr>
          <a:xfrm>
            <a:off x="6243508" y="3697623"/>
            <a:ext cx="320372" cy="213602"/>
            <a:chOff x="6395908" y="3873073"/>
            <a:chExt cx="320372" cy="213602"/>
          </a:xfrm>
        </p:grpSpPr>
        <p:sp>
          <p:nvSpPr>
            <p:cNvPr id="13018" name="Google Shape;13018;p88"/>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8"/>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8"/>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8"/>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8"/>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8"/>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8"/>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8"/>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8"/>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8"/>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8" name="Google Shape;13028;p88"/>
          <p:cNvGrpSpPr/>
          <p:nvPr/>
        </p:nvGrpSpPr>
        <p:grpSpPr>
          <a:xfrm>
            <a:off x="7262890" y="3627366"/>
            <a:ext cx="357138" cy="352018"/>
            <a:chOff x="7415290" y="3802816"/>
            <a:chExt cx="357138" cy="352018"/>
          </a:xfrm>
        </p:grpSpPr>
        <p:sp>
          <p:nvSpPr>
            <p:cNvPr id="13029" name="Google Shape;13029;p88"/>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8"/>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8"/>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8"/>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8"/>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8"/>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8"/>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8"/>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7" name="Google Shape;13037;p88"/>
          <p:cNvGrpSpPr/>
          <p:nvPr/>
        </p:nvGrpSpPr>
        <p:grpSpPr>
          <a:xfrm>
            <a:off x="6737312" y="3657963"/>
            <a:ext cx="355230" cy="293401"/>
            <a:chOff x="6889712" y="3833413"/>
            <a:chExt cx="355230" cy="293401"/>
          </a:xfrm>
        </p:grpSpPr>
        <p:sp>
          <p:nvSpPr>
            <p:cNvPr id="13038" name="Google Shape;13038;p88"/>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8"/>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8"/>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8"/>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8"/>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3" name="Google Shape;13043;p88"/>
          <p:cNvGrpSpPr/>
          <p:nvPr/>
        </p:nvGrpSpPr>
        <p:grpSpPr>
          <a:xfrm>
            <a:off x="7707152" y="3660420"/>
            <a:ext cx="282318" cy="337168"/>
            <a:chOff x="1635875" y="237775"/>
            <a:chExt cx="4370250" cy="5219325"/>
          </a:xfrm>
        </p:grpSpPr>
        <p:sp>
          <p:nvSpPr>
            <p:cNvPr id="13044" name="Google Shape;13044;p88"/>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8"/>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6" name="Google Shape;13046;p88"/>
          <p:cNvGrpSpPr/>
          <p:nvPr/>
        </p:nvGrpSpPr>
        <p:grpSpPr>
          <a:xfrm>
            <a:off x="3103963" y="3185690"/>
            <a:ext cx="297886" cy="337578"/>
            <a:chOff x="3103963" y="3361140"/>
            <a:chExt cx="297886" cy="337578"/>
          </a:xfrm>
        </p:grpSpPr>
        <p:sp>
          <p:nvSpPr>
            <p:cNvPr id="13047" name="Google Shape;13047;p88"/>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8"/>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8"/>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8"/>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8"/>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8"/>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8"/>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8"/>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8"/>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8"/>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8"/>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8"/>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8"/>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8"/>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8"/>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8"/>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8"/>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8"/>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8"/>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8"/>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1" name="Google Shape;13071;p88"/>
          <p:cNvGrpSpPr/>
          <p:nvPr/>
        </p:nvGrpSpPr>
        <p:grpSpPr>
          <a:xfrm>
            <a:off x="2667821" y="3185658"/>
            <a:ext cx="273046" cy="337801"/>
            <a:chOff x="2667821" y="3361108"/>
            <a:chExt cx="273046" cy="337801"/>
          </a:xfrm>
        </p:grpSpPr>
        <p:sp>
          <p:nvSpPr>
            <p:cNvPr id="13072" name="Google Shape;13072;p88"/>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8"/>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8"/>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8"/>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8"/>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8"/>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8"/>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8"/>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8"/>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8"/>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8"/>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8"/>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8"/>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8"/>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8"/>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8"/>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8"/>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8"/>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8"/>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1" name="Google Shape;13091;p88"/>
          <p:cNvGrpSpPr/>
          <p:nvPr/>
        </p:nvGrpSpPr>
        <p:grpSpPr>
          <a:xfrm>
            <a:off x="2212469" y="3184863"/>
            <a:ext cx="282715" cy="338660"/>
            <a:chOff x="2212469" y="3360313"/>
            <a:chExt cx="282715" cy="338660"/>
          </a:xfrm>
        </p:grpSpPr>
        <p:sp>
          <p:nvSpPr>
            <p:cNvPr id="13092" name="Google Shape;13092;p88"/>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8"/>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8"/>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5" name="Google Shape;13095;p88"/>
          <p:cNvGrpSpPr/>
          <p:nvPr/>
        </p:nvGrpSpPr>
        <p:grpSpPr>
          <a:xfrm>
            <a:off x="1768821" y="3185658"/>
            <a:ext cx="278739" cy="339073"/>
            <a:chOff x="1768821" y="3361108"/>
            <a:chExt cx="278739" cy="339073"/>
          </a:xfrm>
        </p:grpSpPr>
        <p:sp>
          <p:nvSpPr>
            <p:cNvPr id="13096" name="Google Shape;13096;p88"/>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8"/>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8"/>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8"/>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8"/>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8"/>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8"/>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8"/>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8"/>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8"/>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8"/>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7" name="Google Shape;13107;p88"/>
          <p:cNvGrpSpPr/>
          <p:nvPr/>
        </p:nvGrpSpPr>
        <p:grpSpPr>
          <a:xfrm>
            <a:off x="5337883" y="3161423"/>
            <a:ext cx="307141" cy="376826"/>
            <a:chOff x="5337883" y="3336873"/>
            <a:chExt cx="307141" cy="376826"/>
          </a:xfrm>
        </p:grpSpPr>
        <p:sp>
          <p:nvSpPr>
            <p:cNvPr id="13108" name="Google Shape;13108;p88"/>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8"/>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0" name="Google Shape;13110;p88"/>
          <p:cNvGrpSpPr/>
          <p:nvPr/>
        </p:nvGrpSpPr>
        <p:grpSpPr>
          <a:xfrm>
            <a:off x="4883835" y="3161805"/>
            <a:ext cx="323425" cy="377557"/>
            <a:chOff x="4883835" y="3337255"/>
            <a:chExt cx="323425" cy="377557"/>
          </a:xfrm>
        </p:grpSpPr>
        <p:sp>
          <p:nvSpPr>
            <p:cNvPr id="13111" name="Google Shape;13111;p88"/>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8"/>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8"/>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4" name="Google Shape;13114;p88"/>
          <p:cNvGrpSpPr/>
          <p:nvPr/>
        </p:nvGrpSpPr>
        <p:grpSpPr>
          <a:xfrm>
            <a:off x="6193310" y="3231839"/>
            <a:ext cx="352590" cy="237488"/>
            <a:chOff x="6193310" y="3407289"/>
            <a:chExt cx="352590" cy="237488"/>
          </a:xfrm>
        </p:grpSpPr>
        <p:sp>
          <p:nvSpPr>
            <p:cNvPr id="13115" name="Google Shape;13115;p88"/>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8"/>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8"/>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8"/>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8"/>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0" name="Google Shape;13120;p88"/>
          <p:cNvGrpSpPr/>
          <p:nvPr/>
        </p:nvGrpSpPr>
        <p:grpSpPr>
          <a:xfrm>
            <a:off x="6637117" y="3222393"/>
            <a:ext cx="353735" cy="254504"/>
            <a:chOff x="6637117" y="3397843"/>
            <a:chExt cx="353735" cy="254504"/>
          </a:xfrm>
        </p:grpSpPr>
        <p:sp>
          <p:nvSpPr>
            <p:cNvPr id="13121" name="Google Shape;13121;p88"/>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8"/>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8"/>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8"/>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8"/>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8"/>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7" name="Google Shape;13127;p88"/>
          <p:cNvGrpSpPr/>
          <p:nvPr/>
        </p:nvGrpSpPr>
        <p:grpSpPr>
          <a:xfrm>
            <a:off x="7075994" y="3174081"/>
            <a:ext cx="360637" cy="352336"/>
            <a:chOff x="7075994" y="3349531"/>
            <a:chExt cx="360637" cy="352336"/>
          </a:xfrm>
        </p:grpSpPr>
        <p:sp>
          <p:nvSpPr>
            <p:cNvPr id="13128" name="Google Shape;13128;p88"/>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8"/>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8"/>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8"/>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8"/>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8"/>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8"/>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88"/>
          <p:cNvGrpSpPr/>
          <p:nvPr/>
        </p:nvGrpSpPr>
        <p:grpSpPr>
          <a:xfrm>
            <a:off x="7651983" y="3173731"/>
            <a:ext cx="107183" cy="352399"/>
            <a:chOff x="7651983" y="3349181"/>
            <a:chExt cx="107183" cy="352399"/>
          </a:xfrm>
        </p:grpSpPr>
        <p:sp>
          <p:nvSpPr>
            <p:cNvPr id="13136" name="Google Shape;13136;p88"/>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8"/>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8" name="Google Shape;13138;p88"/>
          <p:cNvGrpSpPr/>
          <p:nvPr/>
        </p:nvGrpSpPr>
        <p:grpSpPr>
          <a:xfrm>
            <a:off x="7973468" y="3206872"/>
            <a:ext cx="352590" cy="287072"/>
            <a:chOff x="7973468" y="3382322"/>
            <a:chExt cx="352590" cy="287072"/>
          </a:xfrm>
        </p:grpSpPr>
        <p:sp>
          <p:nvSpPr>
            <p:cNvPr id="13139" name="Google Shape;13139;p88"/>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8"/>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8"/>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8"/>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8"/>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8"/>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8"/>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8"/>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8"/>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8"/>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8"/>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8"/>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1" name="Google Shape;13151;p88"/>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3152" name="Google Shape;13152;p88"/>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56" name="Shape 13156"/>
        <p:cNvGrpSpPr/>
        <p:nvPr/>
      </p:nvGrpSpPr>
      <p:grpSpPr>
        <a:xfrm>
          <a:off x="0" y="0"/>
          <a:ext cx="0" cy="0"/>
          <a:chOff x="0" y="0"/>
          <a:chExt cx="0" cy="0"/>
        </a:xfrm>
      </p:grpSpPr>
      <p:grpSp>
        <p:nvGrpSpPr>
          <p:cNvPr id="13157" name="Google Shape;13157;p89"/>
          <p:cNvGrpSpPr/>
          <p:nvPr/>
        </p:nvGrpSpPr>
        <p:grpSpPr>
          <a:xfrm>
            <a:off x="821808" y="1576858"/>
            <a:ext cx="347872" cy="347488"/>
            <a:chOff x="849677" y="1500658"/>
            <a:chExt cx="347872" cy="347488"/>
          </a:xfrm>
        </p:grpSpPr>
        <p:sp>
          <p:nvSpPr>
            <p:cNvPr id="13158" name="Google Shape;13158;p89"/>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9"/>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9"/>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9"/>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9"/>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9"/>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4" name="Google Shape;13164;p89"/>
          <p:cNvGrpSpPr/>
          <p:nvPr/>
        </p:nvGrpSpPr>
        <p:grpSpPr>
          <a:xfrm>
            <a:off x="1387984" y="1576858"/>
            <a:ext cx="315872" cy="347488"/>
            <a:chOff x="1415853" y="1500658"/>
            <a:chExt cx="315872" cy="347488"/>
          </a:xfrm>
        </p:grpSpPr>
        <p:sp>
          <p:nvSpPr>
            <p:cNvPr id="13165" name="Google Shape;13165;p89"/>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9"/>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9"/>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9"/>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9" name="Google Shape;13169;p89"/>
          <p:cNvGrpSpPr/>
          <p:nvPr/>
        </p:nvGrpSpPr>
        <p:grpSpPr>
          <a:xfrm>
            <a:off x="4669520" y="1576858"/>
            <a:ext cx="347520" cy="347104"/>
            <a:chOff x="4697389" y="1500658"/>
            <a:chExt cx="347520" cy="347104"/>
          </a:xfrm>
        </p:grpSpPr>
        <p:sp>
          <p:nvSpPr>
            <p:cNvPr id="13170" name="Google Shape;13170;p89"/>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9"/>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9"/>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3" name="Google Shape;13173;p89"/>
          <p:cNvGrpSpPr/>
          <p:nvPr/>
        </p:nvGrpSpPr>
        <p:grpSpPr>
          <a:xfrm>
            <a:off x="3575664" y="2041146"/>
            <a:ext cx="347520" cy="353760"/>
            <a:chOff x="3603533" y="1964946"/>
            <a:chExt cx="347520" cy="353760"/>
          </a:xfrm>
        </p:grpSpPr>
        <p:sp>
          <p:nvSpPr>
            <p:cNvPr id="13174" name="Google Shape;13174;p89"/>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9"/>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9"/>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7" name="Google Shape;13177;p89"/>
          <p:cNvGrpSpPr/>
          <p:nvPr/>
        </p:nvGrpSpPr>
        <p:grpSpPr>
          <a:xfrm>
            <a:off x="1922896" y="2040538"/>
            <a:ext cx="357792" cy="352448"/>
            <a:chOff x="1950765" y="1964338"/>
            <a:chExt cx="357792" cy="352448"/>
          </a:xfrm>
        </p:grpSpPr>
        <p:sp>
          <p:nvSpPr>
            <p:cNvPr id="13178" name="Google Shape;13178;p89"/>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9"/>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9"/>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9"/>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2" name="Google Shape;13182;p89"/>
          <p:cNvGrpSpPr/>
          <p:nvPr/>
        </p:nvGrpSpPr>
        <p:grpSpPr>
          <a:xfrm>
            <a:off x="7407760" y="2040890"/>
            <a:ext cx="367712" cy="353248"/>
            <a:chOff x="7435629" y="1964690"/>
            <a:chExt cx="367712" cy="353248"/>
          </a:xfrm>
        </p:grpSpPr>
        <p:sp>
          <p:nvSpPr>
            <p:cNvPr id="13183" name="Google Shape;13183;p89"/>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9"/>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9"/>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9"/>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7" name="Google Shape;13187;p89"/>
          <p:cNvGrpSpPr/>
          <p:nvPr/>
        </p:nvGrpSpPr>
        <p:grpSpPr>
          <a:xfrm>
            <a:off x="2484880" y="2041242"/>
            <a:ext cx="333024" cy="352896"/>
            <a:chOff x="2512749" y="1965042"/>
            <a:chExt cx="333024" cy="352896"/>
          </a:xfrm>
        </p:grpSpPr>
        <p:sp>
          <p:nvSpPr>
            <p:cNvPr id="13188" name="Google Shape;13188;p89"/>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9"/>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9"/>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9"/>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9"/>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3" name="Google Shape;13193;p89"/>
          <p:cNvGrpSpPr/>
          <p:nvPr/>
        </p:nvGrpSpPr>
        <p:grpSpPr>
          <a:xfrm>
            <a:off x="1370448" y="2057978"/>
            <a:ext cx="365792" cy="335392"/>
            <a:chOff x="1398317" y="1981778"/>
            <a:chExt cx="365792" cy="335392"/>
          </a:xfrm>
        </p:grpSpPr>
        <p:sp>
          <p:nvSpPr>
            <p:cNvPr id="13194" name="Google Shape;13194;p89"/>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9"/>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9"/>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9"/>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9"/>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9"/>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0" name="Google Shape;13200;p89"/>
          <p:cNvGrpSpPr/>
          <p:nvPr/>
        </p:nvGrpSpPr>
        <p:grpSpPr>
          <a:xfrm>
            <a:off x="3024368" y="2079770"/>
            <a:ext cx="353600" cy="314752"/>
            <a:chOff x="3052237" y="2003570"/>
            <a:chExt cx="353600" cy="314752"/>
          </a:xfrm>
        </p:grpSpPr>
        <p:sp>
          <p:nvSpPr>
            <p:cNvPr id="13201" name="Google Shape;13201;p89"/>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9"/>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9"/>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4" name="Google Shape;13204;p89"/>
          <p:cNvGrpSpPr/>
          <p:nvPr/>
        </p:nvGrpSpPr>
        <p:grpSpPr>
          <a:xfrm>
            <a:off x="1376144" y="3034266"/>
            <a:ext cx="368096" cy="223968"/>
            <a:chOff x="1404013" y="2958066"/>
            <a:chExt cx="368096" cy="223968"/>
          </a:xfrm>
        </p:grpSpPr>
        <p:sp>
          <p:nvSpPr>
            <p:cNvPr id="13205" name="Google Shape;13205;p89"/>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9"/>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07" name="Google Shape;13207;p89"/>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9"/>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09" name="Google Shape;13209;p89"/>
          <p:cNvGrpSpPr/>
          <p:nvPr/>
        </p:nvGrpSpPr>
        <p:grpSpPr>
          <a:xfrm>
            <a:off x="1923280" y="2961402"/>
            <a:ext cx="370368" cy="367328"/>
            <a:chOff x="1951149" y="2885202"/>
            <a:chExt cx="370368" cy="367328"/>
          </a:xfrm>
        </p:grpSpPr>
        <p:sp>
          <p:nvSpPr>
            <p:cNvPr id="13210" name="Google Shape;13210;p89"/>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9"/>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9"/>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89"/>
          <p:cNvGrpSpPr/>
          <p:nvPr/>
        </p:nvGrpSpPr>
        <p:grpSpPr>
          <a:xfrm>
            <a:off x="2473808" y="2982362"/>
            <a:ext cx="367328" cy="327296"/>
            <a:chOff x="2501677" y="2906162"/>
            <a:chExt cx="367328" cy="327296"/>
          </a:xfrm>
        </p:grpSpPr>
        <p:sp>
          <p:nvSpPr>
            <p:cNvPr id="13214" name="Google Shape;13214;p89"/>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9"/>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9"/>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17" name="Google Shape;13217;p89"/>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18" name="Google Shape;13218;p89"/>
          <p:cNvGrpSpPr/>
          <p:nvPr/>
        </p:nvGrpSpPr>
        <p:grpSpPr>
          <a:xfrm>
            <a:off x="3022448" y="2969914"/>
            <a:ext cx="367712" cy="354240"/>
            <a:chOff x="3050317" y="2893714"/>
            <a:chExt cx="367712" cy="354240"/>
          </a:xfrm>
        </p:grpSpPr>
        <p:sp>
          <p:nvSpPr>
            <p:cNvPr id="13219" name="Google Shape;13219;p89"/>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9"/>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1" name="Google Shape;13221;p89"/>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9"/>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3" name="Google Shape;13223;p89"/>
          <p:cNvGrpSpPr/>
          <p:nvPr/>
        </p:nvGrpSpPr>
        <p:grpSpPr>
          <a:xfrm>
            <a:off x="7503408" y="2962554"/>
            <a:ext cx="185184" cy="367296"/>
            <a:chOff x="7531277" y="2886354"/>
            <a:chExt cx="185184" cy="367296"/>
          </a:xfrm>
        </p:grpSpPr>
        <p:sp>
          <p:nvSpPr>
            <p:cNvPr id="13224" name="Google Shape;13224;p89"/>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9"/>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9"/>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7" name="Google Shape;13227;p89"/>
          <p:cNvGrpSpPr/>
          <p:nvPr/>
        </p:nvGrpSpPr>
        <p:grpSpPr>
          <a:xfrm>
            <a:off x="6898768" y="2962938"/>
            <a:ext cx="297184" cy="367296"/>
            <a:chOff x="6926637" y="2886738"/>
            <a:chExt cx="297184" cy="367296"/>
          </a:xfrm>
        </p:grpSpPr>
        <p:sp>
          <p:nvSpPr>
            <p:cNvPr id="13228" name="Google Shape;13228;p89"/>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9"/>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9"/>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1" name="Google Shape;13231;p89"/>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9"/>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3" name="Google Shape;13233;p89"/>
          <p:cNvGrpSpPr/>
          <p:nvPr/>
        </p:nvGrpSpPr>
        <p:grpSpPr>
          <a:xfrm>
            <a:off x="6312784" y="2962554"/>
            <a:ext cx="370368" cy="368064"/>
            <a:chOff x="6340653" y="2886354"/>
            <a:chExt cx="370368" cy="368064"/>
          </a:xfrm>
        </p:grpSpPr>
        <p:sp>
          <p:nvSpPr>
            <p:cNvPr id="13234" name="Google Shape;13234;p89"/>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9"/>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9"/>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9"/>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9"/>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9"/>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0" name="Google Shape;13240;p89"/>
          <p:cNvGrpSpPr/>
          <p:nvPr/>
        </p:nvGrpSpPr>
        <p:grpSpPr>
          <a:xfrm>
            <a:off x="5218928" y="2057626"/>
            <a:ext cx="354752" cy="336512"/>
            <a:chOff x="5246797" y="1981426"/>
            <a:chExt cx="354752" cy="336512"/>
          </a:xfrm>
        </p:grpSpPr>
        <p:sp>
          <p:nvSpPr>
            <p:cNvPr id="13241" name="Google Shape;13241;p89"/>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9"/>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3" name="Google Shape;13243;p89"/>
          <p:cNvGrpSpPr/>
          <p:nvPr/>
        </p:nvGrpSpPr>
        <p:grpSpPr>
          <a:xfrm>
            <a:off x="4120880" y="2178266"/>
            <a:ext cx="355136" cy="216256"/>
            <a:chOff x="4148749" y="2102066"/>
            <a:chExt cx="355136" cy="216256"/>
          </a:xfrm>
        </p:grpSpPr>
        <p:sp>
          <p:nvSpPr>
            <p:cNvPr id="13244" name="Google Shape;13244;p89"/>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9"/>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6" name="Google Shape;13246;p89"/>
          <p:cNvGrpSpPr/>
          <p:nvPr/>
        </p:nvGrpSpPr>
        <p:grpSpPr>
          <a:xfrm>
            <a:off x="5766800" y="2077626"/>
            <a:ext cx="354752" cy="315360"/>
            <a:chOff x="5794669" y="2001426"/>
            <a:chExt cx="354752" cy="315360"/>
          </a:xfrm>
        </p:grpSpPr>
        <p:sp>
          <p:nvSpPr>
            <p:cNvPr id="13247" name="Google Shape;13247;p89"/>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9"/>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9" name="Google Shape;13249;p89"/>
          <p:cNvGrpSpPr/>
          <p:nvPr/>
        </p:nvGrpSpPr>
        <p:grpSpPr>
          <a:xfrm>
            <a:off x="6317360" y="2106042"/>
            <a:ext cx="352832" cy="289216"/>
            <a:chOff x="6345229" y="2029842"/>
            <a:chExt cx="352832" cy="289216"/>
          </a:xfrm>
        </p:grpSpPr>
        <p:sp>
          <p:nvSpPr>
            <p:cNvPr id="13250" name="Google Shape;13250;p89"/>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9"/>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2" name="Google Shape;13252;p89"/>
          <p:cNvGrpSpPr/>
          <p:nvPr/>
        </p:nvGrpSpPr>
        <p:grpSpPr>
          <a:xfrm>
            <a:off x="4669520" y="2112538"/>
            <a:ext cx="354752" cy="281984"/>
            <a:chOff x="4697389" y="2036338"/>
            <a:chExt cx="354752" cy="281984"/>
          </a:xfrm>
        </p:grpSpPr>
        <p:sp>
          <p:nvSpPr>
            <p:cNvPr id="13253" name="Google Shape;13253;p89"/>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9"/>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5" name="Google Shape;13255;p89"/>
          <p:cNvGrpSpPr/>
          <p:nvPr/>
        </p:nvGrpSpPr>
        <p:grpSpPr>
          <a:xfrm>
            <a:off x="1376144" y="2500954"/>
            <a:ext cx="353600" cy="354944"/>
            <a:chOff x="1404013" y="2424754"/>
            <a:chExt cx="353600" cy="354944"/>
          </a:xfrm>
        </p:grpSpPr>
        <p:sp>
          <p:nvSpPr>
            <p:cNvPr id="13256" name="Google Shape;13256;p89"/>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9"/>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9"/>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9"/>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9"/>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1" name="Google Shape;13261;p89"/>
          <p:cNvGrpSpPr/>
          <p:nvPr/>
        </p:nvGrpSpPr>
        <p:grpSpPr>
          <a:xfrm>
            <a:off x="826384" y="2504474"/>
            <a:ext cx="355104" cy="351040"/>
            <a:chOff x="854253" y="2428274"/>
            <a:chExt cx="355104" cy="351040"/>
          </a:xfrm>
        </p:grpSpPr>
        <p:sp>
          <p:nvSpPr>
            <p:cNvPr id="13262" name="Google Shape;13262;p89"/>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9"/>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4" name="Google Shape;13264;p89"/>
          <p:cNvGrpSpPr/>
          <p:nvPr/>
        </p:nvGrpSpPr>
        <p:grpSpPr>
          <a:xfrm>
            <a:off x="6869040" y="2517146"/>
            <a:ext cx="354752" cy="275904"/>
            <a:chOff x="6896909" y="2440946"/>
            <a:chExt cx="354752" cy="275904"/>
          </a:xfrm>
        </p:grpSpPr>
        <p:sp>
          <p:nvSpPr>
            <p:cNvPr id="13265" name="Google Shape;13265;p89"/>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9"/>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7" name="Google Shape;13267;p89"/>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8" name="Google Shape;13268;p89"/>
          <p:cNvGrpSpPr/>
          <p:nvPr/>
        </p:nvGrpSpPr>
        <p:grpSpPr>
          <a:xfrm>
            <a:off x="5237200" y="2500954"/>
            <a:ext cx="321984" cy="354560"/>
            <a:chOff x="5265069" y="2424754"/>
            <a:chExt cx="321984" cy="354560"/>
          </a:xfrm>
        </p:grpSpPr>
        <p:sp>
          <p:nvSpPr>
            <p:cNvPr id="13269" name="Google Shape;13269;p89"/>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9"/>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1" name="Google Shape;13271;p89"/>
          <p:cNvGrpSpPr/>
          <p:nvPr/>
        </p:nvGrpSpPr>
        <p:grpSpPr>
          <a:xfrm>
            <a:off x="4122800" y="2542970"/>
            <a:ext cx="355104" cy="259584"/>
            <a:chOff x="4150669" y="2466770"/>
            <a:chExt cx="355104" cy="259584"/>
          </a:xfrm>
        </p:grpSpPr>
        <p:sp>
          <p:nvSpPr>
            <p:cNvPr id="13272" name="Google Shape;13272;p89"/>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9"/>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9"/>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9"/>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89"/>
          <p:cNvGrpSpPr/>
          <p:nvPr/>
        </p:nvGrpSpPr>
        <p:grpSpPr>
          <a:xfrm>
            <a:off x="4671824" y="2501146"/>
            <a:ext cx="354336" cy="353984"/>
            <a:chOff x="4699693" y="2424946"/>
            <a:chExt cx="354336" cy="353984"/>
          </a:xfrm>
        </p:grpSpPr>
        <p:sp>
          <p:nvSpPr>
            <p:cNvPr id="13277" name="Google Shape;13277;p89"/>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9"/>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9" name="Google Shape;13279;p89"/>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9"/>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1" name="Google Shape;13281;p89"/>
          <p:cNvGrpSpPr/>
          <p:nvPr/>
        </p:nvGrpSpPr>
        <p:grpSpPr>
          <a:xfrm>
            <a:off x="1925168" y="2628442"/>
            <a:ext cx="355136" cy="227072"/>
            <a:chOff x="1953037" y="2552242"/>
            <a:chExt cx="355136" cy="227072"/>
          </a:xfrm>
        </p:grpSpPr>
        <p:sp>
          <p:nvSpPr>
            <p:cNvPr id="13282" name="Google Shape;13282;p89"/>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9"/>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84" name="Google Shape;13284;p89"/>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5" name="Google Shape;13285;p89"/>
          <p:cNvGrpSpPr/>
          <p:nvPr/>
        </p:nvGrpSpPr>
        <p:grpSpPr>
          <a:xfrm>
            <a:off x="2473072" y="2603418"/>
            <a:ext cx="355104" cy="250944"/>
            <a:chOff x="2500941" y="2527218"/>
            <a:chExt cx="355104" cy="250944"/>
          </a:xfrm>
        </p:grpSpPr>
        <p:sp>
          <p:nvSpPr>
            <p:cNvPr id="13286" name="Google Shape;13286;p89"/>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9"/>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9"/>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9"/>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9"/>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1" name="Google Shape;13291;p89"/>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2" name="Google Shape;13292;p89"/>
          <p:cNvGrpSpPr/>
          <p:nvPr/>
        </p:nvGrpSpPr>
        <p:grpSpPr>
          <a:xfrm>
            <a:off x="7965936" y="2503322"/>
            <a:ext cx="356256" cy="351808"/>
            <a:chOff x="7993805" y="2427122"/>
            <a:chExt cx="356256" cy="351808"/>
          </a:xfrm>
        </p:grpSpPr>
        <p:sp>
          <p:nvSpPr>
            <p:cNvPr id="13293" name="Google Shape;13293;p89"/>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9"/>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9"/>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6" name="Google Shape;13296;p89"/>
          <p:cNvGrpSpPr/>
          <p:nvPr/>
        </p:nvGrpSpPr>
        <p:grpSpPr>
          <a:xfrm>
            <a:off x="850768" y="2041210"/>
            <a:ext cx="308640" cy="353312"/>
            <a:chOff x="878637" y="1965010"/>
            <a:chExt cx="308640" cy="353312"/>
          </a:xfrm>
        </p:grpSpPr>
        <p:sp>
          <p:nvSpPr>
            <p:cNvPr id="13297" name="Google Shape;13297;p89"/>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9"/>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9"/>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89"/>
          <p:cNvGrpSpPr/>
          <p:nvPr/>
        </p:nvGrpSpPr>
        <p:grpSpPr>
          <a:xfrm>
            <a:off x="6868272" y="2040922"/>
            <a:ext cx="348256" cy="352448"/>
            <a:chOff x="6896141" y="1964722"/>
            <a:chExt cx="348256" cy="352448"/>
          </a:xfrm>
        </p:grpSpPr>
        <p:sp>
          <p:nvSpPr>
            <p:cNvPr id="13301" name="Google Shape;13301;p89"/>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9"/>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9"/>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4" name="Google Shape;13304;p89"/>
          <p:cNvGrpSpPr/>
          <p:nvPr/>
        </p:nvGrpSpPr>
        <p:grpSpPr>
          <a:xfrm>
            <a:off x="7962128" y="2091578"/>
            <a:ext cx="355136" cy="303328"/>
            <a:chOff x="7989997" y="2015378"/>
            <a:chExt cx="355136" cy="303328"/>
          </a:xfrm>
        </p:grpSpPr>
        <p:sp>
          <p:nvSpPr>
            <p:cNvPr id="13305" name="Google Shape;13305;p89"/>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9"/>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9"/>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89"/>
          <p:cNvGrpSpPr/>
          <p:nvPr/>
        </p:nvGrpSpPr>
        <p:grpSpPr>
          <a:xfrm>
            <a:off x="3570352" y="1585562"/>
            <a:ext cx="348640" cy="330784"/>
            <a:chOff x="3598221" y="1509362"/>
            <a:chExt cx="348640" cy="330784"/>
          </a:xfrm>
        </p:grpSpPr>
        <p:sp>
          <p:nvSpPr>
            <p:cNvPr id="13309" name="Google Shape;13309;p89"/>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9"/>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9"/>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9"/>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3" name="Google Shape;13313;p89"/>
          <p:cNvGrpSpPr/>
          <p:nvPr/>
        </p:nvGrpSpPr>
        <p:grpSpPr>
          <a:xfrm>
            <a:off x="5218928" y="1576858"/>
            <a:ext cx="347872" cy="347488"/>
            <a:chOff x="5246797" y="1500658"/>
            <a:chExt cx="347872" cy="347488"/>
          </a:xfrm>
        </p:grpSpPr>
        <p:sp>
          <p:nvSpPr>
            <p:cNvPr id="13314" name="Google Shape;13314;p89"/>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9"/>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9"/>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9"/>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8" name="Google Shape;13318;p89"/>
          <p:cNvGrpSpPr/>
          <p:nvPr/>
        </p:nvGrpSpPr>
        <p:grpSpPr>
          <a:xfrm>
            <a:off x="5768720" y="1576858"/>
            <a:ext cx="349024" cy="346752"/>
            <a:chOff x="5796589" y="1500658"/>
            <a:chExt cx="349024" cy="346752"/>
          </a:xfrm>
        </p:grpSpPr>
        <p:sp>
          <p:nvSpPr>
            <p:cNvPr id="13319" name="Google Shape;13319;p89"/>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0" name="Google Shape;13320;p89"/>
            <p:cNvGrpSpPr/>
            <p:nvPr/>
          </p:nvGrpSpPr>
          <p:grpSpPr>
            <a:xfrm>
              <a:off x="5796589" y="1500658"/>
              <a:ext cx="349024" cy="346752"/>
              <a:chOff x="5796589" y="1500658"/>
              <a:chExt cx="349024" cy="346752"/>
            </a:xfrm>
          </p:grpSpPr>
          <p:sp>
            <p:nvSpPr>
              <p:cNvPr id="13321" name="Google Shape;13321;p89"/>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9"/>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9"/>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9"/>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25" name="Google Shape;13325;p89"/>
          <p:cNvGrpSpPr/>
          <p:nvPr/>
        </p:nvGrpSpPr>
        <p:grpSpPr>
          <a:xfrm>
            <a:off x="6867504" y="1578778"/>
            <a:ext cx="348640" cy="343296"/>
            <a:chOff x="6895373" y="1502578"/>
            <a:chExt cx="348640" cy="343296"/>
          </a:xfrm>
        </p:grpSpPr>
        <p:sp>
          <p:nvSpPr>
            <p:cNvPr id="13326" name="Google Shape;13326;p89"/>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9"/>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9"/>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9" name="Google Shape;13329;p89"/>
          <p:cNvGrpSpPr/>
          <p:nvPr/>
        </p:nvGrpSpPr>
        <p:grpSpPr>
          <a:xfrm>
            <a:off x="4119728" y="1581658"/>
            <a:ext cx="347904" cy="336992"/>
            <a:chOff x="4147597" y="1505458"/>
            <a:chExt cx="347904" cy="336992"/>
          </a:xfrm>
        </p:grpSpPr>
        <p:sp>
          <p:nvSpPr>
            <p:cNvPr id="13330" name="Google Shape;13330;p89"/>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9"/>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9"/>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9"/>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9"/>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9"/>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9"/>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7" name="Google Shape;13337;p89"/>
          <p:cNvGrpSpPr/>
          <p:nvPr/>
        </p:nvGrpSpPr>
        <p:grpSpPr>
          <a:xfrm>
            <a:off x="2471536" y="1576090"/>
            <a:ext cx="347488" cy="348256"/>
            <a:chOff x="2499405" y="1499890"/>
            <a:chExt cx="347488" cy="348256"/>
          </a:xfrm>
        </p:grpSpPr>
        <p:sp>
          <p:nvSpPr>
            <p:cNvPr id="13338" name="Google Shape;13338;p89"/>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9"/>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9"/>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9"/>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9"/>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3" name="Google Shape;13343;p89"/>
          <p:cNvGrpSpPr/>
          <p:nvPr/>
        </p:nvGrpSpPr>
        <p:grpSpPr>
          <a:xfrm>
            <a:off x="1928976" y="1576698"/>
            <a:ext cx="331520" cy="348032"/>
            <a:chOff x="1956845" y="1500498"/>
            <a:chExt cx="331520" cy="348032"/>
          </a:xfrm>
        </p:grpSpPr>
        <p:sp>
          <p:nvSpPr>
            <p:cNvPr id="13344" name="Google Shape;13344;p89"/>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9"/>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9"/>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9"/>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9"/>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9"/>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9"/>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9"/>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9"/>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9"/>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9"/>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9"/>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6" name="Google Shape;13356;p89"/>
          <p:cNvGrpSpPr/>
          <p:nvPr/>
        </p:nvGrpSpPr>
        <p:grpSpPr>
          <a:xfrm>
            <a:off x="6317744" y="1626074"/>
            <a:ext cx="348640" cy="250656"/>
            <a:chOff x="6345613" y="1549874"/>
            <a:chExt cx="348640" cy="250656"/>
          </a:xfrm>
        </p:grpSpPr>
        <p:sp>
          <p:nvSpPr>
            <p:cNvPr id="13357" name="Google Shape;13357;p89"/>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9"/>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9"/>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9"/>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9"/>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9"/>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3" name="Google Shape;13363;p89"/>
          <p:cNvGrpSpPr/>
          <p:nvPr/>
        </p:nvGrpSpPr>
        <p:grpSpPr>
          <a:xfrm>
            <a:off x="7416912" y="1583226"/>
            <a:ext cx="348640" cy="334272"/>
            <a:chOff x="7444781" y="1507026"/>
            <a:chExt cx="348640" cy="334272"/>
          </a:xfrm>
        </p:grpSpPr>
        <p:sp>
          <p:nvSpPr>
            <p:cNvPr id="13364" name="Google Shape;13364;p89"/>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9"/>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9"/>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9"/>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9"/>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9" name="Google Shape;13369;p89"/>
          <p:cNvGrpSpPr/>
          <p:nvPr/>
        </p:nvGrpSpPr>
        <p:grpSpPr>
          <a:xfrm>
            <a:off x="7967472" y="1582938"/>
            <a:ext cx="347872" cy="334944"/>
            <a:chOff x="7995341" y="1506738"/>
            <a:chExt cx="347872" cy="334944"/>
          </a:xfrm>
        </p:grpSpPr>
        <p:sp>
          <p:nvSpPr>
            <p:cNvPr id="13370" name="Google Shape;13370;p89"/>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9"/>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9"/>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9"/>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9"/>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9"/>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6" name="Google Shape;13376;p89"/>
          <p:cNvGrpSpPr/>
          <p:nvPr/>
        </p:nvGrpSpPr>
        <p:grpSpPr>
          <a:xfrm>
            <a:off x="3020176" y="1599130"/>
            <a:ext cx="347872" cy="303904"/>
            <a:chOff x="3048045" y="1522930"/>
            <a:chExt cx="347872" cy="303904"/>
          </a:xfrm>
        </p:grpSpPr>
        <p:sp>
          <p:nvSpPr>
            <p:cNvPr id="13377" name="Google Shape;13377;p89"/>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8" name="Google Shape;13378;p89"/>
            <p:cNvGrpSpPr/>
            <p:nvPr/>
          </p:nvGrpSpPr>
          <p:grpSpPr>
            <a:xfrm>
              <a:off x="3048045" y="1522930"/>
              <a:ext cx="347872" cy="303904"/>
              <a:chOff x="3048045" y="1522930"/>
              <a:chExt cx="347872" cy="303904"/>
            </a:xfrm>
          </p:grpSpPr>
          <p:sp>
            <p:nvSpPr>
              <p:cNvPr id="13379" name="Google Shape;13379;p89"/>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9"/>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81" name="Google Shape;13381;p89"/>
          <p:cNvGrpSpPr/>
          <p:nvPr/>
        </p:nvGrpSpPr>
        <p:grpSpPr>
          <a:xfrm>
            <a:off x="1105264" y="3428122"/>
            <a:ext cx="313984" cy="358560"/>
            <a:chOff x="1133133" y="3351922"/>
            <a:chExt cx="313984" cy="358560"/>
          </a:xfrm>
        </p:grpSpPr>
        <p:sp>
          <p:nvSpPr>
            <p:cNvPr id="13382" name="Google Shape;13382;p89"/>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9"/>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9"/>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9"/>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9"/>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9"/>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9"/>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9"/>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9"/>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9"/>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9"/>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9"/>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9"/>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9"/>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9"/>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9"/>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98" name="Google Shape;13398;p89"/>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99" name="Google Shape;13399;p89"/>
          <p:cNvGrpSpPr/>
          <p:nvPr/>
        </p:nvGrpSpPr>
        <p:grpSpPr>
          <a:xfrm>
            <a:off x="2767184" y="3428794"/>
            <a:ext cx="288448" cy="357120"/>
            <a:chOff x="2795053" y="3352594"/>
            <a:chExt cx="288448" cy="357120"/>
          </a:xfrm>
        </p:grpSpPr>
        <p:sp>
          <p:nvSpPr>
            <p:cNvPr id="13400" name="Google Shape;13400;p89"/>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9"/>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9"/>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9"/>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9"/>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9"/>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9"/>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9"/>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9"/>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9" name="Google Shape;13409;p89"/>
          <p:cNvGrpSpPr/>
          <p:nvPr/>
        </p:nvGrpSpPr>
        <p:grpSpPr>
          <a:xfrm>
            <a:off x="2208656" y="3429402"/>
            <a:ext cx="304832" cy="356512"/>
            <a:chOff x="2236525" y="3353202"/>
            <a:chExt cx="304832" cy="356512"/>
          </a:xfrm>
        </p:grpSpPr>
        <p:sp>
          <p:nvSpPr>
            <p:cNvPr id="13410" name="Google Shape;13410;p89"/>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9"/>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9"/>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3" name="Google Shape;13413;p89"/>
          <p:cNvGrpSpPr/>
          <p:nvPr/>
        </p:nvGrpSpPr>
        <p:grpSpPr>
          <a:xfrm>
            <a:off x="3882768" y="3428890"/>
            <a:ext cx="256800" cy="357024"/>
            <a:chOff x="3910637" y="3352690"/>
            <a:chExt cx="256800" cy="357024"/>
          </a:xfrm>
        </p:grpSpPr>
        <p:sp>
          <p:nvSpPr>
            <p:cNvPr id="13414" name="Google Shape;13414;p89"/>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9"/>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9"/>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7" name="Google Shape;13417;p89"/>
          <p:cNvGrpSpPr/>
          <p:nvPr/>
        </p:nvGrpSpPr>
        <p:grpSpPr>
          <a:xfrm>
            <a:off x="6028560" y="3428122"/>
            <a:ext cx="360064" cy="360096"/>
            <a:chOff x="6056429" y="3351922"/>
            <a:chExt cx="360064" cy="360096"/>
          </a:xfrm>
        </p:grpSpPr>
        <p:sp>
          <p:nvSpPr>
            <p:cNvPr id="13418" name="Google Shape;13418;p89"/>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9"/>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9"/>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1" name="Google Shape;13421;p89"/>
          <p:cNvGrpSpPr/>
          <p:nvPr/>
        </p:nvGrpSpPr>
        <p:grpSpPr>
          <a:xfrm>
            <a:off x="6581008" y="3429274"/>
            <a:ext cx="357408" cy="357408"/>
            <a:chOff x="6608877" y="3353074"/>
            <a:chExt cx="357408" cy="357408"/>
          </a:xfrm>
        </p:grpSpPr>
        <p:sp>
          <p:nvSpPr>
            <p:cNvPr id="13422" name="Google Shape;13422;p89"/>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9"/>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9"/>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9"/>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9"/>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9"/>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9"/>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9" name="Google Shape;13429;p89"/>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9"/>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1" name="Google Shape;13431;p89"/>
          <p:cNvGrpSpPr/>
          <p:nvPr/>
        </p:nvGrpSpPr>
        <p:grpSpPr>
          <a:xfrm>
            <a:off x="4931664" y="3446426"/>
            <a:ext cx="357408" cy="323488"/>
            <a:chOff x="4959533" y="3370226"/>
            <a:chExt cx="357408" cy="323488"/>
          </a:xfrm>
        </p:grpSpPr>
        <p:sp>
          <p:nvSpPr>
            <p:cNvPr id="13432" name="Google Shape;13432;p89"/>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9"/>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4" name="Google Shape;13434;p89"/>
          <p:cNvGrpSpPr/>
          <p:nvPr/>
        </p:nvGrpSpPr>
        <p:grpSpPr>
          <a:xfrm>
            <a:off x="7130768" y="3429274"/>
            <a:ext cx="357056" cy="357408"/>
            <a:chOff x="7158637" y="3353074"/>
            <a:chExt cx="357056" cy="357408"/>
          </a:xfrm>
        </p:grpSpPr>
        <p:sp>
          <p:nvSpPr>
            <p:cNvPr id="13435" name="Google Shape;13435;p89"/>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9"/>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9"/>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9"/>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9" name="Google Shape;13439;p89"/>
          <p:cNvGrpSpPr/>
          <p:nvPr/>
        </p:nvGrpSpPr>
        <p:grpSpPr>
          <a:xfrm>
            <a:off x="3288400" y="3428602"/>
            <a:ext cx="344832" cy="356544"/>
            <a:chOff x="3316269" y="3352402"/>
            <a:chExt cx="344832" cy="356544"/>
          </a:xfrm>
        </p:grpSpPr>
        <p:sp>
          <p:nvSpPr>
            <p:cNvPr id="13440" name="Google Shape;13440;p89"/>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9"/>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9"/>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3" name="Google Shape;13443;p89"/>
          <p:cNvGrpSpPr/>
          <p:nvPr/>
        </p:nvGrpSpPr>
        <p:grpSpPr>
          <a:xfrm>
            <a:off x="5481040" y="3447706"/>
            <a:ext cx="358560" cy="319552"/>
            <a:chOff x="5508909" y="3371506"/>
            <a:chExt cx="358560" cy="319552"/>
          </a:xfrm>
        </p:grpSpPr>
        <p:sp>
          <p:nvSpPr>
            <p:cNvPr id="13444" name="Google Shape;13444;p89"/>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9"/>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9"/>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9"/>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9"/>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9"/>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9"/>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9"/>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9"/>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9"/>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54" name="Google Shape;13454;p8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458" name="Shape 13458"/>
        <p:cNvGrpSpPr/>
        <p:nvPr/>
      </p:nvGrpSpPr>
      <p:grpSpPr>
        <a:xfrm>
          <a:off x="0" y="0"/>
          <a:ext cx="0" cy="0"/>
          <a:chOff x="0" y="0"/>
          <a:chExt cx="0" cy="0"/>
        </a:xfrm>
      </p:grpSpPr>
      <p:sp>
        <p:nvSpPr>
          <p:cNvPr id="13459" name="Google Shape;13459;p90"/>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0" name="Google Shape;13460;p90"/>
          <p:cNvGrpSpPr/>
          <p:nvPr/>
        </p:nvGrpSpPr>
        <p:grpSpPr>
          <a:xfrm>
            <a:off x="3026217" y="3893352"/>
            <a:ext cx="346056" cy="345674"/>
            <a:chOff x="3303268" y="3817349"/>
            <a:chExt cx="346056" cy="345674"/>
          </a:xfrm>
        </p:grpSpPr>
        <p:sp>
          <p:nvSpPr>
            <p:cNvPr id="13461" name="Google Shape;13461;p90"/>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9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9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9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5" name="Google Shape;13465;p90"/>
          <p:cNvGrpSpPr/>
          <p:nvPr/>
        </p:nvGrpSpPr>
        <p:grpSpPr>
          <a:xfrm>
            <a:off x="3475306" y="3893352"/>
            <a:ext cx="346056" cy="345674"/>
            <a:chOff x="3752358" y="3817349"/>
            <a:chExt cx="346056" cy="345674"/>
          </a:xfrm>
        </p:grpSpPr>
        <p:sp>
          <p:nvSpPr>
            <p:cNvPr id="13466" name="Google Shape;13466;p90"/>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90"/>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90"/>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90"/>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0" name="Google Shape;13470;p90"/>
          <p:cNvGrpSpPr/>
          <p:nvPr/>
        </p:nvGrpSpPr>
        <p:grpSpPr>
          <a:xfrm>
            <a:off x="4822956" y="3893352"/>
            <a:ext cx="346024" cy="345674"/>
            <a:chOff x="5100008" y="3817349"/>
            <a:chExt cx="346024" cy="345674"/>
          </a:xfrm>
        </p:grpSpPr>
        <p:sp>
          <p:nvSpPr>
            <p:cNvPr id="13471" name="Google Shape;13471;p90"/>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90"/>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90"/>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4" name="Google Shape;13474;p90"/>
          <p:cNvGrpSpPr/>
          <p:nvPr/>
        </p:nvGrpSpPr>
        <p:grpSpPr>
          <a:xfrm>
            <a:off x="5721867" y="3893352"/>
            <a:ext cx="345674" cy="345674"/>
            <a:chOff x="5998919" y="3817349"/>
            <a:chExt cx="345674" cy="345674"/>
          </a:xfrm>
        </p:grpSpPr>
        <p:sp>
          <p:nvSpPr>
            <p:cNvPr id="13475" name="Google Shape;13475;p90"/>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90"/>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90"/>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90"/>
          <p:cNvGrpSpPr/>
          <p:nvPr/>
        </p:nvGrpSpPr>
        <p:grpSpPr>
          <a:xfrm>
            <a:off x="3924396" y="3893352"/>
            <a:ext cx="346024" cy="345674"/>
            <a:chOff x="4201447" y="3817349"/>
            <a:chExt cx="346024" cy="345674"/>
          </a:xfrm>
        </p:grpSpPr>
        <p:sp>
          <p:nvSpPr>
            <p:cNvPr id="13479" name="Google Shape;13479;p90"/>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90"/>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1" name="Google Shape;13481;p90"/>
          <p:cNvGrpSpPr/>
          <p:nvPr/>
        </p:nvGrpSpPr>
        <p:grpSpPr>
          <a:xfrm>
            <a:off x="4373867" y="3893352"/>
            <a:ext cx="346024" cy="345674"/>
            <a:chOff x="4650919" y="3817349"/>
            <a:chExt cx="346024" cy="345674"/>
          </a:xfrm>
        </p:grpSpPr>
        <p:sp>
          <p:nvSpPr>
            <p:cNvPr id="13482" name="Google Shape;13482;p90"/>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90"/>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90"/>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5" name="Google Shape;13485;p90"/>
          <p:cNvGrpSpPr/>
          <p:nvPr/>
        </p:nvGrpSpPr>
        <p:grpSpPr>
          <a:xfrm>
            <a:off x="5272810" y="3893352"/>
            <a:ext cx="345642" cy="345674"/>
            <a:chOff x="5549861" y="3817349"/>
            <a:chExt cx="345642" cy="345674"/>
          </a:xfrm>
        </p:grpSpPr>
        <p:sp>
          <p:nvSpPr>
            <p:cNvPr id="13486" name="Google Shape;13486;p90"/>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90"/>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90"/>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9" name="Google Shape;13489;p90"/>
          <p:cNvGrpSpPr/>
          <p:nvPr/>
        </p:nvGrpSpPr>
        <p:grpSpPr>
          <a:xfrm>
            <a:off x="1281335" y="3474029"/>
            <a:ext cx="367255" cy="269855"/>
            <a:chOff x="1306445" y="3397829"/>
            <a:chExt cx="367255" cy="269855"/>
          </a:xfrm>
        </p:grpSpPr>
        <p:sp>
          <p:nvSpPr>
            <p:cNvPr id="13490" name="Google Shape;13490;p90"/>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90"/>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90"/>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90"/>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90"/>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90"/>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6" name="Google Shape;13496;p90"/>
          <p:cNvGrpSpPr/>
          <p:nvPr/>
        </p:nvGrpSpPr>
        <p:grpSpPr>
          <a:xfrm>
            <a:off x="1756207" y="3467600"/>
            <a:ext cx="367255" cy="282364"/>
            <a:chOff x="1781317" y="3391400"/>
            <a:chExt cx="367255" cy="282364"/>
          </a:xfrm>
        </p:grpSpPr>
        <p:sp>
          <p:nvSpPr>
            <p:cNvPr id="13497" name="Google Shape;13497;p90"/>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90"/>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90"/>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90"/>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90"/>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90"/>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3" name="Google Shape;13503;p90"/>
          <p:cNvGrpSpPr/>
          <p:nvPr/>
        </p:nvGrpSpPr>
        <p:grpSpPr>
          <a:xfrm>
            <a:off x="3653720" y="3447133"/>
            <a:ext cx="369164" cy="323297"/>
            <a:chOff x="3678830" y="3370933"/>
            <a:chExt cx="369164" cy="323297"/>
          </a:xfrm>
        </p:grpSpPr>
        <p:sp>
          <p:nvSpPr>
            <p:cNvPr id="13504" name="Google Shape;13504;p90"/>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90"/>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90"/>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90"/>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90"/>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90"/>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90"/>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90"/>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90"/>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90"/>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90"/>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5" name="Google Shape;13515;p90"/>
          <p:cNvGrpSpPr/>
          <p:nvPr/>
        </p:nvGrpSpPr>
        <p:grpSpPr>
          <a:xfrm>
            <a:off x="834155" y="3424375"/>
            <a:ext cx="312316" cy="368400"/>
            <a:chOff x="859265" y="3348175"/>
            <a:chExt cx="312316" cy="368400"/>
          </a:xfrm>
        </p:grpSpPr>
        <p:sp>
          <p:nvSpPr>
            <p:cNvPr id="13516" name="Google Shape;13516;p90"/>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90"/>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90"/>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90"/>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90"/>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1" name="Google Shape;13521;p90"/>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2" name="Google Shape;13522;p90"/>
          <p:cNvGrpSpPr/>
          <p:nvPr/>
        </p:nvGrpSpPr>
        <p:grpSpPr>
          <a:xfrm>
            <a:off x="2741264" y="3437213"/>
            <a:ext cx="330110" cy="308908"/>
            <a:chOff x="2766264" y="3394042"/>
            <a:chExt cx="294873" cy="275934"/>
          </a:xfrm>
        </p:grpSpPr>
        <p:sp>
          <p:nvSpPr>
            <p:cNvPr id="13523" name="Google Shape;13523;p90"/>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90"/>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90"/>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90"/>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7" name="Google Shape;13527;p90"/>
          <p:cNvGrpSpPr/>
          <p:nvPr/>
        </p:nvGrpSpPr>
        <p:grpSpPr>
          <a:xfrm>
            <a:off x="3189862" y="3435388"/>
            <a:ext cx="346406" cy="347552"/>
            <a:chOff x="3214972" y="3359188"/>
            <a:chExt cx="346406" cy="347552"/>
          </a:xfrm>
        </p:grpSpPr>
        <p:sp>
          <p:nvSpPr>
            <p:cNvPr id="13528" name="Google Shape;13528;p90"/>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90"/>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90"/>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90"/>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90"/>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90"/>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90"/>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90"/>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90"/>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90"/>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90"/>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90"/>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90"/>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90"/>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2" name="Google Shape;13542;p90"/>
          <p:cNvGrpSpPr/>
          <p:nvPr/>
        </p:nvGrpSpPr>
        <p:grpSpPr>
          <a:xfrm>
            <a:off x="4604196" y="3485393"/>
            <a:ext cx="367255" cy="244486"/>
            <a:chOff x="4629306" y="3409193"/>
            <a:chExt cx="367255" cy="244486"/>
          </a:xfrm>
        </p:grpSpPr>
        <p:sp>
          <p:nvSpPr>
            <p:cNvPr id="13543" name="Google Shape;13543;p90"/>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90"/>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90"/>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90"/>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90"/>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90"/>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90"/>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90"/>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90"/>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90"/>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3" name="Google Shape;13553;p90"/>
          <p:cNvGrpSpPr/>
          <p:nvPr/>
        </p:nvGrpSpPr>
        <p:grpSpPr>
          <a:xfrm>
            <a:off x="4168380" y="3426284"/>
            <a:ext cx="289939" cy="334661"/>
            <a:chOff x="4193490" y="3350084"/>
            <a:chExt cx="289939" cy="334661"/>
          </a:xfrm>
        </p:grpSpPr>
        <p:sp>
          <p:nvSpPr>
            <p:cNvPr id="13554" name="Google Shape;13554;p90"/>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90"/>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90"/>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90"/>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90"/>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90"/>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90"/>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90"/>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90"/>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90"/>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4" name="Google Shape;13564;p90"/>
          <p:cNvGrpSpPr/>
          <p:nvPr/>
        </p:nvGrpSpPr>
        <p:grpSpPr>
          <a:xfrm>
            <a:off x="6508171" y="3427430"/>
            <a:ext cx="357037" cy="357005"/>
            <a:chOff x="6533281" y="3351230"/>
            <a:chExt cx="357037" cy="357005"/>
          </a:xfrm>
        </p:grpSpPr>
        <p:sp>
          <p:nvSpPr>
            <p:cNvPr id="13565" name="Google Shape;13565;p90"/>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90"/>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90"/>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8" name="Google Shape;13568;p90"/>
          <p:cNvGrpSpPr/>
          <p:nvPr/>
        </p:nvGrpSpPr>
        <p:grpSpPr>
          <a:xfrm>
            <a:off x="6033331" y="3427430"/>
            <a:ext cx="357387" cy="357005"/>
            <a:chOff x="6058441" y="3351230"/>
            <a:chExt cx="357387" cy="357005"/>
          </a:xfrm>
        </p:grpSpPr>
        <p:sp>
          <p:nvSpPr>
            <p:cNvPr id="13569" name="Google Shape;13569;p90"/>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90"/>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1" name="Google Shape;13571;p90"/>
          <p:cNvGrpSpPr/>
          <p:nvPr/>
        </p:nvGrpSpPr>
        <p:grpSpPr>
          <a:xfrm>
            <a:off x="7932373" y="3427048"/>
            <a:ext cx="357387" cy="357387"/>
            <a:chOff x="7957483" y="3350848"/>
            <a:chExt cx="357387" cy="357387"/>
          </a:xfrm>
        </p:grpSpPr>
        <p:sp>
          <p:nvSpPr>
            <p:cNvPr id="13572" name="Google Shape;13572;p90"/>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90"/>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90"/>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5" name="Google Shape;13575;p90"/>
          <p:cNvGrpSpPr/>
          <p:nvPr/>
        </p:nvGrpSpPr>
        <p:grpSpPr>
          <a:xfrm>
            <a:off x="6982661" y="3427430"/>
            <a:ext cx="357387" cy="357005"/>
            <a:chOff x="7007771" y="3351230"/>
            <a:chExt cx="357387" cy="357005"/>
          </a:xfrm>
        </p:grpSpPr>
        <p:sp>
          <p:nvSpPr>
            <p:cNvPr id="13576" name="Google Shape;13576;p90"/>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90"/>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90"/>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90"/>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90"/>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1" name="Google Shape;13581;p90"/>
          <p:cNvGrpSpPr/>
          <p:nvPr/>
        </p:nvGrpSpPr>
        <p:grpSpPr>
          <a:xfrm>
            <a:off x="5083620" y="3427430"/>
            <a:ext cx="357005" cy="357005"/>
            <a:chOff x="5108729" y="3351230"/>
            <a:chExt cx="357005" cy="357005"/>
          </a:xfrm>
        </p:grpSpPr>
        <p:sp>
          <p:nvSpPr>
            <p:cNvPr id="13582" name="Google Shape;13582;p90"/>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90"/>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4" name="Google Shape;13584;p90"/>
          <p:cNvGrpSpPr/>
          <p:nvPr/>
        </p:nvGrpSpPr>
        <p:grpSpPr>
          <a:xfrm>
            <a:off x="5558459" y="3427430"/>
            <a:ext cx="357419" cy="357005"/>
            <a:chOff x="5583569" y="3351230"/>
            <a:chExt cx="357419" cy="357005"/>
          </a:xfrm>
        </p:grpSpPr>
        <p:sp>
          <p:nvSpPr>
            <p:cNvPr id="13585" name="Google Shape;13585;p90"/>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90"/>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7" name="Google Shape;13587;p90"/>
          <p:cNvGrpSpPr/>
          <p:nvPr/>
        </p:nvGrpSpPr>
        <p:grpSpPr>
          <a:xfrm>
            <a:off x="7457119" y="3427430"/>
            <a:ext cx="357419" cy="357005"/>
            <a:chOff x="7482229" y="3351230"/>
            <a:chExt cx="357419" cy="357005"/>
          </a:xfrm>
        </p:grpSpPr>
        <p:sp>
          <p:nvSpPr>
            <p:cNvPr id="13588" name="Google Shape;13588;p90"/>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90"/>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90"/>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90"/>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90"/>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3" name="Google Shape;13593;p90"/>
          <p:cNvGrpSpPr/>
          <p:nvPr/>
        </p:nvGrpSpPr>
        <p:grpSpPr>
          <a:xfrm>
            <a:off x="3739375" y="2966882"/>
            <a:ext cx="222874" cy="345737"/>
            <a:chOff x="3764485" y="2890682"/>
            <a:chExt cx="222874" cy="345737"/>
          </a:xfrm>
        </p:grpSpPr>
        <p:sp>
          <p:nvSpPr>
            <p:cNvPr id="13594" name="Google Shape;13594;p90"/>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90"/>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90"/>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7" name="Google Shape;13597;p90"/>
          <p:cNvGrpSpPr/>
          <p:nvPr/>
        </p:nvGrpSpPr>
        <p:grpSpPr>
          <a:xfrm>
            <a:off x="2213507" y="2984331"/>
            <a:ext cx="422596" cy="310382"/>
            <a:chOff x="2278533" y="2937377"/>
            <a:chExt cx="346788" cy="254704"/>
          </a:xfrm>
        </p:grpSpPr>
        <p:sp>
          <p:nvSpPr>
            <p:cNvPr id="13598" name="Google Shape;13598;p90"/>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90"/>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00" name="Google Shape;13600;p90"/>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01" name="Google Shape;13601;p90"/>
          <p:cNvGrpSpPr/>
          <p:nvPr/>
        </p:nvGrpSpPr>
        <p:grpSpPr>
          <a:xfrm>
            <a:off x="1811527" y="2967710"/>
            <a:ext cx="286152" cy="346438"/>
            <a:chOff x="1836637" y="2891510"/>
            <a:chExt cx="286152" cy="346438"/>
          </a:xfrm>
        </p:grpSpPr>
        <p:sp>
          <p:nvSpPr>
            <p:cNvPr id="13602" name="Google Shape;13602;p90"/>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90"/>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90"/>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5" name="Google Shape;13605;p90"/>
          <p:cNvGrpSpPr/>
          <p:nvPr/>
        </p:nvGrpSpPr>
        <p:grpSpPr>
          <a:xfrm>
            <a:off x="5560751" y="2982129"/>
            <a:ext cx="379764" cy="337684"/>
            <a:chOff x="5585861" y="2905929"/>
            <a:chExt cx="379764" cy="337684"/>
          </a:xfrm>
        </p:grpSpPr>
        <p:sp>
          <p:nvSpPr>
            <p:cNvPr id="13606" name="Google Shape;13606;p90"/>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90"/>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90"/>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90"/>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0" name="Google Shape;13610;p90"/>
          <p:cNvGrpSpPr/>
          <p:nvPr/>
        </p:nvGrpSpPr>
        <p:grpSpPr>
          <a:xfrm>
            <a:off x="1302566" y="2986680"/>
            <a:ext cx="347934" cy="310024"/>
            <a:chOff x="1327676" y="2910480"/>
            <a:chExt cx="347934" cy="310024"/>
          </a:xfrm>
        </p:grpSpPr>
        <p:sp>
          <p:nvSpPr>
            <p:cNvPr id="13611" name="Google Shape;13611;p90"/>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90"/>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90"/>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90"/>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90"/>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16" name="Google Shape;13616;p90"/>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17" name="Google Shape;13617;p90"/>
          <p:cNvGrpSpPr/>
          <p:nvPr/>
        </p:nvGrpSpPr>
        <p:grpSpPr>
          <a:xfrm>
            <a:off x="2728291" y="2945764"/>
            <a:ext cx="382828" cy="358601"/>
            <a:chOff x="2753373" y="2902523"/>
            <a:chExt cx="347552" cy="325557"/>
          </a:xfrm>
        </p:grpSpPr>
        <p:sp>
          <p:nvSpPr>
            <p:cNvPr id="13618" name="Google Shape;13618;p90"/>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90"/>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90"/>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90"/>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90"/>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90"/>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4" name="Google Shape;13624;p90"/>
          <p:cNvGrpSpPr/>
          <p:nvPr/>
        </p:nvGrpSpPr>
        <p:grpSpPr>
          <a:xfrm>
            <a:off x="823906" y="2979455"/>
            <a:ext cx="356655" cy="335425"/>
            <a:chOff x="849016" y="2903255"/>
            <a:chExt cx="356655" cy="335425"/>
          </a:xfrm>
        </p:grpSpPr>
        <p:sp>
          <p:nvSpPr>
            <p:cNvPr id="13625" name="Google Shape;13625;p90"/>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90"/>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90"/>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90"/>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90"/>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90"/>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90"/>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90"/>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90"/>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90"/>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90"/>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6" name="Google Shape;13636;p90"/>
          <p:cNvGrpSpPr/>
          <p:nvPr/>
        </p:nvGrpSpPr>
        <p:grpSpPr>
          <a:xfrm>
            <a:off x="4185823" y="3002977"/>
            <a:ext cx="280072" cy="275520"/>
            <a:chOff x="4210933" y="2926777"/>
            <a:chExt cx="280072" cy="275520"/>
          </a:xfrm>
        </p:grpSpPr>
        <p:sp>
          <p:nvSpPr>
            <p:cNvPr id="13637" name="Google Shape;13637;p90"/>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90"/>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90"/>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90"/>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90"/>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90"/>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90"/>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90"/>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90"/>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90"/>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90"/>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90"/>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90"/>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90"/>
          <p:cNvGrpSpPr/>
          <p:nvPr/>
        </p:nvGrpSpPr>
        <p:grpSpPr>
          <a:xfrm>
            <a:off x="4642106" y="2991582"/>
            <a:ext cx="320273" cy="318395"/>
            <a:chOff x="4667216" y="2915382"/>
            <a:chExt cx="320273" cy="318395"/>
          </a:xfrm>
        </p:grpSpPr>
        <p:sp>
          <p:nvSpPr>
            <p:cNvPr id="13651" name="Google Shape;13651;p90"/>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90"/>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90"/>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90"/>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5" name="Google Shape;13655;p90"/>
          <p:cNvGrpSpPr/>
          <p:nvPr/>
        </p:nvGrpSpPr>
        <p:grpSpPr>
          <a:xfrm>
            <a:off x="5145370" y="3010839"/>
            <a:ext cx="261929" cy="280550"/>
            <a:chOff x="5170480" y="2934639"/>
            <a:chExt cx="261929" cy="280550"/>
          </a:xfrm>
        </p:grpSpPr>
        <p:sp>
          <p:nvSpPr>
            <p:cNvPr id="13656" name="Google Shape;13656;p90"/>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90"/>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90"/>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90"/>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90"/>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90"/>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90"/>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3" name="Google Shape;13663;p90"/>
          <p:cNvGrpSpPr/>
          <p:nvPr/>
        </p:nvGrpSpPr>
        <p:grpSpPr>
          <a:xfrm>
            <a:off x="6044313" y="2968091"/>
            <a:ext cx="362321" cy="364231"/>
            <a:chOff x="6069423" y="2891892"/>
            <a:chExt cx="362321" cy="364231"/>
          </a:xfrm>
        </p:grpSpPr>
        <p:sp>
          <p:nvSpPr>
            <p:cNvPr id="13664" name="Google Shape;13664;p90"/>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90"/>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90"/>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90"/>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90"/>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90"/>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0" name="Google Shape;13670;p90"/>
          <p:cNvGrpSpPr/>
          <p:nvPr/>
        </p:nvGrpSpPr>
        <p:grpSpPr>
          <a:xfrm>
            <a:off x="6546845" y="2995370"/>
            <a:ext cx="308878" cy="311170"/>
            <a:chOff x="6571955" y="2919170"/>
            <a:chExt cx="308878" cy="311170"/>
          </a:xfrm>
        </p:grpSpPr>
        <p:sp>
          <p:nvSpPr>
            <p:cNvPr id="13671" name="Google Shape;13671;p90"/>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90"/>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90"/>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90"/>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90"/>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90"/>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90"/>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90"/>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90"/>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90"/>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1" name="Google Shape;13681;p90"/>
          <p:cNvGrpSpPr/>
          <p:nvPr/>
        </p:nvGrpSpPr>
        <p:grpSpPr>
          <a:xfrm>
            <a:off x="7474944" y="3010935"/>
            <a:ext cx="350576" cy="280454"/>
            <a:chOff x="7500054" y="2934735"/>
            <a:chExt cx="350576" cy="280454"/>
          </a:xfrm>
        </p:grpSpPr>
        <p:sp>
          <p:nvSpPr>
            <p:cNvPr id="13682" name="Google Shape;13682;p90"/>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90"/>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90"/>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90"/>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90"/>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90"/>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90"/>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90"/>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0" name="Google Shape;13690;p90"/>
          <p:cNvGrpSpPr/>
          <p:nvPr/>
        </p:nvGrpSpPr>
        <p:grpSpPr>
          <a:xfrm>
            <a:off x="6987570" y="2950862"/>
            <a:ext cx="332012" cy="355454"/>
            <a:chOff x="7055134" y="2919170"/>
            <a:chExt cx="290321" cy="310820"/>
          </a:xfrm>
        </p:grpSpPr>
        <p:sp>
          <p:nvSpPr>
            <p:cNvPr id="13691" name="Google Shape;13691;p90"/>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90"/>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90"/>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90"/>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90"/>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90"/>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90"/>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90"/>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90"/>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90"/>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90"/>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90"/>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90"/>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90"/>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5" name="Google Shape;13705;p90"/>
          <p:cNvGrpSpPr/>
          <p:nvPr/>
        </p:nvGrpSpPr>
        <p:grpSpPr>
          <a:xfrm>
            <a:off x="7960033" y="2976813"/>
            <a:ext cx="330109" cy="347552"/>
            <a:chOff x="7985143" y="2900613"/>
            <a:chExt cx="330109" cy="347552"/>
          </a:xfrm>
        </p:grpSpPr>
        <p:sp>
          <p:nvSpPr>
            <p:cNvPr id="13706" name="Google Shape;13706;p90"/>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90"/>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90"/>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90"/>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90"/>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90"/>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90"/>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90"/>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4" name="Google Shape;13714;p90"/>
          <p:cNvGrpSpPr/>
          <p:nvPr/>
        </p:nvGrpSpPr>
        <p:grpSpPr>
          <a:xfrm>
            <a:off x="7965731" y="2511426"/>
            <a:ext cx="354363" cy="353631"/>
            <a:chOff x="7990840" y="2435226"/>
            <a:chExt cx="354363" cy="353631"/>
          </a:xfrm>
        </p:grpSpPr>
        <p:sp>
          <p:nvSpPr>
            <p:cNvPr id="13715" name="Google Shape;13715;p90"/>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90"/>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90"/>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8" name="Google Shape;13718;p90"/>
          <p:cNvGrpSpPr/>
          <p:nvPr/>
        </p:nvGrpSpPr>
        <p:grpSpPr>
          <a:xfrm>
            <a:off x="1792207" y="2556530"/>
            <a:ext cx="350958" cy="263043"/>
            <a:chOff x="1817317" y="2480330"/>
            <a:chExt cx="350958" cy="263043"/>
          </a:xfrm>
        </p:grpSpPr>
        <p:sp>
          <p:nvSpPr>
            <p:cNvPr id="13719" name="Google Shape;13719;p90"/>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90"/>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90"/>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90"/>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90"/>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4" name="Google Shape;13724;p90"/>
          <p:cNvGrpSpPr/>
          <p:nvPr/>
        </p:nvGrpSpPr>
        <p:grpSpPr>
          <a:xfrm>
            <a:off x="1316617" y="2559549"/>
            <a:ext cx="419913" cy="308109"/>
            <a:chOff x="1341727" y="2483349"/>
            <a:chExt cx="419913" cy="308109"/>
          </a:xfrm>
        </p:grpSpPr>
        <p:sp>
          <p:nvSpPr>
            <p:cNvPr id="13725" name="Google Shape;13725;p90"/>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90"/>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90"/>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8" name="Google Shape;13728;p90"/>
          <p:cNvGrpSpPr/>
          <p:nvPr/>
        </p:nvGrpSpPr>
        <p:grpSpPr>
          <a:xfrm>
            <a:off x="829222" y="2523936"/>
            <a:ext cx="376358" cy="330109"/>
            <a:chOff x="854332" y="2447736"/>
            <a:chExt cx="376358" cy="330109"/>
          </a:xfrm>
        </p:grpSpPr>
        <p:sp>
          <p:nvSpPr>
            <p:cNvPr id="13729" name="Google Shape;13729;p90"/>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90"/>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90"/>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90"/>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90"/>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90"/>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90"/>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90"/>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7" name="Google Shape;13737;p90"/>
          <p:cNvGrpSpPr/>
          <p:nvPr/>
        </p:nvGrpSpPr>
        <p:grpSpPr>
          <a:xfrm>
            <a:off x="4181653" y="2527151"/>
            <a:ext cx="322151" cy="322374"/>
            <a:chOff x="4206763" y="2450951"/>
            <a:chExt cx="322151" cy="322374"/>
          </a:xfrm>
        </p:grpSpPr>
        <p:sp>
          <p:nvSpPr>
            <p:cNvPr id="13738" name="Google Shape;13738;p90"/>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90"/>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0" name="Google Shape;13740;p90"/>
          <p:cNvGrpSpPr/>
          <p:nvPr/>
        </p:nvGrpSpPr>
        <p:grpSpPr>
          <a:xfrm>
            <a:off x="7491236" y="2526259"/>
            <a:ext cx="327976" cy="324316"/>
            <a:chOff x="7528096" y="2450059"/>
            <a:chExt cx="327976" cy="324316"/>
          </a:xfrm>
        </p:grpSpPr>
        <p:sp>
          <p:nvSpPr>
            <p:cNvPr id="13741" name="Google Shape;13741;p90"/>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90"/>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90"/>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90"/>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90"/>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6" name="Google Shape;13746;p90"/>
          <p:cNvGrpSpPr/>
          <p:nvPr/>
        </p:nvGrpSpPr>
        <p:grpSpPr>
          <a:xfrm>
            <a:off x="7052019" y="2588742"/>
            <a:ext cx="282364" cy="198619"/>
            <a:chOff x="7077129" y="2512542"/>
            <a:chExt cx="282364" cy="198619"/>
          </a:xfrm>
        </p:grpSpPr>
        <p:sp>
          <p:nvSpPr>
            <p:cNvPr id="13747" name="Google Shape;13747;p90"/>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90"/>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90"/>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90"/>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90"/>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90"/>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3" name="Google Shape;13753;p90"/>
          <p:cNvGrpSpPr/>
          <p:nvPr/>
        </p:nvGrpSpPr>
        <p:grpSpPr>
          <a:xfrm>
            <a:off x="3700351" y="2520912"/>
            <a:ext cx="334279" cy="334661"/>
            <a:chOff x="3725461" y="2444712"/>
            <a:chExt cx="334279" cy="334661"/>
          </a:xfrm>
        </p:grpSpPr>
        <p:sp>
          <p:nvSpPr>
            <p:cNvPr id="13754" name="Google Shape;13754;p90"/>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90"/>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90"/>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90"/>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90"/>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90"/>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90"/>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1" name="Google Shape;13761;p90"/>
          <p:cNvGrpSpPr/>
          <p:nvPr/>
        </p:nvGrpSpPr>
        <p:grpSpPr>
          <a:xfrm>
            <a:off x="6552128" y="2533421"/>
            <a:ext cx="332019" cy="310788"/>
            <a:chOff x="6577238" y="2457221"/>
            <a:chExt cx="332019" cy="310788"/>
          </a:xfrm>
        </p:grpSpPr>
        <p:sp>
          <p:nvSpPr>
            <p:cNvPr id="13762" name="Google Shape;13762;p90"/>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90"/>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90"/>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90"/>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90"/>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90"/>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90"/>
          <p:cNvGrpSpPr/>
          <p:nvPr/>
        </p:nvGrpSpPr>
        <p:grpSpPr>
          <a:xfrm>
            <a:off x="2793451" y="2515978"/>
            <a:ext cx="247892" cy="346024"/>
            <a:chOff x="2818561" y="2439778"/>
            <a:chExt cx="247892" cy="346024"/>
          </a:xfrm>
        </p:grpSpPr>
        <p:sp>
          <p:nvSpPr>
            <p:cNvPr id="13769" name="Google Shape;13769;p90"/>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90"/>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90"/>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90"/>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90"/>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90"/>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90"/>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90"/>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90"/>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90"/>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90"/>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90"/>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1" name="Google Shape;13781;p90"/>
          <p:cNvGrpSpPr/>
          <p:nvPr/>
        </p:nvGrpSpPr>
        <p:grpSpPr>
          <a:xfrm>
            <a:off x="3182668" y="2550832"/>
            <a:ext cx="419933" cy="275170"/>
            <a:chOff x="3207778" y="2474632"/>
            <a:chExt cx="419933" cy="275170"/>
          </a:xfrm>
        </p:grpSpPr>
        <p:sp>
          <p:nvSpPr>
            <p:cNvPr id="13782" name="Google Shape;13782;p90"/>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90"/>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90"/>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90"/>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90"/>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90"/>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90"/>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90"/>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90"/>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90"/>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90"/>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90"/>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90"/>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90"/>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6" name="Google Shape;13796;p90"/>
          <p:cNvGrpSpPr/>
          <p:nvPr/>
        </p:nvGrpSpPr>
        <p:grpSpPr>
          <a:xfrm>
            <a:off x="6074265" y="2532275"/>
            <a:ext cx="337684" cy="314194"/>
            <a:chOff x="6099375" y="2456075"/>
            <a:chExt cx="337684" cy="314194"/>
          </a:xfrm>
        </p:grpSpPr>
        <p:sp>
          <p:nvSpPr>
            <p:cNvPr id="13797" name="Google Shape;13797;p90"/>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90"/>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90"/>
          <p:cNvGrpSpPr/>
          <p:nvPr/>
        </p:nvGrpSpPr>
        <p:grpSpPr>
          <a:xfrm>
            <a:off x="2287513" y="2544784"/>
            <a:ext cx="312698" cy="286534"/>
            <a:chOff x="2312623" y="2468584"/>
            <a:chExt cx="312698" cy="286534"/>
          </a:xfrm>
        </p:grpSpPr>
        <p:sp>
          <p:nvSpPr>
            <p:cNvPr id="13800" name="Google Shape;13800;p90"/>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90"/>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90"/>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3" name="Google Shape;13803;p90"/>
          <p:cNvGrpSpPr/>
          <p:nvPr/>
        </p:nvGrpSpPr>
        <p:grpSpPr>
          <a:xfrm>
            <a:off x="5593695" y="2517124"/>
            <a:ext cx="345292" cy="342618"/>
            <a:chOff x="5618805" y="2440924"/>
            <a:chExt cx="345292" cy="342618"/>
          </a:xfrm>
        </p:grpSpPr>
        <p:sp>
          <p:nvSpPr>
            <p:cNvPr id="13804" name="Google Shape;13804;p90"/>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90"/>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90"/>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90"/>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90"/>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9" name="Google Shape;13809;p90"/>
          <p:cNvGrpSpPr/>
          <p:nvPr/>
        </p:nvGrpSpPr>
        <p:grpSpPr>
          <a:xfrm>
            <a:off x="4628069" y="2522790"/>
            <a:ext cx="377886" cy="331255"/>
            <a:chOff x="4653179" y="2446590"/>
            <a:chExt cx="377886" cy="331255"/>
          </a:xfrm>
        </p:grpSpPr>
        <p:sp>
          <p:nvSpPr>
            <p:cNvPr id="13810" name="Google Shape;13810;p90"/>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90"/>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90"/>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90"/>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4" name="Google Shape;13814;p90"/>
          <p:cNvGrpSpPr/>
          <p:nvPr/>
        </p:nvGrpSpPr>
        <p:grpSpPr>
          <a:xfrm>
            <a:off x="5159407" y="2535681"/>
            <a:ext cx="252062" cy="305122"/>
            <a:chOff x="5184517" y="2459481"/>
            <a:chExt cx="252062" cy="305122"/>
          </a:xfrm>
        </p:grpSpPr>
        <p:sp>
          <p:nvSpPr>
            <p:cNvPr id="13815" name="Google Shape;13815;p90"/>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90"/>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90"/>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90"/>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90"/>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90"/>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1" name="Google Shape;13821;p90"/>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22" name="Google Shape;13822;p90"/>
          <p:cNvGrpSpPr/>
          <p:nvPr/>
        </p:nvGrpSpPr>
        <p:grpSpPr>
          <a:xfrm>
            <a:off x="6130349" y="2045308"/>
            <a:ext cx="249770" cy="363849"/>
            <a:chOff x="6155459" y="1969108"/>
            <a:chExt cx="249770" cy="363849"/>
          </a:xfrm>
        </p:grpSpPr>
        <p:sp>
          <p:nvSpPr>
            <p:cNvPr id="13823" name="Google Shape;13823;p90"/>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90"/>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90"/>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90"/>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90"/>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90"/>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90"/>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90"/>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90"/>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2" name="Google Shape;13832;p90"/>
          <p:cNvGrpSpPr/>
          <p:nvPr/>
        </p:nvGrpSpPr>
        <p:grpSpPr>
          <a:xfrm>
            <a:off x="2254919" y="2046804"/>
            <a:ext cx="353631" cy="354395"/>
            <a:chOff x="2280029" y="1970604"/>
            <a:chExt cx="353631" cy="354395"/>
          </a:xfrm>
        </p:grpSpPr>
        <p:sp>
          <p:nvSpPr>
            <p:cNvPr id="13833" name="Google Shape;13833;p90"/>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90"/>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90"/>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90"/>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7" name="Google Shape;13837;p90"/>
          <p:cNvGrpSpPr/>
          <p:nvPr/>
        </p:nvGrpSpPr>
        <p:grpSpPr>
          <a:xfrm>
            <a:off x="8039990" y="2076374"/>
            <a:ext cx="255086" cy="301685"/>
            <a:chOff x="8065100" y="2000174"/>
            <a:chExt cx="255086" cy="301685"/>
          </a:xfrm>
        </p:grpSpPr>
        <p:sp>
          <p:nvSpPr>
            <p:cNvPr id="13838" name="Google Shape;13838;p90"/>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90"/>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90"/>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90"/>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2" name="Google Shape;13842;p90"/>
          <p:cNvGrpSpPr/>
          <p:nvPr/>
        </p:nvGrpSpPr>
        <p:grpSpPr>
          <a:xfrm>
            <a:off x="6608595" y="2045308"/>
            <a:ext cx="249420" cy="363849"/>
            <a:chOff x="6633705" y="1969108"/>
            <a:chExt cx="249420" cy="363849"/>
          </a:xfrm>
        </p:grpSpPr>
        <p:sp>
          <p:nvSpPr>
            <p:cNvPr id="13843" name="Google Shape;13843;p90"/>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90"/>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90"/>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90"/>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90"/>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90"/>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90"/>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90"/>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1" name="Google Shape;13851;p90"/>
          <p:cNvGrpSpPr/>
          <p:nvPr/>
        </p:nvGrpSpPr>
        <p:grpSpPr>
          <a:xfrm>
            <a:off x="5185921" y="2045308"/>
            <a:ext cx="226661" cy="363467"/>
            <a:chOff x="5211031" y="1969108"/>
            <a:chExt cx="226661" cy="363467"/>
          </a:xfrm>
        </p:grpSpPr>
        <p:sp>
          <p:nvSpPr>
            <p:cNvPr id="13852" name="Google Shape;13852;p90"/>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90"/>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4" name="Google Shape;13854;p90"/>
          <p:cNvGrpSpPr/>
          <p:nvPr/>
        </p:nvGrpSpPr>
        <p:grpSpPr>
          <a:xfrm>
            <a:off x="3687842" y="2046804"/>
            <a:ext cx="354363" cy="354395"/>
            <a:chOff x="3712952" y="1970604"/>
            <a:chExt cx="354363" cy="354395"/>
          </a:xfrm>
        </p:grpSpPr>
        <p:sp>
          <p:nvSpPr>
            <p:cNvPr id="13855" name="Google Shape;13855;p90"/>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90"/>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90"/>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90"/>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90"/>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90"/>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90"/>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90"/>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90"/>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4" name="Google Shape;13864;p90"/>
          <p:cNvGrpSpPr/>
          <p:nvPr/>
        </p:nvGrpSpPr>
        <p:grpSpPr>
          <a:xfrm>
            <a:off x="3210329" y="2046804"/>
            <a:ext cx="354363" cy="354745"/>
            <a:chOff x="3235438" y="1970604"/>
            <a:chExt cx="354363" cy="354745"/>
          </a:xfrm>
        </p:grpSpPr>
        <p:sp>
          <p:nvSpPr>
            <p:cNvPr id="13865" name="Google Shape;13865;p90"/>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90"/>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90"/>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90"/>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90"/>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90"/>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90"/>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90"/>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90"/>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90"/>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90"/>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90"/>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90"/>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8" name="Google Shape;13878;p90"/>
          <p:cNvGrpSpPr/>
          <p:nvPr/>
        </p:nvGrpSpPr>
        <p:grpSpPr>
          <a:xfrm>
            <a:off x="1304475" y="2066125"/>
            <a:ext cx="341472" cy="335074"/>
            <a:chOff x="1329585" y="1989925"/>
            <a:chExt cx="341472" cy="335074"/>
          </a:xfrm>
        </p:grpSpPr>
        <p:sp>
          <p:nvSpPr>
            <p:cNvPr id="13879" name="Google Shape;13879;p90"/>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90"/>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90"/>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2" name="Google Shape;13882;p90"/>
          <p:cNvGrpSpPr/>
          <p:nvPr/>
        </p:nvGrpSpPr>
        <p:grpSpPr>
          <a:xfrm>
            <a:off x="5566761" y="2066106"/>
            <a:ext cx="416649" cy="325597"/>
            <a:chOff x="5626763" y="2013829"/>
            <a:chExt cx="351722" cy="274788"/>
          </a:xfrm>
        </p:grpSpPr>
        <p:sp>
          <p:nvSpPr>
            <p:cNvPr id="13883" name="Google Shape;13883;p90"/>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90"/>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90"/>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90"/>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90"/>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90"/>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90"/>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90"/>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90"/>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90"/>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3" name="Google Shape;13893;p90"/>
          <p:cNvGrpSpPr/>
          <p:nvPr/>
        </p:nvGrpSpPr>
        <p:grpSpPr>
          <a:xfrm>
            <a:off x="7551495" y="2060077"/>
            <a:ext cx="276698" cy="333133"/>
            <a:chOff x="7576605" y="1983877"/>
            <a:chExt cx="276698" cy="333133"/>
          </a:xfrm>
        </p:grpSpPr>
        <p:sp>
          <p:nvSpPr>
            <p:cNvPr id="13894" name="Google Shape;13894;p90"/>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90"/>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6" name="Google Shape;13896;p90"/>
          <p:cNvGrpSpPr/>
          <p:nvPr/>
        </p:nvGrpSpPr>
        <p:grpSpPr>
          <a:xfrm>
            <a:off x="828458" y="2051738"/>
            <a:ext cx="337334" cy="353599"/>
            <a:chOff x="853568" y="1975538"/>
            <a:chExt cx="337334" cy="353599"/>
          </a:xfrm>
        </p:grpSpPr>
        <p:sp>
          <p:nvSpPr>
            <p:cNvPr id="13897" name="Google Shape;13897;p90"/>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90"/>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90"/>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90"/>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1" name="Google Shape;13901;p90"/>
          <p:cNvGrpSpPr/>
          <p:nvPr/>
        </p:nvGrpSpPr>
        <p:grpSpPr>
          <a:xfrm>
            <a:off x="2733192" y="2085828"/>
            <a:ext cx="327085" cy="277080"/>
            <a:chOff x="2770052" y="2009628"/>
            <a:chExt cx="327085" cy="277080"/>
          </a:xfrm>
        </p:grpSpPr>
        <p:sp>
          <p:nvSpPr>
            <p:cNvPr id="13902" name="Google Shape;13902;p90"/>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90"/>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04" name="Google Shape;13904;p90"/>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05" name="Google Shape;13905;p90"/>
          <p:cNvGrpSpPr/>
          <p:nvPr/>
        </p:nvGrpSpPr>
        <p:grpSpPr>
          <a:xfrm>
            <a:off x="4170289" y="2046804"/>
            <a:ext cx="344878" cy="343573"/>
            <a:chOff x="4195399" y="1970604"/>
            <a:chExt cx="344878" cy="343573"/>
          </a:xfrm>
        </p:grpSpPr>
        <p:sp>
          <p:nvSpPr>
            <p:cNvPr id="13906" name="Google Shape;13906;p90"/>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90"/>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90"/>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90"/>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0" name="Google Shape;13910;p90"/>
          <p:cNvGrpSpPr/>
          <p:nvPr/>
        </p:nvGrpSpPr>
        <p:grpSpPr>
          <a:xfrm>
            <a:off x="4649681" y="2053647"/>
            <a:ext cx="344528" cy="344114"/>
            <a:chOff x="4674791" y="1977447"/>
            <a:chExt cx="344528" cy="344114"/>
          </a:xfrm>
        </p:grpSpPr>
        <p:sp>
          <p:nvSpPr>
            <p:cNvPr id="13911" name="Google Shape;13911;p90"/>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90"/>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90"/>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90"/>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90"/>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90"/>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90"/>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90"/>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90"/>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90"/>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90"/>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90"/>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90"/>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90"/>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90"/>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90"/>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90"/>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90"/>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90"/>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90"/>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90"/>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90"/>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90"/>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90"/>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90"/>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90"/>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7" name="Google Shape;13937;p90"/>
          <p:cNvGrpSpPr/>
          <p:nvPr/>
        </p:nvGrpSpPr>
        <p:grpSpPr>
          <a:xfrm>
            <a:off x="6058700" y="1623497"/>
            <a:ext cx="382819" cy="310788"/>
            <a:chOff x="6083810" y="1547297"/>
            <a:chExt cx="382819" cy="310788"/>
          </a:xfrm>
        </p:grpSpPr>
        <p:sp>
          <p:nvSpPr>
            <p:cNvPr id="13938" name="Google Shape;13938;p90"/>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90"/>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90"/>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90"/>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90"/>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90"/>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90"/>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90"/>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90"/>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90"/>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90"/>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90"/>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90"/>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90"/>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90"/>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90"/>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90"/>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90"/>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90"/>
          <p:cNvGrpSpPr/>
          <p:nvPr/>
        </p:nvGrpSpPr>
        <p:grpSpPr>
          <a:xfrm>
            <a:off x="6533190" y="1614393"/>
            <a:ext cx="382788" cy="328613"/>
            <a:chOff x="6558300" y="1538193"/>
            <a:chExt cx="382788" cy="328613"/>
          </a:xfrm>
        </p:grpSpPr>
        <p:sp>
          <p:nvSpPr>
            <p:cNvPr id="13957" name="Google Shape;13957;p90"/>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90"/>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9" name="Google Shape;13959;p90"/>
          <p:cNvGrpSpPr/>
          <p:nvPr/>
        </p:nvGrpSpPr>
        <p:grpSpPr>
          <a:xfrm>
            <a:off x="5168892" y="1587497"/>
            <a:ext cx="259605" cy="346024"/>
            <a:chOff x="5194002" y="1511297"/>
            <a:chExt cx="259605" cy="346024"/>
          </a:xfrm>
        </p:grpSpPr>
        <p:sp>
          <p:nvSpPr>
            <p:cNvPr id="13960" name="Google Shape;13960;p90"/>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90"/>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90"/>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90"/>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4" name="Google Shape;13964;p90"/>
          <p:cNvGrpSpPr/>
          <p:nvPr/>
        </p:nvGrpSpPr>
        <p:grpSpPr>
          <a:xfrm>
            <a:off x="1369631" y="1588261"/>
            <a:ext cx="252444" cy="351722"/>
            <a:chOff x="1394741" y="1512061"/>
            <a:chExt cx="252444" cy="351722"/>
          </a:xfrm>
        </p:grpSpPr>
        <p:sp>
          <p:nvSpPr>
            <p:cNvPr id="13965" name="Google Shape;13965;p90"/>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90"/>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90"/>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90"/>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90"/>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90"/>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90"/>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90"/>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90"/>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90"/>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90"/>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90"/>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90"/>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90"/>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90"/>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90"/>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90"/>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2" name="Google Shape;13982;p90"/>
          <p:cNvGrpSpPr/>
          <p:nvPr/>
        </p:nvGrpSpPr>
        <p:grpSpPr>
          <a:xfrm>
            <a:off x="829986" y="1580685"/>
            <a:ext cx="380910" cy="339594"/>
            <a:chOff x="855096" y="1504485"/>
            <a:chExt cx="380910" cy="339594"/>
          </a:xfrm>
        </p:grpSpPr>
        <p:sp>
          <p:nvSpPr>
            <p:cNvPr id="13983" name="Google Shape;13983;p90"/>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90"/>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90"/>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90"/>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90"/>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8" name="Google Shape;13988;p90"/>
          <p:cNvGrpSpPr/>
          <p:nvPr/>
        </p:nvGrpSpPr>
        <p:grpSpPr>
          <a:xfrm>
            <a:off x="1794466" y="1587879"/>
            <a:ext cx="352103" cy="352103"/>
            <a:chOff x="1819576" y="1511679"/>
            <a:chExt cx="352103" cy="352103"/>
          </a:xfrm>
        </p:grpSpPr>
        <p:sp>
          <p:nvSpPr>
            <p:cNvPr id="13989" name="Google Shape;13989;p90"/>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90"/>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90"/>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90"/>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3" name="Google Shape;13993;p90"/>
          <p:cNvGrpSpPr/>
          <p:nvPr/>
        </p:nvGrpSpPr>
        <p:grpSpPr>
          <a:xfrm>
            <a:off x="5595987" y="1576961"/>
            <a:ext cx="371424" cy="355446"/>
            <a:chOff x="5621097" y="1500761"/>
            <a:chExt cx="371424" cy="355446"/>
          </a:xfrm>
        </p:grpSpPr>
        <p:sp>
          <p:nvSpPr>
            <p:cNvPr id="13994" name="Google Shape;13994;p90"/>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90"/>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6" name="Google Shape;13996;p90"/>
          <p:cNvGrpSpPr/>
          <p:nvPr/>
        </p:nvGrpSpPr>
        <p:grpSpPr>
          <a:xfrm>
            <a:off x="4645129" y="1617799"/>
            <a:ext cx="359679" cy="321833"/>
            <a:chOff x="4670239" y="1541599"/>
            <a:chExt cx="359679" cy="321833"/>
          </a:xfrm>
        </p:grpSpPr>
        <p:sp>
          <p:nvSpPr>
            <p:cNvPr id="13997" name="Google Shape;13997;p90"/>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90"/>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90"/>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90"/>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90"/>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2" name="Google Shape;14002;p90"/>
          <p:cNvGrpSpPr/>
          <p:nvPr/>
        </p:nvGrpSpPr>
        <p:grpSpPr>
          <a:xfrm>
            <a:off x="4187319" y="1578585"/>
            <a:ext cx="321037" cy="353822"/>
            <a:chOff x="4212429" y="1502385"/>
            <a:chExt cx="321037" cy="353822"/>
          </a:xfrm>
        </p:grpSpPr>
        <p:sp>
          <p:nvSpPr>
            <p:cNvPr id="14003" name="Google Shape;14003;p90"/>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90"/>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90"/>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90"/>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7" name="Google Shape;14007;p90"/>
          <p:cNvGrpSpPr/>
          <p:nvPr/>
        </p:nvGrpSpPr>
        <p:grpSpPr>
          <a:xfrm>
            <a:off x="2277678" y="1582181"/>
            <a:ext cx="336188" cy="335425"/>
            <a:chOff x="2302788" y="1505981"/>
            <a:chExt cx="336188" cy="335425"/>
          </a:xfrm>
        </p:grpSpPr>
        <p:sp>
          <p:nvSpPr>
            <p:cNvPr id="14008" name="Google Shape;14008;p90"/>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90"/>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90"/>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90"/>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90"/>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90"/>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90"/>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90"/>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90"/>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90"/>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90"/>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90"/>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90"/>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90"/>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90"/>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90"/>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90"/>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5" name="Google Shape;14025;p90"/>
          <p:cNvGrpSpPr/>
          <p:nvPr/>
        </p:nvGrpSpPr>
        <p:grpSpPr>
          <a:xfrm>
            <a:off x="2755191" y="1598096"/>
            <a:ext cx="333133" cy="321037"/>
            <a:chOff x="2780301" y="1521896"/>
            <a:chExt cx="333133" cy="321037"/>
          </a:xfrm>
        </p:grpSpPr>
        <p:sp>
          <p:nvSpPr>
            <p:cNvPr id="14026" name="Google Shape;14026;p90"/>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90"/>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90"/>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90"/>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90"/>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90"/>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90"/>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90"/>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90"/>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90"/>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90"/>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90"/>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90"/>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90"/>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90"/>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90"/>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90"/>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90"/>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90"/>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90"/>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6" name="Google Shape;14046;p90"/>
          <p:cNvGrpSpPr/>
          <p:nvPr/>
        </p:nvGrpSpPr>
        <p:grpSpPr>
          <a:xfrm>
            <a:off x="3291049" y="1591285"/>
            <a:ext cx="211892" cy="339594"/>
            <a:chOff x="3316159" y="1515085"/>
            <a:chExt cx="211892" cy="339594"/>
          </a:xfrm>
        </p:grpSpPr>
        <p:sp>
          <p:nvSpPr>
            <p:cNvPr id="14047" name="Google Shape;14047;p90"/>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90"/>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90"/>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50" name="Google Shape;14050;p90"/>
            <p:cNvGrpSpPr/>
            <p:nvPr/>
          </p:nvGrpSpPr>
          <p:grpSpPr>
            <a:xfrm>
              <a:off x="3316159" y="1515085"/>
              <a:ext cx="211892" cy="339594"/>
              <a:chOff x="3316159" y="1515085"/>
              <a:chExt cx="211892" cy="339594"/>
            </a:xfrm>
          </p:grpSpPr>
          <p:sp>
            <p:nvSpPr>
              <p:cNvPr id="14051" name="Google Shape;14051;p90"/>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90"/>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90"/>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90"/>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90"/>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90"/>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57" name="Google Shape;14057;p90"/>
          <p:cNvGrpSpPr/>
          <p:nvPr/>
        </p:nvGrpSpPr>
        <p:grpSpPr>
          <a:xfrm>
            <a:off x="3691248" y="1620855"/>
            <a:ext cx="361971" cy="314958"/>
            <a:chOff x="3716358" y="1544655"/>
            <a:chExt cx="361971" cy="314958"/>
          </a:xfrm>
        </p:grpSpPr>
        <p:sp>
          <p:nvSpPr>
            <p:cNvPr id="14058" name="Google Shape;14058;p90"/>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90"/>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90"/>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90"/>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90"/>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63" name="Google Shape;14063;p90"/>
            <p:cNvGrpSpPr/>
            <p:nvPr/>
          </p:nvGrpSpPr>
          <p:grpSpPr>
            <a:xfrm>
              <a:off x="3716358" y="1544655"/>
              <a:ext cx="361971" cy="314958"/>
              <a:chOff x="3716358" y="1544655"/>
              <a:chExt cx="361971" cy="314958"/>
            </a:xfrm>
          </p:grpSpPr>
          <p:sp>
            <p:nvSpPr>
              <p:cNvPr id="14064" name="Google Shape;14064;p90"/>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90"/>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90"/>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90"/>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90"/>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69" name="Google Shape;14069;p90"/>
          <p:cNvGrpSpPr/>
          <p:nvPr/>
        </p:nvGrpSpPr>
        <p:grpSpPr>
          <a:xfrm>
            <a:off x="6986814" y="1633752"/>
            <a:ext cx="499533" cy="305136"/>
            <a:chOff x="7009649" y="1541981"/>
            <a:chExt cx="524940" cy="320655"/>
          </a:xfrm>
        </p:grpSpPr>
        <p:sp>
          <p:nvSpPr>
            <p:cNvPr id="14070" name="Google Shape;14070;p90"/>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90"/>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90"/>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90"/>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90"/>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90"/>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90"/>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90"/>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8" name="Google Shape;14078;p90"/>
          <p:cNvGrpSpPr/>
          <p:nvPr/>
        </p:nvGrpSpPr>
        <p:grpSpPr>
          <a:xfrm>
            <a:off x="8008924" y="1594309"/>
            <a:ext cx="282746" cy="340358"/>
            <a:chOff x="8034034" y="1518109"/>
            <a:chExt cx="282746" cy="340358"/>
          </a:xfrm>
        </p:grpSpPr>
        <p:sp>
          <p:nvSpPr>
            <p:cNvPr id="14079" name="Google Shape;14079;p90"/>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90"/>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90"/>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90"/>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3" name="Google Shape;14083;p90"/>
          <p:cNvGrpSpPr/>
          <p:nvPr/>
        </p:nvGrpSpPr>
        <p:grpSpPr>
          <a:xfrm>
            <a:off x="7557192" y="1576134"/>
            <a:ext cx="369133" cy="360411"/>
            <a:chOff x="7582302" y="1499934"/>
            <a:chExt cx="369133" cy="360411"/>
          </a:xfrm>
        </p:grpSpPr>
        <p:sp>
          <p:nvSpPr>
            <p:cNvPr id="14084" name="Google Shape;14084;p90"/>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90"/>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90"/>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90"/>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90"/>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9" name="Google Shape;14089;p90"/>
          <p:cNvGrpSpPr/>
          <p:nvPr/>
        </p:nvGrpSpPr>
        <p:grpSpPr>
          <a:xfrm>
            <a:off x="6170979" y="3893352"/>
            <a:ext cx="346056" cy="345674"/>
            <a:chOff x="2238181" y="4120624"/>
            <a:chExt cx="346056" cy="345674"/>
          </a:xfrm>
        </p:grpSpPr>
        <p:grpSp>
          <p:nvGrpSpPr>
            <p:cNvPr id="14090" name="Google Shape;14090;p90"/>
            <p:cNvGrpSpPr/>
            <p:nvPr/>
          </p:nvGrpSpPr>
          <p:grpSpPr>
            <a:xfrm>
              <a:off x="2309155" y="4177413"/>
              <a:ext cx="203862" cy="231903"/>
              <a:chOff x="1512725" y="258500"/>
              <a:chExt cx="4570900" cy="5199625"/>
            </a:xfrm>
          </p:grpSpPr>
          <p:sp>
            <p:nvSpPr>
              <p:cNvPr id="14091" name="Google Shape;14091;p90"/>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90"/>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3" name="Google Shape;14093;p90"/>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4" name="Google Shape;14094;p9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098" name="Shape 14098"/>
        <p:cNvGrpSpPr/>
        <p:nvPr/>
      </p:nvGrpSpPr>
      <p:grpSpPr>
        <a:xfrm>
          <a:off x="0" y="0"/>
          <a:ext cx="0" cy="0"/>
          <a:chOff x="0" y="0"/>
          <a:chExt cx="0" cy="0"/>
        </a:xfrm>
      </p:grpSpPr>
      <p:pic>
        <p:nvPicPr>
          <p:cNvPr id="14099" name="Google Shape;14099;p9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crapbook Style Wrapped Theme by Slidesgo">
  <a:themeElements>
    <a:clrScheme name="Simple Light">
      <a:dk1>
        <a:srgbClr val="332E28"/>
      </a:dk1>
      <a:lt1>
        <a:srgbClr val="F6F3EC"/>
      </a:lt1>
      <a:dk2>
        <a:srgbClr val="BC714F"/>
      </a:dk2>
      <a:lt2>
        <a:srgbClr val="C89B76"/>
      </a:lt2>
      <a:accent1>
        <a:srgbClr val="E8936A"/>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